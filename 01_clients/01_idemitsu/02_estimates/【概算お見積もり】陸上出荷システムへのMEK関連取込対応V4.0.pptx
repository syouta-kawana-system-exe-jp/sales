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9"/>
  </p:notesMasterIdLst>
  <p:handoutMasterIdLst>
    <p:handoutMasterId r:id="rId20"/>
  </p:handoutMasterIdLst>
  <p:sldIdLst>
    <p:sldId id="714" r:id="rId5"/>
    <p:sldId id="756" r:id="rId6"/>
    <p:sldId id="757" r:id="rId7"/>
    <p:sldId id="936" r:id="rId8"/>
    <p:sldId id="933" r:id="rId9"/>
    <p:sldId id="934" r:id="rId10"/>
    <p:sldId id="935" r:id="rId11"/>
    <p:sldId id="766" r:id="rId12"/>
    <p:sldId id="765" r:id="rId13"/>
    <p:sldId id="932" r:id="rId14"/>
    <p:sldId id="930" r:id="rId15"/>
    <p:sldId id="923" r:id="rId16"/>
    <p:sldId id="767" r:id="rId17"/>
    <p:sldId id="74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7878"/>
    <a:srgbClr val="FDEDDA"/>
    <a:srgbClr val="FFFFFF"/>
    <a:srgbClr val="0000FF"/>
    <a:srgbClr val="9A3B5D"/>
    <a:srgbClr val="FAF2D4"/>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E710D0-17B3-8C1E-2CCC-3FB907EFAA38}" v="103" dt="2025-03-14T08:32:23.10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24" y="5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吉田諒" userId="S::ryou.yoshida@system-exe.jp::48113613-5467-405d-9628-39cdc2d8c52c" providerId="AD" clId="Web-{F86F8821-50EF-48AC-B316-4E4303A74403}"/>
    <pc:docChg chg="addSld delSld modSld">
      <pc:chgData name="吉田諒" userId="S::ryou.yoshida@system-exe.jp::48113613-5467-405d-9628-39cdc2d8c52c" providerId="AD" clId="Web-{F86F8821-50EF-48AC-B316-4E4303A74403}" dt="2024-01-29T12:27:50.702" v="1079" actId="20577"/>
      <pc:docMkLst>
        <pc:docMk/>
      </pc:docMkLst>
      <pc:sldChg chg="modSp">
        <pc:chgData name="吉田諒" userId="S::ryou.yoshida@system-exe.jp::48113613-5467-405d-9628-39cdc2d8c52c" providerId="AD" clId="Web-{F86F8821-50EF-48AC-B316-4E4303A74403}" dt="2024-01-29T11:24:46.573" v="261" actId="20577"/>
        <pc:sldMkLst>
          <pc:docMk/>
          <pc:sldMk cId="5311539" sldId="752"/>
        </pc:sldMkLst>
      </pc:sldChg>
      <pc:sldChg chg="modSp">
        <pc:chgData name="吉田諒" userId="S::ryou.yoshida@system-exe.jp::48113613-5467-405d-9628-39cdc2d8c52c" providerId="AD" clId="Web-{F86F8821-50EF-48AC-B316-4E4303A74403}" dt="2024-01-29T12:24:30.104" v="1033"/>
        <pc:sldMkLst>
          <pc:docMk/>
          <pc:sldMk cId="1072167564" sldId="754"/>
        </pc:sldMkLst>
      </pc:sldChg>
      <pc:sldChg chg="addSp delSp modSp">
        <pc:chgData name="吉田諒" userId="S::ryou.yoshida@system-exe.jp::48113613-5467-405d-9628-39cdc2d8c52c" providerId="AD" clId="Web-{F86F8821-50EF-48AC-B316-4E4303A74403}" dt="2024-01-29T11:21:12.225" v="147" actId="20577"/>
        <pc:sldMkLst>
          <pc:docMk/>
          <pc:sldMk cId="3660799615" sldId="757"/>
        </pc:sldMkLst>
      </pc:sldChg>
      <pc:sldChg chg="del">
        <pc:chgData name="吉田諒" userId="S::ryou.yoshida@system-exe.jp::48113613-5467-405d-9628-39cdc2d8c52c" providerId="AD" clId="Web-{F86F8821-50EF-48AC-B316-4E4303A74403}" dt="2024-01-29T11:18:32.504" v="124"/>
        <pc:sldMkLst>
          <pc:docMk/>
          <pc:sldMk cId="3830098465" sldId="758"/>
        </pc:sldMkLst>
      </pc:sldChg>
      <pc:sldChg chg="del">
        <pc:chgData name="吉田諒" userId="S::ryou.yoshida@system-exe.jp::48113613-5467-405d-9628-39cdc2d8c52c" providerId="AD" clId="Web-{F86F8821-50EF-48AC-B316-4E4303A74403}" dt="2024-01-29T11:21:26.272" v="150"/>
        <pc:sldMkLst>
          <pc:docMk/>
          <pc:sldMk cId="160659096" sldId="761"/>
        </pc:sldMkLst>
      </pc:sldChg>
      <pc:sldChg chg="add del">
        <pc:chgData name="吉田諒" userId="S::ryou.yoshida@system-exe.jp::48113613-5467-405d-9628-39cdc2d8c52c" providerId="AD" clId="Web-{F86F8821-50EF-48AC-B316-4E4303A74403}" dt="2024-01-29T11:22:06.929" v="165"/>
        <pc:sldMkLst>
          <pc:docMk/>
          <pc:sldMk cId="4225344044" sldId="762"/>
        </pc:sldMkLst>
      </pc:sldChg>
      <pc:sldChg chg="add del">
        <pc:chgData name="吉田諒" userId="S::ryou.yoshida@system-exe.jp::48113613-5467-405d-9628-39cdc2d8c52c" providerId="AD" clId="Web-{F86F8821-50EF-48AC-B316-4E4303A74403}" dt="2024-01-29T11:22:06.929" v="164"/>
        <pc:sldMkLst>
          <pc:docMk/>
          <pc:sldMk cId="3581102778" sldId="763"/>
        </pc:sldMkLst>
      </pc:sldChg>
      <pc:sldChg chg="add del">
        <pc:chgData name="吉田諒" userId="S::ryou.yoshida@system-exe.jp::48113613-5467-405d-9628-39cdc2d8c52c" providerId="AD" clId="Web-{F86F8821-50EF-48AC-B316-4E4303A74403}" dt="2024-01-29T11:22:06.913" v="163"/>
        <pc:sldMkLst>
          <pc:docMk/>
          <pc:sldMk cId="23999133" sldId="764"/>
        </pc:sldMkLst>
      </pc:sldChg>
      <pc:sldChg chg="modSp add del">
        <pc:chgData name="吉田諒" userId="S::ryou.yoshida@system-exe.jp::48113613-5467-405d-9628-39cdc2d8c52c" providerId="AD" clId="Web-{F86F8821-50EF-48AC-B316-4E4303A74403}" dt="2024-01-29T11:24:34.775" v="259"/>
        <pc:sldMkLst>
          <pc:docMk/>
          <pc:sldMk cId="1395438993" sldId="765"/>
        </pc:sldMkLst>
      </pc:sldChg>
      <pc:sldChg chg="delSp modSp">
        <pc:chgData name="吉田諒" userId="S::ryou.yoshida@system-exe.jp::48113613-5467-405d-9628-39cdc2d8c52c" providerId="AD" clId="Web-{F86F8821-50EF-48AC-B316-4E4303A74403}" dt="2024-01-29T11:27:47.716" v="321"/>
        <pc:sldMkLst>
          <pc:docMk/>
          <pc:sldMk cId="3560606343" sldId="766"/>
        </pc:sldMkLst>
      </pc:sldChg>
      <pc:sldChg chg="modSp">
        <pc:chgData name="吉田諒" userId="S::ryou.yoshida@system-exe.jp::48113613-5467-405d-9628-39cdc2d8c52c" providerId="AD" clId="Web-{F86F8821-50EF-48AC-B316-4E4303A74403}" dt="2024-01-29T12:27:50.702" v="1079" actId="20577"/>
        <pc:sldMkLst>
          <pc:docMk/>
          <pc:sldMk cId="2410374903" sldId="767"/>
        </pc:sldMkLst>
      </pc:sldChg>
      <pc:sldChg chg="modSp add replId">
        <pc:chgData name="吉田諒" userId="S::ryou.yoshida@system-exe.jp::48113613-5467-405d-9628-39cdc2d8c52c" providerId="AD" clId="Web-{F86F8821-50EF-48AC-B316-4E4303A74403}" dt="2024-01-29T11:21:15.741" v="149" actId="20577"/>
        <pc:sldMkLst>
          <pc:docMk/>
          <pc:sldMk cId="729124589" sldId="768"/>
        </pc:sldMkLst>
      </pc:sldChg>
      <pc:sldChg chg="modSp add replId">
        <pc:chgData name="吉田諒" userId="S::ryou.yoshida@system-exe.jp::48113613-5467-405d-9628-39cdc2d8c52c" providerId="AD" clId="Web-{F86F8821-50EF-48AC-B316-4E4303A74403}" dt="2024-01-29T12:22:05.132" v="1007"/>
        <pc:sldMkLst>
          <pc:docMk/>
          <pc:sldMk cId="3692000709" sldId="769"/>
        </pc:sldMkLst>
      </pc:sldChg>
    </pc:docChg>
  </pc:docChgLst>
  <pc:docChgLst>
    <pc:chgData name="髙浦祐朗" userId="d6d860fe-bc64-411b-9605-a16d1ba875f6" providerId="ADAL" clId="{7CAA7045-2BC6-4F13-8909-735798C0D3C7}"/>
    <pc:docChg chg="undo custSel modSld">
      <pc:chgData name="髙浦祐朗" userId="d6d860fe-bc64-411b-9605-a16d1ba875f6" providerId="ADAL" clId="{7CAA7045-2BC6-4F13-8909-735798C0D3C7}" dt="2024-01-29T11:54:07.527" v="550" actId="113"/>
      <pc:docMkLst>
        <pc:docMk/>
      </pc:docMkLst>
      <pc:sldChg chg="modSp mod">
        <pc:chgData name="髙浦祐朗" userId="d6d860fe-bc64-411b-9605-a16d1ba875f6" providerId="ADAL" clId="{7CAA7045-2BC6-4F13-8909-735798C0D3C7}" dt="2024-01-29T10:51:00.638" v="148"/>
        <pc:sldMkLst>
          <pc:docMk/>
          <pc:sldMk cId="3325638293" sldId="749"/>
        </pc:sldMkLst>
      </pc:sldChg>
      <pc:sldChg chg="modSp mod">
        <pc:chgData name="髙浦祐朗" userId="d6d860fe-bc64-411b-9605-a16d1ba875f6" providerId="ADAL" clId="{7CAA7045-2BC6-4F13-8909-735798C0D3C7}" dt="2024-01-29T11:36:03.475" v="226"/>
        <pc:sldMkLst>
          <pc:docMk/>
          <pc:sldMk cId="5311539" sldId="752"/>
        </pc:sldMkLst>
      </pc:sldChg>
      <pc:sldChg chg="modSp mod">
        <pc:chgData name="髙浦祐朗" userId="d6d860fe-bc64-411b-9605-a16d1ba875f6" providerId="ADAL" clId="{7CAA7045-2BC6-4F13-8909-735798C0D3C7}" dt="2024-01-29T11:53:49.834" v="548"/>
        <pc:sldMkLst>
          <pc:docMk/>
          <pc:sldMk cId="1072167564" sldId="754"/>
        </pc:sldMkLst>
      </pc:sldChg>
      <pc:sldChg chg="modSp mod">
        <pc:chgData name="髙浦祐朗" userId="d6d860fe-bc64-411b-9605-a16d1ba875f6" providerId="ADAL" clId="{7CAA7045-2BC6-4F13-8909-735798C0D3C7}" dt="2024-01-29T11:54:07.527" v="550" actId="113"/>
        <pc:sldMkLst>
          <pc:docMk/>
          <pc:sldMk cId="3773316736" sldId="756"/>
        </pc:sldMkLst>
      </pc:sldChg>
      <pc:sldChg chg="modSp mod">
        <pc:chgData name="髙浦祐朗" userId="d6d860fe-bc64-411b-9605-a16d1ba875f6" providerId="ADAL" clId="{7CAA7045-2BC6-4F13-8909-735798C0D3C7}" dt="2024-01-29T11:42:51.068" v="427" actId="20577"/>
        <pc:sldMkLst>
          <pc:docMk/>
          <pc:sldMk cId="3660799615" sldId="757"/>
        </pc:sldMkLst>
      </pc:sldChg>
      <pc:sldChg chg="modSp mod">
        <pc:chgData name="髙浦祐朗" userId="d6d860fe-bc64-411b-9605-a16d1ba875f6" providerId="ADAL" clId="{7CAA7045-2BC6-4F13-8909-735798C0D3C7}" dt="2024-01-29T11:35:20.220" v="215" actId="14734"/>
        <pc:sldMkLst>
          <pc:docMk/>
          <pc:sldMk cId="1395438993" sldId="765"/>
        </pc:sldMkLst>
      </pc:sldChg>
      <pc:sldChg chg="modSp mod">
        <pc:chgData name="髙浦祐朗" userId="d6d860fe-bc64-411b-9605-a16d1ba875f6" providerId="ADAL" clId="{7CAA7045-2BC6-4F13-8909-735798C0D3C7}" dt="2024-01-29T11:50:18.117" v="455" actId="20577"/>
        <pc:sldMkLst>
          <pc:docMk/>
          <pc:sldMk cId="3560606343" sldId="766"/>
        </pc:sldMkLst>
      </pc:sldChg>
      <pc:sldChg chg="modSp mod">
        <pc:chgData name="髙浦祐朗" userId="d6d860fe-bc64-411b-9605-a16d1ba875f6" providerId="ADAL" clId="{7CAA7045-2BC6-4F13-8909-735798C0D3C7}" dt="2024-01-29T11:51:09.599" v="456" actId="20577"/>
        <pc:sldMkLst>
          <pc:docMk/>
          <pc:sldMk cId="2410374903" sldId="767"/>
        </pc:sldMkLst>
      </pc:sldChg>
      <pc:sldChg chg="modSp mod">
        <pc:chgData name="髙浦祐朗" userId="d6d860fe-bc64-411b-9605-a16d1ba875f6" providerId="ADAL" clId="{7CAA7045-2BC6-4F13-8909-735798C0D3C7}" dt="2024-01-29T11:43:08.505" v="431"/>
        <pc:sldMkLst>
          <pc:docMk/>
          <pc:sldMk cId="729124589" sldId="768"/>
        </pc:sldMkLst>
      </pc:sldChg>
    </pc:docChg>
  </pc:docChgLst>
  <pc:docChgLst>
    <pc:chgData name="髙浦祐朗" userId="d6d860fe-bc64-411b-9605-a16d1ba875f6" providerId="ADAL" clId="{29F6109C-37E8-45B4-A7F0-ED8F64050743}"/>
    <pc:docChg chg="undo custSel modSld">
      <pc:chgData name="髙浦祐朗" userId="d6d860fe-bc64-411b-9605-a16d1ba875f6" providerId="ADAL" clId="{29F6109C-37E8-45B4-A7F0-ED8F64050743}" dt="2024-11-22T07:53:46.100" v="135" actId="1076"/>
      <pc:docMkLst>
        <pc:docMk/>
      </pc:docMkLst>
      <pc:sldChg chg="modSp mod">
        <pc:chgData name="髙浦祐朗" userId="d6d860fe-bc64-411b-9605-a16d1ba875f6" providerId="ADAL" clId="{29F6109C-37E8-45B4-A7F0-ED8F64050743}" dt="2024-11-22T07:53:46.100" v="135" actId="1076"/>
        <pc:sldMkLst>
          <pc:docMk/>
          <pc:sldMk cId="3201888243" sldId="714"/>
        </pc:sldMkLst>
        <pc:spChg chg="mod">
          <ac:chgData name="髙浦祐朗" userId="d6d860fe-bc64-411b-9605-a16d1ba875f6" providerId="ADAL" clId="{29F6109C-37E8-45B4-A7F0-ED8F64050743}" dt="2024-11-22T07:50:10.434" v="114" actId="1076"/>
          <ac:spMkLst>
            <pc:docMk/>
            <pc:sldMk cId="3201888243" sldId="714"/>
            <ac:spMk id="3" creationId="{00000000-0000-0000-0000-000000000000}"/>
          </ac:spMkLst>
        </pc:spChg>
        <pc:spChg chg="mod">
          <ac:chgData name="髙浦祐朗" userId="d6d860fe-bc64-411b-9605-a16d1ba875f6" providerId="ADAL" clId="{29F6109C-37E8-45B4-A7F0-ED8F64050743}" dt="2024-11-22T07:53:46.100" v="135" actId="1076"/>
          <ac:spMkLst>
            <pc:docMk/>
            <pc:sldMk cId="3201888243" sldId="714"/>
            <ac:spMk id="4" creationId="{00000000-0000-0000-0000-000000000000}"/>
          </ac:spMkLst>
        </pc:spChg>
      </pc:sldChg>
      <pc:sldChg chg="modSp mod">
        <pc:chgData name="髙浦祐朗" userId="d6d860fe-bc64-411b-9605-a16d1ba875f6" providerId="ADAL" clId="{29F6109C-37E8-45B4-A7F0-ED8F64050743}" dt="2024-11-22T07:50:43.995" v="116"/>
        <pc:sldMkLst>
          <pc:docMk/>
          <pc:sldMk cId="3660799615" sldId="757"/>
        </pc:sldMkLst>
      </pc:sldChg>
      <pc:sldChg chg="modSp mod">
        <pc:chgData name="髙浦祐朗" userId="d6d860fe-bc64-411b-9605-a16d1ba875f6" providerId="ADAL" clId="{29F6109C-37E8-45B4-A7F0-ED8F64050743}" dt="2024-11-22T07:50:50.205" v="118"/>
        <pc:sldMkLst>
          <pc:docMk/>
          <pc:sldMk cId="2453405637" sldId="923"/>
        </pc:sldMkLst>
        <pc:spChg chg="mod">
          <ac:chgData name="髙浦祐朗" userId="d6d860fe-bc64-411b-9605-a16d1ba875f6" providerId="ADAL" clId="{29F6109C-37E8-45B4-A7F0-ED8F64050743}" dt="2024-11-22T07:50:50.205" v="118"/>
          <ac:spMkLst>
            <pc:docMk/>
            <pc:sldMk cId="2453405637" sldId="923"/>
            <ac:spMk id="2" creationId="{DF1B3D1D-7E85-617E-AC69-3C98014F1C6D}"/>
          </ac:spMkLst>
        </pc:spChg>
      </pc:sldChg>
      <pc:sldChg chg="modSp mod">
        <pc:chgData name="髙浦祐朗" userId="d6d860fe-bc64-411b-9605-a16d1ba875f6" providerId="ADAL" clId="{29F6109C-37E8-45B4-A7F0-ED8F64050743}" dt="2024-11-22T07:50:51.754" v="120"/>
        <pc:sldMkLst>
          <pc:docMk/>
          <pc:sldMk cId="1471803207" sldId="929"/>
        </pc:sldMkLst>
      </pc:sldChg>
      <pc:sldChg chg="modSp mod">
        <pc:chgData name="髙浦祐朗" userId="d6d860fe-bc64-411b-9605-a16d1ba875f6" providerId="ADAL" clId="{29F6109C-37E8-45B4-A7F0-ED8F64050743}" dt="2024-11-22T07:51:33.168" v="122" actId="1076"/>
        <pc:sldMkLst>
          <pc:docMk/>
          <pc:sldMk cId="1851614100" sldId="930"/>
        </pc:sldMkLst>
        <pc:spChg chg="mod">
          <ac:chgData name="髙浦祐朗" userId="d6d860fe-bc64-411b-9605-a16d1ba875f6" providerId="ADAL" clId="{29F6109C-37E8-45B4-A7F0-ED8F64050743}" dt="2024-11-22T07:43:46.264" v="2"/>
          <ac:spMkLst>
            <pc:docMk/>
            <pc:sldMk cId="1851614100" sldId="930"/>
            <ac:spMk id="19" creationId="{BC9B272A-446A-3576-A0E6-D8B79CB959CA}"/>
          </ac:spMkLst>
        </pc:spChg>
        <pc:spChg chg="mod">
          <ac:chgData name="髙浦祐朗" userId="d6d860fe-bc64-411b-9605-a16d1ba875f6" providerId="ADAL" clId="{29F6109C-37E8-45B4-A7F0-ED8F64050743}" dt="2024-11-22T07:44:27.865" v="14" actId="1076"/>
          <ac:spMkLst>
            <pc:docMk/>
            <pc:sldMk cId="1851614100" sldId="930"/>
            <ac:spMk id="22" creationId="{3F738138-83BD-2487-7AF9-D1C1133A3FF9}"/>
          </ac:spMkLst>
        </pc:spChg>
        <pc:spChg chg="mod">
          <ac:chgData name="髙浦祐朗" userId="d6d860fe-bc64-411b-9605-a16d1ba875f6" providerId="ADAL" clId="{29F6109C-37E8-45B4-A7F0-ED8F64050743}" dt="2024-11-22T07:44:18.473" v="11" actId="1076"/>
          <ac:spMkLst>
            <pc:docMk/>
            <pc:sldMk cId="1851614100" sldId="930"/>
            <ac:spMk id="23" creationId="{C4C74907-76BB-E547-7A42-36F13F58EC35}"/>
          </ac:spMkLst>
        </pc:spChg>
        <pc:spChg chg="mod">
          <ac:chgData name="髙浦祐朗" userId="d6d860fe-bc64-411b-9605-a16d1ba875f6" providerId="ADAL" clId="{29F6109C-37E8-45B4-A7F0-ED8F64050743}" dt="2024-11-22T07:44:18.473" v="11" actId="1076"/>
          <ac:spMkLst>
            <pc:docMk/>
            <pc:sldMk cId="1851614100" sldId="930"/>
            <ac:spMk id="24" creationId="{DC1E26E9-FFEC-98F2-12D5-BC286628CEA0}"/>
          </ac:spMkLst>
        </pc:spChg>
        <pc:spChg chg="mod">
          <ac:chgData name="髙浦祐朗" userId="d6d860fe-bc64-411b-9605-a16d1ba875f6" providerId="ADAL" clId="{29F6109C-37E8-45B4-A7F0-ED8F64050743}" dt="2024-11-22T07:44:27.865" v="14" actId="1076"/>
          <ac:spMkLst>
            <pc:docMk/>
            <pc:sldMk cId="1851614100" sldId="930"/>
            <ac:spMk id="26" creationId="{2739018C-A453-9633-6AC1-CD6144A1460D}"/>
          </ac:spMkLst>
        </pc:spChg>
        <pc:spChg chg="mod">
          <ac:chgData name="髙浦祐朗" userId="d6d860fe-bc64-411b-9605-a16d1ba875f6" providerId="ADAL" clId="{29F6109C-37E8-45B4-A7F0-ED8F64050743}" dt="2024-11-22T07:44:48.318" v="18" actId="1076"/>
          <ac:spMkLst>
            <pc:docMk/>
            <pc:sldMk cId="1851614100" sldId="930"/>
            <ac:spMk id="35" creationId="{C8FE3297-20F9-5980-9C9E-46C123BEB609}"/>
          </ac:spMkLst>
        </pc:spChg>
        <pc:spChg chg="mod">
          <ac:chgData name="髙浦祐朗" userId="d6d860fe-bc64-411b-9605-a16d1ba875f6" providerId="ADAL" clId="{29F6109C-37E8-45B4-A7F0-ED8F64050743}" dt="2024-11-22T07:43:56.721" v="5"/>
          <ac:spMkLst>
            <pc:docMk/>
            <pc:sldMk cId="1851614100" sldId="930"/>
            <ac:spMk id="55" creationId="{D0A35059-8416-A539-CCAD-988529B59C1A}"/>
          </ac:spMkLst>
        </pc:spChg>
        <pc:grpChg chg="mod">
          <ac:chgData name="髙浦祐朗" userId="d6d860fe-bc64-411b-9605-a16d1ba875f6" providerId="ADAL" clId="{29F6109C-37E8-45B4-A7F0-ED8F64050743}" dt="2024-11-22T07:51:33.168" v="122" actId="1076"/>
          <ac:grpSpMkLst>
            <pc:docMk/>
            <pc:sldMk cId="1851614100" sldId="930"/>
            <ac:grpSpMk id="34" creationId="{44BCAC98-61A1-442A-2978-FB1E7AF56816}"/>
          </ac:grpSpMkLst>
        </pc:grpChg>
        <pc:grpChg chg="mod">
          <ac:chgData name="髙浦祐朗" userId="d6d860fe-bc64-411b-9605-a16d1ba875f6" providerId="ADAL" clId="{29F6109C-37E8-45B4-A7F0-ED8F64050743}" dt="2024-11-22T07:45:12.661" v="21" actId="465"/>
          <ac:grpSpMkLst>
            <pc:docMk/>
            <pc:sldMk cId="1851614100" sldId="930"/>
            <ac:grpSpMk id="44" creationId="{A44B6757-E569-194B-6AFF-0F61EF39B78C}"/>
          </ac:grpSpMkLst>
        </pc:grpChg>
        <pc:grpChg chg="mod">
          <ac:chgData name="髙浦祐朗" userId="d6d860fe-bc64-411b-9605-a16d1ba875f6" providerId="ADAL" clId="{29F6109C-37E8-45B4-A7F0-ED8F64050743}" dt="2024-11-22T07:45:12.661" v="21" actId="465"/>
          <ac:grpSpMkLst>
            <pc:docMk/>
            <pc:sldMk cId="1851614100" sldId="930"/>
            <ac:grpSpMk id="50" creationId="{D7AA0D1B-AFDF-1367-DA18-9EE6FFBC3596}"/>
          </ac:grpSpMkLst>
        </pc:grpChg>
        <pc:grpChg chg="mod">
          <ac:chgData name="髙浦祐朗" userId="d6d860fe-bc64-411b-9605-a16d1ba875f6" providerId="ADAL" clId="{29F6109C-37E8-45B4-A7F0-ED8F64050743}" dt="2024-11-22T07:44:34.438" v="15" actId="465"/>
          <ac:grpSpMkLst>
            <pc:docMk/>
            <pc:sldMk cId="1851614100" sldId="930"/>
            <ac:grpSpMk id="53" creationId="{A0CC927F-9C1B-D647-66D3-8BB8B2462AB3}"/>
          </ac:grpSpMkLst>
        </pc:grpChg>
        <pc:cxnChg chg="mod">
          <ac:chgData name="髙浦祐朗" userId="d6d860fe-bc64-411b-9605-a16d1ba875f6" providerId="ADAL" clId="{29F6109C-37E8-45B4-A7F0-ED8F64050743}" dt="2024-11-22T07:44:27.865" v="14" actId="1076"/>
          <ac:cxnSpMkLst>
            <pc:docMk/>
            <pc:sldMk cId="1851614100" sldId="930"/>
            <ac:cxnSpMk id="16" creationId="{A189C288-EA60-B222-B80F-882125DAEF80}"/>
          </ac:cxnSpMkLst>
        </pc:cxnChg>
        <pc:cxnChg chg="mod">
          <ac:chgData name="髙浦祐朗" userId="d6d860fe-bc64-411b-9605-a16d1ba875f6" providerId="ADAL" clId="{29F6109C-37E8-45B4-A7F0-ED8F64050743}" dt="2024-11-22T07:45:18.750" v="22" actId="1076"/>
          <ac:cxnSpMkLst>
            <pc:docMk/>
            <pc:sldMk cId="1851614100" sldId="930"/>
            <ac:cxnSpMk id="37" creationId="{1D74C627-C1B1-F67F-A7BE-2CFA25DCE2DB}"/>
          </ac:cxnSpMkLst>
        </pc:cxnChg>
        <pc:cxnChg chg="mod">
          <ac:chgData name="髙浦祐朗" userId="d6d860fe-bc64-411b-9605-a16d1ba875f6" providerId="ADAL" clId="{29F6109C-37E8-45B4-A7F0-ED8F64050743}" dt="2024-11-22T07:44:38.504" v="16" actId="14100"/>
          <ac:cxnSpMkLst>
            <pc:docMk/>
            <pc:sldMk cId="1851614100" sldId="930"/>
            <ac:cxnSpMk id="42" creationId="{F1A966ED-94A3-BF90-314B-96016280AE02}"/>
          </ac:cxnSpMkLst>
        </pc:cxnChg>
      </pc:sldChg>
    </pc:docChg>
  </pc:docChgLst>
  <pc:docChgLst>
    <pc:chgData name="髙浦祐朗" userId="d6d860fe-bc64-411b-9605-a16d1ba875f6" providerId="ADAL" clId="{323F0030-19E0-4DF4-B283-8DAD5225AAD3}"/>
    <pc:docChg chg="modSld">
      <pc:chgData name="髙浦祐朗" userId="d6d860fe-bc64-411b-9605-a16d1ba875f6" providerId="ADAL" clId="{323F0030-19E0-4DF4-B283-8DAD5225AAD3}" dt="2025-01-28T03:41:31.468" v="6"/>
      <pc:docMkLst>
        <pc:docMk/>
      </pc:docMkLst>
      <pc:sldChg chg="modSp mod">
        <pc:chgData name="髙浦祐朗" userId="d6d860fe-bc64-411b-9605-a16d1ba875f6" providerId="ADAL" clId="{323F0030-19E0-4DF4-B283-8DAD5225AAD3}" dt="2025-01-28T03:41:31.468" v="6"/>
        <pc:sldMkLst>
          <pc:docMk/>
          <pc:sldMk cId="1851614100" sldId="930"/>
        </pc:sldMkLst>
        <pc:spChg chg="mod">
          <ac:chgData name="髙浦祐朗" userId="d6d860fe-bc64-411b-9605-a16d1ba875f6" providerId="ADAL" clId="{323F0030-19E0-4DF4-B283-8DAD5225AAD3}" dt="2025-01-28T03:41:31.468" v="6"/>
          <ac:spMkLst>
            <pc:docMk/>
            <pc:sldMk cId="1851614100" sldId="930"/>
            <ac:spMk id="26" creationId="{2739018C-A453-9633-6AC1-CD6144A1460D}"/>
          </ac:spMkLst>
        </pc:spChg>
        <pc:spChg chg="mod">
          <ac:chgData name="髙浦祐朗" userId="d6d860fe-bc64-411b-9605-a16d1ba875f6" providerId="ADAL" clId="{323F0030-19E0-4DF4-B283-8DAD5225AAD3}" dt="2025-01-28T03:41:04.985" v="2" actId="20577"/>
          <ac:spMkLst>
            <pc:docMk/>
            <pc:sldMk cId="1851614100" sldId="930"/>
            <ac:spMk id="55" creationId="{D0A35059-8416-A539-CCAD-988529B59C1A}"/>
          </ac:spMkLst>
        </pc:spChg>
      </pc:sldChg>
    </pc:docChg>
  </pc:docChgLst>
  <pc:docChgLst>
    <pc:chgData name="吉田諒" userId="S::ryou.yoshida@system-exe.jp::48113613-5467-405d-9628-39cdc2d8c52c" providerId="AD" clId="Web-{6F78E665-246F-42CA-866C-0099ABCE2C58}"/>
    <pc:docChg chg="delSld modSld">
      <pc:chgData name="吉田諒" userId="S::ryou.yoshida@system-exe.jp::48113613-5467-405d-9628-39cdc2d8c52c" providerId="AD" clId="Web-{6F78E665-246F-42CA-866C-0099ABCE2C58}" dt="2024-01-29T11:07:36.996" v="10" actId="20577"/>
      <pc:docMkLst>
        <pc:docMk/>
      </pc:docMkLst>
      <pc:sldChg chg="delSp">
        <pc:chgData name="吉田諒" userId="S::ryou.yoshida@system-exe.jp::48113613-5467-405d-9628-39cdc2d8c52c" providerId="AD" clId="Web-{6F78E665-246F-42CA-866C-0099ABCE2C58}" dt="2024-01-29T11:07:03.230" v="5"/>
        <pc:sldMkLst>
          <pc:docMk/>
          <pc:sldMk cId="3660799615" sldId="757"/>
        </pc:sldMkLst>
      </pc:sldChg>
      <pc:sldChg chg="del">
        <pc:chgData name="吉田諒" userId="S::ryou.yoshida@system-exe.jp::48113613-5467-405d-9628-39cdc2d8c52c" providerId="AD" clId="Web-{6F78E665-246F-42CA-866C-0099ABCE2C58}" dt="2024-01-29T11:07:24.449" v="6"/>
        <pc:sldMkLst>
          <pc:docMk/>
          <pc:sldMk cId="3320396632" sldId="759"/>
        </pc:sldMkLst>
      </pc:sldChg>
      <pc:sldChg chg="modSp">
        <pc:chgData name="吉田諒" userId="S::ryou.yoshida@system-exe.jp::48113613-5467-405d-9628-39cdc2d8c52c" providerId="AD" clId="Web-{6F78E665-246F-42CA-866C-0099ABCE2C58}" dt="2024-01-29T11:07:36.996" v="10" actId="20577"/>
        <pc:sldMkLst>
          <pc:docMk/>
          <pc:sldMk cId="160659096" sldId="761"/>
        </pc:sldMkLst>
      </pc:sldChg>
    </pc:docChg>
  </pc:docChgLst>
  <pc:docChgLst>
    <pc:chgData name="福田一希" userId="S::kazuki.fukuda@system-exe.jp::fdfbe5ba-eec8-4756-aa2a-cf5b9de944cd" providerId="AD" clId="Web-{43DF3BA7-9069-4E1D-A758-FE50466EEF75}"/>
    <pc:docChg chg="modSld">
      <pc:chgData name="福田一希" userId="S::kazuki.fukuda@system-exe.jp::fdfbe5ba-eec8-4756-aa2a-cf5b9de944cd" providerId="AD" clId="Web-{43DF3BA7-9069-4E1D-A758-FE50466EEF75}" dt="2024-11-21T09:33:27.578" v="7"/>
      <pc:docMkLst>
        <pc:docMk/>
      </pc:docMkLst>
      <pc:sldChg chg="modSp">
        <pc:chgData name="福田一希" userId="S::kazuki.fukuda@system-exe.jp::fdfbe5ba-eec8-4756-aa2a-cf5b9de944cd" providerId="AD" clId="Web-{43DF3BA7-9069-4E1D-A758-FE50466EEF75}" dt="2024-11-21T09:33:27.578" v="7"/>
        <pc:sldMkLst>
          <pc:docMk/>
          <pc:sldMk cId="3560606343" sldId="766"/>
        </pc:sldMkLst>
        <pc:graphicFrameChg chg="mod modGraphic">
          <ac:chgData name="福田一希" userId="S::kazuki.fukuda@system-exe.jp::fdfbe5ba-eec8-4756-aa2a-cf5b9de944cd" providerId="AD" clId="Web-{43DF3BA7-9069-4E1D-A758-FE50466EEF75}" dt="2024-11-21T09:33:27.578" v="7"/>
          <ac:graphicFrameMkLst>
            <pc:docMk/>
            <pc:sldMk cId="3560606343" sldId="766"/>
            <ac:graphicFrameMk id="9" creationId="{2864E947-18B0-4839-AED3-D416F628DDF0}"/>
          </ac:graphicFrameMkLst>
        </pc:graphicFrameChg>
      </pc:sldChg>
    </pc:docChg>
  </pc:docChgLst>
  <pc:docChgLst>
    <pc:chgData name="福田一希" userId="S::kazuki.fukuda@system-exe.jp::fdfbe5ba-eec8-4756-aa2a-cf5b9de944cd" providerId="AD" clId="Web-{EECB5D5C-563F-4BB5-ACE1-6F5856949140}"/>
    <pc:docChg chg="modSld">
      <pc:chgData name="福田一希" userId="S::kazuki.fukuda@system-exe.jp::fdfbe5ba-eec8-4756-aa2a-cf5b9de944cd" providerId="AD" clId="Web-{EECB5D5C-563F-4BB5-ACE1-6F5856949140}" dt="2025-01-15T02:56:57.817" v="17" actId="20577"/>
      <pc:docMkLst>
        <pc:docMk/>
      </pc:docMkLst>
      <pc:sldChg chg="modSp">
        <pc:chgData name="福田一希" userId="S::kazuki.fukuda@system-exe.jp::fdfbe5ba-eec8-4756-aa2a-cf5b9de944cd" providerId="AD" clId="Web-{EECB5D5C-563F-4BB5-ACE1-6F5856949140}" dt="2025-01-15T02:56:57.817" v="17" actId="20577"/>
        <pc:sldMkLst>
          <pc:docMk/>
          <pc:sldMk cId="3325638293" sldId="749"/>
        </pc:sldMkLst>
        <pc:spChg chg="mod">
          <ac:chgData name="福田一希" userId="S::kazuki.fukuda@system-exe.jp::fdfbe5ba-eec8-4756-aa2a-cf5b9de944cd" providerId="AD" clId="Web-{EECB5D5C-563F-4BB5-ACE1-6F5856949140}" dt="2025-01-15T02:56:48.363" v="3" actId="20577"/>
          <ac:spMkLst>
            <pc:docMk/>
            <pc:sldMk cId="3325638293" sldId="749"/>
            <ac:spMk id="5" creationId="{7F991670-34BF-469F-8779-F7AF8FF3751B}"/>
          </ac:spMkLst>
        </pc:spChg>
        <pc:spChg chg="mod">
          <ac:chgData name="福田一希" userId="S::kazuki.fukuda@system-exe.jp::fdfbe5ba-eec8-4756-aa2a-cf5b9de944cd" providerId="AD" clId="Web-{EECB5D5C-563F-4BB5-ACE1-6F5856949140}" dt="2025-01-15T02:56:57.817" v="17" actId="20577"/>
          <ac:spMkLst>
            <pc:docMk/>
            <pc:sldMk cId="3325638293" sldId="749"/>
            <ac:spMk id="7" creationId="{13DC9859-5929-4710-A8F2-FBBA9210DDDD}"/>
          </ac:spMkLst>
        </pc:spChg>
      </pc:sldChg>
    </pc:docChg>
  </pc:docChgLst>
  <pc:docChgLst>
    <pc:chgData name="桐山 隆" userId="da3612ff-52da-4b11-b7b0-175c66f446ec" providerId="ADAL" clId="{D2FA51C0-F1C3-462E-8962-EE1A728CD707}"/>
    <pc:docChg chg="modSld">
      <pc:chgData name="桐山 隆" userId="da3612ff-52da-4b11-b7b0-175c66f446ec" providerId="ADAL" clId="{D2FA51C0-F1C3-462E-8962-EE1A728CD707}" dt="2022-03-25T01:29:56.797" v="55"/>
      <pc:docMkLst>
        <pc:docMk/>
      </pc:docMkLst>
      <pc:sldChg chg="modSp mod">
        <pc:chgData name="桐山 隆" userId="da3612ff-52da-4b11-b7b0-175c66f446ec" providerId="ADAL" clId="{D2FA51C0-F1C3-462E-8962-EE1A728CD707}" dt="2022-03-25T01:27:44.381" v="10"/>
        <pc:sldMkLst>
          <pc:docMk/>
          <pc:sldMk cId="2251576925" sldId="748"/>
        </pc:sldMkLst>
      </pc:sldChg>
      <pc:sldChg chg="modSp mod">
        <pc:chgData name="桐山 隆" userId="da3612ff-52da-4b11-b7b0-175c66f446ec" providerId="ADAL" clId="{D2FA51C0-F1C3-462E-8962-EE1A728CD707}" dt="2022-03-25T01:29:56.797" v="55"/>
        <pc:sldMkLst>
          <pc:docMk/>
          <pc:sldMk cId="160659096" sldId="761"/>
        </pc:sldMkLst>
      </pc:sldChg>
    </pc:docChg>
  </pc:docChgLst>
  <pc:docChgLst>
    <pc:chgData name="福田一希" userId="S::kazuki.fukuda@system-exe.jp::fdfbe5ba-eec8-4756-aa2a-cf5b9de944cd" providerId="AD" clId="Web-{29A1F692-9BF9-46EC-BE2F-379679354E24}"/>
    <pc:docChg chg="modSld">
      <pc:chgData name="福田一希" userId="S::kazuki.fukuda@system-exe.jp::fdfbe5ba-eec8-4756-aa2a-cf5b9de944cd" providerId="AD" clId="Web-{29A1F692-9BF9-46EC-BE2F-379679354E24}" dt="2024-11-22T06:11:18.319" v="269"/>
      <pc:docMkLst>
        <pc:docMk/>
      </pc:docMkLst>
      <pc:sldChg chg="modSp">
        <pc:chgData name="福田一希" userId="S::kazuki.fukuda@system-exe.jp::fdfbe5ba-eec8-4756-aa2a-cf5b9de944cd" providerId="AD" clId="Web-{29A1F692-9BF9-46EC-BE2F-379679354E24}" dt="2024-11-22T06:11:18.319" v="269"/>
        <pc:sldMkLst>
          <pc:docMk/>
          <pc:sldMk cId="1471803207" sldId="929"/>
        </pc:sldMkLst>
      </pc:sldChg>
    </pc:docChg>
  </pc:docChgLst>
  <pc:docChgLst>
    <pc:chgData name="野村康二" userId="S::kouji.nomura@system-exe.jp::acaa808a-f809-4ef9-8028-a2ce14b82415" providerId="AD" clId="Web-{A1FA4B7A-7D7D-21B1-DE34-5D7562EFA945}"/>
    <pc:docChg chg="modSld">
      <pc:chgData name="野村康二" userId="S::kouji.nomura@system-exe.jp::acaa808a-f809-4ef9-8028-a2ce14b82415" providerId="AD" clId="Web-{A1FA4B7A-7D7D-21B1-DE34-5D7562EFA945}" dt="2024-02-08T04:49:05.615" v="10" actId="1076"/>
      <pc:docMkLst>
        <pc:docMk/>
      </pc:docMkLst>
      <pc:sldChg chg="addSp delSp modSp">
        <pc:chgData name="野村康二" userId="S::kouji.nomura@system-exe.jp::acaa808a-f809-4ef9-8028-a2ce14b82415" providerId="AD" clId="Web-{A1FA4B7A-7D7D-21B1-DE34-5D7562EFA945}" dt="2024-02-08T04:49:05.615" v="10" actId="1076"/>
        <pc:sldMkLst>
          <pc:docMk/>
          <pc:sldMk cId="3560606343" sldId="766"/>
        </pc:sldMkLst>
      </pc:sldChg>
    </pc:docChg>
  </pc:docChgLst>
  <pc:docChgLst>
    <pc:chgData name="福田一希" userId="S::kazuki.fukuda@system-exe.jp::fdfbe5ba-eec8-4756-aa2a-cf5b9de944cd" providerId="AD" clId="Web-{2435EB1E-DC76-4352-82E3-45724EF29957}"/>
    <pc:docChg chg="modSld sldOrd">
      <pc:chgData name="福田一希" userId="S::kazuki.fukuda@system-exe.jp::fdfbe5ba-eec8-4756-aa2a-cf5b9de944cd" providerId="AD" clId="Web-{2435EB1E-DC76-4352-82E3-45724EF29957}" dt="2025-01-28T02:11:05.869" v="353" actId="20577"/>
      <pc:docMkLst>
        <pc:docMk/>
      </pc:docMkLst>
      <pc:sldChg chg="modSp">
        <pc:chgData name="福田一希" userId="S::kazuki.fukuda@system-exe.jp::fdfbe5ba-eec8-4756-aa2a-cf5b9de944cd" providerId="AD" clId="Web-{2435EB1E-DC76-4352-82E3-45724EF29957}" dt="2025-01-28T02:11:05.869" v="353" actId="20577"/>
        <pc:sldMkLst>
          <pc:docMk/>
          <pc:sldMk cId="3201888243" sldId="714"/>
        </pc:sldMkLst>
        <pc:spChg chg="mod">
          <ac:chgData name="福田一希" userId="S::kazuki.fukuda@system-exe.jp::fdfbe5ba-eec8-4756-aa2a-cf5b9de944cd" providerId="AD" clId="Web-{2435EB1E-DC76-4352-82E3-45724EF29957}" dt="2025-01-28T02:11:05.869" v="353" actId="20577"/>
          <ac:spMkLst>
            <pc:docMk/>
            <pc:sldMk cId="3201888243" sldId="714"/>
            <ac:spMk id="2" creationId="{B808C4E1-CAC4-709D-39C2-7E63198F1A78}"/>
          </ac:spMkLst>
        </pc:spChg>
      </pc:sldChg>
      <pc:sldChg chg="modSp">
        <pc:chgData name="福田一希" userId="S::kazuki.fukuda@system-exe.jp::fdfbe5ba-eec8-4756-aa2a-cf5b9de944cd" providerId="AD" clId="Web-{2435EB1E-DC76-4352-82E3-45724EF29957}" dt="2025-01-28T02:09:38.194" v="346" actId="20577"/>
        <pc:sldMkLst>
          <pc:docMk/>
          <pc:sldMk cId="3325638293" sldId="749"/>
        </pc:sldMkLst>
        <pc:spChg chg="mod">
          <ac:chgData name="福田一希" userId="S::kazuki.fukuda@system-exe.jp::fdfbe5ba-eec8-4756-aa2a-cf5b9de944cd" providerId="AD" clId="Web-{2435EB1E-DC76-4352-82E3-45724EF29957}" dt="2025-01-28T02:09:30.757" v="340" actId="20577"/>
          <ac:spMkLst>
            <pc:docMk/>
            <pc:sldMk cId="3325638293" sldId="749"/>
            <ac:spMk id="5" creationId="{7F991670-34BF-469F-8779-F7AF8FF3751B}"/>
          </ac:spMkLst>
        </pc:spChg>
        <pc:spChg chg="mod">
          <ac:chgData name="福田一希" userId="S::kazuki.fukuda@system-exe.jp::fdfbe5ba-eec8-4756-aa2a-cf5b9de944cd" providerId="AD" clId="Web-{2435EB1E-DC76-4352-82E3-45724EF29957}" dt="2025-01-28T02:09:38.194" v="346" actId="20577"/>
          <ac:spMkLst>
            <pc:docMk/>
            <pc:sldMk cId="3325638293" sldId="749"/>
            <ac:spMk id="7" creationId="{13DC9859-5929-4710-A8F2-FBBA9210DDDD}"/>
          </ac:spMkLst>
        </pc:spChg>
      </pc:sldChg>
      <pc:sldChg chg="modSp">
        <pc:chgData name="福田一希" userId="S::kazuki.fukuda@system-exe.jp::fdfbe5ba-eec8-4756-aa2a-cf5b9de944cd" providerId="AD" clId="Web-{2435EB1E-DC76-4352-82E3-45724EF29957}" dt="2025-01-28T02:06:34.627" v="325"/>
        <pc:sldMkLst>
          <pc:docMk/>
          <pc:sldMk cId="3660799615" sldId="757"/>
        </pc:sldMkLst>
        <pc:graphicFrameChg chg="mod modGraphic">
          <ac:chgData name="福田一希" userId="S::kazuki.fukuda@system-exe.jp::fdfbe5ba-eec8-4756-aa2a-cf5b9de944cd" providerId="AD" clId="Web-{2435EB1E-DC76-4352-82E3-45724EF29957}" dt="2025-01-28T02:06:34.627" v="325"/>
          <ac:graphicFrameMkLst>
            <pc:docMk/>
            <pc:sldMk cId="3660799615" sldId="757"/>
            <ac:graphicFrameMk id="6" creationId="{25E6D85D-7AE4-EF50-E530-FBD7BDF82E77}"/>
          </ac:graphicFrameMkLst>
        </pc:graphicFrameChg>
      </pc:sldChg>
      <pc:sldChg chg="modSp">
        <pc:chgData name="福田一希" userId="S::kazuki.fukuda@system-exe.jp::fdfbe5ba-eec8-4756-aa2a-cf5b9de944cd" providerId="AD" clId="Web-{2435EB1E-DC76-4352-82E3-45724EF29957}" dt="2025-01-28T01:52:53.903" v="61" actId="20577"/>
        <pc:sldMkLst>
          <pc:docMk/>
          <pc:sldMk cId="1395438993" sldId="765"/>
        </pc:sldMkLst>
        <pc:spChg chg="mod">
          <ac:chgData name="福田一希" userId="S::kazuki.fukuda@system-exe.jp::fdfbe5ba-eec8-4756-aa2a-cf5b9de944cd" providerId="AD" clId="Web-{2435EB1E-DC76-4352-82E3-45724EF29957}" dt="2025-01-28T01:52:53.903" v="61" actId="20577"/>
          <ac:spMkLst>
            <pc:docMk/>
            <pc:sldMk cId="1395438993" sldId="765"/>
            <ac:spMk id="2" creationId="{9361CC14-4C9C-442D-9221-913B3ACF3460}"/>
          </ac:spMkLst>
        </pc:spChg>
        <pc:graphicFrameChg chg="mod">
          <ac:chgData name="福田一希" userId="S::kazuki.fukuda@system-exe.jp::fdfbe5ba-eec8-4756-aa2a-cf5b9de944cd" providerId="AD" clId="Web-{2435EB1E-DC76-4352-82E3-45724EF29957}" dt="2025-01-28T01:46:16.361" v="34" actId="1076"/>
          <ac:graphicFrameMkLst>
            <pc:docMk/>
            <pc:sldMk cId="1395438993" sldId="765"/>
            <ac:graphicFrameMk id="7" creationId="{2864E947-18B0-4839-AED3-D416F628DDF0}"/>
          </ac:graphicFrameMkLst>
        </pc:graphicFrameChg>
      </pc:sldChg>
      <pc:sldChg chg="addSp delSp modSp">
        <pc:chgData name="福田一希" userId="S::kazuki.fukuda@system-exe.jp::fdfbe5ba-eec8-4756-aa2a-cf5b9de944cd" providerId="AD" clId="Web-{2435EB1E-DC76-4352-82E3-45724EF29957}" dt="2025-01-28T01:52:50.418" v="59" actId="20577"/>
        <pc:sldMkLst>
          <pc:docMk/>
          <pc:sldMk cId="3560606343" sldId="766"/>
        </pc:sldMkLst>
        <pc:spChg chg="mod">
          <ac:chgData name="福田一希" userId="S::kazuki.fukuda@system-exe.jp::fdfbe5ba-eec8-4756-aa2a-cf5b9de944cd" providerId="AD" clId="Web-{2435EB1E-DC76-4352-82E3-45724EF29957}" dt="2025-01-28T01:52:50.418" v="59" actId="20577"/>
          <ac:spMkLst>
            <pc:docMk/>
            <pc:sldMk cId="3560606343" sldId="766"/>
            <ac:spMk id="2" creationId="{E83321EC-2147-45BB-B770-D5BC2C3DDA15}"/>
          </ac:spMkLst>
        </pc:spChg>
        <pc:graphicFrameChg chg="add del mod modGraphic">
          <ac:chgData name="福田一希" userId="S::kazuki.fukuda@system-exe.jp::fdfbe5ba-eec8-4756-aa2a-cf5b9de944cd" providerId="AD" clId="Web-{2435EB1E-DC76-4352-82E3-45724EF29957}" dt="2025-01-28T01:46:02.424" v="32" actId="1076"/>
          <ac:graphicFrameMkLst>
            <pc:docMk/>
            <pc:sldMk cId="3560606343" sldId="766"/>
            <ac:graphicFrameMk id="9" creationId="{2864E947-18B0-4839-AED3-D416F628DDF0}"/>
          </ac:graphicFrameMkLst>
        </pc:graphicFrameChg>
      </pc:sldChg>
      <pc:sldChg chg="modSp">
        <pc:chgData name="福田一希" userId="S::kazuki.fukuda@system-exe.jp::fdfbe5ba-eec8-4756-aa2a-cf5b9de944cd" providerId="AD" clId="Web-{2435EB1E-DC76-4352-82E3-45724EF29957}" dt="2025-01-28T01:54:45.828" v="112" actId="20577"/>
        <pc:sldMkLst>
          <pc:docMk/>
          <pc:sldMk cId="2410374903" sldId="767"/>
        </pc:sldMkLst>
        <pc:spChg chg="mod">
          <ac:chgData name="福田一希" userId="S::kazuki.fukuda@system-exe.jp::fdfbe5ba-eec8-4756-aa2a-cf5b9de944cd" providerId="AD" clId="Web-{2435EB1E-DC76-4352-82E3-45724EF29957}" dt="2025-01-28T01:53:09.091" v="68" actId="20577"/>
          <ac:spMkLst>
            <pc:docMk/>
            <pc:sldMk cId="2410374903" sldId="767"/>
            <ac:spMk id="2" creationId="{BA7EAB47-04C7-45A7-AD57-B693B92CF23D}"/>
          </ac:spMkLst>
        </pc:spChg>
        <pc:spChg chg="mod">
          <ac:chgData name="福田一希" userId="S::kazuki.fukuda@system-exe.jp::fdfbe5ba-eec8-4756-aa2a-cf5b9de944cd" providerId="AD" clId="Web-{2435EB1E-DC76-4352-82E3-45724EF29957}" dt="2025-01-28T01:54:45.828" v="112" actId="20577"/>
          <ac:spMkLst>
            <pc:docMk/>
            <pc:sldMk cId="2410374903" sldId="767"/>
            <ac:spMk id="5" creationId="{97E6FBE8-190C-40F0-AA01-14695A77D734}"/>
          </ac:spMkLst>
        </pc:spChg>
      </pc:sldChg>
      <pc:sldChg chg="modSp">
        <pc:chgData name="福田一希" userId="S::kazuki.fukuda@system-exe.jp::fdfbe5ba-eec8-4756-aa2a-cf5b9de944cd" providerId="AD" clId="Web-{2435EB1E-DC76-4352-82E3-45724EF29957}" dt="2025-01-28T02:02:20.418" v="297"/>
        <pc:sldMkLst>
          <pc:docMk/>
          <pc:sldMk cId="2453405637" sldId="923"/>
        </pc:sldMkLst>
        <pc:spChg chg="mod">
          <ac:chgData name="福田一希" userId="S::kazuki.fukuda@system-exe.jp::fdfbe5ba-eec8-4756-aa2a-cf5b9de944cd" providerId="AD" clId="Web-{2435EB1E-DC76-4352-82E3-45724EF29957}" dt="2025-01-28T01:53:04.638" v="67" actId="20577"/>
          <ac:spMkLst>
            <pc:docMk/>
            <pc:sldMk cId="2453405637" sldId="923"/>
            <ac:spMk id="2" creationId="{DF1B3D1D-7E85-617E-AC69-3C98014F1C6D}"/>
          </ac:spMkLst>
        </pc:spChg>
        <pc:graphicFrameChg chg="mod modGraphic">
          <ac:chgData name="福田一希" userId="S::kazuki.fukuda@system-exe.jp::fdfbe5ba-eec8-4756-aa2a-cf5b9de944cd" providerId="AD" clId="Web-{2435EB1E-DC76-4352-82E3-45724EF29957}" dt="2025-01-28T02:02:20.418" v="297"/>
          <ac:graphicFrameMkLst>
            <pc:docMk/>
            <pc:sldMk cId="2453405637" sldId="923"/>
            <ac:graphicFrameMk id="9" creationId="{BBA8B256-12B2-6E8C-50F9-31564ECC0266}"/>
          </ac:graphicFrameMkLst>
        </pc:graphicFrameChg>
      </pc:sldChg>
      <pc:sldChg chg="modSp">
        <pc:chgData name="福田一希" userId="S::kazuki.fukuda@system-exe.jp::fdfbe5ba-eec8-4756-aa2a-cf5b9de944cd" providerId="AD" clId="Web-{2435EB1E-DC76-4352-82E3-45724EF29957}" dt="2025-01-28T02:09:18.225" v="339" actId="20577"/>
        <pc:sldMkLst>
          <pc:docMk/>
          <pc:sldMk cId="1851614100" sldId="930"/>
        </pc:sldMkLst>
        <pc:spChg chg="mod">
          <ac:chgData name="福田一希" userId="S::kazuki.fukuda@system-exe.jp::fdfbe5ba-eec8-4756-aa2a-cf5b9de944cd" providerId="AD" clId="Web-{2435EB1E-DC76-4352-82E3-45724EF29957}" dt="2025-01-28T01:53:01.309" v="65" actId="20577"/>
          <ac:spMkLst>
            <pc:docMk/>
            <pc:sldMk cId="1851614100" sldId="930"/>
            <ac:spMk id="2" creationId="{00000000-0000-0000-0000-000000000000}"/>
          </ac:spMkLst>
        </pc:spChg>
        <pc:spChg chg="mod">
          <ac:chgData name="福田一希" userId="S::kazuki.fukuda@system-exe.jp::fdfbe5ba-eec8-4756-aa2a-cf5b9de944cd" providerId="AD" clId="Web-{2435EB1E-DC76-4352-82E3-45724EF29957}" dt="2025-01-28T01:49:21.960" v="41" actId="20577"/>
          <ac:spMkLst>
            <pc:docMk/>
            <pc:sldMk cId="1851614100" sldId="930"/>
            <ac:spMk id="26" creationId="{2739018C-A453-9633-6AC1-CD6144A1460D}"/>
          </ac:spMkLst>
        </pc:spChg>
        <pc:spChg chg="mod">
          <ac:chgData name="福田一希" userId="S::kazuki.fukuda@system-exe.jp::fdfbe5ba-eec8-4756-aa2a-cf5b9de944cd" providerId="AD" clId="Web-{2435EB1E-DC76-4352-82E3-45724EF29957}" dt="2025-01-28T02:09:14.272" v="338" actId="20577"/>
          <ac:spMkLst>
            <pc:docMk/>
            <pc:sldMk cId="1851614100" sldId="930"/>
            <ac:spMk id="36" creationId="{10B0CD7D-A6F3-7E6D-328C-5A37E0631B7A}"/>
          </ac:spMkLst>
        </pc:spChg>
        <pc:spChg chg="mod">
          <ac:chgData name="福田一希" userId="S::kazuki.fukuda@system-exe.jp::fdfbe5ba-eec8-4756-aa2a-cf5b9de944cd" providerId="AD" clId="Web-{2435EB1E-DC76-4352-82E3-45724EF29957}" dt="2025-01-28T02:09:18.225" v="339" actId="20577"/>
          <ac:spMkLst>
            <pc:docMk/>
            <pc:sldMk cId="1851614100" sldId="930"/>
            <ac:spMk id="46" creationId="{EF3BD81A-10F5-3D21-B2FF-F7CAC42BB4A9}"/>
          </ac:spMkLst>
        </pc:spChg>
        <pc:spChg chg="mod">
          <ac:chgData name="福田一希" userId="S::kazuki.fukuda@system-exe.jp::fdfbe5ba-eec8-4756-aa2a-cf5b9de944cd" providerId="AD" clId="Web-{2435EB1E-DC76-4352-82E3-45724EF29957}" dt="2025-01-28T01:47:03.988" v="38" actId="20577"/>
          <ac:spMkLst>
            <pc:docMk/>
            <pc:sldMk cId="1851614100" sldId="930"/>
            <ac:spMk id="55" creationId="{D0A35059-8416-A539-CCAD-988529B59C1A}"/>
          </ac:spMkLst>
        </pc:spChg>
      </pc:sldChg>
      <pc:sldChg chg="modSp">
        <pc:chgData name="福田一希" userId="S::kazuki.fukuda@system-exe.jp::fdfbe5ba-eec8-4756-aa2a-cf5b9de944cd" providerId="AD" clId="Web-{2435EB1E-DC76-4352-82E3-45724EF29957}" dt="2025-01-28T01:55:15.391" v="121" actId="1076"/>
        <pc:sldMkLst>
          <pc:docMk/>
          <pc:sldMk cId="3261265475" sldId="932"/>
        </pc:sldMkLst>
        <pc:spChg chg="mod">
          <ac:chgData name="福田一希" userId="S::kazuki.fukuda@system-exe.jp::fdfbe5ba-eec8-4756-aa2a-cf5b9de944cd" providerId="AD" clId="Web-{2435EB1E-DC76-4352-82E3-45724EF29957}" dt="2025-01-28T01:52:57.981" v="63" actId="20577"/>
          <ac:spMkLst>
            <pc:docMk/>
            <pc:sldMk cId="3261265475" sldId="932"/>
            <ac:spMk id="2" creationId="{E83321EC-2147-45BB-B770-D5BC2C3DDA15}"/>
          </ac:spMkLst>
        </pc:spChg>
        <pc:spChg chg="mod">
          <ac:chgData name="福田一希" userId="S::kazuki.fukuda@system-exe.jp::fdfbe5ba-eec8-4756-aa2a-cf5b9de944cd" providerId="AD" clId="Web-{2435EB1E-DC76-4352-82E3-45724EF29957}" dt="2025-01-28T01:55:15.391" v="121" actId="1076"/>
          <ac:spMkLst>
            <pc:docMk/>
            <pc:sldMk cId="3261265475" sldId="932"/>
            <ac:spMk id="26" creationId="{AA608998-7E3E-1298-045C-A506F642ABA9}"/>
          </ac:spMkLst>
        </pc:spChg>
        <pc:graphicFrameChg chg="mod modGraphic">
          <ac:chgData name="福田一希" userId="S::kazuki.fukuda@system-exe.jp::fdfbe5ba-eec8-4756-aa2a-cf5b9de944cd" providerId="AD" clId="Web-{2435EB1E-DC76-4352-82E3-45724EF29957}" dt="2025-01-28T01:55:10.016" v="120"/>
          <ac:graphicFrameMkLst>
            <pc:docMk/>
            <pc:sldMk cId="3261265475" sldId="932"/>
            <ac:graphicFrameMk id="10" creationId="{1B9651D0-1C8B-452E-8B2F-91E497A82D84}"/>
          </ac:graphicFrameMkLst>
        </pc:graphicFrameChg>
      </pc:sldChg>
      <pc:sldChg chg="modSp ord">
        <pc:chgData name="福田一希" userId="S::kazuki.fukuda@system-exe.jp::fdfbe5ba-eec8-4756-aa2a-cf5b9de944cd" providerId="AD" clId="Web-{2435EB1E-DC76-4352-82E3-45724EF29957}" dt="2025-01-28T01:52:25.840" v="54" actId="20577"/>
        <pc:sldMkLst>
          <pc:docMk/>
          <pc:sldMk cId="1914752993" sldId="933"/>
        </pc:sldMkLst>
        <pc:spChg chg="mod">
          <ac:chgData name="福田一希" userId="S::kazuki.fukuda@system-exe.jp::fdfbe5ba-eec8-4756-aa2a-cf5b9de944cd" providerId="AD" clId="Web-{2435EB1E-DC76-4352-82E3-45724EF29957}" dt="2025-01-28T01:52:25.840" v="54" actId="20577"/>
          <ac:spMkLst>
            <pc:docMk/>
            <pc:sldMk cId="1914752993" sldId="933"/>
            <ac:spMk id="2" creationId="{00000000-0000-0000-0000-000000000000}"/>
          </ac:spMkLst>
        </pc:spChg>
      </pc:sldChg>
      <pc:sldChg chg="modSp ord">
        <pc:chgData name="福田一希" userId="S::kazuki.fukuda@system-exe.jp::fdfbe5ba-eec8-4756-aa2a-cf5b9de944cd" providerId="AD" clId="Web-{2435EB1E-DC76-4352-82E3-45724EF29957}" dt="2025-01-28T01:52:33.512" v="55" actId="20577"/>
        <pc:sldMkLst>
          <pc:docMk/>
          <pc:sldMk cId="2849627678" sldId="934"/>
        </pc:sldMkLst>
        <pc:spChg chg="mod">
          <ac:chgData name="福田一希" userId="S::kazuki.fukuda@system-exe.jp::fdfbe5ba-eec8-4756-aa2a-cf5b9de944cd" providerId="AD" clId="Web-{2435EB1E-DC76-4352-82E3-45724EF29957}" dt="2025-01-28T01:52:33.512" v="55" actId="20577"/>
          <ac:spMkLst>
            <pc:docMk/>
            <pc:sldMk cId="2849627678" sldId="934"/>
            <ac:spMk id="2" creationId="{00000000-0000-0000-0000-000000000000}"/>
          </ac:spMkLst>
        </pc:spChg>
      </pc:sldChg>
      <pc:sldChg chg="modSp ord">
        <pc:chgData name="福田一希" userId="S::kazuki.fukuda@system-exe.jp::fdfbe5ba-eec8-4756-aa2a-cf5b9de944cd" providerId="AD" clId="Web-{2435EB1E-DC76-4352-82E3-45724EF29957}" dt="2025-01-28T02:10:22.196" v="352"/>
        <pc:sldMkLst>
          <pc:docMk/>
          <pc:sldMk cId="2237363740" sldId="935"/>
        </pc:sldMkLst>
        <pc:spChg chg="mod">
          <ac:chgData name="福田一希" userId="S::kazuki.fukuda@system-exe.jp::fdfbe5ba-eec8-4756-aa2a-cf5b9de944cd" providerId="AD" clId="Web-{2435EB1E-DC76-4352-82E3-45724EF29957}" dt="2025-01-28T01:52:38.793" v="56" actId="20577"/>
          <ac:spMkLst>
            <pc:docMk/>
            <pc:sldMk cId="2237363740" sldId="935"/>
            <ac:spMk id="2" creationId="{00000000-0000-0000-0000-000000000000}"/>
          </ac:spMkLst>
        </pc:spChg>
        <pc:spChg chg="mod">
          <ac:chgData name="福田一希" userId="S::kazuki.fukuda@system-exe.jp::fdfbe5ba-eec8-4756-aa2a-cf5b9de944cd" providerId="AD" clId="Web-{2435EB1E-DC76-4352-82E3-45724EF29957}" dt="2025-01-28T02:10:10.773" v="350" actId="20577"/>
          <ac:spMkLst>
            <pc:docMk/>
            <pc:sldMk cId="2237363740" sldId="935"/>
            <ac:spMk id="38" creationId="{F75F6588-C759-4827-0146-B95006E50CC5}"/>
          </ac:spMkLst>
        </pc:spChg>
        <pc:spChg chg="mod">
          <ac:chgData name="福田一希" userId="S::kazuki.fukuda@system-exe.jp::fdfbe5ba-eec8-4756-aa2a-cf5b9de944cd" providerId="AD" clId="Web-{2435EB1E-DC76-4352-82E3-45724EF29957}" dt="2025-01-28T02:09:54.539" v="347" actId="20577"/>
          <ac:spMkLst>
            <pc:docMk/>
            <pc:sldMk cId="2237363740" sldId="935"/>
            <ac:spMk id="40" creationId="{F75F6588-C759-4827-0146-B95006E50CC5}"/>
          </ac:spMkLst>
        </pc:spChg>
        <pc:spChg chg="mod">
          <ac:chgData name="福田一希" userId="S::kazuki.fukuda@system-exe.jp::fdfbe5ba-eec8-4756-aa2a-cf5b9de944cd" providerId="AD" clId="Web-{2435EB1E-DC76-4352-82E3-45724EF29957}" dt="2025-01-28T02:10:00.226" v="348" actId="20577"/>
          <ac:spMkLst>
            <pc:docMk/>
            <pc:sldMk cId="2237363740" sldId="935"/>
            <ac:spMk id="41" creationId="{F75F6588-C759-4827-0146-B95006E50CC5}"/>
          </ac:spMkLst>
        </pc:spChg>
        <pc:spChg chg="mod">
          <ac:chgData name="福田一希" userId="S::kazuki.fukuda@system-exe.jp::fdfbe5ba-eec8-4756-aa2a-cf5b9de944cd" providerId="AD" clId="Web-{2435EB1E-DC76-4352-82E3-45724EF29957}" dt="2025-01-28T02:10:16.461" v="351" actId="1076"/>
          <ac:spMkLst>
            <pc:docMk/>
            <pc:sldMk cId="2237363740" sldId="935"/>
            <ac:spMk id="43" creationId="{F75F6588-C759-4827-0146-B95006E50CC5}"/>
          </ac:spMkLst>
        </pc:spChg>
        <pc:spChg chg="ord">
          <ac:chgData name="福田一希" userId="S::kazuki.fukuda@system-exe.jp::fdfbe5ba-eec8-4756-aa2a-cf5b9de944cd" providerId="AD" clId="Web-{2435EB1E-DC76-4352-82E3-45724EF29957}" dt="2025-01-28T02:10:22.196" v="352"/>
          <ac:spMkLst>
            <pc:docMk/>
            <pc:sldMk cId="2237363740" sldId="935"/>
            <ac:spMk id="117" creationId="{00000000-0000-0000-0000-000000000000}"/>
          </ac:spMkLst>
        </pc:spChg>
      </pc:sldChg>
      <pc:sldChg chg="modSp">
        <pc:chgData name="福田一希" userId="S::kazuki.fukuda@system-exe.jp::fdfbe5ba-eec8-4756-aa2a-cf5b9de944cd" providerId="AD" clId="Web-{2435EB1E-DC76-4352-82E3-45724EF29957}" dt="2025-01-28T02:06:01.673" v="319"/>
        <pc:sldMkLst>
          <pc:docMk/>
          <pc:sldMk cId="1166953866" sldId="936"/>
        </pc:sldMkLst>
        <pc:graphicFrameChg chg="mod modGraphic">
          <ac:chgData name="福田一希" userId="S::kazuki.fukuda@system-exe.jp::fdfbe5ba-eec8-4756-aa2a-cf5b9de944cd" providerId="AD" clId="Web-{2435EB1E-DC76-4352-82E3-45724EF29957}" dt="2025-01-28T02:06:01.673" v="319"/>
          <ac:graphicFrameMkLst>
            <pc:docMk/>
            <pc:sldMk cId="1166953866" sldId="936"/>
            <ac:graphicFrameMk id="6" creationId="{25E6D85D-7AE4-EF50-E530-FBD7BDF82E77}"/>
          </ac:graphicFrameMkLst>
        </pc:graphicFrameChg>
      </pc:sldChg>
    </pc:docChg>
  </pc:docChgLst>
  <pc:docChgLst>
    <pc:chgData name="吉田諒" userId="S::ryou.yoshida@system-exe.jp::48113613-5467-405d-9628-39cdc2d8c52c" providerId="AD" clId="Web-{DEF8B04F-EFBD-444C-BCBE-97932935A60D}"/>
    <pc:docChg chg="modSld">
      <pc:chgData name="吉田諒" userId="S::ryou.yoshida@system-exe.jp::48113613-5467-405d-9628-39cdc2d8c52c" providerId="AD" clId="Web-{DEF8B04F-EFBD-444C-BCBE-97932935A60D}" dt="2024-01-29T11:03:44.098" v="37" actId="20577"/>
      <pc:docMkLst>
        <pc:docMk/>
      </pc:docMkLst>
      <pc:sldChg chg="modSp">
        <pc:chgData name="吉田諒" userId="S::ryou.yoshida@system-exe.jp::48113613-5467-405d-9628-39cdc2d8c52c" providerId="AD" clId="Web-{DEF8B04F-EFBD-444C-BCBE-97932935A60D}" dt="2024-01-29T11:03:44.098" v="37" actId="20577"/>
        <pc:sldMkLst>
          <pc:docMk/>
          <pc:sldMk cId="3773316736" sldId="756"/>
        </pc:sldMkLst>
      </pc:sldChg>
    </pc:docChg>
  </pc:docChgLst>
  <pc:docChgLst>
    <pc:chgData name="髙浦祐朗" userId="d6d860fe-bc64-411b-9605-a16d1ba875f6" providerId="ADAL" clId="{DB867282-9B14-4BC1-835F-34C67E84B083}"/>
    <pc:docChg chg="custSel modSld">
      <pc:chgData name="髙浦祐朗" userId="d6d860fe-bc64-411b-9605-a16d1ba875f6" providerId="ADAL" clId="{DB867282-9B14-4BC1-835F-34C67E84B083}" dt="2024-01-29T12:32:33.315" v="134" actId="20577"/>
      <pc:docMkLst>
        <pc:docMk/>
      </pc:docMkLst>
      <pc:sldChg chg="modSp mod">
        <pc:chgData name="髙浦祐朗" userId="d6d860fe-bc64-411b-9605-a16d1ba875f6" providerId="ADAL" clId="{DB867282-9B14-4BC1-835F-34C67E84B083}" dt="2024-01-29T12:32:33.315" v="134" actId="20577"/>
        <pc:sldMkLst>
          <pc:docMk/>
          <pc:sldMk cId="3201888243" sldId="714"/>
        </pc:sldMkLst>
      </pc:sldChg>
      <pc:sldChg chg="modSp mod">
        <pc:chgData name="髙浦祐朗" userId="d6d860fe-bc64-411b-9605-a16d1ba875f6" providerId="ADAL" clId="{DB867282-9B14-4BC1-835F-34C67E84B083}" dt="2024-01-29T12:31:32.651" v="86"/>
        <pc:sldMkLst>
          <pc:docMk/>
          <pc:sldMk cId="1072167564" sldId="754"/>
        </pc:sldMkLst>
      </pc:sldChg>
      <pc:sldChg chg="modSp mod">
        <pc:chgData name="髙浦祐朗" userId="d6d860fe-bc64-411b-9605-a16d1ba875f6" providerId="ADAL" clId="{DB867282-9B14-4BC1-835F-34C67E84B083}" dt="2024-01-29T12:28:00.980" v="0" actId="20577"/>
        <pc:sldMkLst>
          <pc:docMk/>
          <pc:sldMk cId="3773316736" sldId="756"/>
        </pc:sldMkLst>
      </pc:sldChg>
      <pc:sldChg chg="modSp mod">
        <pc:chgData name="髙浦祐朗" userId="d6d860fe-bc64-411b-9605-a16d1ba875f6" providerId="ADAL" clId="{DB867282-9B14-4BC1-835F-34C67E84B083}" dt="2024-01-29T12:31:39.615" v="90"/>
        <pc:sldMkLst>
          <pc:docMk/>
          <pc:sldMk cId="3692000709" sldId="769"/>
        </pc:sldMkLst>
      </pc:sldChg>
    </pc:docChg>
  </pc:docChgLst>
  <pc:docChgLst>
    <pc:chgData name="野村康二" userId="S::kouji.nomura@system-exe.jp::acaa808a-f809-4ef9-8028-a2ce14b82415" providerId="AD" clId="Web-{12E710D0-17B3-8C1E-2CCC-3FB907EFAA38}"/>
    <pc:docChg chg="modSld">
      <pc:chgData name="野村康二" userId="S::kouji.nomura@system-exe.jp::acaa808a-f809-4ef9-8028-a2ce14b82415" providerId="AD" clId="Web-{12E710D0-17B3-8C1E-2CCC-3FB907EFAA38}" dt="2025-03-14T08:32:23.102" v="99"/>
      <pc:docMkLst>
        <pc:docMk/>
      </pc:docMkLst>
      <pc:sldChg chg="modSp">
        <pc:chgData name="野村康二" userId="S::kouji.nomura@system-exe.jp::acaa808a-f809-4ef9-8028-a2ce14b82415" providerId="AD" clId="Web-{12E710D0-17B3-8C1E-2CCC-3FB907EFAA38}" dt="2025-03-14T08:28:36.969" v="3"/>
        <pc:sldMkLst>
          <pc:docMk/>
          <pc:sldMk cId="3660799615" sldId="757"/>
        </pc:sldMkLst>
        <pc:graphicFrameChg chg="mod modGraphic">
          <ac:chgData name="野村康二" userId="S::kouji.nomura@system-exe.jp::acaa808a-f809-4ef9-8028-a2ce14b82415" providerId="AD" clId="Web-{12E710D0-17B3-8C1E-2CCC-3FB907EFAA38}" dt="2025-03-14T08:28:36.969" v="3"/>
          <ac:graphicFrameMkLst>
            <pc:docMk/>
            <pc:sldMk cId="3660799615" sldId="757"/>
            <ac:graphicFrameMk id="6" creationId="{25E6D85D-7AE4-EF50-E530-FBD7BDF82E77}"/>
          </ac:graphicFrameMkLst>
        </pc:graphicFrameChg>
      </pc:sldChg>
      <pc:sldChg chg="modSp">
        <pc:chgData name="野村康二" userId="S::kouji.nomura@system-exe.jp::acaa808a-f809-4ef9-8028-a2ce14b82415" providerId="AD" clId="Web-{12E710D0-17B3-8C1E-2CCC-3FB907EFAA38}" dt="2025-03-14T08:32:19.195" v="71" actId="20577"/>
        <pc:sldMkLst>
          <pc:docMk/>
          <pc:sldMk cId="2410374903" sldId="767"/>
        </pc:sldMkLst>
        <pc:spChg chg="mod">
          <ac:chgData name="野村康二" userId="S::kouji.nomura@system-exe.jp::acaa808a-f809-4ef9-8028-a2ce14b82415" providerId="AD" clId="Web-{12E710D0-17B3-8C1E-2CCC-3FB907EFAA38}" dt="2025-03-14T08:32:19.195" v="71" actId="20577"/>
          <ac:spMkLst>
            <pc:docMk/>
            <pc:sldMk cId="2410374903" sldId="767"/>
            <ac:spMk id="5" creationId="{97E6FBE8-190C-40F0-AA01-14695A77D734}"/>
          </ac:spMkLst>
        </pc:spChg>
      </pc:sldChg>
      <pc:sldChg chg="modSp">
        <pc:chgData name="野村康二" userId="S::kouji.nomura@system-exe.jp::acaa808a-f809-4ef9-8028-a2ce14b82415" providerId="AD" clId="Web-{12E710D0-17B3-8C1E-2CCC-3FB907EFAA38}" dt="2025-03-14T08:32:23.102" v="99"/>
        <pc:sldMkLst>
          <pc:docMk/>
          <pc:sldMk cId="1166953866" sldId="936"/>
        </pc:sldMkLst>
        <pc:graphicFrameChg chg="mod modGraphic">
          <ac:chgData name="野村康二" userId="S::kouji.nomura@system-exe.jp::acaa808a-f809-4ef9-8028-a2ce14b82415" providerId="AD" clId="Web-{12E710D0-17B3-8C1E-2CCC-3FB907EFAA38}" dt="2025-03-14T08:32:23.102" v="99"/>
          <ac:graphicFrameMkLst>
            <pc:docMk/>
            <pc:sldMk cId="1166953866" sldId="936"/>
            <ac:graphicFrameMk id="6" creationId="{25E6D85D-7AE4-EF50-E530-FBD7BDF82E77}"/>
          </ac:graphicFrameMkLst>
        </pc:graphicFrameChg>
      </pc:sldChg>
    </pc:docChg>
  </pc:docChgLst>
  <pc:docChgLst>
    <pc:chgData name="本吉史明" userId="0172166b-71c8-4fba-9a75-a345433b7af6" providerId="ADAL" clId="{CCC4954D-894C-42DD-8E58-25EE4D4C96D4}"/>
    <pc:docChg chg="undo custSel addSld modSld">
      <pc:chgData name="本吉史明" userId="0172166b-71c8-4fba-9a75-a345433b7af6" providerId="ADAL" clId="{CCC4954D-894C-42DD-8E58-25EE4D4C96D4}" dt="2022-03-25T09:31:30.194" v="3006"/>
      <pc:docMkLst>
        <pc:docMk/>
      </pc:docMkLst>
      <pc:sldChg chg="modSp mod">
        <pc:chgData name="本吉史明" userId="0172166b-71c8-4fba-9a75-a345433b7af6" providerId="ADAL" clId="{CCC4954D-894C-42DD-8E58-25EE4D4C96D4}" dt="2022-03-24T10:44:02.101" v="2457" actId="20577"/>
        <pc:sldMkLst>
          <pc:docMk/>
          <pc:sldMk cId="2886688645" sldId="739"/>
        </pc:sldMkLst>
      </pc:sldChg>
      <pc:sldChg chg="modSp mod">
        <pc:chgData name="本吉史明" userId="0172166b-71c8-4fba-9a75-a345433b7af6" providerId="ADAL" clId="{CCC4954D-894C-42DD-8E58-25EE4D4C96D4}" dt="2022-03-25T09:31:30.194" v="3006"/>
        <pc:sldMkLst>
          <pc:docMk/>
          <pc:sldMk cId="2251576925" sldId="748"/>
        </pc:sldMkLst>
      </pc:sldChg>
      <pc:sldChg chg="modSp mod">
        <pc:chgData name="本吉史明" userId="0172166b-71c8-4fba-9a75-a345433b7af6" providerId="ADAL" clId="{CCC4954D-894C-42DD-8E58-25EE4D4C96D4}" dt="2022-03-24T07:16:05.489" v="1716" actId="20577"/>
        <pc:sldMkLst>
          <pc:docMk/>
          <pc:sldMk cId="3325638293" sldId="749"/>
        </pc:sldMkLst>
      </pc:sldChg>
      <pc:sldChg chg="modSp mod">
        <pc:chgData name="本吉史明" userId="0172166b-71c8-4fba-9a75-a345433b7af6" providerId="ADAL" clId="{CCC4954D-894C-42DD-8E58-25EE4D4C96D4}" dt="2022-03-24T10:43:42.269" v="2430" actId="20577"/>
        <pc:sldMkLst>
          <pc:docMk/>
          <pc:sldMk cId="5311539" sldId="752"/>
        </pc:sldMkLst>
      </pc:sldChg>
      <pc:sldChg chg="modSp mod">
        <pc:chgData name="本吉史明" userId="0172166b-71c8-4fba-9a75-a345433b7af6" providerId="ADAL" clId="{CCC4954D-894C-42DD-8E58-25EE4D4C96D4}" dt="2022-03-24T10:47:05.012" v="2634" actId="14734"/>
        <pc:sldMkLst>
          <pc:docMk/>
          <pc:sldMk cId="1072167564" sldId="754"/>
        </pc:sldMkLst>
      </pc:sldChg>
      <pc:sldChg chg="addSp modSp mod">
        <pc:chgData name="本吉史明" userId="0172166b-71c8-4fba-9a75-a345433b7af6" providerId="ADAL" clId="{CCC4954D-894C-42DD-8E58-25EE4D4C96D4}" dt="2022-03-24T10:38:05.116" v="2389" actId="14100"/>
        <pc:sldMkLst>
          <pc:docMk/>
          <pc:sldMk cId="3830098465" sldId="758"/>
        </pc:sldMkLst>
      </pc:sldChg>
      <pc:sldChg chg="modSp mod">
        <pc:chgData name="本吉史明" userId="0172166b-71c8-4fba-9a75-a345433b7af6" providerId="ADAL" clId="{CCC4954D-894C-42DD-8E58-25EE4D4C96D4}" dt="2022-03-24T10:44:09.846" v="2458" actId="6549"/>
        <pc:sldMkLst>
          <pc:docMk/>
          <pc:sldMk cId="4225344044" sldId="762"/>
        </pc:sldMkLst>
      </pc:sldChg>
      <pc:sldChg chg="modSp mod">
        <pc:chgData name="本吉史明" userId="0172166b-71c8-4fba-9a75-a345433b7af6" providerId="ADAL" clId="{CCC4954D-894C-42DD-8E58-25EE4D4C96D4}" dt="2022-03-24T10:44:12.117" v="2459" actId="6549"/>
        <pc:sldMkLst>
          <pc:docMk/>
          <pc:sldMk cId="3581102778" sldId="763"/>
        </pc:sldMkLst>
      </pc:sldChg>
      <pc:sldChg chg="modSp mod">
        <pc:chgData name="本吉史明" userId="0172166b-71c8-4fba-9a75-a345433b7af6" providerId="ADAL" clId="{CCC4954D-894C-42DD-8E58-25EE4D4C96D4}" dt="2022-03-24T10:44:15.210" v="2460" actId="6549"/>
        <pc:sldMkLst>
          <pc:docMk/>
          <pc:sldMk cId="23999133" sldId="764"/>
        </pc:sldMkLst>
      </pc:sldChg>
      <pc:sldChg chg="modSp mod">
        <pc:chgData name="本吉史明" userId="0172166b-71c8-4fba-9a75-a345433b7af6" providerId="ADAL" clId="{CCC4954D-894C-42DD-8E58-25EE4D4C96D4}" dt="2022-03-24T10:44:17.568" v="2461" actId="6549"/>
        <pc:sldMkLst>
          <pc:docMk/>
          <pc:sldMk cId="1395438993" sldId="765"/>
        </pc:sldMkLst>
      </pc:sldChg>
      <pc:sldChg chg="modSp mod">
        <pc:chgData name="本吉史明" userId="0172166b-71c8-4fba-9a75-a345433b7af6" providerId="ADAL" clId="{CCC4954D-894C-42DD-8E58-25EE4D4C96D4}" dt="2022-03-25T07:00:17.285" v="2955" actId="14100"/>
        <pc:sldMkLst>
          <pc:docMk/>
          <pc:sldMk cId="3560606343" sldId="766"/>
        </pc:sldMkLst>
      </pc:sldChg>
      <pc:sldChg chg="modSp new mod">
        <pc:chgData name="本吉史明" userId="0172166b-71c8-4fba-9a75-a345433b7af6" providerId="ADAL" clId="{CCC4954D-894C-42DD-8E58-25EE4D4C96D4}" dt="2022-03-25T07:01:34.210" v="2974" actId="14100"/>
        <pc:sldMkLst>
          <pc:docMk/>
          <pc:sldMk cId="2410374903" sldId="7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2025/3/24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2025/3/24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7</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12</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2024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2025/1/31</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4" name="Footer Placeholder 3"/>
          <p:cNvSpPr>
            <a:spLocks noGrp="1"/>
          </p:cNvSpPr>
          <p:nvPr>
            <p:ph type="ftr" sz="quarter" idx="11"/>
          </p:nvPr>
        </p:nvSpPr>
        <p:spPr/>
        <p:txBody>
          <a:bodyPr/>
          <a:lstStyle/>
          <a:p>
            <a:r>
              <a:rPr lang="en-US"/>
              <a:t>Copyright © 2024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2025/1/31</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2024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2025/1/31</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2024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ft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457059"/>
            <a:ext cx="8640000" cy="768000"/>
          </a:xfrm>
        </p:spPr>
        <p:txBody>
          <a:bodyPr>
            <a:noAutofit/>
          </a:bodyPr>
          <a:lstStyle/>
          <a:p>
            <a:r>
              <a:rPr kumimoji="1" lang="ja-JP" altLang="en-US" sz="4400" dirty="0"/>
              <a:t>概算お見積もり</a:t>
            </a:r>
            <a:r>
              <a:rPr kumimoji="1" lang="en-US" altLang="ja-JP" sz="2800" dirty="0"/>
              <a:t>(</a:t>
            </a:r>
            <a:r>
              <a:rPr kumimoji="1" lang="ja-JP" altLang="en-US" sz="2800" dirty="0" smtClean="0"/>
              <a:t>第</a:t>
            </a:r>
            <a:r>
              <a:rPr lang="en-US" altLang="ja-JP" sz="2800" dirty="0"/>
              <a:t>4</a:t>
            </a:r>
            <a:r>
              <a:rPr kumimoji="1" lang="en-US" altLang="ja-JP" sz="2800" smtClean="0"/>
              <a:t>.0</a:t>
            </a:r>
            <a:r>
              <a:rPr kumimoji="1" lang="ja-JP" altLang="en-US" sz="2800" dirty="0"/>
              <a:t>版）</a:t>
            </a:r>
            <a:endParaRPr kumimoji="1" lang="ja-JP" altLang="en-US" sz="4400" dirty="0"/>
          </a:p>
        </p:txBody>
      </p:sp>
      <p:sp>
        <p:nvSpPr>
          <p:cNvPr id="4" name="サブタイトル 3"/>
          <p:cNvSpPr>
            <a:spLocks noGrp="1"/>
          </p:cNvSpPr>
          <p:nvPr>
            <p:ph type="subTitle" idx="1"/>
          </p:nvPr>
        </p:nvSpPr>
        <p:spPr>
          <a:xfrm>
            <a:off x="575999" y="2567365"/>
            <a:ext cx="9634800" cy="1392635"/>
          </a:xfrm>
        </p:spPr>
        <p:txBody>
          <a:bodyPr>
            <a:normAutofit/>
          </a:bodyPr>
          <a:lstStyle/>
          <a:p>
            <a:r>
              <a:rPr lang="ja-JP" altLang="en-US" sz="3600" dirty="0"/>
              <a:t>工場系システム</a:t>
            </a:r>
            <a:r>
              <a:rPr lang="en-US" altLang="ja-JP" sz="3600" dirty="0"/>
              <a:t/>
            </a:r>
            <a:br>
              <a:rPr lang="en-US" altLang="ja-JP" sz="3600" dirty="0"/>
            </a:br>
            <a:r>
              <a:rPr lang="ja-JP" altLang="en-US" sz="3600" dirty="0"/>
              <a:t>陸上出荷システムへの</a:t>
            </a:r>
            <a:r>
              <a:rPr lang="en-US" altLang="ja-JP" sz="3600" dirty="0"/>
              <a:t>MEK</a:t>
            </a:r>
            <a:r>
              <a:rPr lang="ja-JP" altLang="en-US" sz="3600" dirty="0"/>
              <a:t>関連取込</a:t>
            </a:r>
            <a:endParaRPr kumimoji="1" lang="en-US" altLang="ja-JP" sz="3600" dirty="0"/>
          </a:p>
          <a:p>
            <a:endParaRPr kumimoji="1" lang="ja-JP" altLang="en-US" sz="40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sz="1050" dirty="0" smtClean="0">
                <a:latin typeface="游明朝"/>
                <a:ea typeface="游明朝"/>
              </a:rPr>
              <a:t>2025/3/24</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dirty="0" smtClean="0"/>
              <a:t>2025/3/24</a:t>
            </a:r>
            <a:endParaRPr lang="en-US" dirty="0"/>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本資料は別紙資料</a:t>
            </a:r>
            <a:r>
              <a:rPr lang="en-US" altLang="ja-JP">
                <a:solidFill>
                  <a:srgbClr val="000000"/>
                </a:solidFill>
              </a:rPr>
              <a:t/>
            </a:r>
            <a:br>
              <a:rPr lang="en-US" altLang="ja-JP">
                <a:solidFill>
                  <a:srgbClr val="000000"/>
                </a:solidFill>
              </a:rPr>
            </a:br>
            <a:r>
              <a:rPr lang="ja-JP" altLang="en-US">
                <a:solidFill>
                  <a:srgbClr val="000000"/>
                </a:solidFill>
              </a:rPr>
              <a:t>「</a:t>
            </a:r>
            <a:r>
              <a:rPr lang="ja-JP" altLang="en-US"/>
              <a:t>燃料油陸上出荷システムへの</a:t>
            </a:r>
            <a:r>
              <a:rPr lang="en-US" altLang="ja-JP"/>
              <a:t>MEK</a:t>
            </a:r>
            <a:r>
              <a:rPr lang="ja-JP" altLang="en-US"/>
              <a:t>関連取込</a:t>
            </a:r>
            <a:r>
              <a:rPr lang="en-US" altLang="ja-JP"/>
              <a:t>.</a:t>
            </a:r>
            <a:r>
              <a:rPr lang="en-US" altLang="ja-JP" err="1"/>
              <a:t>pptx</a:t>
            </a:r>
            <a:r>
              <a:rPr kumimoji="1" lang="ja-JP" altLang="en-US"/>
              <a:t>」及び</a:t>
            </a:r>
            <a:r>
              <a:rPr kumimoji="1" lang="en-US" altLang="ja-JP"/>
              <a:t>24</a:t>
            </a:r>
            <a:r>
              <a:rPr kumimoji="1" lang="ja-JP" altLang="en-US"/>
              <a:t>年</a:t>
            </a:r>
            <a:r>
              <a:rPr kumimoji="1" lang="en-US" altLang="ja-JP"/>
              <a:t>12</a:t>
            </a:r>
            <a:r>
              <a:rPr kumimoji="1" lang="ja-JP" altLang="en-US"/>
              <a:t>月</a:t>
            </a:r>
            <a:r>
              <a:rPr kumimoji="1" lang="en-US" altLang="ja-JP"/>
              <a:t>6</a:t>
            </a:r>
            <a:r>
              <a:rPr kumimoji="1" lang="ja-JP" altLang="en-US"/>
              <a:t>日９時に実施した打合せを元に</a:t>
            </a:r>
            <a:endParaRPr kumimoji="1" lang="en-US" altLang="ja-JP"/>
          </a:p>
          <a:p>
            <a:r>
              <a:rPr lang="ja-JP" altLang="en-US">
                <a:solidFill>
                  <a:srgbClr val="000000"/>
                </a:solidFill>
              </a:rPr>
              <a:t> 参考のため概算お見積もりを行った資料です。</a:t>
            </a:r>
            <a:endParaRPr lang="ja-JP" altLang="en-US" sz="2000"/>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7778ED98-209C-C664-71D3-889296649F7F}"/>
              </a:ext>
            </a:extLst>
          </p:cNvPr>
          <p:cNvSpPr>
            <a:spLocks noGrp="1"/>
          </p:cNvSpPr>
          <p:nvPr>
            <p:ph type="dt" sz="half" idx="10"/>
          </p:nvPr>
        </p:nvSpPr>
        <p:spPr/>
        <p:txBody>
          <a:bodyPr/>
          <a:lstStyle/>
          <a:p>
            <a:r>
              <a:rPr lang="en-US" altLang="ja-JP" dirty="0" smtClean="0"/>
              <a:t>2025/3/24</a:t>
            </a:r>
            <a:endParaRPr lang="en-US" dirty="0"/>
          </a:p>
        </p:txBody>
      </p:sp>
      <p:graphicFrame>
        <p:nvGraphicFramePr>
          <p:cNvPr id="6" name="表 18">
            <a:extLst>
              <a:ext uri="{FF2B5EF4-FFF2-40B4-BE49-F238E27FC236}">
                <a16:creationId xmlns:a16="http://schemas.microsoft.com/office/drawing/2014/main" id="{25E6D85D-7AE4-EF50-E530-FBD7BDF82E77}"/>
              </a:ext>
            </a:extLst>
          </p:cNvPr>
          <p:cNvGraphicFramePr>
            <a:graphicFrameLocks noGrp="1"/>
          </p:cNvGraphicFramePr>
          <p:nvPr>
            <p:extLst>
              <p:ext uri="{D42A27DB-BD31-4B8C-83A1-F6EECF244321}">
                <p14:modId xmlns:p14="http://schemas.microsoft.com/office/powerpoint/2010/main" val="3218561099"/>
              </p:ext>
            </p:extLst>
          </p:nvPr>
        </p:nvGraphicFramePr>
        <p:xfrm>
          <a:off x="720000" y="988181"/>
          <a:ext cx="10832464" cy="4962862"/>
        </p:xfrm>
        <a:graphic>
          <a:graphicData uri="http://schemas.openxmlformats.org/drawingml/2006/table">
            <a:tbl>
              <a:tblPr firstRow="1" bandRow="1">
                <a:tableStyleId>{5C22544A-7EE6-4342-B048-85BDC9FD1C3A}</a:tableStyleId>
              </a:tblPr>
              <a:tblGrid>
                <a:gridCol w="1931239">
                  <a:extLst>
                    <a:ext uri="{9D8B030D-6E8A-4147-A177-3AD203B41FA5}">
                      <a16:colId xmlns:a16="http://schemas.microsoft.com/office/drawing/2014/main" val="1893805147"/>
                    </a:ext>
                  </a:extLst>
                </a:gridCol>
                <a:gridCol w="6109365">
                  <a:extLst>
                    <a:ext uri="{9D8B030D-6E8A-4147-A177-3AD203B41FA5}">
                      <a16:colId xmlns:a16="http://schemas.microsoft.com/office/drawing/2014/main" val="2599217872"/>
                    </a:ext>
                  </a:extLst>
                </a:gridCol>
                <a:gridCol w="2791860">
                  <a:extLst>
                    <a:ext uri="{9D8B030D-6E8A-4147-A177-3AD203B41FA5}">
                      <a16:colId xmlns:a16="http://schemas.microsoft.com/office/drawing/2014/main" val="1298738142"/>
                    </a:ext>
                  </a:extLst>
                </a:gridCol>
              </a:tblGrid>
              <a:tr h="543262">
                <a:tc>
                  <a:txBody>
                    <a:bodyPr/>
                    <a:lstStyle/>
                    <a:p>
                      <a:pPr algn="ctr"/>
                      <a:r>
                        <a:rPr kumimoji="1" lang="ja-JP" altLang="en-US" b="1">
                          <a:latin typeface="+mj-lt"/>
                        </a:rPr>
                        <a:t>業務名</a:t>
                      </a:r>
                    </a:p>
                  </a:txBody>
                  <a:tcPr anchor="ctr"/>
                </a:tc>
                <a:tc>
                  <a:txBody>
                    <a:bodyPr/>
                    <a:lstStyle/>
                    <a:p>
                      <a:pPr algn="ctr"/>
                      <a:r>
                        <a:rPr kumimoji="1" lang="ja-JP" altLang="en-US" b="1">
                          <a:latin typeface="+mj-lt"/>
                        </a:rPr>
                        <a:t>内容</a:t>
                      </a:r>
                    </a:p>
                  </a:txBody>
                  <a:tcPr anchor="ctr"/>
                </a:tc>
                <a:tc>
                  <a:txBody>
                    <a:bodyPr/>
                    <a:lstStyle/>
                    <a:p>
                      <a:pPr algn="ctr"/>
                      <a:r>
                        <a:rPr kumimoji="1" lang="ja-JP" altLang="en-US" b="1">
                          <a:latin typeface="+mj-lt"/>
                        </a:rPr>
                        <a:t>見積前提事項等</a:t>
                      </a:r>
                    </a:p>
                  </a:txBody>
                  <a:tcPr anchor="ctr"/>
                </a:tc>
                <a:extLst>
                  <a:ext uri="{0D108BD9-81ED-4DB2-BD59-A6C34878D82A}">
                    <a16:rowId xmlns:a16="http://schemas.microsoft.com/office/drawing/2014/main" val="2182027198"/>
                  </a:ext>
                </a:extLst>
              </a:tr>
              <a:tr h="1414855">
                <a:tc>
                  <a:txBody>
                    <a:bodyPr/>
                    <a:lstStyle/>
                    <a:p>
                      <a:pPr algn="ctr"/>
                      <a:r>
                        <a:rPr kumimoji="1" lang="en-US" altLang="ja-JP" sz="2000" b="1">
                          <a:latin typeface="游ゴシック" panose="020B0400000000000000" pitchFamily="50" charset="-128"/>
                          <a:ea typeface="游ゴシック" panose="020B0400000000000000" pitchFamily="50" charset="-128"/>
                        </a:rPr>
                        <a:t>MEK</a:t>
                      </a:r>
                    </a:p>
                    <a:p>
                      <a:pPr algn="ctr"/>
                      <a:r>
                        <a:rPr kumimoji="1" lang="ja-JP" altLang="en-US" sz="2000" b="1">
                          <a:latin typeface="游ゴシック" panose="020B0400000000000000" pitchFamily="50" charset="-128"/>
                          <a:ea typeface="游ゴシック" panose="020B0400000000000000" pitchFamily="50" charset="-128"/>
                        </a:rPr>
                        <a:t>ローリー出荷</a:t>
                      </a:r>
                    </a:p>
                  </a:txBody>
                  <a:tcPr anchor="ctr"/>
                </a:tc>
                <a:tc>
                  <a:txBody>
                    <a:bodyPr/>
                    <a:lstStyle/>
                    <a:p>
                      <a:pPr algn="l"/>
                      <a:r>
                        <a:rPr kumimoji="1" lang="ja-JP" altLang="en-US" sz="1600" b="0">
                          <a:solidFill>
                            <a:schemeClr val="tx1"/>
                          </a:solidFill>
                          <a:latin typeface="+mj-lt"/>
                        </a:rPr>
                        <a:t>他燃料油と同様に上位システムから予約連携し、実績を返す。</a:t>
                      </a:r>
                      <a:endParaRPr kumimoji="1" lang="en-US" altLang="ja-JP" sz="1600" b="0">
                        <a:solidFill>
                          <a:schemeClr val="tx1"/>
                        </a:solidFill>
                        <a:latin typeface="+mj-lt"/>
                      </a:endParaRPr>
                    </a:p>
                    <a:p>
                      <a:pPr algn="l"/>
                      <a:r>
                        <a:rPr kumimoji="1" lang="ja-JP" altLang="en-US" sz="1600" b="0">
                          <a:solidFill>
                            <a:schemeClr val="tx1"/>
                          </a:solidFill>
                          <a:latin typeface="+mj-lt"/>
                        </a:rPr>
                        <a:t>また、積場出線後に出荷済にするのではなく、トラックスケールで重量測定する必要があるので、その重量を出荷実績として実績をあげたい。</a:t>
                      </a:r>
                    </a:p>
                  </a:txBody>
                  <a:tcPr anchor="ctr"/>
                </a:tc>
                <a:tc>
                  <a:txBody>
                    <a:bodyPr/>
                    <a:lstStyle/>
                    <a:p>
                      <a:pPr algn="l"/>
                      <a:r>
                        <a:rPr kumimoji="1" lang="ja-JP" altLang="en-US" sz="1600" b="0" kern="1200">
                          <a:solidFill>
                            <a:schemeClr val="dk1"/>
                          </a:solidFill>
                          <a:latin typeface="+mn-lt"/>
                          <a:ea typeface="+mn-ea"/>
                          <a:cs typeface="+mn-cs"/>
                        </a:rPr>
                        <a:t>陸上システムに連携を行うに当たって新規データを</a:t>
                      </a:r>
                      <a:r>
                        <a:rPr kumimoji="1" lang="en-US" altLang="ja-JP" sz="1600" b="0" kern="1200">
                          <a:solidFill>
                            <a:schemeClr val="dk1"/>
                          </a:solidFill>
                          <a:latin typeface="+mn-lt"/>
                          <a:ea typeface="+mn-ea"/>
                          <a:cs typeface="+mn-cs"/>
                        </a:rPr>
                        <a:t>SAP</a:t>
                      </a:r>
                      <a:r>
                        <a:rPr kumimoji="1" lang="ja-JP" altLang="en-US" sz="1600" b="0" kern="1200">
                          <a:solidFill>
                            <a:schemeClr val="dk1"/>
                          </a:solidFill>
                          <a:latin typeface="+mn-lt"/>
                          <a:ea typeface="+mn-ea"/>
                          <a:cs typeface="+mn-cs"/>
                        </a:rPr>
                        <a:t>から受信しない想定。</a:t>
                      </a:r>
                      <a:endParaRPr kumimoji="1" lang="en-US" altLang="ja-JP" sz="1600" b="0" kern="1200">
                        <a:solidFill>
                          <a:schemeClr val="dk1"/>
                        </a:solidFill>
                        <a:latin typeface="+mn-lt"/>
                        <a:ea typeface="+mn-ea"/>
                        <a:cs typeface="+mn-cs"/>
                      </a:endParaRPr>
                    </a:p>
                    <a:p>
                      <a:pPr algn="l"/>
                      <a:r>
                        <a:rPr kumimoji="1" lang="ja-JP" altLang="en-US" sz="1600" b="0" kern="1200">
                          <a:solidFill>
                            <a:schemeClr val="dk1"/>
                          </a:solidFill>
                          <a:latin typeface="+mn-lt"/>
                          <a:ea typeface="+mn-ea"/>
                          <a:cs typeface="+mn-cs"/>
                        </a:rPr>
                        <a:t>予約送信と実績受信について</a:t>
                      </a:r>
                      <a:r>
                        <a:rPr kumimoji="1" lang="en-US" altLang="ja-JP" sz="1600" b="0" kern="1200">
                          <a:solidFill>
                            <a:schemeClr val="dk1"/>
                          </a:solidFill>
                          <a:latin typeface="+mn-lt"/>
                          <a:ea typeface="+mn-ea"/>
                          <a:cs typeface="+mn-cs"/>
                        </a:rPr>
                        <a:t>MEK</a:t>
                      </a:r>
                      <a:r>
                        <a:rPr kumimoji="1" lang="ja-JP" altLang="en-US" sz="1600" b="0" kern="1200">
                          <a:solidFill>
                            <a:schemeClr val="dk1"/>
                          </a:solidFill>
                          <a:latin typeface="+mn-lt"/>
                          <a:ea typeface="+mn-ea"/>
                          <a:cs typeface="+mn-cs"/>
                        </a:rPr>
                        <a:t>ドラムとは別になる想定。</a:t>
                      </a:r>
                    </a:p>
                  </a:txBody>
                  <a:tcPr anchor="ctr"/>
                </a:tc>
                <a:extLst>
                  <a:ext uri="{0D108BD9-81ED-4DB2-BD59-A6C34878D82A}">
                    <a16:rowId xmlns:a16="http://schemas.microsoft.com/office/drawing/2014/main" val="959911932"/>
                  </a:ext>
                </a:extLst>
              </a:tr>
              <a:tr h="1230997">
                <a:tc>
                  <a:txBody>
                    <a:bodyPr/>
                    <a:lstStyle/>
                    <a:p>
                      <a:pPr algn="ctr"/>
                      <a:r>
                        <a:rPr kumimoji="1" lang="en-US" altLang="ja-JP" sz="2000" b="1">
                          <a:latin typeface="游ゴシック" panose="020B0400000000000000" pitchFamily="50" charset="-128"/>
                          <a:ea typeface="游ゴシック" panose="020B0400000000000000" pitchFamily="50" charset="-128"/>
                        </a:rPr>
                        <a:t>MEK</a:t>
                      </a:r>
                    </a:p>
                    <a:p>
                      <a:pPr algn="ctr"/>
                      <a:r>
                        <a:rPr kumimoji="1" lang="ja-JP" altLang="en-US" sz="2000" b="1">
                          <a:latin typeface="游ゴシック" panose="020B0400000000000000" pitchFamily="50" charset="-128"/>
                          <a:ea typeface="游ゴシック" panose="020B0400000000000000" pitchFamily="50" charset="-128"/>
                        </a:rPr>
                        <a:t>ドラム出荷</a:t>
                      </a:r>
                    </a:p>
                  </a:txBody>
                  <a:tcPr anchor="ctr"/>
                </a:tc>
                <a:tc>
                  <a:txBody>
                    <a:bodyPr/>
                    <a:lstStyle/>
                    <a:p>
                      <a:pPr algn="l"/>
                      <a:r>
                        <a:rPr kumimoji="1" lang="ja-JP" altLang="en-US" sz="1600" b="0" kern="1200">
                          <a:solidFill>
                            <a:schemeClr val="dk1"/>
                          </a:solidFill>
                          <a:latin typeface="+mn-lt"/>
                          <a:ea typeface="+mn-ea"/>
                          <a:cs typeface="+mn-cs"/>
                        </a:rPr>
                        <a:t>予約連携</a:t>
                      </a:r>
                      <a:r>
                        <a:rPr kumimoji="1" lang="en-US" altLang="ja-JP" sz="1600" b="0" kern="1200">
                          <a:solidFill>
                            <a:schemeClr val="dk1"/>
                          </a:solidFill>
                          <a:latin typeface="+mn-lt"/>
                          <a:ea typeface="+mn-ea"/>
                          <a:cs typeface="+mn-cs"/>
                        </a:rPr>
                        <a:t>(1</a:t>
                      </a:r>
                      <a:r>
                        <a:rPr kumimoji="1" lang="ja-JP" altLang="en-US" sz="1600" b="0" kern="1200">
                          <a:solidFill>
                            <a:schemeClr val="dk1"/>
                          </a:solidFill>
                          <a:latin typeface="+mn-lt"/>
                          <a:ea typeface="+mn-ea"/>
                          <a:cs typeface="+mn-cs"/>
                        </a:rPr>
                        <a:t>回次における本数、向先、</a:t>
                      </a:r>
                      <a:r>
                        <a:rPr kumimoji="1" lang="en-US" altLang="ja-JP" sz="1600" b="0" kern="1200">
                          <a:solidFill>
                            <a:schemeClr val="dk1"/>
                          </a:solidFill>
                          <a:latin typeface="+mn-lt"/>
                          <a:ea typeface="+mn-ea"/>
                          <a:cs typeface="+mn-cs"/>
                        </a:rPr>
                        <a:t>)</a:t>
                      </a:r>
                      <a:r>
                        <a:rPr kumimoji="1" lang="ja-JP" altLang="en-US" sz="1600" b="0" kern="1200">
                          <a:solidFill>
                            <a:schemeClr val="dk1"/>
                          </a:solidFill>
                          <a:latin typeface="+mn-lt"/>
                          <a:ea typeface="+mn-ea"/>
                          <a:cs typeface="+mn-cs"/>
                        </a:rPr>
                        <a:t>、帳票出力</a:t>
                      </a:r>
                      <a:r>
                        <a:rPr kumimoji="1" lang="en-US" altLang="ja-JP" sz="1600" b="0" kern="1200">
                          <a:solidFill>
                            <a:schemeClr val="dk1"/>
                          </a:solidFill>
                          <a:latin typeface="+mn-lt"/>
                          <a:ea typeface="+mn-ea"/>
                          <a:cs typeface="+mn-cs"/>
                        </a:rPr>
                        <a:t>(</a:t>
                      </a:r>
                      <a:r>
                        <a:rPr kumimoji="1" lang="ja-JP" altLang="en-US" sz="1600" b="0" kern="1200">
                          <a:solidFill>
                            <a:schemeClr val="dk1"/>
                          </a:solidFill>
                          <a:latin typeface="+mn-lt"/>
                          <a:ea typeface="+mn-ea"/>
                          <a:cs typeface="+mn-cs"/>
                        </a:rPr>
                        <a:t>納品書・受領書</a:t>
                      </a:r>
                      <a:r>
                        <a:rPr kumimoji="1" lang="en-US" altLang="ja-JP" sz="1600" b="0" kern="1200">
                          <a:solidFill>
                            <a:schemeClr val="dk1"/>
                          </a:solidFill>
                          <a:latin typeface="+mn-lt"/>
                          <a:ea typeface="+mn-ea"/>
                          <a:cs typeface="+mn-cs"/>
                        </a:rPr>
                        <a:t>)</a:t>
                      </a:r>
                      <a:r>
                        <a:rPr kumimoji="1" lang="ja-JP" altLang="en-US" sz="1600" b="0" kern="1200">
                          <a:solidFill>
                            <a:schemeClr val="dk1"/>
                          </a:solidFill>
                          <a:latin typeface="+mn-lt"/>
                          <a:ea typeface="+mn-ea"/>
                          <a:cs typeface="+mn-cs"/>
                        </a:rPr>
                        <a:t>、積み込んだ実績を送信。</a:t>
                      </a:r>
                      <a:endParaRPr kumimoji="1" lang="en-US" altLang="ja-JP" sz="1600" b="0" kern="1200">
                        <a:solidFill>
                          <a:schemeClr val="dk1"/>
                        </a:solidFill>
                        <a:latin typeface="+mn-lt"/>
                        <a:ea typeface="+mn-ea"/>
                        <a:cs typeface="+mn-cs"/>
                      </a:endParaRPr>
                    </a:p>
                    <a:p>
                      <a:pPr algn="l"/>
                      <a:r>
                        <a:rPr kumimoji="1" lang="ja-JP" altLang="en-US" sz="1600" b="0" kern="1200">
                          <a:solidFill>
                            <a:schemeClr val="dk1"/>
                          </a:solidFill>
                          <a:latin typeface="+mn-lt"/>
                          <a:ea typeface="+mn-ea"/>
                          <a:cs typeface="+mn-cs"/>
                        </a:rPr>
                        <a:t>ドラム出荷関係の足回り連携はないので、伝票発行のような感じにで納品書・受領書を発行し、実績を連携する。</a:t>
                      </a:r>
                      <a:endParaRPr kumimoji="1" lang="en-US" altLang="ja-JP" sz="1600" b="0" kern="1200">
                        <a:solidFill>
                          <a:schemeClr val="dk1"/>
                        </a:solidFill>
                        <a:latin typeface="+mn-lt"/>
                        <a:ea typeface="+mn-ea"/>
                        <a:cs typeface="+mn-cs"/>
                      </a:endParaRPr>
                    </a:p>
                  </a:txBody>
                  <a:tcPr anchor="ctr"/>
                </a:tc>
                <a:tc>
                  <a:txBody>
                    <a:bodyPr/>
                    <a:lstStyle/>
                    <a:p>
                      <a:pPr algn="l"/>
                      <a:r>
                        <a:rPr kumimoji="1" lang="ja-JP" altLang="en-US" sz="1600" b="0" kern="1200">
                          <a:solidFill>
                            <a:schemeClr val="dk1"/>
                          </a:solidFill>
                          <a:latin typeface="+mn-lt"/>
                          <a:ea typeface="+mn-ea"/>
                          <a:cs typeface="+mn-cs"/>
                        </a:rPr>
                        <a:t>陸上システムに連携を行うに当たって新規データを</a:t>
                      </a:r>
                      <a:r>
                        <a:rPr kumimoji="1" lang="en-US" altLang="ja-JP" sz="1600" b="0" kern="1200">
                          <a:solidFill>
                            <a:schemeClr val="dk1"/>
                          </a:solidFill>
                          <a:latin typeface="+mn-lt"/>
                          <a:ea typeface="+mn-ea"/>
                          <a:cs typeface="+mn-cs"/>
                        </a:rPr>
                        <a:t>SAP</a:t>
                      </a:r>
                      <a:r>
                        <a:rPr kumimoji="1" lang="ja-JP" altLang="en-US" sz="1600" b="0" kern="1200">
                          <a:solidFill>
                            <a:schemeClr val="dk1"/>
                          </a:solidFill>
                          <a:latin typeface="+mn-lt"/>
                          <a:ea typeface="+mn-ea"/>
                          <a:cs typeface="+mn-cs"/>
                        </a:rPr>
                        <a:t>から受信しない想定。</a:t>
                      </a:r>
                      <a:endParaRPr kumimoji="1" lang="en-US" altLang="ja-JP" sz="1600" b="0" kern="1200">
                        <a:solidFill>
                          <a:schemeClr val="dk1"/>
                        </a:solidFill>
                        <a:latin typeface="+mn-lt"/>
                        <a:ea typeface="+mn-ea"/>
                        <a:cs typeface="+mn-cs"/>
                      </a:endParaRPr>
                    </a:p>
                    <a:p>
                      <a:pPr algn="l"/>
                      <a:r>
                        <a:rPr kumimoji="1" lang="ja-JP" altLang="en-US" sz="1600" b="0" kern="1200">
                          <a:solidFill>
                            <a:schemeClr val="dk1"/>
                          </a:solidFill>
                          <a:latin typeface="+mn-lt"/>
                          <a:ea typeface="+mn-ea"/>
                          <a:cs typeface="+mn-cs"/>
                        </a:rPr>
                        <a:t>予約送信と実績受信について</a:t>
                      </a:r>
                      <a:r>
                        <a:rPr kumimoji="1" lang="en-US" altLang="ja-JP" sz="1600" b="0" kern="1200">
                          <a:solidFill>
                            <a:schemeClr val="dk1"/>
                          </a:solidFill>
                          <a:latin typeface="+mn-lt"/>
                          <a:ea typeface="+mn-ea"/>
                          <a:cs typeface="+mn-cs"/>
                        </a:rPr>
                        <a:t>MEK</a:t>
                      </a:r>
                      <a:r>
                        <a:rPr kumimoji="1" lang="ja-JP" altLang="en-US" sz="1600" b="0" kern="1200">
                          <a:solidFill>
                            <a:schemeClr val="dk1"/>
                          </a:solidFill>
                          <a:latin typeface="+mn-lt"/>
                          <a:ea typeface="+mn-ea"/>
                          <a:cs typeface="+mn-cs"/>
                        </a:rPr>
                        <a:t>ローリーとは別になる想定。</a:t>
                      </a:r>
                    </a:p>
                  </a:txBody>
                  <a:tcPr anchor="ctr"/>
                </a:tc>
                <a:extLst>
                  <a:ext uri="{0D108BD9-81ED-4DB2-BD59-A6C34878D82A}">
                    <a16:rowId xmlns:a16="http://schemas.microsoft.com/office/drawing/2014/main" val="1105486315"/>
                  </a:ext>
                </a:extLst>
              </a:tr>
              <a:tr h="1230997">
                <a:tc>
                  <a:txBody>
                    <a:bodyPr/>
                    <a:lstStyle/>
                    <a:p>
                      <a:pPr algn="ctr"/>
                      <a:r>
                        <a:rPr kumimoji="1" lang="ja-JP" altLang="en-US" sz="2000" b="1">
                          <a:latin typeface="游ゴシック" panose="020B0400000000000000" pitchFamily="50" charset="-128"/>
                          <a:ea typeface="游ゴシック" panose="020B0400000000000000" pitchFamily="50" charset="-128"/>
                        </a:rPr>
                        <a:t>試験成績書</a:t>
                      </a:r>
                    </a:p>
                  </a:txBody>
                  <a:tcPr anchor="ctr">
                    <a:solidFill>
                      <a:schemeClr val="bg1">
                        <a:lumMod val="75000"/>
                      </a:schemeClr>
                    </a:solidFill>
                  </a:tcPr>
                </a:tc>
                <a:tc>
                  <a:txBody>
                    <a:bodyPr/>
                    <a:lstStyle/>
                    <a:p>
                      <a:pPr algn="l"/>
                      <a:r>
                        <a:rPr kumimoji="1" lang="ja-JP" altLang="en-US" sz="1600" b="0" kern="1200">
                          <a:solidFill>
                            <a:schemeClr val="dk1"/>
                          </a:solidFill>
                          <a:latin typeface="+mn-lt"/>
                          <a:ea typeface="+mn-ea"/>
                          <a:cs typeface="+mn-cs"/>
                        </a:rPr>
                        <a:t>各ローリー積込毎、ドラム出荷搬出毎に試験成績書を運転手さんにお渡ししている書類になり、現在は前営業日に他の「出荷予定表」、「詰品出荷作業（指図）報告書」、「指図書・納品書・受領書 伝票」と一緒に構内便で郵送しているので、今回併せてシステム化を検討したい。</a:t>
                      </a:r>
                      <a:endParaRPr kumimoji="1" lang="en-US" altLang="ja-JP" sz="1600" b="0" kern="1200">
                        <a:solidFill>
                          <a:schemeClr val="dk1"/>
                        </a:solidFill>
                        <a:latin typeface="+mn-lt"/>
                        <a:ea typeface="+mn-ea"/>
                        <a:cs typeface="+mn-cs"/>
                      </a:endParaRPr>
                    </a:p>
                  </a:txBody>
                  <a:tcPr anchor="ctr">
                    <a:solidFill>
                      <a:schemeClr val="bg1">
                        <a:lumMod val="75000"/>
                      </a:schemeClr>
                    </a:solidFill>
                  </a:tcPr>
                </a:tc>
                <a:tc>
                  <a:txBody>
                    <a:bodyPr/>
                    <a:lstStyle/>
                    <a:p>
                      <a:pPr algn="l"/>
                      <a:r>
                        <a:rPr lang="ja-JP" sz="1600" b="0" i="0" u="none" strike="noStrike" kern="1200" noProof="0">
                          <a:solidFill>
                            <a:srgbClr val="FF0000"/>
                          </a:solidFill>
                        </a:rPr>
                        <a:t>貴社都合によりSAPからの試験成績書出力を継続すること</a:t>
                      </a:r>
                      <a:r>
                        <a:rPr kumimoji="1" lang="ja-JP" sz="1600" b="0" i="0" u="none" strike="noStrike" kern="1200" noProof="0">
                          <a:solidFill>
                            <a:srgbClr val="FF0000"/>
                          </a:solidFill>
                        </a:rPr>
                        <a:t>となった</a:t>
                      </a:r>
                      <a:r>
                        <a:rPr lang="ja-JP" sz="1600" b="0" i="0" u="none" strike="noStrike" kern="1200" noProof="0">
                          <a:solidFill>
                            <a:srgbClr val="FF0000"/>
                          </a:solidFill>
                        </a:rPr>
                        <a:t>ため</a:t>
                      </a:r>
                      <a:r>
                        <a:rPr kumimoji="1" lang="ja-JP" sz="1600" b="0" i="0" u="none" strike="noStrike" kern="1200" noProof="0">
                          <a:solidFill>
                            <a:srgbClr val="FF0000"/>
                          </a:solidFill>
                        </a:rPr>
                        <a:t>、見積対象外とする。</a:t>
                      </a:r>
                      <a:endParaRPr kumimoji="1" lang="en-US" sz="1600" b="0" i="0" u="none" strike="noStrike" kern="1200" noProof="0">
                        <a:solidFill>
                          <a:srgbClr val="FF0000"/>
                        </a:solidFill>
                      </a:endParaRPr>
                    </a:p>
                  </a:txBody>
                  <a:tcPr anchor="ctr">
                    <a:solidFill>
                      <a:schemeClr val="bg1">
                        <a:lumMod val="75000"/>
                      </a:schemeClr>
                    </a:solidFill>
                  </a:tcPr>
                </a:tc>
                <a:extLst>
                  <a:ext uri="{0D108BD9-81ED-4DB2-BD59-A6C34878D82A}">
                    <a16:rowId xmlns:a16="http://schemas.microsoft.com/office/drawing/2014/main" val="3487687141"/>
                  </a:ext>
                </a:extLst>
              </a:tr>
            </a:tbl>
          </a:graphicData>
        </a:graphic>
      </p:graphicFrame>
    </p:spTree>
    <p:extLst>
      <p:ext uri="{BB962C8B-B14F-4D97-AF65-F5344CB8AC3E}">
        <p14:creationId xmlns:p14="http://schemas.microsoft.com/office/powerpoint/2010/main" val="366079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7778ED98-209C-C664-71D3-889296649F7F}"/>
              </a:ext>
            </a:extLst>
          </p:cNvPr>
          <p:cNvSpPr>
            <a:spLocks noGrp="1"/>
          </p:cNvSpPr>
          <p:nvPr>
            <p:ph type="dt" sz="half" idx="10"/>
          </p:nvPr>
        </p:nvSpPr>
        <p:spPr/>
        <p:txBody>
          <a:bodyPr/>
          <a:lstStyle/>
          <a:p>
            <a:r>
              <a:rPr lang="en-US" altLang="ja-JP" dirty="0" smtClean="0"/>
              <a:t>2025/3/24</a:t>
            </a:r>
            <a:endParaRPr lang="en-US" dirty="0"/>
          </a:p>
        </p:txBody>
      </p:sp>
      <p:graphicFrame>
        <p:nvGraphicFramePr>
          <p:cNvPr id="6" name="表 18">
            <a:extLst>
              <a:ext uri="{FF2B5EF4-FFF2-40B4-BE49-F238E27FC236}">
                <a16:creationId xmlns:a16="http://schemas.microsoft.com/office/drawing/2014/main" id="{25E6D85D-7AE4-EF50-E530-FBD7BDF82E77}"/>
              </a:ext>
            </a:extLst>
          </p:cNvPr>
          <p:cNvGraphicFramePr>
            <a:graphicFrameLocks noGrp="1"/>
          </p:cNvGraphicFramePr>
          <p:nvPr>
            <p:extLst>
              <p:ext uri="{D42A27DB-BD31-4B8C-83A1-F6EECF244321}">
                <p14:modId xmlns:p14="http://schemas.microsoft.com/office/powerpoint/2010/main" val="1721520737"/>
              </p:ext>
            </p:extLst>
          </p:nvPr>
        </p:nvGraphicFramePr>
        <p:xfrm>
          <a:off x="720000" y="988181"/>
          <a:ext cx="10832464" cy="3512597"/>
        </p:xfrm>
        <a:graphic>
          <a:graphicData uri="http://schemas.openxmlformats.org/drawingml/2006/table">
            <a:tbl>
              <a:tblPr firstRow="1" bandRow="1">
                <a:tableStyleId>{5C22544A-7EE6-4342-B048-85BDC9FD1C3A}</a:tableStyleId>
              </a:tblPr>
              <a:tblGrid>
                <a:gridCol w="1931239">
                  <a:extLst>
                    <a:ext uri="{9D8B030D-6E8A-4147-A177-3AD203B41FA5}">
                      <a16:colId xmlns:a16="http://schemas.microsoft.com/office/drawing/2014/main" val="1893805147"/>
                    </a:ext>
                  </a:extLst>
                </a:gridCol>
                <a:gridCol w="6109365">
                  <a:extLst>
                    <a:ext uri="{9D8B030D-6E8A-4147-A177-3AD203B41FA5}">
                      <a16:colId xmlns:a16="http://schemas.microsoft.com/office/drawing/2014/main" val="2599217872"/>
                    </a:ext>
                  </a:extLst>
                </a:gridCol>
                <a:gridCol w="2791860">
                  <a:extLst>
                    <a:ext uri="{9D8B030D-6E8A-4147-A177-3AD203B41FA5}">
                      <a16:colId xmlns:a16="http://schemas.microsoft.com/office/drawing/2014/main" val="1298738142"/>
                    </a:ext>
                  </a:extLst>
                </a:gridCol>
              </a:tblGrid>
              <a:tr h="543262">
                <a:tc>
                  <a:txBody>
                    <a:bodyPr/>
                    <a:lstStyle/>
                    <a:p>
                      <a:pPr algn="ctr"/>
                      <a:r>
                        <a:rPr kumimoji="1" lang="ja-JP" altLang="en-US" b="1">
                          <a:latin typeface="+mj-lt"/>
                        </a:rPr>
                        <a:t>業務名</a:t>
                      </a:r>
                    </a:p>
                  </a:txBody>
                  <a:tcPr anchor="ctr"/>
                </a:tc>
                <a:tc>
                  <a:txBody>
                    <a:bodyPr/>
                    <a:lstStyle/>
                    <a:p>
                      <a:pPr algn="ctr"/>
                      <a:r>
                        <a:rPr kumimoji="1" lang="ja-JP" altLang="en-US" b="1">
                          <a:latin typeface="+mj-lt"/>
                        </a:rPr>
                        <a:t>内容</a:t>
                      </a:r>
                    </a:p>
                  </a:txBody>
                  <a:tcPr anchor="ctr"/>
                </a:tc>
                <a:tc>
                  <a:txBody>
                    <a:bodyPr/>
                    <a:lstStyle/>
                    <a:p>
                      <a:pPr algn="ctr"/>
                      <a:r>
                        <a:rPr kumimoji="1" lang="ja-JP" altLang="en-US" sz="1800" b="1" kern="1200">
                          <a:solidFill>
                            <a:schemeClr val="lt1"/>
                          </a:solidFill>
                          <a:latin typeface="+mn-lt"/>
                          <a:ea typeface="+mn-ea"/>
                          <a:cs typeface="+mn-cs"/>
                        </a:rPr>
                        <a:t>見積前提事項等</a:t>
                      </a:r>
                    </a:p>
                  </a:txBody>
                  <a:tcPr anchor="ctr"/>
                </a:tc>
                <a:extLst>
                  <a:ext uri="{0D108BD9-81ED-4DB2-BD59-A6C34878D82A}">
                    <a16:rowId xmlns:a16="http://schemas.microsoft.com/office/drawing/2014/main" val="2182027198"/>
                  </a:ext>
                </a:extLst>
              </a:tr>
              <a:tr h="1414855">
                <a:tc>
                  <a:txBody>
                    <a:bodyPr/>
                    <a:lstStyle/>
                    <a:p>
                      <a:pPr algn="ctr"/>
                      <a:r>
                        <a:rPr kumimoji="1" lang="en-US" altLang="ja-JP" sz="2000" b="1">
                          <a:latin typeface="游ゴシック" panose="020B0400000000000000" pitchFamily="50" charset="-128"/>
                          <a:ea typeface="+mn-ea"/>
                        </a:rPr>
                        <a:t>L</a:t>
                      </a:r>
                      <a:r>
                        <a:rPr kumimoji="1" lang="ja-JP" altLang="en-US" sz="2000" b="1">
                          <a:latin typeface="游ゴシック" panose="020B0400000000000000" pitchFamily="50" charset="-128"/>
                          <a:ea typeface="+mn-ea"/>
                        </a:rPr>
                        <a:t>オーダーへ密度を反映</a:t>
                      </a:r>
                      <a:endParaRPr kumimoji="1" lang="ja-JP" altLang="en-US" sz="2000" b="1">
                        <a:latin typeface="游ゴシック" panose="020B0400000000000000" pitchFamily="50" charset="-128"/>
                        <a:ea typeface="游ゴシック" panose="020B0400000000000000" pitchFamily="50" charset="-128"/>
                      </a:endParaRPr>
                    </a:p>
                  </a:txBody>
                  <a:tcPr anchor="ctr">
                    <a:solidFill>
                      <a:schemeClr val="bg1">
                        <a:lumMod val="75000"/>
                      </a:schemeClr>
                    </a:solidFill>
                  </a:tcPr>
                </a:tc>
                <a:tc>
                  <a:txBody>
                    <a:bodyPr/>
                    <a:lstStyle/>
                    <a:p>
                      <a:r>
                        <a:rPr kumimoji="1" lang="ja-JP" altLang="en-US" sz="1600">
                          <a:solidFill>
                            <a:schemeClr val="tx1"/>
                          </a:solidFill>
                        </a:rPr>
                        <a:t>試験結果がヤード操業システムへ連携されるのであれば、試験結果の密度を</a:t>
                      </a:r>
                      <a:r>
                        <a:rPr kumimoji="1" lang="en-US" altLang="ja-JP" sz="1600">
                          <a:solidFill>
                            <a:schemeClr val="tx1"/>
                          </a:solidFill>
                        </a:rPr>
                        <a:t>L</a:t>
                      </a:r>
                      <a:r>
                        <a:rPr kumimoji="1" lang="ja-JP" altLang="en-US" sz="1600">
                          <a:solidFill>
                            <a:schemeClr val="tx1"/>
                          </a:solidFill>
                        </a:rPr>
                        <a:t>オーダーの密度に反映して欲しい</a:t>
                      </a:r>
                      <a:endParaRPr kumimoji="1" lang="en-US" altLang="ja-JP" sz="1600">
                        <a:solidFill>
                          <a:schemeClr val="tx1"/>
                        </a:solidFill>
                      </a:endParaRPr>
                    </a:p>
                  </a:txBody>
                  <a:tcPr anchor="ctr">
                    <a:solidFill>
                      <a:schemeClr val="bg1">
                        <a:lumMod val="75000"/>
                      </a:schemeClr>
                    </a:solidFill>
                  </a:tcPr>
                </a:tc>
                <a:tc>
                  <a:txBody>
                    <a:bodyPr/>
                    <a:lstStyle/>
                    <a:p>
                      <a:pPr algn="l"/>
                      <a:r>
                        <a:rPr lang="ja-JP" altLang="en-US" sz="1600" b="0" kern="1200">
                          <a:solidFill>
                            <a:srgbClr val="FF0000"/>
                          </a:solidFill>
                          <a:latin typeface="+mn-lt"/>
                          <a:ea typeface="+mn-ea"/>
                          <a:cs typeface="+mn-cs"/>
                        </a:rPr>
                        <a:t>SAPからの試験成績書データ受信がなくなり実現不可のため、見積対象外とする。</a:t>
                      </a:r>
                      <a:endParaRPr kumimoji="1" lang="ja-JP" altLang="en-US" sz="1600" b="0" kern="1200">
                        <a:solidFill>
                          <a:srgbClr val="FF0000"/>
                        </a:solidFill>
                        <a:latin typeface="+mn-lt"/>
                        <a:ea typeface="+mn-ea"/>
                        <a:cs typeface="+mn-cs"/>
                      </a:endParaRPr>
                    </a:p>
                  </a:txBody>
                  <a:tcPr anchor="ctr">
                    <a:solidFill>
                      <a:schemeClr val="bg1">
                        <a:lumMod val="75000"/>
                      </a:schemeClr>
                    </a:solidFill>
                  </a:tcPr>
                </a:tc>
                <a:extLst>
                  <a:ext uri="{0D108BD9-81ED-4DB2-BD59-A6C34878D82A}">
                    <a16:rowId xmlns:a16="http://schemas.microsoft.com/office/drawing/2014/main" val="959911932"/>
                  </a:ext>
                </a:extLst>
              </a:tr>
              <a:tr h="1230997">
                <a:tc>
                  <a:txBody>
                    <a:bodyPr/>
                    <a:lstStyle/>
                    <a:p>
                      <a:pPr algn="ctr"/>
                      <a:r>
                        <a:rPr kumimoji="1" lang="ja-JP" altLang="en-US" sz="2000" b="1">
                          <a:latin typeface="游ゴシック" panose="020B0400000000000000" pitchFamily="50" charset="-128"/>
                          <a:ea typeface="+mn-ea"/>
                        </a:rPr>
                        <a:t>潤滑油品ロット</a:t>
                      </a:r>
                      <a:r>
                        <a:rPr kumimoji="1" lang="en-US" altLang="ja-JP" sz="2000" b="1">
                          <a:latin typeface="游ゴシック" panose="020B0400000000000000" pitchFamily="50" charset="-128"/>
                          <a:ea typeface="+mn-ea"/>
                        </a:rPr>
                        <a:t>No</a:t>
                      </a:r>
                      <a:r>
                        <a:rPr kumimoji="1" lang="ja-JP" altLang="en-US" sz="2000" b="1">
                          <a:latin typeface="游ゴシック" panose="020B0400000000000000" pitchFamily="50" charset="-128"/>
                          <a:ea typeface="+mn-ea"/>
                        </a:rPr>
                        <a:t>紐づけ</a:t>
                      </a:r>
                      <a:endParaRPr kumimoji="1" lang="ja-JP" altLang="en-US" sz="2000" b="1">
                        <a:latin typeface="游ゴシック" panose="020B0400000000000000" pitchFamily="50" charset="-128"/>
                        <a:ea typeface="游ゴシック" panose="020B0400000000000000" pitchFamily="50" charset="-128"/>
                      </a:endParaRPr>
                    </a:p>
                  </a:txBody>
                  <a:tcPr anchor="ctr">
                    <a:solidFill>
                      <a:schemeClr val="bg1">
                        <a:lumMod val="75000"/>
                      </a:schemeClr>
                    </a:solidFill>
                  </a:tcPr>
                </a:tc>
                <a:tc>
                  <a:txBody>
                    <a:bodyPr/>
                    <a:lstStyle/>
                    <a:p>
                      <a:pPr algn="l"/>
                      <a:r>
                        <a:rPr kumimoji="1" lang="ja-JP" altLang="en-US" sz="1600" b="0" kern="1200">
                          <a:solidFill>
                            <a:schemeClr val="dk1"/>
                          </a:solidFill>
                          <a:latin typeface="+mn-lt"/>
                          <a:ea typeface="+mn-ea"/>
                          <a:cs typeface="+mn-cs"/>
                        </a:rPr>
                        <a:t>潤滑油品はロット</a:t>
                      </a:r>
                      <a:r>
                        <a:rPr kumimoji="1" lang="en-US" altLang="ja-JP" sz="1600" b="0" kern="1200">
                          <a:solidFill>
                            <a:schemeClr val="dk1"/>
                          </a:solidFill>
                          <a:latin typeface="+mn-lt"/>
                          <a:ea typeface="+mn-ea"/>
                          <a:cs typeface="+mn-cs"/>
                        </a:rPr>
                        <a:t>No</a:t>
                      </a:r>
                      <a:r>
                        <a:rPr kumimoji="1" lang="ja-JP" altLang="en-US" sz="1600" b="0" kern="1200">
                          <a:solidFill>
                            <a:schemeClr val="dk1"/>
                          </a:solidFill>
                          <a:latin typeface="+mn-lt"/>
                          <a:ea typeface="+mn-ea"/>
                          <a:cs typeface="+mn-cs"/>
                        </a:rPr>
                        <a:t>手入力となっているが、化学品と同様にタンク選択で紐づいたロット</a:t>
                      </a:r>
                      <a:r>
                        <a:rPr kumimoji="1" lang="en-US" altLang="ja-JP" sz="1600" b="0" kern="1200">
                          <a:solidFill>
                            <a:schemeClr val="dk1"/>
                          </a:solidFill>
                          <a:latin typeface="+mn-lt"/>
                          <a:ea typeface="+mn-ea"/>
                          <a:cs typeface="+mn-cs"/>
                        </a:rPr>
                        <a:t>No</a:t>
                      </a:r>
                      <a:r>
                        <a:rPr kumimoji="1" lang="ja-JP" altLang="en-US" sz="1600" b="0" kern="1200">
                          <a:solidFill>
                            <a:schemeClr val="dk1"/>
                          </a:solidFill>
                          <a:latin typeface="+mn-lt"/>
                          <a:ea typeface="+mn-ea"/>
                          <a:cs typeface="+mn-cs"/>
                        </a:rPr>
                        <a:t>をセットして欲しい</a:t>
                      </a:r>
                    </a:p>
                  </a:txBody>
                  <a:tcPr anchor="ctr">
                    <a:solidFill>
                      <a:schemeClr val="bg1">
                        <a:lumMod val="75000"/>
                      </a:schemeClr>
                    </a:solidFill>
                  </a:tcPr>
                </a:tc>
                <a:tc>
                  <a:txBody>
                    <a:bodyPr/>
                    <a:lstStyle/>
                    <a:p>
                      <a:pPr algn="l"/>
                      <a:r>
                        <a:rPr kumimoji="1" lang="ja-JP" altLang="en-US" sz="1600" b="0" kern="1200">
                          <a:solidFill>
                            <a:srgbClr val="FF0000"/>
                          </a:solidFill>
                          <a:latin typeface="+mn-lt"/>
                          <a:ea typeface="+mn-ea"/>
                          <a:cs typeface="+mn-cs"/>
                        </a:rPr>
                        <a:t>潤滑油品がどれにあたるか、ロット</a:t>
                      </a:r>
                      <a:r>
                        <a:rPr kumimoji="1" lang="en-US" altLang="ja-JP" sz="1600" b="0" kern="1200">
                          <a:solidFill>
                            <a:srgbClr val="FF0000"/>
                          </a:solidFill>
                          <a:latin typeface="+mn-lt"/>
                          <a:ea typeface="+mn-ea"/>
                          <a:cs typeface="+mn-cs"/>
                        </a:rPr>
                        <a:t>No</a:t>
                      </a:r>
                      <a:r>
                        <a:rPr kumimoji="1" lang="ja-JP" altLang="en-US" sz="1600" b="0" kern="1200">
                          <a:solidFill>
                            <a:srgbClr val="FF0000"/>
                          </a:solidFill>
                          <a:latin typeface="+mn-lt"/>
                          <a:ea typeface="+mn-ea"/>
                          <a:cs typeface="+mn-cs"/>
                        </a:rPr>
                        <a:t>とタンクの紐づけとなる元データがどこに存在しているか等不明な点が大きい為、本見積からは外しています。</a:t>
                      </a:r>
                      <a:endParaRPr kumimoji="1" lang="en-US" altLang="ja-JP" sz="1600" b="0" kern="1200">
                        <a:solidFill>
                          <a:srgbClr val="FF0000"/>
                        </a:solidFill>
                        <a:latin typeface="+mn-lt"/>
                        <a:ea typeface="+mn-ea"/>
                        <a:cs typeface="+mn-cs"/>
                      </a:endParaRPr>
                    </a:p>
                  </a:txBody>
                  <a:tcPr anchor="ctr">
                    <a:solidFill>
                      <a:schemeClr val="bg1">
                        <a:lumMod val="75000"/>
                      </a:schemeClr>
                    </a:solidFill>
                  </a:tcPr>
                </a:tc>
                <a:extLst>
                  <a:ext uri="{0D108BD9-81ED-4DB2-BD59-A6C34878D82A}">
                    <a16:rowId xmlns:a16="http://schemas.microsoft.com/office/drawing/2014/main" val="1105486315"/>
                  </a:ext>
                </a:extLst>
              </a:tr>
            </a:tbl>
          </a:graphicData>
        </a:graphic>
      </p:graphicFrame>
    </p:spTree>
    <p:extLst>
      <p:ext uri="{BB962C8B-B14F-4D97-AF65-F5344CB8AC3E}">
        <p14:creationId xmlns:p14="http://schemas.microsoft.com/office/powerpoint/2010/main" val="1166953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latin typeface="游明朝"/>
                <a:ea typeface="游ゴシック"/>
              </a:rPr>
              <a:t>３. </a:t>
            </a:r>
            <a:r>
              <a:rPr lang="ja-JP" altLang="en-US">
                <a:latin typeface="游明朝"/>
                <a:ea typeface="游明朝"/>
              </a:rPr>
              <a:t>システム構成（</a:t>
            </a:r>
            <a:r>
              <a:rPr lang="en-US" altLang="ja-JP">
                <a:latin typeface="游明朝"/>
                <a:ea typeface="游ゴシック"/>
              </a:rPr>
              <a:t>AsIs</a:t>
            </a:r>
            <a:r>
              <a:rPr lang="ja-JP" altLang="en-US">
                <a:latin typeface="游明朝"/>
                <a:ea typeface="游明朝"/>
              </a:rPr>
              <a:t>）</a:t>
            </a:r>
            <a:endParaRPr lang="ja-JP">
              <a:latin typeface="游明朝"/>
              <a:ea typeface="游明朝"/>
            </a:endParaRPr>
          </a:p>
        </p:txBody>
      </p:sp>
      <p:sp>
        <p:nvSpPr>
          <p:cNvPr id="3" name="日付プレースホルダー 2"/>
          <p:cNvSpPr>
            <a:spLocks noGrp="1"/>
          </p:cNvSpPr>
          <p:nvPr>
            <p:ph type="dt" sz="half" idx="10"/>
          </p:nvPr>
        </p:nvSpPr>
        <p:spPr/>
        <p:txBody>
          <a:bodyPr/>
          <a:lstStyle/>
          <a:p>
            <a:r>
              <a:rPr lang="en-US" altLang="ja-JP" dirty="0" smtClean="0"/>
              <a:t>2025/3/24</a:t>
            </a:r>
            <a:endParaRPr lang="en-US" dirty="0"/>
          </a:p>
        </p:txBody>
      </p:sp>
      <p:cxnSp>
        <p:nvCxnSpPr>
          <p:cNvPr id="175" name="直線コネクタ 174">
            <a:extLst>
              <a:ext uri="{FF2B5EF4-FFF2-40B4-BE49-F238E27FC236}">
                <a16:creationId xmlns:a16="http://schemas.microsoft.com/office/drawing/2014/main" id="{59C60D33-CA46-37C3-ED59-5E30FB04D35A}"/>
              </a:ext>
            </a:extLst>
          </p:cNvPr>
          <p:cNvCxnSpPr>
            <a:cxnSpLocks/>
          </p:cNvCxnSpPr>
          <p:nvPr/>
        </p:nvCxnSpPr>
        <p:spPr>
          <a:xfrm flipH="1">
            <a:off x="3012425" y="1368432"/>
            <a:ext cx="20238" cy="312635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6" name="直線コネクタ 175">
            <a:extLst>
              <a:ext uri="{FF2B5EF4-FFF2-40B4-BE49-F238E27FC236}">
                <a16:creationId xmlns:a16="http://schemas.microsoft.com/office/drawing/2014/main" id="{EB965147-C13D-FEC5-151D-01B0C015BA1F}"/>
              </a:ext>
            </a:extLst>
          </p:cNvPr>
          <p:cNvCxnSpPr>
            <a:cxnSpLocks/>
          </p:cNvCxnSpPr>
          <p:nvPr/>
        </p:nvCxnSpPr>
        <p:spPr>
          <a:xfrm>
            <a:off x="5241745"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77" name="図 17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1954" y="3029748"/>
            <a:ext cx="740571" cy="740571"/>
          </a:xfrm>
          <a:prstGeom prst="rect">
            <a:avLst/>
          </a:prstGeom>
        </p:spPr>
      </p:pic>
      <p:sp>
        <p:nvSpPr>
          <p:cNvPr id="178" name="テキスト ボックス 177"/>
          <p:cNvSpPr txBox="1"/>
          <p:nvPr/>
        </p:nvSpPr>
        <p:spPr>
          <a:xfrm>
            <a:off x="5756510" y="3914450"/>
            <a:ext cx="1980029"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徳山ヤード操業サーバ</a:t>
            </a:r>
            <a:endParaRPr lang="en-US" altLang="ja-JP" sz="1400">
              <a:solidFill>
                <a:prstClr val="black"/>
              </a:solidFill>
              <a:latin typeface="游ゴシック" panose="020B0400000000000000" pitchFamily="50" charset="-128"/>
              <a:ea typeface="游ゴシック" panose="020B0400000000000000" pitchFamily="50" charset="-128"/>
            </a:endParaRPr>
          </a:p>
        </p:txBody>
      </p:sp>
      <p:sp>
        <p:nvSpPr>
          <p:cNvPr id="179" name="テキスト ボックス 178"/>
          <p:cNvSpPr txBox="1"/>
          <p:nvPr/>
        </p:nvSpPr>
        <p:spPr>
          <a:xfrm>
            <a:off x="8321358" y="3920035"/>
            <a:ext cx="90762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連携</a:t>
            </a:r>
            <a:r>
              <a:rPr lang="en-US" altLang="ja-JP" sz="1400">
                <a:solidFill>
                  <a:prstClr val="black"/>
                </a:solidFill>
                <a:latin typeface="游ゴシック" panose="020B0400000000000000" pitchFamily="50" charset="-128"/>
                <a:ea typeface="游ゴシック" panose="020B0400000000000000" pitchFamily="50" charset="-128"/>
              </a:rPr>
              <a:t>NAS</a:t>
            </a:r>
            <a:endParaRPr lang="ja-JP" altLang="en-US" sz="1400">
              <a:solidFill>
                <a:prstClr val="black"/>
              </a:solidFill>
              <a:latin typeface="游ゴシック" panose="020B0400000000000000" pitchFamily="50" charset="-128"/>
              <a:ea typeface="游ゴシック" panose="020B0400000000000000" pitchFamily="50" charset="-128"/>
            </a:endParaRPr>
          </a:p>
        </p:txBody>
      </p:sp>
      <p:pic>
        <p:nvPicPr>
          <p:cNvPr id="180" name="図 179">
            <a:extLst>
              <a:ext uri="{FF2B5EF4-FFF2-40B4-BE49-F238E27FC236}">
                <a16:creationId xmlns:a16="http://schemas.microsoft.com/office/drawing/2014/main" id="{521DBA35-9B1E-3E66-8482-978A866E5B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9774" y="3029748"/>
            <a:ext cx="740571" cy="740571"/>
          </a:xfrm>
          <a:prstGeom prst="rect">
            <a:avLst/>
          </a:prstGeom>
        </p:spPr>
      </p:pic>
      <p:cxnSp>
        <p:nvCxnSpPr>
          <p:cNvPr id="181" name="直線矢印コネクタ 180">
            <a:extLst>
              <a:ext uri="{FF2B5EF4-FFF2-40B4-BE49-F238E27FC236}">
                <a16:creationId xmlns:a16="http://schemas.microsoft.com/office/drawing/2014/main" id="{1576BBEA-4A79-8CC0-6210-DA4B18715EC7}"/>
              </a:ext>
            </a:extLst>
          </p:cNvPr>
          <p:cNvCxnSpPr>
            <a:cxnSpLocks/>
            <a:stCxn id="180" idx="3"/>
            <a:endCxn id="177" idx="1"/>
          </p:cNvCxnSpPr>
          <p:nvPr/>
        </p:nvCxnSpPr>
        <p:spPr>
          <a:xfrm>
            <a:off x="4630345" y="3400034"/>
            <a:ext cx="161160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2" name="テキスト ボックス 181">
            <a:extLst>
              <a:ext uri="{FF2B5EF4-FFF2-40B4-BE49-F238E27FC236}">
                <a16:creationId xmlns:a16="http://schemas.microsoft.com/office/drawing/2014/main" id="{59273B7F-3FA5-FD00-280B-1BF7763A6F06}"/>
              </a:ext>
            </a:extLst>
          </p:cNvPr>
          <p:cNvSpPr txBox="1"/>
          <p:nvPr/>
        </p:nvSpPr>
        <p:spPr>
          <a:xfrm>
            <a:off x="4832186" y="3419938"/>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183" name="テキスト ボックス 182">
            <a:extLst>
              <a:ext uri="{FF2B5EF4-FFF2-40B4-BE49-F238E27FC236}">
                <a16:creationId xmlns:a16="http://schemas.microsoft.com/office/drawing/2014/main" id="{D1A0C3FB-A634-9752-3F64-A8117F5930B3}"/>
              </a:ext>
            </a:extLst>
          </p:cNvPr>
          <p:cNvSpPr txBox="1"/>
          <p:nvPr/>
        </p:nvSpPr>
        <p:spPr>
          <a:xfrm>
            <a:off x="3462049" y="3908187"/>
            <a:ext cx="173156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a:t>
            </a:r>
            <a:r>
              <a:rPr lang="en-US" altLang="ja-JP" sz="1400">
                <a:solidFill>
                  <a:prstClr val="black"/>
                </a:solidFill>
                <a:latin typeface="游ゴシック" panose="020B0400000000000000" pitchFamily="50" charset="-128"/>
                <a:ea typeface="游ゴシック" panose="020B0400000000000000" pitchFamily="50" charset="-128"/>
              </a:rPr>
              <a:t>L3.5GW</a:t>
            </a:r>
            <a:r>
              <a:rPr lang="ja-JP" altLang="en-US" sz="1400">
                <a:solidFill>
                  <a:prstClr val="black"/>
                </a:solidFill>
                <a:latin typeface="游ゴシック" panose="020B0400000000000000" pitchFamily="50" charset="-128"/>
                <a:ea typeface="游ゴシック" panose="020B0400000000000000" pitchFamily="50" charset="-128"/>
              </a:rPr>
              <a:t>サーバ</a:t>
            </a:r>
          </a:p>
        </p:txBody>
      </p:sp>
      <p:pic>
        <p:nvPicPr>
          <p:cNvPr id="184" name="図 183">
            <a:extLst>
              <a:ext uri="{FF2B5EF4-FFF2-40B4-BE49-F238E27FC236}">
                <a16:creationId xmlns:a16="http://schemas.microsoft.com/office/drawing/2014/main" id="{CD6AC080-9317-273F-60B7-CA127135AE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3029748"/>
            <a:ext cx="740571" cy="740571"/>
          </a:xfrm>
          <a:prstGeom prst="rect">
            <a:avLst/>
          </a:prstGeom>
        </p:spPr>
      </p:pic>
      <p:sp>
        <p:nvSpPr>
          <p:cNvPr id="185" name="テキスト ボックス 184">
            <a:extLst>
              <a:ext uri="{FF2B5EF4-FFF2-40B4-BE49-F238E27FC236}">
                <a16:creationId xmlns:a16="http://schemas.microsoft.com/office/drawing/2014/main" id="{08F76EB5-07DB-98D4-ADD0-3BED8620699C}"/>
              </a:ext>
            </a:extLst>
          </p:cNvPr>
          <p:cNvSpPr txBox="1"/>
          <p:nvPr/>
        </p:nvSpPr>
        <p:spPr>
          <a:xfrm>
            <a:off x="1924337" y="3787296"/>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陸上出荷</a:t>
            </a:r>
          </a:p>
        </p:txBody>
      </p:sp>
      <p:pic>
        <p:nvPicPr>
          <p:cNvPr id="186" name="図 185">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1704776"/>
            <a:ext cx="740571" cy="740571"/>
          </a:xfrm>
          <a:prstGeom prst="rect">
            <a:avLst/>
          </a:prstGeom>
        </p:spPr>
      </p:pic>
      <p:sp>
        <p:nvSpPr>
          <p:cNvPr id="187" name="テキスト ボックス 186">
            <a:extLst>
              <a:ext uri="{FF2B5EF4-FFF2-40B4-BE49-F238E27FC236}">
                <a16:creationId xmlns:a16="http://schemas.microsoft.com/office/drawing/2014/main" id="{8F5CF5B1-03B1-3A28-29A7-C737F6130890}"/>
              </a:ext>
            </a:extLst>
          </p:cNvPr>
          <p:cNvSpPr txBox="1"/>
          <p:nvPr/>
        </p:nvSpPr>
        <p:spPr>
          <a:xfrm>
            <a:off x="1924337" y="2425812"/>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運転管理</a:t>
            </a:r>
          </a:p>
        </p:txBody>
      </p:sp>
      <p:cxnSp>
        <p:nvCxnSpPr>
          <p:cNvPr id="188" name="カギ線コネクタ 63">
            <a:extLst>
              <a:ext uri="{FF2B5EF4-FFF2-40B4-BE49-F238E27FC236}">
                <a16:creationId xmlns:a16="http://schemas.microsoft.com/office/drawing/2014/main" id="{ACD1FA9C-63FB-8E6A-A91E-B7B6E5E8AA3D}"/>
              </a:ext>
            </a:extLst>
          </p:cNvPr>
          <p:cNvCxnSpPr>
            <a:cxnSpLocks/>
            <a:stCxn id="180" idx="0"/>
            <a:endCxn id="186" idx="3"/>
          </p:cNvCxnSpPr>
          <p:nvPr/>
        </p:nvCxnSpPr>
        <p:spPr>
          <a:xfrm rot="16200000" flipV="1">
            <a:off x="3024909" y="1794597"/>
            <a:ext cx="954686"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9" name="直線矢印コネクタ 188">
            <a:extLst>
              <a:ext uri="{FF2B5EF4-FFF2-40B4-BE49-F238E27FC236}">
                <a16:creationId xmlns:a16="http://schemas.microsoft.com/office/drawing/2014/main" id="{8B387FDB-441A-0658-5C19-A3D844D6BD31}"/>
              </a:ext>
            </a:extLst>
          </p:cNvPr>
          <p:cNvCxnSpPr>
            <a:cxnSpLocks/>
          </p:cNvCxnSpPr>
          <p:nvPr/>
        </p:nvCxnSpPr>
        <p:spPr>
          <a:xfrm>
            <a:off x="4630345" y="3302634"/>
            <a:ext cx="2116180" cy="0"/>
          </a:xfrm>
          <a:prstGeom prst="straightConnector1">
            <a:avLst/>
          </a:prstGeom>
          <a:ln>
            <a:solidFill>
              <a:schemeClr val="accent6"/>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0" name="直線矢印コネクタ 189">
            <a:extLst>
              <a:ext uri="{FF2B5EF4-FFF2-40B4-BE49-F238E27FC236}">
                <a16:creationId xmlns:a16="http://schemas.microsoft.com/office/drawing/2014/main" id="{4C397DBB-F55A-0439-B0AB-9C42DDC6ADAB}"/>
              </a:ext>
            </a:extLst>
          </p:cNvPr>
          <p:cNvCxnSpPr>
            <a:cxnSpLocks/>
            <a:stCxn id="184" idx="3"/>
            <a:endCxn id="180" idx="1"/>
          </p:cNvCxnSpPr>
          <p:nvPr/>
        </p:nvCxnSpPr>
        <p:spPr>
          <a:xfrm>
            <a:off x="2744444" y="3400034"/>
            <a:ext cx="1145330"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1" name="テキスト ボックス 190">
            <a:extLst>
              <a:ext uri="{FF2B5EF4-FFF2-40B4-BE49-F238E27FC236}">
                <a16:creationId xmlns:a16="http://schemas.microsoft.com/office/drawing/2014/main" id="{54820DE3-8AC0-1925-0E0B-96BEE9360047}"/>
              </a:ext>
            </a:extLst>
          </p:cNvPr>
          <p:cNvSpPr txBox="1"/>
          <p:nvPr/>
        </p:nvSpPr>
        <p:spPr>
          <a:xfrm>
            <a:off x="2781792" y="3402825"/>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92" name="直線矢印コネクタ 191">
            <a:extLst>
              <a:ext uri="{FF2B5EF4-FFF2-40B4-BE49-F238E27FC236}">
                <a16:creationId xmlns:a16="http://schemas.microsoft.com/office/drawing/2014/main" id="{6001787D-F734-861A-3DF7-988517640F48}"/>
              </a:ext>
            </a:extLst>
          </p:cNvPr>
          <p:cNvCxnSpPr>
            <a:cxnSpLocks/>
            <a:stCxn id="200" idx="3"/>
            <a:endCxn id="201" idx="1"/>
          </p:cNvCxnSpPr>
          <p:nvPr/>
        </p:nvCxnSpPr>
        <p:spPr>
          <a:xfrm>
            <a:off x="9145455" y="3400034"/>
            <a:ext cx="915263"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3" name="テキスト ボックス 192">
            <a:extLst>
              <a:ext uri="{FF2B5EF4-FFF2-40B4-BE49-F238E27FC236}">
                <a16:creationId xmlns:a16="http://schemas.microsoft.com/office/drawing/2014/main" id="{FE8FCBF2-E435-0A88-19B6-B175565E491E}"/>
              </a:ext>
            </a:extLst>
          </p:cNvPr>
          <p:cNvSpPr txBox="1"/>
          <p:nvPr/>
        </p:nvSpPr>
        <p:spPr>
          <a:xfrm>
            <a:off x="10059455" y="3920742"/>
            <a:ext cx="869149" cy="307777"/>
          </a:xfrm>
          <a:prstGeom prst="rect">
            <a:avLst/>
          </a:prstGeom>
          <a:noFill/>
        </p:spPr>
        <p:txBody>
          <a:bodyPr wrap="none" lIns="91440" tIns="45720" rIns="91440" bIns="45720" rtlCol="0" anchor="t">
            <a:spAutoFit/>
          </a:bodyPr>
          <a:lstStyle/>
          <a:p>
            <a:r>
              <a:rPr lang="en-US" altLang="ja-JP" sz="1400" err="1">
                <a:solidFill>
                  <a:prstClr val="black"/>
                </a:solidFill>
                <a:latin typeface="游ゴシック"/>
                <a:ea typeface="游ゴシック"/>
              </a:rPr>
              <a:t>OneSAP</a:t>
            </a:r>
            <a:endParaRPr lang="ja-JP" altLang="en-US" sz="1400" err="1">
              <a:solidFill>
                <a:prstClr val="black"/>
              </a:solidFill>
              <a:latin typeface="游ゴシック" panose="020B0400000000000000" pitchFamily="50" charset="-128"/>
              <a:ea typeface="游ゴシック" panose="020B0400000000000000" pitchFamily="50" charset="-128"/>
            </a:endParaRPr>
          </a:p>
        </p:txBody>
      </p:sp>
      <p:sp>
        <p:nvSpPr>
          <p:cNvPr id="194" name="テキスト ボックス 193">
            <a:extLst>
              <a:ext uri="{FF2B5EF4-FFF2-40B4-BE49-F238E27FC236}">
                <a16:creationId xmlns:a16="http://schemas.microsoft.com/office/drawing/2014/main" id="{78D34E09-F760-72A6-2C0F-F9083B9DA597}"/>
              </a:ext>
            </a:extLst>
          </p:cNvPr>
          <p:cNvSpPr txBox="1"/>
          <p:nvPr/>
        </p:nvSpPr>
        <p:spPr>
          <a:xfrm>
            <a:off x="5299416" y="1373380"/>
            <a:ext cx="5558186" cy="216000"/>
          </a:xfrm>
          <a:prstGeom prst="rect">
            <a:avLst/>
          </a:prstGeom>
          <a:solidFill>
            <a:schemeClr val="accent1">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L4</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95" name="テキスト ボックス 194">
            <a:extLst>
              <a:ext uri="{FF2B5EF4-FFF2-40B4-BE49-F238E27FC236}">
                <a16:creationId xmlns:a16="http://schemas.microsoft.com/office/drawing/2014/main" id="{59DAD679-73BD-B1F3-C098-2D6D8FBC950D}"/>
              </a:ext>
            </a:extLst>
          </p:cNvPr>
          <p:cNvSpPr txBox="1"/>
          <p:nvPr/>
        </p:nvSpPr>
        <p:spPr>
          <a:xfrm>
            <a:off x="3078465" y="1371412"/>
            <a:ext cx="2115115" cy="216000"/>
          </a:xfrm>
          <a:prstGeom prst="rect">
            <a:avLst/>
          </a:prstGeom>
          <a:solidFill>
            <a:schemeClr val="bg2">
              <a:lumMod val="9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L3.5</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96" name="テキスト ボックス 195">
            <a:extLst>
              <a:ext uri="{FF2B5EF4-FFF2-40B4-BE49-F238E27FC236}">
                <a16:creationId xmlns:a16="http://schemas.microsoft.com/office/drawing/2014/main" id="{EC542734-AC5B-33A7-9EE4-779A6ABF1EBA}"/>
              </a:ext>
            </a:extLst>
          </p:cNvPr>
          <p:cNvSpPr txBox="1"/>
          <p:nvPr/>
        </p:nvSpPr>
        <p:spPr>
          <a:xfrm>
            <a:off x="1186147" y="1371412"/>
            <a:ext cx="1789947" cy="216000"/>
          </a:xfrm>
          <a:prstGeom prst="rect">
            <a:avLst/>
          </a:prstGeom>
          <a:solidFill>
            <a:schemeClr val="accent3">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97" name="テキスト ボックス 196">
            <a:extLst>
              <a:ext uri="{FF2B5EF4-FFF2-40B4-BE49-F238E27FC236}">
                <a16:creationId xmlns:a16="http://schemas.microsoft.com/office/drawing/2014/main" id="{7606626C-C54F-4B77-828D-EB8E92F72486}"/>
              </a:ext>
            </a:extLst>
          </p:cNvPr>
          <p:cNvSpPr txBox="1"/>
          <p:nvPr/>
        </p:nvSpPr>
        <p:spPr>
          <a:xfrm>
            <a:off x="1186147" y="1053795"/>
            <a:ext cx="6577508" cy="307777"/>
          </a:xfrm>
          <a:prstGeom prst="rect">
            <a:avLst/>
          </a:prstGeom>
          <a:solidFill>
            <a:schemeClr val="accent2"/>
          </a:solidFill>
        </p:spPr>
        <p:txBody>
          <a:bodyPr wrap="square" lIns="91440" tIns="45720" rIns="91440" bIns="45720" rtlCol="0" anchor="ctr">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徳山事業所</a:t>
            </a:r>
          </a:p>
        </p:txBody>
      </p:sp>
      <p:sp>
        <p:nvSpPr>
          <p:cNvPr id="198" name="テキスト ボックス 197">
            <a:extLst>
              <a:ext uri="{FF2B5EF4-FFF2-40B4-BE49-F238E27FC236}">
                <a16:creationId xmlns:a16="http://schemas.microsoft.com/office/drawing/2014/main" id="{54820DE3-8AC0-1925-0E0B-96BEE9360047}"/>
              </a:ext>
            </a:extLst>
          </p:cNvPr>
          <p:cNvSpPr txBox="1"/>
          <p:nvPr/>
        </p:nvSpPr>
        <p:spPr>
          <a:xfrm>
            <a:off x="2781792" y="179595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99" name="直線矢印コネクタ 198">
            <a:extLst>
              <a:ext uri="{FF2B5EF4-FFF2-40B4-BE49-F238E27FC236}">
                <a16:creationId xmlns:a16="http://schemas.microsoft.com/office/drawing/2014/main" id="{1576BBEA-4A79-8CC0-6210-DA4B18715EC7}"/>
              </a:ext>
            </a:extLst>
          </p:cNvPr>
          <p:cNvCxnSpPr>
            <a:cxnSpLocks/>
            <a:stCxn id="177" idx="3"/>
            <a:endCxn id="200" idx="1"/>
          </p:cNvCxnSpPr>
          <p:nvPr/>
        </p:nvCxnSpPr>
        <p:spPr>
          <a:xfrm>
            <a:off x="6982525" y="3400034"/>
            <a:ext cx="142235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00" name="図 19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4884" y="3029748"/>
            <a:ext cx="740571" cy="740571"/>
          </a:xfrm>
          <a:prstGeom prst="rect">
            <a:avLst/>
          </a:prstGeom>
        </p:spPr>
      </p:pic>
      <p:pic>
        <p:nvPicPr>
          <p:cNvPr id="201" name="図 20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0718" y="3029748"/>
            <a:ext cx="740571" cy="740571"/>
          </a:xfrm>
          <a:prstGeom prst="rect">
            <a:avLst/>
          </a:prstGeom>
        </p:spPr>
      </p:pic>
      <p:sp>
        <p:nvSpPr>
          <p:cNvPr id="202" name="テキスト ボックス 201">
            <a:extLst>
              <a:ext uri="{FF2B5EF4-FFF2-40B4-BE49-F238E27FC236}">
                <a16:creationId xmlns:a16="http://schemas.microsoft.com/office/drawing/2014/main" id="{7606626C-C54F-4B77-828D-EB8E92F72486}"/>
              </a:ext>
            </a:extLst>
          </p:cNvPr>
          <p:cNvSpPr txBox="1"/>
          <p:nvPr/>
        </p:nvSpPr>
        <p:spPr>
          <a:xfrm>
            <a:off x="7763655" y="1053795"/>
            <a:ext cx="3093947" cy="307777"/>
          </a:xfrm>
          <a:prstGeom prst="rect">
            <a:avLst/>
          </a:prstGeom>
          <a:solidFill>
            <a:srgbClr val="FDEDDA"/>
          </a:solidFill>
        </p:spPr>
        <p:txBody>
          <a:bodyPr wrap="square" lIns="91440" tIns="45720" rIns="91440" bIns="45720" rtlCol="0" anchor="ctr">
            <a:spAutoFit/>
          </a:bodyPr>
          <a:lstStyle/>
          <a:p>
            <a:r>
              <a:rPr lang="ja-JP" altLang="en-US" sz="1400">
                <a:solidFill>
                  <a:prstClr val="black"/>
                </a:solidFill>
                <a:latin typeface="游ゴシック"/>
                <a:ea typeface="游ゴシック"/>
              </a:rPr>
              <a:t>館林</a:t>
            </a:r>
            <a:r>
              <a:rPr lang="en-US" altLang="ja-JP" sz="1400">
                <a:solidFill>
                  <a:prstClr val="black"/>
                </a:solidFill>
                <a:latin typeface="游ゴシック"/>
                <a:ea typeface="游ゴシック"/>
              </a:rPr>
              <a:t>DC</a:t>
            </a:r>
            <a:r>
              <a:rPr lang="ja-JP" altLang="en-US" sz="1400" err="1">
                <a:solidFill>
                  <a:prstClr val="black"/>
                </a:solidFill>
                <a:latin typeface="游ゴシック"/>
                <a:ea typeface="游ゴシック"/>
              </a:rPr>
              <a:t>、</a:t>
            </a:r>
            <a:r>
              <a:rPr lang="en-US" altLang="ja-JP" sz="1400">
                <a:solidFill>
                  <a:prstClr val="black"/>
                </a:solidFill>
                <a:latin typeface="游ゴシック"/>
                <a:ea typeface="游ゴシック"/>
              </a:rPr>
              <a:t>Azure</a:t>
            </a:r>
            <a:endParaRPr lang="ja-JP" altLang="en-US" sz="1400">
              <a:solidFill>
                <a:prstClr val="black"/>
              </a:solidFill>
              <a:latin typeface="游ゴシック" panose="020B0400000000000000" pitchFamily="50" charset="-128"/>
            </a:endParaRPr>
          </a:p>
        </p:txBody>
      </p:sp>
      <p:cxnSp>
        <p:nvCxnSpPr>
          <p:cNvPr id="203" name="直線コネクタ 202">
            <a:extLst>
              <a:ext uri="{FF2B5EF4-FFF2-40B4-BE49-F238E27FC236}">
                <a16:creationId xmlns:a16="http://schemas.microsoft.com/office/drawing/2014/main" id="{EB965147-C13D-FEC5-151D-01B0C015BA1F}"/>
              </a:ext>
            </a:extLst>
          </p:cNvPr>
          <p:cNvCxnSpPr>
            <a:cxnSpLocks/>
          </p:cNvCxnSpPr>
          <p:nvPr/>
        </p:nvCxnSpPr>
        <p:spPr>
          <a:xfrm>
            <a:off x="7760876"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204" name="テキスト ボックス 203"/>
          <p:cNvSpPr txBox="1"/>
          <p:nvPr/>
        </p:nvSpPr>
        <p:spPr>
          <a:xfrm>
            <a:off x="6827963" y="3419937"/>
            <a:ext cx="1800493" cy="307777"/>
          </a:xfrm>
          <a:prstGeom prst="rect">
            <a:avLst/>
          </a:prstGeom>
          <a:noFill/>
        </p:spPr>
        <p:txBody>
          <a:bodyPr wrap="none" rtlCol="0">
            <a:spAutoFit/>
          </a:bodyPr>
          <a:lstStyle/>
          <a:p>
            <a:r>
              <a:rPr lang="ja-JP" altLang="en-US" sz="1400">
                <a:solidFill>
                  <a:sysClr val="windowText" lastClr="000000"/>
                </a:solidFill>
                <a:latin typeface="游ゴシック" panose="020B0400000000000000" pitchFamily="50" charset="-128"/>
                <a:ea typeface="游ゴシック" panose="020B0400000000000000" pitchFamily="50" charset="-128"/>
              </a:rPr>
              <a:t>ファイル参照、配置</a:t>
            </a:r>
          </a:p>
        </p:txBody>
      </p:sp>
    </p:spTree>
    <p:extLst>
      <p:ext uri="{BB962C8B-B14F-4D97-AF65-F5344CB8AC3E}">
        <p14:creationId xmlns:p14="http://schemas.microsoft.com/office/powerpoint/2010/main" val="1914752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a:ea typeface="游明朝"/>
              </a:rPr>
              <a:t>３</a:t>
            </a:r>
            <a:r>
              <a:rPr lang="en-US" altLang="ja-JP">
                <a:latin typeface="游明朝"/>
                <a:ea typeface="游ゴシック"/>
              </a:rPr>
              <a:t>. </a:t>
            </a:r>
            <a:r>
              <a:rPr lang="ja-JP" altLang="en-US">
                <a:latin typeface="游明朝"/>
                <a:ea typeface="游明朝"/>
              </a:rPr>
              <a:t>システム構成（</a:t>
            </a:r>
            <a:r>
              <a:rPr lang="en-US" altLang="ja-JP">
                <a:latin typeface="游明朝"/>
                <a:ea typeface="游ゴシック"/>
              </a:rPr>
              <a:t>ToBe</a:t>
            </a:r>
            <a:r>
              <a:rPr lang="ja-JP" altLang="en-US">
                <a:latin typeface="游明朝"/>
                <a:ea typeface="游明朝"/>
              </a:rPr>
              <a:t>）</a:t>
            </a:r>
            <a:endParaRPr lang="ja-JP">
              <a:latin typeface="游明朝"/>
              <a:ea typeface="游明朝"/>
            </a:endParaRPr>
          </a:p>
        </p:txBody>
      </p:sp>
      <p:sp>
        <p:nvSpPr>
          <p:cNvPr id="3" name="日付プレースホルダー 2"/>
          <p:cNvSpPr>
            <a:spLocks noGrp="1"/>
          </p:cNvSpPr>
          <p:nvPr>
            <p:ph type="dt" sz="half" idx="10"/>
          </p:nvPr>
        </p:nvSpPr>
        <p:spPr/>
        <p:txBody>
          <a:bodyPr/>
          <a:lstStyle/>
          <a:p>
            <a:r>
              <a:rPr lang="en-US" altLang="ja-JP" dirty="0" smtClean="0"/>
              <a:t>2025/3/24</a:t>
            </a:r>
            <a:endParaRPr lang="en-US" dirty="0"/>
          </a:p>
        </p:txBody>
      </p:sp>
      <p:cxnSp>
        <p:nvCxnSpPr>
          <p:cNvPr id="113" name="直線コネクタ 112">
            <a:extLst>
              <a:ext uri="{FF2B5EF4-FFF2-40B4-BE49-F238E27FC236}">
                <a16:creationId xmlns:a16="http://schemas.microsoft.com/office/drawing/2014/main" id="{59C60D33-CA46-37C3-ED59-5E30FB04D35A}"/>
              </a:ext>
            </a:extLst>
          </p:cNvPr>
          <p:cNvCxnSpPr>
            <a:cxnSpLocks/>
          </p:cNvCxnSpPr>
          <p:nvPr/>
        </p:nvCxnSpPr>
        <p:spPr>
          <a:xfrm flipH="1">
            <a:off x="3012425" y="1368432"/>
            <a:ext cx="20238" cy="312635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EB965147-C13D-FEC5-151D-01B0C015BA1F}"/>
              </a:ext>
            </a:extLst>
          </p:cNvPr>
          <p:cNvCxnSpPr>
            <a:cxnSpLocks/>
          </p:cNvCxnSpPr>
          <p:nvPr/>
        </p:nvCxnSpPr>
        <p:spPr>
          <a:xfrm>
            <a:off x="5241745"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15" name="図 1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1954" y="3029748"/>
            <a:ext cx="740571" cy="740571"/>
          </a:xfrm>
          <a:prstGeom prst="rect">
            <a:avLst/>
          </a:prstGeom>
        </p:spPr>
      </p:pic>
      <p:sp>
        <p:nvSpPr>
          <p:cNvPr id="117" name="テキスト ボックス 116"/>
          <p:cNvSpPr txBox="1"/>
          <p:nvPr/>
        </p:nvSpPr>
        <p:spPr>
          <a:xfrm>
            <a:off x="5756510" y="3914450"/>
            <a:ext cx="1980029"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徳山ヤード操業サーバ</a:t>
            </a:r>
            <a:endParaRPr lang="en-US" altLang="ja-JP" sz="1400">
              <a:solidFill>
                <a:prstClr val="black"/>
              </a:solidFill>
              <a:latin typeface="游ゴシック" panose="020B0400000000000000" pitchFamily="50" charset="-128"/>
              <a:ea typeface="游ゴシック" panose="020B0400000000000000" pitchFamily="50" charset="-128"/>
            </a:endParaRPr>
          </a:p>
        </p:txBody>
      </p:sp>
      <p:sp>
        <p:nvSpPr>
          <p:cNvPr id="123" name="テキスト ボックス 122"/>
          <p:cNvSpPr txBox="1"/>
          <p:nvPr/>
        </p:nvSpPr>
        <p:spPr>
          <a:xfrm>
            <a:off x="8321358" y="3920035"/>
            <a:ext cx="90762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連携</a:t>
            </a:r>
            <a:r>
              <a:rPr lang="en-US" altLang="ja-JP" sz="1400">
                <a:solidFill>
                  <a:prstClr val="black"/>
                </a:solidFill>
                <a:latin typeface="游ゴシック" panose="020B0400000000000000" pitchFamily="50" charset="-128"/>
                <a:ea typeface="游ゴシック" panose="020B0400000000000000" pitchFamily="50" charset="-128"/>
              </a:rPr>
              <a:t>NAS</a:t>
            </a:r>
            <a:endParaRPr lang="ja-JP" altLang="en-US" sz="1400">
              <a:solidFill>
                <a:prstClr val="black"/>
              </a:solidFill>
              <a:latin typeface="游ゴシック" panose="020B0400000000000000" pitchFamily="50" charset="-128"/>
              <a:ea typeface="游ゴシック" panose="020B0400000000000000" pitchFamily="50" charset="-128"/>
            </a:endParaRPr>
          </a:p>
        </p:txBody>
      </p:sp>
      <p:pic>
        <p:nvPicPr>
          <p:cNvPr id="127" name="図 126">
            <a:extLst>
              <a:ext uri="{FF2B5EF4-FFF2-40B4-BE49-F238E27FC236}">
                <a16:creationId xmlns:a16="http://schemas.microsoft.com/office/drawing/2014/main" id="{521DBA35-9B1E-3E66-8482-978A866E5B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9774" y="3029748"/>
            <a:ext cx="740571" cy="740571"/>
          </a:xfrm>
          <a:prstGeom prst="rect">
            <a:avLst/>
          </a:prstGeom>
        </p:spPr>
      </p:pic>
      <p:cxnSp>
        <p:nvCxnSpPr>
          <p:cNvPr id="128" name="直線矢印コネクタ 127">
            <a:extLst>
              <a:ext uri="{FF2B5EF4-FFF2-40B4-BE49-F238E27FC236}">
                <a16:creationId xmlns:a16="http://schemas.microsoft.com/office/drawing/2014/main" id="{1576BBEA-4A79-8CC0-6210-DA4B18715EC7}"/>
              </a:ext>
            </a:extLst>
          </p:cNvPr>
          <p:cNvCxnSpPr>
            <a:cxnSpLocks/>
            <a:stCxn id="127" idx="3"/>
            <a:endCxn id="115" idx="1"/>
          </p:cNvCxnSpPr>
          <p:nvPr/>
        </p:nvCxnSpPr>
        <p:spPr>
          <a:xfrm>
            <a:off x="4630345" y="3400034"/>
            <a:ext cx="161160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9" name="テキスト ボックス 128">
            <a:extLst>
              <a:ext uri="{FF2B5EF4-FFF2-40B4-BE49-F238E27FC236}">
                <a16:creationId xmlns:a16="http://schemas.microsoft.com/office/drawing/2014/main" id="{59273B7F-3FA5-FD00-280B-1BF7763A6F06}"/>
              </a:ext>
            </a:extLst>
          </p:cNvPr>
          <p:cNvSpPr txBox="1"/>
          <p:nvPr/>
        </p:nvSpPr>
        <p:spPr>
          <a:xfrm>
            <a:off x="4832186" y="3419938"/>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130" name="テキスト ボックス 129">
            <a:extLst>
              <a:ext uri="{FF2B5EF4-FFF2-40B4-BE49-F238E27FC236}">
                <a16:creationId xmlns:a16="http://schemas.microsoft.com/office/drawing/2014/main" id="{D1A0C3FB-A634-9752-3F64-A8117F5930B3}"/>
              </a:ext>
            </a:extLst>
          </p:cNvPr>
          <p:cNvSpPr txBox="1"/>
          <p:nvPr/>
        </p:nvSpPr>
        <p:spPr>
          <a:xfrm>
            <a:off x="3462049" y="3908187"/>
            <a:ext cx="173156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a:t>
            </a:r>
            <a:r>
              <a:rPr lang="en-US" altLang="ja-JP" sz="1400">
                <a:solidFill>
                  <a:prstClr val="black"/>
                </a:solidFill>
                <a:latin typeface="游ゴシック" panose="020B0400000000000000" pitchFamily="50" charset="-128"/>
                <a:ea typeface="游ゴシック" panose="020B0400000000000000" pitchFamily="50" charset="-128"/>
              </a:rPr>
              <a:t>L3.5GW</a:t>
            </a:r>
            <a:r>
              <a:rPr lang="ja-JP" altLang="en-US" sz="1400">
                <a:solidFill>
                  <a:prstClr val="black"/>
                </a:solidFill>
                <a:latin typeface="游ゴシック" panose="020B0400000000000000" pitchFamily="50" charset="-128"/>
                <a:ea typeface="游ゴシック" panose="020B0400000000000000" pitchFamily="50" charset="-128"/>
              </a:rPr>
              <a:t>サーバ</a:t>
            </a:r>
          </a:p>
        </p:txBody>
      </p:sp>
      <p:pic>
        <p:nvPicPr>
          <p:cNvPr id="131" name="図 130">
            <a:extLst>
              <a:ext uri="{FF2B5EF4-FFF2-40B4-BE49-F238E27FC236}">
                <a16:creationId xmlns:a16="http://schemas.microsoft.com/office/drawing/2014/main" id="{CD6AC080-9317-273F-60B7-CA127135AE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3029748"/>
            <a:ext cx="740571" cy="740571"/>
          </a:xfrm>
          <a:prstGeom prst="rect">
            <a:avLst/>
          </a:prstGeom>
        </p:spPr>
      </p:pic>
      <p:sp>
        <p:nvSpPr>
          <p:cNvPr id="132" name="テキスト ボックス 131">
            <a:extLst>
              <a:ext uri="{FF2B5EF4-FFF2-40B4-BE49-F238E27FC236}">
                <a16:creationId xmlns:a16="http://schemas.microsoft.com/office/drawing/2014/main" id="{08F76EB5-07DB-98D4-ADD0-3BED8620699C}"/>
              </a:ext>
            </a:extLst>
          </p:cNvPr>
          <p:cNvSpPr txBox="1"/>
          <p:nvPr/>
        </p:nvSpPr>
        <p:spPr>
          <a:xfrm>
            <a:off x="1924337" y="3787296"/>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陸上出荷</a:t>
            </a:r>
          </a:p>
        </p:txBody>
      </p:sp>
      <p:pic>
        <p:nvPicPr>
          <p:cNvPr id="133" name="図 132">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1704776"/>
            <a:ext cx="740571" cy="740571"/>
          </a:xfrm>
          <a:prstGeom prst="rect">
            <a:avLst/>
          </a:prstGeom>
        </p:spPr>
      </p:pic>
      <p:sp>
        <p:nvSpPr>
          <p:cNvPr id="134" name="テキスト ボックス 133">
            <a:extLst>
              <a:ext uri="{FF2B5EF4-FFF2-40B4-BE49-F238E27FC236}">
                <a16:creationId xmlns:a16="http://schemas.microsoft.com/office/drawing/2014/main" id="{8F5CF5B1-03B1-3A28-29A7-C737F6130890}"/>
              </a:ext>
            </a:extLst>
          </p:cNvPr>
          <p:cNvSpPr txBox="1"/>
          <p:nvPr/>
        </p:nvSpPr>
        <p:spPr>
          <a:xfrm>
            <a:off x="1924337" y="2425812"/>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運転管理</a:t>
            </a:r>
          </a:p>
        </p:txBody>
      </p:sp>
      <p:cxnSp>
        <p:nvCxnSpPr>
          <p:cNvPr id="135" name="カギ線コネクタ 63">
            <a:extLst>
              <a:ext uri="{FF2B5EF4-FFF2-40B4-BE49-F238E27FC236}">
                <a16:creationId xmlns:a16="http://schemas.microsoft.com/office/drawing/2014/main" id="{ACD1FA9C-63FB-8E6A-A91E-B7B6E5E8AA3D}"/>
              </a:ext>
            </a:extLst>
          </p:cNvPr>
          <p:cNvCxnSpPr>
            <a:cxnSpLocks/>
            <a:stCxn id="127" idx="0"/>
            <a:endCxn id="133" idx="3"/>
          </p:cNvCxnSpPr>
          <p:nvPr/>
        </p:nvCxnSpPr>
        <p:spPr>
          <a:xfrm rot="16200000" flipV="1">
            <a:off x="3024909" y="1794597"/>
            <a:ext cx="954686"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6" name="直線矢印コネクタ 135">
            <a:extLst>
              <a:ext uri="{FF2B5EF4-FFF2-40B4-BE49-F238E27FC236}">
                <a16:creationId xmlns:a16="http://schemas.microsoft.com/office/drawing/2014/main" id="{8B387FDB-441A-0658-5C19-A3D844D6BD31}"/>
              </a:ext>
            </a:extLst>
          </p:cNvPr>
          <p:cNvCxnSpPr>
            <a:cxnSpLocks/>
          </p:cNvCxnSpPr>
          <p:nvPr/>
        </p:nvCxnSpPr>
        <p:spPr>
          <a:xfrm>
            <a:off x="4630345" y="3302634"/>
            <a:ext cx="2116180" cy="0"/>
          </a:xfrm>
          <a:prstGeom prst="straightConnector1">
            <a:avLst/>
          </a:prstGeom>
          <a:ln>
            <a:solidFill>
              <a:schemeClr val="accent6"/>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7" name="直線矢印コネクタ 136">
            <a:extLst>
              <a:ext uri="{FF2B5EF4-FFF2-40B4-BE49-F238E27FC236}">
                <a16:creationId xmlns:a16="http://schemas.microsoft.com/office/drawing/2014/main" id="{4C397DBB-F55A-0439-B0AB-9C42DDC6ADAB}"/>
              </a:ext>
            </a:extLst>
          </p:cNvPr>
          <p:cNvCxnSpPr>
            <a:cxnSpLocks/>
            <a:stCxn id="131" idx="3"/>
            <a:endCxn id="127" idx="1"/>
          </p:cNvCxnSpPr>
          <p:nvPr/>
        </p:nvCxnSpPr>
        <p:spPr>
          <a:xfrm>
            <a:off x="2744444" y="3400034"/>
            <a:ext cx="1145330"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8" name="テキスト ボックス 137">
            <a:extLst>
              <a:ext uri="{FF2B5EF4-FFF2-40B4-BE49-F238E27FC236}">
                <a16:creationId xmlns:a16="http://schemas.microsoft.com/office/drawing/2014/main" id="{54820DE3-8AC0-1925-0E0B-96BEE9360047}"/>
              </a:ext>
            </a:extLst>
          </p:cNvPr>
          <p:cNvSpPr txBox="1"/>
          <p:nvPr/>
        </p:nvSpPr>
        <p:spPr>
          <a:xfrm>
            <a:off x="2781792" y="3402825"/>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43" name="直線矢印コネクタ 142">
            <a:extLst>
              <a:ext uri="{FF2B5EF4-FFF2-40B4-BE49-F238E27FC236}">
                <a16:creationId xmlns:a16="http://schemas.microsoft.com/office/drawing/2014/main" id="{6001787D-F734-861A-3DF7-988517640F48}"/>
              </a:ext>
            </a:extLst>
          </p:cNvPr>
          <p:cNvCxnSpPr>
            <a:cxnSpLocks/>
            <a:stCxn id="159" idx="3"/>
            <a:endCxn id="160" idx="1"/>
          </p:cNvCxnSpPr>
          <p:nvPr/>
        </p:nvCxnSpPr>
        <p:spPr>
          <a:xfrm>
            <a:off x="9145455" y="3400034"/>
            <a:ext cx="915263"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4" name="テキスト ボックス 143">
            <a:extLst>
              <a:ext uri="{FF2B5EF4-FFF2-40B4-BE49-F238E27FC236}">
                <a16:creationId xmlns:a16="http://schemas.microsoft.com/office/drawing/2014/main" id="{FE8FCBF2-E435-0A88-19B6-B175565E491E}"/>
              </a:ext>
            </a:extLst>
          </p:cNvPr>
          <p:cNvSpPr txBox="1"/>
          <p:nvPr/>
        </p:nvSpPr>
        <p:spPr>
          <a:xfrm>
            <a:off x="10059455" y="3920742"/>
            <a:ext cx="869149" cy="307777"/>
          </a:xfrm>
          <a:prstGeom prst="rect">
            <a:avLst/>
          </a:prstGeom>
          <a:noFill/>
        </p:spPr>
        <p:txBody>
          <a:bodyPr wrap="none" lIns="91440" tIns="45720" rIns="91440" bIns="45720" rtlCol="0" anchor="t">
            <a:spAutoFit/>
          </a:bodyPr>
          <a:lstStyle/>
          <a:p>
            <a:r>
              <a:rPr lang="en-US" altLang="ja-JP" sz="1400" err="1">
                <a:solidFill>
                  <a:prstClr val="black"/>
                </a:solidFill>
                <a:latin typeface="游ゴシック"/>
                <a:ea typeface="游ゴシック"/>
              </a:rPr>
              <a:t>OneSAP</a:t>
            </a:r>
            <a:endParaRPr lang="ja-JP" altLang="en-US" sz="1400" err="1">
              <a:solidFill>
                <a:prstClr val="black"/>
              </a:solidFill>
              <a:latin typeface="游ゴシック" panose="020B0400000000000000" pitchFamily="50" charset="-128"/>
              <a:ea typeface="游ゴシック" panose="020B0400000000000000" pitchFamily="50" charset="-128"/>
            </a:endParaRPr>
          </a:p>
        </p:txBody>
      </p:sp>
      <p:sp>
        <p:nvSpPr>
          <p:cNvPr id="145" name="テキスト ボックス 144">
            <a:extLst>
              <a:ext uri="{FF2B5EF4-FFF2-40B4-BE49-F238E27FC236}">
                <a16:creationId xmlns:a16="http://schemas.microsoft.com/office/drawing/2014/main" id="{78D34E09-F760-72A6-2C0F-F9083B9DA597}"/>
              </a:ext>
            </a:extLst>
          </p:cNvPr>
          <p:cNvSpPr txBox="1"/>
          <p:nvPr/>
        </p:nvSpPr>
        <p:spPr>
          <a:xfrm>
            <a:off x="5299416" y="1373380"/>
            <a:ext cx="5558186" cy="216000"/>
          </a:xfrm>
          <a:prstGeom prst="rect">
            <a:avLst/>
          </a:prstGeom>
          <a:solidFill>
            <a:schemeClr val="accent1">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L4</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6" name="テキスト ボックス 145">
            <a:extLst>
              <a:ext uri="{FF2B5EF4-FFF2-40B4-BE49-F238E27FC236}">
                <a16:creationId xmlns:a16="http://schemas.microsoft.com/office/drawing/2014/main" id="{59DAD679-73BD-B1F3-C098-2D6D8FBC950D}"/>
              </a:ext>
            </a:extLst>
          </p:cNvPr>
          <p:cNvSpPr txBox="1"/>
          <p:nvPr/>
        </p:nvSpPr>
        <p:spPr>
          <a:xfrm>
            <a:off x="3078465" y="1371412"/>
            <a:ext cx="2115115" cy="216000"/>
          </a:xfrm>
          <a:prstGeom prst="rect">
            <a:avLst/>
          </a:prstGeom>
          <a:solidFill>
            <a:schemeClr val="bg2">
              <a:lumMod val="9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L3.5</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7" name="テキスト ボックス 146">
            <a:extLst>
              <a:ext uri="{FF2B5EF4-FFF2-40B4-BE49-F238E27FC236}">
                <a16:creationId xmlns:a16="http://schemas.microsoft.com/office/drawing/2014/main" id="{EC542734-AC5B-33A7-9EE4-779A6ABF1EBA}"/>
              </a:ext>
            </a:extLst>
          </p:cNvPr>
          <p:cNvSpPr txBox="1"/>
          <p:nvPr/>
        </p:nvSpPr>
        <p:spPr>
          <a:xfrm>
            <a:off x="1186147" y="1371412"/>
            <a:ext cx="1789947" cy="216000"/>
          </a:xfrm>
          <a:prstGeom prst="rect">
            <a:avLst/>
          </a:prstGeom>
          <a:solidFill>
            <a:schemeClr val="accent3">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51" name="テキスト ボックス 150">
            <a:extLst>
              <a:ext uri="{FF2B5EF4-FFF2-40B4-BE49-F238E27FC236}">
                <a16:creationId xmlns:a16="http://schemas.microsoft.com/office/drawing/2014/main" id="{7606626C-C54F-4B77-828D-EB8E92F72486}"/>
              </a:ext>
            </a:extLst>
          </p:cNvPr>
          <p:cNvSpPr txBox="1"/>
          <p:nvPr/>
        </p:nvSpPr>
        <p:spPr>
          <a:xfrm>
            <a:off x="1186147" y="1053795"/>
            <a:ext cx="6577508" cy="307777"/>
          </a:xfrm>
          <a:prstGeom prst="rect">
            <a:avLst/>
          </a:prstGeom>
          <a:solidFill>
            <a:schemeClr val="accent2"/>
          </a:solidFill>
        </p:spPr>
        <p:txBody>
          <a:bodyPr wrap="square" lIns="91440" tIns="45720" rIns="91440" bIns="45720" rtlCol="0" anchor="ctr">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徳山事業所</a:t>
            </a:r>
          </a:p>
        </p:txBody>
      </p:sp>
      <p:sp>
        <p:nvSpPr>
          <p:cNvPr id="153" name="テキスト ボックス 152">
            <a:extLst>
              <a:ext uri="{FF2B5EF4-FFF2-40B4-BE49-F238E27FC236}">
                <a16:creationId xmlns:a16="http://schemas.microsoft.com/office/drawing/2014/main" id="{54820DE3-8AC0-1925-0E0B-96BEE9360047}"/>
              </a:ext>
            </a:extLst>
          </p:cNvPr>
          <p:cNvSpPr txBox="1"/>
          <p:nvPr/>
        </p:nvSpPr>
        <p:spPr>
          <a:xfrm>
            <a:off x="2781792" y="179595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56" name="直線矢印コネクタ 155">
            <a:extLst>
              <a:ext uri="{FF2B5EF4-FFF2-40B4-BE49-F238E27FC236}">
                <a16:creationId xmlns:a16="http://schemas.microsoft.com/office/drawing/2014/main" id="{1576BBEA-4A79-8CC0-6210-DA4B18715EC7}"/>
              </a:ext>
            </a:extLst>
          </p:cNvPr>
          <p:cNvCxnSpPr>
            <a:cxnSpLocks/>
            <a:stCxn id="115" idx="3"/>
            <a:endCxn id="159" idx="1"/>
          </p:cNvCxnSpPr>
          <p:nvPr/>
        </p:nvCxnSpPr>
        <p:spPr>
          <a:xfrm>
            <a:off x="6982525" y="3400034"/>
            <a:ext cx="142235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59" name="図 15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4884" y="3029748"/>
            <a:ext cx="740571" cy="740571"/>
          </a:xfrm>
          <a:prstGeom prst="rect">
            <a:avLst/>
          </a:prstGeom>
        </p:spPr>
      </p:pic>
      <p:pic>
        <p:nvPicPr>
          <p:cNvPr id="160" name="図 15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0718" y="3029748"/>
            <a:ext cx="740571" cy="740571"/>
          </a:xfrm>
          <a:prstGeom prst="rect">
            <a:avLst/>
          </a:prstGeom>
        </p:spPr>
      </p:pic>
      <p:sp>
        <p:nvSpPr>
          <p:cNvPr id="170" name="テキスト ボックス 169">
            <a:extLst>
              <a:ext uri="{FF2B5EF4-FFF2-40B4-BE49-F238E27FC236}">
                <a16:creationId xmlns:a16="http://schemas.microsoft.com/office/drawing/2014/main" id="{7606626C-C54F-4B77-828D-EB8E92F72486}"/>
              </a:ext>
            </a:extLst>
          </p:cNvPr>
          <p:cNvSpPr txBox="1"/>
          <p:nvPr/>
        </p:nvSpPr>
        <p:spPr>
          <a:xfrm>
            <a:off x="7763655" y="1053795"/>
            <a:ext cx="3093947" cy="307777"/>
          </a:xfrm>
          <a:prstGeom prst="rect">
            <a:avLst/>
          </a:prstGeom>
          <a:solidFill>
            <a:srgbClr val="FDEDDA"/>
          </a:solidFill>
        </p:spPr>
        <p:txBody>
          <a:bodyPr wrap="square" lIns="91440" tIns="45720" rIns="91440" bIns="45720" rtlCol="0" anchor="ctr">
            <a:spAutoFit/>
          </a:bodyPr>
          <a:lstStyle/>
          <a:p>
            <a:r>
              <a:rPr lang="ja-JP" altLang="en-US" sz="1400">
                <a:solidFill>
                  <a:prstClr val="black"/>
                </a:solidFill>
                <a:latin typeface="游ゴシック"/>
                <a:ea typeface="游ゴシック"/>
              </a:rPr>
              <a:t>館林</a:t>
            </a:r>
            <a:r>
              <a:rPr lang="en-US" altLang="ja-JP" sz="1400">
                <a:solidFill>
                  <a:prstClr val="black"/>
                </a:solidFill>
                <a:latin typeface="游ゴシック"/>
                <a:ea typeface="游ゴシック"/>
              </a:rPr>
              <a:t>DC</a:t>
            </a:r>
            <a:r>
              <a:rPr lang="ja-JP" altLang="en-US" sz="1400" err="1">
                <a:solidFill>
                  <a:prstClr val="black"/>
                </a:solidFill>
                <a:latin typeface="游ゴシック"/>
                <a:ea typeface="游ゴシック"/>
              </a:rPr>
              <a:t>、</a:t>
            </a:r>
            <a:r>
              <a:rPr lang="en-US" altLang="ja-JP" sz="1400">
                <a:solidFill>
                  <a:prstClr val="black"/>
                </a:solidFill>
                <a:latin typeface="游ゴシック"/>
                <a:ea typeface="游ゴシック"/>
              </a:rPr>
              <a:t>Azure</a:t>
            </a:r>
            <a:endParaRPr lang="ja-JP" altLang="en-US" sz="1400">
              <a:solidFill>
                <a:prstClr val="black"/>
              </a:solidFill>
              <a:latin typeface="游ゴシック" panose="020B0400000000000000" pitchFamily="50" charset="-128"/>
            </a:endParaRPr>
          </a:p>
        </p:txBody>
      </p:sp>
      <p:cxnSp>
        <p:nvCxnSpPr>
          <p:cNvPr id="171" name="直線コネクタ 170">
            <a:extLst>
              <a:ext uri="{FF2B5EF4-FFF2-40B4-BE49-F238E27FC236}">
                <a16:creationId xmlns:a16="http://schemas.microsoft.com/office/drawing/2014/main" id="{EB965147-C13D-FEC5-151D-01B0C015BA1F}"/>
              </a:ext>
            </a:extLst>
          </p:cNvPr>
          <p:cNvCxnSpPr>
            <a:cxnSpLocks/>
          </p:cNvCxnSpPr>
          <p:nvPr/>
        </p:nvCxnSpPr>
        <p:spPr>
          <a:xfrm>
            <a:off x="7760876"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74" name="テキスト ボックス 173"/>
          <p:cNvSpPr txBox="1"/>
          <p:nvPr/>
        </p:nvSpPr>
        <p:spPr>
          <a:xfrm>
            <a:off x="6827963" y="3419937"/>
            <a:ext cx="1800493" cy="307777"/>
          </a:xfrm>
          <a:prstGeom prst="rect">
            <a:avLst/>
          </a:prstGeom>
          <a:noFill/>
        </p:spPr>
        <p:txBody>
          <a:bodyPr wrap="none" rtlCol="0">
            <a:spAutoFit/>
          </a:bodyPr>
          <a:lstStyle/>
          <a:p>
            <a:r>
              <a:rPr lang="ja-JP" altLang="en-US" sz="1400">
                <a:solidFill>
                  <a:sysClr val="windowText" lastClr="000000"/>
                </a:solidFill>
                <a:latin typeface="游ゴシック" panose="020B0400000000000000" pitchFamily="50" charset="-128"/>
                <a:ea typeface="游ゴシック" panose="020B0400000000000000" pitchFamily="50" charset="-128"/>
              </a:rPr>
              <a:t>ファイル参照、配置</a:t>
            </a:r>
          </a:p>
        </p:txBody>
      </p:sp>
      <p:pic>
        <p:nvPicPr>
          <p:cNvPr id="34" name="図 33">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4747812"/>
            <a:ext cx="740571" cy="740571"/>
          </a:xfrm>
          <a:prstGeom prst="rect">
            <a:avLst/>
          </a:prstGeom>
        </p:spPr>
      </p:pic>
      <p:sp>
        <p:nvSpPr>
          <p:cNvPr id="35" name="テキスト ボックス 34">
            <a:extLst>
              <a:ext uri="{FF2B5EF4-FFF2-40B4-BE49-F238E27FC236}">
                <a16:creationId xmlns:a16="http://schemas.microsoft.com/office/drawing/2014/main" id="{8F5CF5B1-03B1-3A28-29A7-C737F6130890}"/>
              </a:ext>
            </a:extLst>
          </p:cNvPr>
          <p:cNvSpPr txBox="1"/>
          <p:nvPr/>
        </p:nvSpPr>
        <p:spPr>
          <a:xfrm>
            <a:off x="1743216" y="5565077"/>
            <a:ext cx="126188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陸上システム</a:t>
            </a:r>
          </a:p>
        </p:txBody>
      </p:sp>
      <p:cxnSp>
        <p:nvCxnSpPr>
          <p:cNvPr id="36" name="カギ線コネクタ 63">
            <a:extLst>
              <a:ext uri="{FF2B5EF4-FFF2-40B4-BE49-F238E27FC236}">
                <a16:creationId xmlns:a16="http://schemas.microsoft.com/office/drawing/2014/main" id="{ACD1FA9C-63FB-8E6A-A91E-B7B6E5E8AA3D}"/>
              </a:ext>
            </a:extLst>
          </p:cNvPr>
          <p:cNvCxnSpPr>
            <a:cxnSpLocks/>
            <a:stCxn id="127" idx="2"/>
            <a:endCxn id="34" idx="3"/>
          </p:cNvCxnSpPr>
          <p:nvPr/>
        </p:nvCxnSpPr>
        <p:spPr>
          <a:xfrm rot="5400000">
            <a:off x="2828363" y="3686400"/>
            <a:ext cx="1347779"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54820DE3-8AC0-1925-0E0B-96BEE9360047}"/>
              </a:ext>
            </a:extLst>
          </p:cNvPr>
          <p:cNvSpPr txBox="1"/>
          <p:nvPr/>
        </p:nvSpPr>
        <p:spPr>
          <a:xfrm>
            <a:off x="2781792" y="481032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Tree>
    <p:extLst>
      <p:ext uri="{BB962C8B-B14F-4D97-AF65-F5344CB8AC3E}">
        <p14:creationId xmlns:p14="http://schemas.microsoft.com/office/powerpoint/2010/main" val="2849627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a:ea typeface="游明朝"/>
              </a:rPr>
              <a:t>３</a:t>
            </a:r>
            <a:r>
              <a:rPr lang="en-US" altLang="ja-JP">
                <a:latin typeface="游明朝"/>
                <a:ea typeface="游ゴシック"/>
              </a:rPr>
              <a:t>. </a:t>
            </a:r>
            <a:r>
              <a:rPr lang="ja-JP" altLang="en-US">
                <a:latin typeface="游明朝"/>
                <a:ea typeface="游明朝"/>
              </a:rPr>
              <a:t>システム構成（</a:t>
            </a:r>
            <a:r>
              <a:rPr lang="en-US" altLang="ja-JP">
                <a:latin typeface="游明朝"/>
                <a:ea typeface="游ゴシック"/>
              </a:rPr>
              <a:t>ToBe</a:t>
            </a:r>
            <a:r>
              <a:rPr lang="ja-JP" altLang="en-US">
                <a:latin typeface="游明朝"/>
                <a:ea typeface="游明朝"/>
              </a:rPr>
              <a:t>）：作業範囲</a:t>
            </a:r>
            <a:endParaRPr lang="ja-JP">
              <a:latin typeface="游明朝"/>
              <a:ea typeface="游明朝"/>
            </a:endParaRPr>
          </a:p>
        </p:txBody>
      </p:sp>
      <p:sp>
        <p:nvSpPr>
          <p:cNvPr id="3" name="日付プレースホルダー 2"/>
          <p:cNvSpPr>
            <a:spLocks noGrp="1"/>
          </p:cNvSpPr>
          <p:nvPr>
            <p:ph type="dt" sz="half" idx="10"/>
          </p:nvPr>
        </p:nvSpPr>
        <p:spPr/>
        <p:txBody>
          <a:bodyPr/>
          <a:lstStyle/>
          <a:p>
            <a:r>
              <a:rPr lang="en-US" altLang="ja-JP" dirty="0" smtClean="0"/>
              <a:t>2025/3/24</a:t>
            </a:r>
            <a:endParaRPr lang="en-US" dirty="0"/>
          </a:p>
        </p:txBody>
      </p:sp>
      <p:cxnSp>
        <p:nvCxnSpPr>
          <p:cNvPr id="113" name="直線コネクタ 112">
            <a:extLst>
              <a:ext uri="{FF2B5EF4-FFF2-40B4-BE49-F238E27FC236}">
                <a16:creationId xmlns:a16="http://schemas.microsoft.com/office/drawing/2014/main" id="{59C60D33-CA46-37C3-ED59-5E30FB04D35A}"/>
              </a:ext>
            </a:extLst>
          </p:cNvPr>
          <p:cNvCxnSpPr>
            <a:cxnSpLocks/>
          </p:cNvCxnSpPr>
          <p:nvPr/>
        </p:nvCxnSpPr>
        <p:spPr>
          <a:xfrm flipH="1">
            <a:off x="3012425" y="1368432"/>
            <a:ext cx="20238" cy="312635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EB965147-C13D-FEC5-151D-01B0C015BA1F}"/>
              </a:ext>
            </a:extLst>
          </p:cNvPr>
          <p:cNvCxnSpPr>
            <a:cxnSpLocks/>
          </p:cNvCxnSpPr>
          <p:nvPr/>
        </p:nvCxnSpPr>
        <p:spPr>
          <a:xfrm>
            <a:off x="5241745"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15" name="図 1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1954" y="3029748"/>
            <a:ext cx="740571" cy="740571"/>
          </a:xfrm>
          <a:prstGeom prst="rect">
            <a:avLst/>
          </a:prstGeom>
        </p:spPr>
      </p:pic>
      <p:sp>
        <p:nvSpPr>
          <p:cNvPr id="123" name="テキスト ボックス 122"/>
          <p:cNvSpPr txBox="1"/>
          <p:nvPr/>
        </p:nvSpPr>
        <p:spPr>
          <a:xfrm>
            <a:off x="8321358" y="3920035"/>
            <a:ext cx="90762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連携</a:t>
            </a:r>
            <a:r>
              <a:rPr lang="en-US" altLang="ja-JP" sz="1400">
                <a:solidFill>
                  <a:prstClr val="black"/>
                </a:solidFill>
                <a:latin typeface="游ゴシック" panose="020B0400000000000000" pitchFamily="50" charset="-128"/>
                <a:ea typeface="游ゴシック" panose="020B0400000000000000" pitchFamily="50" charset="-128"/>
              </a:rPr>
              <a:t>NAS</a:t>
            </a:r>
            <a:endParaRPr lang="ja-JP" altLang="en-US" sz="1400">
              <a:solidFill>
                <a:prstClr val="black"/>
              </a:solidFill>
              <a:latin typeface="游ゴシック" panose="020B0400000000000000" pitchFamily="50" charset="-128"/>
              <a:ea typeface="游ゴシック" panose="020B0400000000000000" pitchFamily="50" charset="-128"/>
            </a:endParaRPr>
          </a:p>
        </p:txBody>
      </p:sp>
      <p:pic>
        <p:nvPicPr>
          <p:cNvPr id="127" name="図 126">
            <a:extLst>
              <a:ext uri="{FF2B5EF4-FFF2-40B4-BE49-F238E27FC236}">
                <a16:creationId xmlns:a16="http://schemas.microsoft.com/office/drawing/2014/main" id="{521DBA35-9B1E-3E66-8482-978A866E5B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9774" y="3029748"/>
            <a:ext cx="740571" cy="740571"/>
          </a:xfrm>
          <a:prstGeom prst="rect">
            <a:avLst/>
          </a:prstGeom>
        </p:spPr>
      </p:pic>
      <p:cxnSp>
        <p:nvCxnSpPr>
          <p:cNvPr id="128" name="直線矢印コネクタ 127">
            <a:extLst>
              <a:ext uri="{FF2B5EF4-FFF2-40B4-BE49-F238E27FC236}">
                <a16:creationId xmlns:a16="http://schemas.microsoft.com/office/drawing/2014/main" id="{1576BBEA-4A79-8CC0-6210-DA4B18715EC7}"/>
              </a:ext>
            </a:extLst>
          </p:cNvPr>
          <p:cNvCxnSpPr>
            <a:cxnSpLocks/>
            <a:stCxn id="127" idx="3"/>
            <a:endCxn id="115" idx="1"/>
          </p:cNvCxnSpPr>
          <p:nvPr/>
        </p:nvCxnSpPr>
        <p:spPr>
          <a:xfrm>
            <a:off x="4630345" y="3400034"/>
            <a:ext cx="161160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9" name="テキスト ボックス 128">
            <a:extLst>
              <a:ext uri="{FF2B5EF4-FFF2-40B4-BE49-F238E27FC236}">
                <a16:creationId xmlns:a16="http://schemas.microsoft.com/office/drawing/2014/main" id="{59273B7F-3FA5-FD00-280B-1BF7763A6F06}"/>
              </a:ext>
            </a:extLst>
          </p:cNvPr>
          <p:cNvSpPr txBox="1"/>
          <p:nvPr/>
        </p:nvSpPr>
        <p:spPr>
          <a:xfrm>
            <a:off x="4832186" y="3419938"/>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130" name="テキスト ボックス 129">
            <a:extLst>
              <a:ext uri="{FF2B5EF4-FFF2-40B4-BE49-F238E27FC236}">
                <a16:creationId xmlns:a16="http://schemas.microsoft.com/office/drawing/2014/main" id="{D1A0C3FB-A634-9752-3F64-A8117F5930B3}"/>
              </a:ext>
            </a:extLst>
          </p:cNvPr>
          <p:cNvSpPr txBox="1"/>
          <p:nvPr/>
        </p:nvSpPr>
        <p:spPr>
          <a:xfrm>
            <a:off x="3462049" y="3908187"/>
            <a:ext cx="173156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a:t>
            </a:r>
            <a:r>
              <a:rPr lang="en-US" altLang="ja-JP" sz="1400">
                <a:solidFill>
                  <a:prstClr val="black"/>
                </a:solidFill>
                <a:latin typeface="游ゴシック" panose="020B0400000000000000" pitchFamily="50" charset="-128"/>
                <a:ea typeface="游ゴシック" panose="020B0400000000000000" pitchFamily="50" charset="-128"/>
              </a:rPr>
              <a:t>L3.5GW</a:t>
            </a:r>
            <a:r>
              <a:rPr lang="ja-JP" altLang="en-US" sz="1400">
                <a:solidFill>
                  <a:prstClr val="black"/>
                </a:solidFill>
                <a:latin typeface="游ゴシック" panose="020B0400000000000000" pitchFamily="50" charset="-128"/>
                <a:ea typeface="游ゴシック" panose="020B0400000000000000" pitchFamily="50" charset="-128"/>
              </a:rPr>
              <a:t>サーバ</a:t>
            </a:r>
          </a:p>
        </p:txBody>
      </p:sp>
      <p:pic>
        <p:nvPicPr>
          <p:cNvPr id="131" name="図 130">
            <a:extLst>
              <a:ext uri="{FF2B5EF4-FFF2-40B4-BE49-F238E27FC236}">
                <a16:creationId xmlns:a16="http://schemas.microsoft.com/office/drawing/2014/main" id="{CD6AC080-9317-273F-60B7-CA127135AE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3029748"/>
            <a:ext cx="740571" cy="740571"/>
          </a:xfrm>
          <a:prstGeom prst="rect">
            <a:avLst/>
          </a:prstGeom>
        </p:spPr>
      </p:pic>
      <p:sp>
        <p:nvSpPr>
          <p:cNvPr id="132" name="テキスト ボックス 131">
            <a:extLst>
              <a:ext uri="{FF2B5EF4-FFF2-40B4-BE49-F238E27FC236}">
                <a16:creationId xmlns:a16="http://schemas.microsoft.com/office/drawing/2014/main" id="{08F76EB5-07DB-98D4-ADD0-3BED8620699C}"/>
              </a:ext>
            </a:extLst>
          </p:cNvPr>
          <p:cNvSpPr txBox="1"/>
          <p:nvPr/>
        </p:nvSpPr>
        <p:spPr>
          <a:xfrm>
            <a:off x="1924337" y="3787296"/>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陸上出荷</a:t>
            </a:r>
          </a:p>
        </p:txBody>
      </p:sp>
      <p:pic>
        <p:nvPicPr>
          <p:cNvPr id="133" name="図 132">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1704776"/>
            <a:ext cx="740571" cy="740571"/>
          </a:xfrm>
          <a:prstGeom prst="rect">
            <a:avLst/>
          </a:prstGeom>
        </p:spPr>
      </p:pic>
      <p:sp>
        <p:nvSpPr>
          <p:cNvPr id="134" name="テキスト ボックス 133">
            <a:extLst>
              <a:ext uri="{FF2B5EF4-FFF2-40B4-BE49-F238E27FC236}">
                <a16:creationId xmlns:a16="http://schemas.microsoft.com/office/drawing/2014/main" id="{8F5CF5B1-03B1-3A28-29A7-C737F6130890}"/>
              </a:ext>
            </a:extLst>
          </p:cNvPr>
          <p:cNvSpPr txBox="1"/>
          <p:nvPr/>
        </p:nvSpPr>
        <p:spPr>
          <a:xfrm>
            <a:off x="1924337" y="2425812"/>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運転管理</a:t>
            </a:r>
          </a:p>
        </p:txBody>
      </p:sp>
      <p:cxnSp>
        <p:nvCxnSpPr>
          <p:cNvPr id="135" name="カギ線コネクタ 63">
            <a:extLst>
              <a:ext uri="{FF2B5EF4-FFF2-40B4-BE49-F238E27FC236}">
                <a16:creationId xmlns:a16="http://schemas.microsoft.com/office/drawing/2014/main" id="{ACD1FA9C-63FB-8E6A-A91E-B7B6E5E8AA3D}"/>
              </a:ext>
            </a:extLst>
          </p:cNvPr>
          <p:cNvCxnSpPr>
            <a:cxnSpLocks/>
            <a:stCxn id="127" idx="0"/>
            <a:endCxn id="133" idx="3"/>
          </p:cNvCxnSpPr>
          <p:nvPr/>
        </p:nvCxnSpPr>
        <p:spPr>
          <a:xfrm rot="16200000" flipV="1">
            <a:off x="3024909" y="1794597"/>
            <a:ext cx="954686"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7" name="直線矢印コネクタ 136">
            <a:extLst>
              <a:ext uri="{FF2B5EF4-FFF2-40B4-BE49-F238E27FC236}">
                <a16:creationId xmlns:a16="http://schemas.microsoft.com/office/drawing/2014/main" id="{4C397DBB-F55A-0439-B0AB-9C42DDC6ADAB}"/>
              </a:ext>
            </a:extLst>
          </p:cNvPr>
          <p:cNvCxnSpPr>
            <a:cxnSpLocks/>
            <a:stCxn id="131" idx="3"/>
            <a:endCxn id="127" idx="1"/>
          </p:cNvCxnSpPr>
          <p:nvPr/>
        </p:nvCxnSpPr>
        <p:spPr>
          <a:xfrm>
            <a:off x="2744444" y="3400034"/>
            <a:ext cx="1145330"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8" name="テキスト ボックス 137">
            <a:extLst>
              <a:ext uri="{FF2B5EF4-FFF2-40B4-BE49-F238E27FC236}">
                <a16:creationId xmlns:a16="http://schemas.microsoft.com/office/drawing/2014/main" id="{54820DE3-8AC0-1925-0E0B-96BEE9360047}"/>
              </a:ext>
            </a:extLst>
          </p:cNvPr>
          <p:cNvSpPr txBox="1"/>
          <p:nvPr/>
        </p:nvSpPr>
        <p:spPr>
          <a:xfrm>
            <a:off x="2781792" y="3402825"/>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43" name="直線矢印コネクタ 142">
            <a:extLst>
              <a:ext uri="{FF2B5EF4-FFF2-40B4-BE49-F238E27FC236}">
                <a16:creationId xmlns:a16="http://schemas.microsoft.com/office/drawing/2014/main" id="{6001787D-F734-861A-3DF7-988517640F48}"/>
              </a:ext>
            </a:extLst>
          </p:cNvPr>
          <p:cNvCxnSpPr>
            <a:cxnSpLocks/>
            <a:stCxn id="159" idx="3"/>
            <a:endCxn id="160" idx="1"/>
          </p:cNvCxnSpPr>
          <p:nvPr/>
        </p:nvCxnSpPr>
        <p:spPr>
          <a:xfrm>
            <a:off x="9145455" y="3400034"/>
            <a:ext cx="915263"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4" name="テキスト ボックス 143">
            <a:extLst>
              <a:ext uri="{FF2B5EF4-FFF2-40B4-BE49-F238E27FC236}">
                <a16:creationId xmlns:a16="http://schemas.microsoft.com/office/drawing/2014/main" id="{FE8FCBF2-E435-0A88-19B6-B175565E491E}"/>
              </a:ext>
            </a:extLst>
          </p:cNvPr>
          <p:cNvSpPr txBox="1"/>
          <p:nvPr/>
        </p:nvSpPr>
        <p:spPr>
          <a:xfrm>
            <a:off x="10059455" y="3920742"/>
            <a:ext cx="869149" cy="307777"/>
          </a:xfrm>
          <a:prstGeom prst="rect">
            <a:avLst/>
          </a:prstGeom>
          <a:noFill/>
        </p:spPr>
        <p:txBody>
          <a:bodyPr wrap="none" lIns="91440" tIns="45720" rIns="91440" bIns="45720" rtlCol="0" anchor="t">
            <a:spAutoFit/>
          </a:bodyPr>
          <a:lstStyle/>
          <a:p>
            <a:r>
              <a:rPr lang="en-US" altLang="ja-JP" sz="1400" err="1">
                <a:solidFill>
                  <a:prstClr val="black"/>
                </a:solidFill>
                <a:latin typeface="游ゴシック"/>
                <a:ea typeface="游ゴシック"/>
              </a:rPr>
              <a:t>OneSAP</a:t>
            </a:r>
            <a:endParaRPr lang="ja-JP" altLang="en-US" sz="1400" err="1">
              <a:solidFill>
                <a:prstClr val="black"/>
              </a:solidFill>
              <a:latin typeface="游ゴシック" panose="020B0400000000000000" pitchFamily="50" charset="-128"/>
              <a:ea typeface="游ゴシック" panose="020B0400000000000000" pitchFamily="50" charset="-128"/>
            </a:endParaRPr>
          </a:p>
        </p:txBody>
      </p:sp>
      <p:sp>
        <p:nvSpPr>
          <p:cNvPr id="145" name="テキスト ボックス 144">
            <a:extLst>
              <a:ext uri="{FF2B5EF4-FFF2-40B4-BE49-F238E27FC236}">
                <a16:creationId xmlns:a16="http://schemas.microsoft.com/office/drawing/2014/main" id="{78D34E09-F760-72A6-2C0F-F9083B9DA597}"/>
              </a:ext>
            </a:extLst>
          </p:cNvPr>
          <p:cNvSpPr txBox="1"/>
          <p:nvPr/>
        </p:nvSpPr>
        <p:spPr>
          <a:xfrm>
            <a:off x="5299416" y="1373380"/>
            <a:ext cx="5558186" cy="216000"/>
          </a:xfrm>
          <a:prstGeom prst="rect">
            <a:avLst/>
          </a:prstGeom>
          <a:solidFill>
            <a:schemeClr val="accent1">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L4</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6" name="テキスト ボックス 145">
            <a:extLst>
              <a:ext uri="{FF2B5EF4-FFF2-40B4-BE49-F238E27FC236}">
                <a16:creationId xmlns:a16="http://schemas.microsoft.com/office/drawing/2014/main" id="{59DAD679-73BD-B1F3-C098-2D6D8FBC950D}"/>
              </a:ext>
            </a:extLst>
          </p:cNvPr>
          <p:cNvSpPr txBox="1"/>
          <p:nvPr/>
        </p:nvSpPr>
        <p:spPr>
          <a:xfrm>
            <a:off x="3078465" y="1371412"/>
            <a:ext cx="2115115" cy="216000"/>
          </a:xfrm>
          <a:prstGeom prst="rect">
            <a:avLst/>
          </a:prstGeom>
          <a:solidFill>
            <a:schemeClr val="bg2">
              <a:lumMod val="9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L3.5</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7" name="テキスト ボックス 146">
            <a:extLst>
              <a:ext uri="{FF2B5EF4-FFF2-40B4-BE49-F238E27FC236}">
                <a16:creationId xmlns:a16="http://schemas.microsoft.com/office/drawing/2014/main" id="{EC542734-AC5B-33A7-9EE4-779A6ABF1EBA}"/>
              </a:ext>
            </a:extLst>
          </p:cNvPr>
          <p:cNvSpPr txBox="1"/>
          <p:nvPr/>
        </p:nvSpPr>
        <p:spPr>
          <a:xfrm>
            <a:off x="1186147" y="1371412"/>
            <a:ext cx="1789947" cy="216000"/>
          </a:xfrm>
          <a:prstGeom prst="rect">
            <a:avLst/>
          </a:prstGeom>
          <a:solidFill>
            <a:schemeClr val="accent3">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51" name="テキスト ボックス 150">
            <a:extLst>
              <a:ext uri="{FF2B5EF4-FFF2-40B4-BE49-F238E27FC236}">
                <a16:creationId xmlns:a16="http://schemas.microsoft.com/office/drawing/2014/main" id="{7606626C-C54F-4B77-828D-EB8E92F72486}"/>
              </a:ext>
            </a:extLst>
          </p:cNvPr>
          <p:cNvSpPr txBox="1"/>
          <p:nvPr/>
        </p:nvSpPr>
        <p:spPr>
          <a:xfrm>
            <a:off x="1186147" y="1053795"/>
            <a:ext cx="6577508" cy="307777"/>
          </a:xfrm>
          <a:prstGeom prst="rect">
            <a:avLst/>
          </a:prstGeom>
          <a:solidFill>
            <a:schemeClr val="accent2"/>
          </a:solidFill>
        </p:spPr>
        <p:txBody>
          <a:bodyPr wrap="square" lIns="91440" tIns="45720" rIns="91440" bIns="45720" rtlCol="0" anchor="ctr">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徳山事業所</a:t>
            </a:r>
          </a:p>
        </p:txBody>
      </p:sp>
      <p:sp>
        <p:nvSpPr>
          <p:cNvPr id="153" name="テキスト ボックス 152">
            <a:extLst>
              <a:ext uri="{FF2B5EF4-FFF2-40B4-BE49-F238E27FC236}">
                <a16:creationId xmlns:a16="http://schemas.microsoft.com/office/drawing/2014/main" id="{54820DE3-8AC0-1925-0E0B-96BEE9360047}"/>
              </a:ext>
            </a:extLst>
          </p:cNvPr>
          <p:cNvSpPr txBox="1"/>
          <p:nvPr/>
        </p:nvSpPr>
        <p:spPr>
          <a:xfrm>
            <a:off x="2781792" y="179595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56" name="直線矢印コネクタ 155">
            <a:extLst>
              <a:ext uri="{FF2B5EF4-FFF2-40B4-BE49-F238E27FC236}">
                <a16:creationId xmlns:a16="http://schemas.microsoft.com/office/drawing/2014/main" id="{1576BBEA-4A79-8CC0-6210-DA4B18715EC7}"/>
              </a:ext>
            </a:extLst>
          </p:cNvPr>
          <p:cNvCxnSpPr>
            <a:cxnSpLocks/>
            <a:stCxn id="115" idx="3"/>
            <a:endCxn id="159" idx="1"/>
          </p:cNvCxnSpPr>
          <p:nvPr/>
        </p:nvCxnSpPr>
        <p:spPr>
          <a:xfrm>
            <a:off x="6982525" y="3400034"/>
            <a:ext cx="142235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59" name="図 15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4884" y="3029748"/>
            <a:ext cx="740571" cy="740571"/>
          </a:xfrm>
          <a:prstGeom prst="rect">
            <a:avLst/>
          </a:prstGeom>
        </p:spPr>
      </p:pic>
      <p:pic>
        <p:nvPicPr>
          <p:cNvPr id="160" name="図 15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0718" y="3029748"/>
            <a:ext cx="740571" cy="740571"/>
          </a:xfrm>
          <a:prstGeom prst="rect">
            <a:avLst/>
          </a:prstGeom>
        </p:spPr>
      </p:pic>
      <p:sp>
        <p:nvSpPr>
          <p:cNvPr id="170" name="テキスト ボックス 169">
            <a:extLst>
              <a:ext uri="{FF2B5EF4-FFF2-40B4-BE49-F238E27FC236}">
                <a16:creationId xmlns:a16="http://schemas.microsoft.com/office/drawing/2014/main" id="{7606626C-C54F-4B77-828D-EB8E92F72486}"/>
              </a:ext>
            </a:extLst>
          </p:cNvPr>
          <p:cNvSpPr txBox="1"/>
          <p:nvPr/>
        </p:nvSpPr>
        <p:spPr>
          <a:xfrm>
            <a:off x="7763655" y="1053795"/>
            <a:ext cx="3093947" cy="307777"/>
          </a:xfrm>
          <a:prstGeom prst="rect">
            <a:avLst/>
          </a:prstGeom>
          <a:solidFill>
            <a:srgbClr val="FDEDDA"/>
          </a:solidFill>
        </p:spPr>
        <p:txBody>
          <a:bodyPr wrap="square" lIns="91440" tIns="45720" rIns="91440" bIns="45720" rtlCol="0" anchor="ctr">
            <a:spAutoFit/>
          </a:bodyPr>
          <a:lstStyle/>
          <a:p>
            <a:r>
              <a:rPr lang="ja-JP" altLang="en-US" sz="1400">
                <a:solidFill>
                  <a:prstClr val="black"/>
                </a:solidFill>
                <a:latin typeface="游ゴシック"/>
                <a:ea typeface="游ゴシック"/>
              </a:rPr>
              <a:t>館林</a:t>
            </a:r>
            <a:r>
              <a:rPr lang="en-US" altLang="ja-JP" sz="1400">
                <a:solidFill>
                  <a:prstClr val="black"/>
                </a:solidFill>
                <a:latin typeface="游ゴシック"/>
                <a:ea typeface="游ゴシック"/>
              </a:rPr>
              <a:t>DC</a:t>
            </a:r>
            <a:r>
              <a:rPr lang="ja-JP" altLang="en-US" sz="1400" err="1">
                <a:solidFill>
                  <a:prstClr val="black"/>
                </a:solidFill>
                <a:latin typeface="游ゴシック"/>
                <a:ea typeface="游ゴシック"/>
              </a:rPr>
              <a:t>、</a:t>
            </a:r>
            <a:r>
              <a:rPr lang="en-US" altLang="ja-JP" sz="1400">
                <a:solidFill>
                  <a:prstClr val="black"/>
                </a:solidFill>
                <a:latin typeface="游ゴシック"/>
                <a:ea typeface="游ゴシック"/>
              </a:rPr>
              <a:t>Azure</a:t>
            </a:r>
            <a:endParaRPr lang="ja-JP" altLang="en-US" sz="1400">
              <a:solidFill>
                <a:prstClr val="black"/>
              </a:solidFill>
              <a:latin typeface="游ゴシック" panose="020B0400000000000000" pitchFamily="50" charset="-128"/>
            </a:endParaRPr>
          </a:p>
        </p:txBody>
      </p:sp>
      <p:cxnSp>
        <p:nvCxnSpPr>
          <p:cNvPr id="171" name="直線コネクタ 170">
            <a:extLst>
              <a:ext uri="{FF2B5EF4-FFF2-40B4-BE49-F238E27FC236}">
                <a16:creationId xmlns:a16="http://schemas.microsoft.com/office/drawing/2014/main" id="{EB965147-C13D-FEC5-151D-01B0C015BA1F}"/>
              </a:ext>
            </a:extLst>
          </p:cNvPr>
          <p:cNvCxnSpPr>
            <a:cxnSpLocks/>
          </p:cNvCxnSpPr>
          <p:nvPr/>
        </p:nvCxnSpPr>
        <p:spPr>
          <a:xfrm>
            <a:off x="7760876"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74" name="テキスト ボックス 173"/>
          <p:cNvSpPr txBox="1"/>
          <p:nvPr/>
        </p:nvSpPr>
        <p:spPr>
          <a:xfrm>
            <a:off x="6827963" y="3419937"/>
            <a:ext cx="1800493" cy="307777"/>
          </a:xfrm>
          <a:prstGeom prst="rect">
            <a:avLst/>
          </a:prstGeom>
          <a:noFill/>
        </p:spPr>
        <p:txBody>
          <a:bodyPr wrap="none" rtlCol="0">
            <a:spAutoFit/>
          </a:bodyPr>
          <a:lstStyle/>
          <a:p>
            <a:r>
              <a:rPr lang="ja-JP" altLang="en-US" sz="1400">
                <a:solidFill>
                  <a:sysClr val="windowText" lastClr="000000"/>
                </a:solidFill>
                <a:latin typeface="游ゴシック" panose="020B0400000000000000" pitchFamily="50" charset="-128"/>
                <a:ea typeface="游ゴシック" panose="020B0400000000000000" pitchFamily="50" charset="-128"/>
              </a:rPr>
              <a:t>ファイル参照、配置</a:t>
            </a:r>
          </a:p>
        </p:txBody>
      </p:sp>
      <p:pic>
        <p:nvPicPr>
          <p:cNvPr id="34" name="図 33">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4747812"/>
            <a:ext cx="740571" cy="740571"/>
          </a:xfrm>
          <a:prstGeom prst="rect">
            <a:avLst/>
          </a:prstGeom>
        </p:spPr>
      </p:pic>
      <p:sp>
        <p:nvSpPr>
          <p:cNvPr id="35" name="テキスト ボックス 34">
            <a:extLst>
              <a:ext uri="{FF2B5EF4-FFF2-40B4-BE49-F238E27FC236}">
                <a16:creationId xmlns:a16="http://schemas.microsoft.com/office/drawing/2014/main" id="{8F5CF5B1-03B1-3A28-29A7-C737F6130890}"/>
              </a:ext>
            </a:extLst>
          </p:cNvPr>
          <p:cNvSpPr txBox="1"/>
          <p:nvPr/>
        </p:nvSpPr>
        <p:spPr>
          <a:xfrm>
            <a:off x="1743216" y="5565077"/>
            <a:ext cx="126188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陸上システム</a:t>
            </a:r>
          </a:p>
        </p:txBody>
      </p:sp>
      <p:cxnSp>
        <p:nvCxnSpPr>
          <p:cNvPr id="36" name="カギ線コネクタ 63">
            <a:extLst>
              <a:ext uri="{FF2B5EF4-FFF2-40B4-BE49-F238E27FC236}">
                <a16:creationId xmlns:a16="http://schemas.microsoft.com/office/drawing/2014/main" id="{ACD1FA9C-63FB-8E6A-A91E-B7B6E5E8AA3D}"/>
              </a:ext>
            </a:extLst>
          </p:cNvPr>
          <p:cNvCxnSpPr>
            <a:cxnSpLocks/>
            <a:stCxn id="127" idx="2"/>
            <a:endCxn id="34" idx="3"/>
          </p:cNvCxnSpPr>
          <p:nvPr/>
        </p:nvCxnSpPr>
        <p:spPr>
          <a:xfrm rot="5400000">
            <a:off x="2828363" y="3686400"/>
            <a:ext cx="1347779"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54820DE3-8AC0-1925-0E0B-96BEE9360047}"/>
              </a:ext>
            </a:extLst>
          </p:cNvPr>
          <p:cNvSpPr txBox="1"/>
          <p:nvPr/>
        </p:nvSpPr>
        <p:spPr>
          <a:xfrm>
            <a:off x="2781792" y="481032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40" name="吹き出し: 四角形 33">
            <a:extLst>
              <a:ext uri="{FF2B5EF4-FFF2-40B4-BE49-F238E27FC236}">
                <a16:creationId xmlns:a16="http://schemas.microsoft.com/office/drawing/2014/main" id="{F75F6588-C759-4827-0146-B95006E50CC5}"/>
              </a:ext>
            </a:extLst>
          </p:cNvPr>
          <p:cNvSpPr/>
          <p:nvPr/>
        </p:nvSpPr>
        <p:spPr>
          <a:xfrm>
            <a:off x="4920510" y="1869725"/>
            <a:ext cx="2352180" cy="1017996"/>
          </a:xfrm>
          <a:prstGeom prst="wedgeRectCallout">
            <a:avLst>
              <a:gd name="adj1" fmla="val -32695"/>
              <a:gd name="adj2" fmla="val 106021"/>
            </a:avLst>
          </a:prstGeom>
          <a:solidFill>
            <a:schemeClr val="bg1"/>
          </a:solidFill>
          <a:ln w="6350">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t"/>
          <a:lstStyle/>
          <a:p>
            <a:r>
              <a:rPr kumimoji="1" lang="ja-JP" altLang="en-US" sz="1000" b="1">
                <a:solidFill>
                  <a:srgbClr val="FF0000"/>
                </a:solidFill>
                <a:latin typeface="游ゴシック"/>
                <a:ea typeface="游ゴシック"/>
              </a:rPr>
              <a:t>以下連携を追加</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ローリージョブ予約送信処理</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ドラムジョブ予約送信処理</a:t>
            </a:r>
            <a:endParaRPr kumimoji="1"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ローリー実績受信</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ドラム実績受信</a:t>
            </a:r>
            <a:endParaRPr lang="ja-JP" altLang="en-US" sz="1000" b="1">
              <a:solidFill>
                <a:srgbClr val="FF0000"/>
              </a:solidFill>
              <a:latin typeface="游ゴシック"/>
              <a:ea typeface="游ゴシック"/>
            </a:endParaRPr>
          </a:p>
        </p:txBody>
      </p:sp>
      <p:sp>
        <p:nvSpPr>
          <p:cNvPr id="43" name="吹き出し: 四角形 33">
            <a:extLst>
              <a:ext uri="{FF2B5EF4-FFF2-40B4-BE49-F238E27FC236}">
                <a16:creationId xmlns:a16="http://schemas.microsoft.com/office/drawing/2014/main" id="{F75F6588-C759-4827-0146-B95006E50CC5}"/>
              </a:ext>
            </a:extLst>
          </p:cNvPr>
          <p:cNvSpPr/>
          <p:nvPr/>
        </p:nvSpPr>
        <p:spPr>
          <a:xfrm>
            <a:off x="6657110" y="4420133"/>
            <a:ext cx="2453322" cy="1050601"/>
          </a:xfrm>
          <a:prstGeom prst="wedgeRectCallout">
            <a:avLst>
              <a:gd name="adj1" fmla="val -47484"/>
              <a:gd name="adj2" fmla="val -120174"/>
            </a:avLst>
          </a:prstGeom>
          <a:solidFill>
            <a:schemeClr val="bg1"/>
          </a:solidFill>
          <a:ln w="6350">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t"/>
          <a:lstStyle/>
          <a:p>
            <a:r>
              <a:rPr kumimoji="1" lang="ja-JP" altLang="en-US" sz="1000" b="1" dirty="0">
                <a:solidFill>
                  <a:srgbClr val="FF0000"/>
                </a:solidFill>
                <a:latin typeface="游ゴシック"/>
                <a:ea typeface="游ゴシック"/>
              </a:rPr>
              <a:t>以下機能を追加</a:t>
            </a:r>
            <a:endParaRPr lang="en-US" altLang="ja-JP" sz="1000" b="1" dirty="0">
              <a:solidFill>
                <a:srgbClr val="FF0000"/>
              </a:solidFill>
              <a:latin typeface="游ゴシック"/>
              <a:ea typeface="游ゴシック"/>
            </a:endParaRPr>
          </a:p>
          <a:p>
            <a:r>
              <a:rPr kumimoji="1" lang="ja-JP" altLang="en-US" sz="1000" b="1" dirty="0" smtClean="0">
                <a:solidFill>
                  <a:srgbClr val="FF0000"/>
                </a:solidFill>
                <a:latin typeface="游ゴシック"/>
                <a:ea typeface="游ゴシック"/>
              </a:rPr>
              <a:t>・</a:t>
            </a:r>
            <a:r>
              <a:rPr kumimoji="1" lang="en-US" altLang="ja-JP" sz="1000" b="1" dirty="0">
                <a:solidFill>
                  <a:srgbClr val="FF0000"/>
                </a:solidFill>
                <a:latin typeface="游ゴシック"/>
                <a:ea typeface="游ゴシック"/>
              </a:rPr>
              <a:t>MEK</a:t>
            </a:r>
            <a:r>
              <a:rPr kumimoji="1" lang="ja-JP" altLang="en-US" sz="1000" b="1" dirty="0">
                <a:solidFill>
                  <a:srgbClr val="FF0000"/>
                </a:solidFill>
                <a:latin typeface="游ゴシック"/>
                <a:ea typeface="游ゴシック"/>
              </a:rPr>
              <a:t>ローリージョブ予約送信</a:t>
            </a:r>
            <a:endParaRPr lang="en-US" altLang="ja-JP" sz="1000" b="1" dirty="0">
              <a:solidFill>
                <a:srgbClr val="FF0000"/>
              </a:solidFill>
              <a:latin typeface="游ゴシック"/>
              <a:ea typeface="游ゴシック"/>
            </a:endParaRPr>
          </a:p>
          <a:p>
            <a:r>
              <a:rPr kumimoji="1" lang="ja-JP" altLang="en-US" sz="1000" b="1" dirty="0">
                <a:solidFill>
                  <a:srgbClr val="FF0000"/>
                </a:solidFill>
                <a:latin typeface="游ゴシック"/>
                <a:ea typeface="游ゴシック"/>
              </a:rPr>
              <a:t>・</a:t>
            </a:r>
            <a:r>
              <a:rPr kumimoji="1" lang="en-US" altLang="ja-JP" sz="1000" b="1" dirty="0">
                <a:solidFill>
                  <a:srgbClr val="FF0000"/>
                </a:solidFill>
                <a:latin typeface="游ゴシック"/>
                <a:ea typeface="游ゴシック"/>
              </a:rPr>
              <a:t>MEK</a:t>
            </a:r>
            <a:r>
              <a:rPr kumimoji="1" lang="ja-JP" altLang="en-US" sz="1000" b="1" dirty="0">
                <a:solidFill>
                  <a:srgbClr val="FF0000"/>
                </a:solidFill>
                <a:latin typeface="游ゴシック"/>
                <a:ea typeface="游ゴシック"/>
              </a:rPr>
              <a:t>ドラムジョブ予約送信</a:t>
            </a:r>
            <a:endParaRPr lang="en-US" altLang="ja-JP" sz="1000" b="1" dirty="0">
              <a:solidFill>
                <a:srgbClr val="FF0000"/>
              </a:solidFill>
              <a:latin typeface="游ゴシック"/>
              <a:ea typeface="游ゴシック"/>
            </a:endParaRPr>
          </a:p>
          <a:p>
            <a:r>
              <a:rPr kumimoji="1" lang="ja-JP" altLang="en-US" sz="1000" b="1" dirty="0">
                <a:solidFill>
                  <a:srgbClr val="FF0000"/>
                </a:solidFill>
                <a:latin typeface="游ゴシック"/>
                <a:ea typeface="游ゴシック"/>
              </a:rPr>
              <a:t>・連携監視</a:t>
            </a:r>
            <a:r>
              <a:rPr kumimoji="1" lang="en-US" altLang="ja-JP" sz="1000" b="1" dirty="0">
                <a:solidFill>
                  <a:srgbClr val="FF0000"/>
                </a:solidFill>
                <a:latin typeface="游ゴシック"/>
                <a:ea typeface="游ゴシック"/>
              </a:rPr>
              <a:t>(</a:t>
            </a:r>
            <a:r>
              <a:rPr kumimoji="1" lang="ja-JP" altLang="en-US" sz="1000" b="1" dirty="0">
                <a:solidFill>
                  <a:srgbClr val="FF0000"/>
                </a:solidFill>
                <a:latin typeface="游ゴシック"/>
                <a:ea typeface="游ゴシック"/>
              </a:rPr>
              <a:t>新規分</a:t>
            </a:r>
            <a:r>
              <a:rPr kumimoji="1" lang="en-US" altLang="ja-JP" sz="1000" b="1" dirty="0">
                <a:solidFill>
                  <a:srgbClr val="FF0000"/>
                </a:solidFill>
                <a:latin typeface="游ゴシック"/>
                <a:ea typeface="游ゴシック"/>
              </a:rPr>
              <a:t>)</a:t>
            </a:r>
            <a:endParaRPr lang="ja-JP" altLang="en-US" sz="1000" b="1" dirty="0">
              <a:solidFill>
                <a:srgbClr val="FF0000"/>
              </a:solidFill>
              <a:latin typeface="游ゴシック"/>
              <a:ea typeface="游ゴシック"/>
            </a:endParaRPr>
          </a:p>
        </p:txBody>
      </p:sp>
      <p:sp>
        <p:nvSpPr>
          <p:cNvPr id="117" name="テキスト ボックス 116"/>
          <p:cNvSpPr txBox="1"/>
          <p:nvPr/>
        </p:nvSpPr>
        <p:spPr>
          <a:xfrm>
            <a:off x="5756510" y="3914450"/>
            <a:ext cx="1980029"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徳山ヤード操業サーバ</a:t>
            </a:r>
            <a:endParaRPr lang="en-US" altLang="ja-JP" sz="1400">
              <a:solidFill>
                <a:prstClr val="black"/>
              </a:solidFill>
              <a:latin typeface="游ゴシック" panose="020B0400000000000000" pitchFamily="50" charset="-128"/>
              <a:ea typeface="游ゴシック" panose="020B0400000000000000" pitchFamily="50" charset="-128"/>
            </a:endParaRPr>
          </a:p>
        </p:txBody>
      </p:sp>
      <p:sp>
        <p:nvSpPr>
          <p:cNvPr id="42" name="吹き出し: 四角形 33">
            <a:extLst>
              <a:ext uri="{FF2B5EF4-FFF2-40B4-BE49-F238E27FC236}">
                <a16:creationId xmlns:a16="http://schemas.microsoft.com/office/drawing/2014/main" id="{F75F6588-C759-4827-0146-B95006E50CC5}"/>
              </a:ext>
            </a:extLst>
          </p:cNvPr>
          <p:cNvSpPr/>
          <p:nvPr/>
        </p:nvSpPr>
        <p:spPr>
          <a:xfrm>
            <a:off x="4167608" y="5298570"/>
            <a:ext cx="2352180" cy="1017996"/>
          </a:xfrm>
          <a:prstGeom prst="wedgeRectCallout">
            <a:avLst>
              <a:gd name="adj1" fmla="val -46640"/>
              <a:gd name="adj2" fmla="val -95105"/>
            </a:avLst>
          </a:prstGeom>
          <a:solidFill>
            <a:schemeClr val="bg1"/>
          </a:solidFill>
          <a:ln w="6350">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t"/>
          <a:lstStyle/>
          <a:p>
            <a:r>
              <a:rPr kumimoji="1" lang="ja-JP" altLang="en-US" sz="1000" b="1">
                <a:solidFill>
                  <a:srgbClr val="FF0000"/>
                </a:solidFill>
                <a:latin typeface="游ゴシック"/>
                <a:ea typeface="游ゴシック"/>
              </a:rPr>
              <a:t>以下連携を追加</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ローリージョブ予約送信処理</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ドラムジョブ予約送信処理</a:t>
            </a:r>
            <a:endParaRPr kumimoji="1"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ローリー実績受信</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ドラム実績受信</a:t>
            </a:r>
            <a:endParaRPr lang="ja-JP" altLang="en-US" sz="1000" b="1">
              <a:solidFill>
                <a:srgbClr val="FF0000"/>
              </a:solidFill>
              <a:latin typeface="游ゴシック"/>
              <a:ea typeface="游ゴシック"/>
            </a:endParaRPr>
          </a:p>
        </p:txBody>
      </p:sp>
    </p:spTree>
    <p:extLst>
      <p:ext uri="{BB962C8B-B14F-4D97-AF65-F5344CB8AC3E}">
        <p14:creationId xmlns:p14="http://schemas.microsoft.com/office/powerpoint/2010/main" val="2237363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４</a:t>
            </a:r>
            <a:r>
              <a:rPr kumimoji="1" lang="en-US" altLang="ja-JP">
                <a:latin typeface="游明朝"/>
                <a:ea typeface="游明朝"/>
              </a:rPr>
              <a:t>. </a:t>
            </a:r>
            <a:r>
              <a:rPr lang="ja-JP" altLang="en-US">
                <a:latin typeface="游明朝"/>
                <a:ea typeface="游明朝"/>
              </a:rPr>
              <a:t>対応内容</a:t>
            </a:r>
            <a:endParaRPr kumimoji="1" lang="ja-JP" altLang="en-US">
              <a:latin typeface="游明朝"/>
              <a:ea typeface="游明朝"/>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dirty="0" smtClean="0"/>
              <a:t>2025/3/24</a:t>
            </a:r>
            <a:endParaRPr lang="en-US" dirty="0"/>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922656286"/>
              </p:ext>
            </p:extLst>
          </p:nvPr>
        </p:nvGraphicFramePr>
        <p:xfrm>
          <a:off x="606000" y="852407"/>
          <a:ext cx="11030005" cy="3840270"/>
        </p:xfrm>
        <a:graphic>
          <a:graphicData uri="http://schemas.openxmlformats.org/drawingml/2006/table">
            <a:tbl>
              <a:tblPr firstRow="1" bandRow="1">
                <a:tableStyleId>{69012ECD-51FC-41F1-AA8D-1B2483CD663E}</a:tableStyleId>
              </a:tblPr>
              <a:tblGrid>
                <a:gridCol w="500997">
                  <a:extLst>
                    <a:ext uri="{9D8B030D-6E8A-4147-A177-3AD203B41FA5}">
                      <a16:colId xmlns:a16="http://schemas.microsoft.com/office/drawing/2014/main" val="820809534"/>
                    </a:ext>
                  </a:extLst>
                </a:gridCol>
                <a:gridCol w="2954513">
                  <a:extLst>
                    <a:ext uri="{9D8B030D-6E8A-4147-A177-3AD203B41FA5}">
                      <a16:colId xmlns:a16="http://schemas.microsoft.com/office/drawing/2014/main" val="2667349602"/>
                    </a:ext>
                  </a:extLst>
                </a:gridCol>
                <a:gridCol w="7574495">
                  <a:extLst>
                    <a:ext uri="{9D8B030D-6E8A-4147-A177-3AD203B41FA5}">
                      <a16:colId xmlns:a16="http://schemas.microsoft.com/office/drawing/2014/main" val="2117318705"/>
                    </a:ext>
                  </a:extLst>
                </a:gridCol>
              </a:tblGrid>
              <a:tr h="327828">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業務処理</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対応内容</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85407">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panose="020B0400000000000000" pitchFamily="50" charset="-128"/>
                          <a:ea typeface="+mn-ea"/>
                        </a:rPr>
                        <a:t>MEK</a:t>
                      </a:r>
                      <a:r>
                        <a:rPr kumimoji="1" lang="ja-JP" altLang="en-US" sz="1400">
                          <a:solidFill>
                            <a:schemeClr val="tx1"/>
                          </a:solidFill>
                          <a:latin typeface="游ゴシック" panose="020B0400000000000000" pitchFamily="50" charset="-128"/>
                          <a:ea typeface="+mn-ea"/>
                        </a:rPr>
                        <a:t>ローリー予約送信</a:t>
                      </a:r>
                      <a:endParaRPr kumimoji="1" lang="en-US" altLang="ja-JP" sz="140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a:ea typeface="游ゴシック"/>
                        </a:rPr>
                        <a:t>OWFT</a:t>
                      </a:r>
                      <a:r>
                        <a:rPr kumimoji="1" lang="ja-JP" altLang="en-US" sz="1400">
                          <a:solidFill>
                            <a:schemeClr val="tx1"/>
                          </a:solidFill>
                          <a:latin typeface="游ゴシック"/>
                          <a:ea typeface="游ゴシック"/>
                        </a:rPr>
                        <a:t>連携追加、画面設計修正追加、連携監視ジョブの追加、</a:t>
                      </a:r>
                    </a:p>
                    <a:p>
                      <a:pPr marL="0" indent="0">
                        <a:buFont typeface="Arial" pitchFamily="34" charset="0"/>
                        <a:buNone/>
                      </a:pPr>
                      <a:r>
                        <a:rPr kumimoji="1" lang="en-US" altLang="ja-JP" sz="1400">
                          <a:solidFill>
                            <a:schemeClr val="tx1"/>
                          </a:solidFill>
                          <a:latin typeface="游ゴシック" panose="020B0400000000000000" pitchFamily="50" charset="-128"/>
                          <a:ea typeface="+mn-ea"/>
                        </a:rPr>
                        <a:t>MEK</a:t>
                      </a:r>
                      <a:r>
                        <a:rPr kumimoji="1" lang="ja-JP" altLang="en-US" sz="1400">
                          <a:solidFill>
                            <a:schemeClr val="tx1"/>
                          </a:solidFill>
                          <a:latin typeface="游ゴシック" panose="020B0400000000000000" pitchFamily="50" charset="-128"/>
                          <a:ea typeface="+mn-ea"/>
                        </a:rPr>
                        <a:t>ローリーデータ</a:t>
                      </a:r>
                      <a:r>
                        <a:rPr kumimoji="1" lang="ja-JP" altLang="en-US" sz="1400">
                          <a:solidFill>
                            <a:schemeClr val="tx1"/>
                          </a:solidFill>
                          <a:latin typeface="游ゴシック"/>
                          <a:ea typeface="游ゴシック"/>
                        </a:rPr>
                        <a:t>送信処理の追加、送信用ボタン追加想定</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85407">
                <a:tc>
                  <a:txBody>
                    <a:bodyPr/>
                    <a:lstStyle/>
                    <a:p>
                      <a:pPr algn="ctr"/>
                      <a:r>
                        <a:rPr kumimoji="1" lang="en-US" altLang="ja-JP" sz="1400" kern="1200">
                          <a:solidFill>
                            <a:schemeClr val="dk1"/>
                          </a:solidFill>
                          <a:latin typeface="游ゴシック"/>
                          <a:ea typeface="游ゴシック"/>
                          <a:cs typeface="+mn-cs"/>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panose="020B0400000000000000" pitchFamily="50" charset="-128"/>
                          <a:ea typeface="+mn-ea"/>
                        </a:rPr>
                        <a:t>MEK</a:t>
                      </a:r>
                      <a:r>
                        <a:rPr kumimoji="1" lang="ja-JP" altLang="en-US" sz="1400">
                          <a:solidFill>
                            <a:schemeClr val="tx1"/>
                          </a:solidFill>
                          <a:latin typeface="游ゴシック" panose="020B0400000000000000" pitchFamily="50" charset="-128"/>
                          <a:ea typeface="+mn-ea"/>
                        </a:rPr>
                        <a:t>ローリー実績受信</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a:ea typeface="游ゴシック"/>
                        </a:rPr>
                        <a:t>OWFT</a:t>
                      </a:r>
                      <a:r>
                        <a:rPr kumimoji="1" lang="ja-JP" altLang="en-US" sz="1400">
                          <a:solidFill>
                            <a:schemeClr val="tx1"/>
                          </a:solidFill>
                          <a:latin typeface="游ゴシック"/>
                          <a:ea typeface="游ゴシック"/>
                        </a:rPr>
                        <a:t>連携追加</a:t>
                      </a:r>
                    </a:p>
                    <a:p>
                      <a:pPr marL="0" indent="0">
                        <a:buFont typeface="Arial" pitchFamily="34" charset="0"/>
                        <a:buNone/>
                      </a:pPr>
                      <a:r>
                        <a:rPr kumimoji="1" lang="en-US" altLang="ja-JP" sz="1400">
                          <a:solidFill>
                            <a:schemeClr val="tx1"/>
                          </a:solidFill>
                          <a:latin typeface="游ゴシック"/>
                          <a:ea typeface="游ゴシック"/>
                        </a:rPr>
                        <a:t>MEK</a:t>
                      </a:r>
                      <a:r>
                        <a:rPr kumimoji="1" lang="ja-JP" altLang="en-US" sz="1400">
                          <a:solidFill>
                            <a:schemeClr val="tx1"/>
                          </a:solidFill>
                          <a:latin typeface="游ゴシック"/>
                          <a:ea typeface="游ゴシック"/>
                        </a:rPr>
                        <a:t>ローリー実績連携データ取込処理追加</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623921"/>
                  </a:ext>
                </a:extLst>
              </a:tr>
              <a:tr h="585407">
                <a:tc>
                  <a:txBody>
                    <a:bodyPr/>
                    <a:lstStyle/>
                    <a:p>
                      <a:pPr algn="ctr"/>
                      <a:r>
                        <a:rPr kumimoji="1" lang="en-US" altLang="ja-JP" sz="1400" kern="1200">
                          <a:solidFill>
                            <a:schemeClr val="dk1"/>
                          </a:solidFill>
                          <a:latin typeface="游ゴシック"/>
                          <a:ea typeface="游ゴシック"/>
                          <a:cs typeface="+mn-cs"/>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MEK</a:t>
                      </a:r>
                      <a:r>
                        <a:rPr lang="ja-JP" altLang="en-US" sz="1400" b="0" i="0" u="none" strike="noStrike" noProof="0">
                          <a:solidFill>
                            <a:srgbClr val="323232"/>
                          </a:solidFill>
                          <a:latin typeface="游ゴシック"/>
                          <a:ea typeface="游ゴシック"/>
                        </a:rPr>
                        <a:t>ドラム出荷予約送信</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OWFT</a:t>
                      </a:r>
                      <a:r>
                        <a:rPr lang="ja-JP" altLang="en-US" sz="1400">
                          <a:solidFill>
                            <a:schemeClr val="tx1"/>
                          </a:solidFill>
                          <a:latin typeface="游ゴシック"/>
                          <a:ea typeface="游ゴシック"/>
                        </a:rPr>
                        <a:t>連携追加、画面設計修正追加、</a:t>
                      </a:r>
                      <a:r>
                        <a:rPr kumimoji="1" lang="ja-JP" altLang="en-US" sz="1400">
                          <a:solidFill>
                            <a:schemeClr val="tx1"/>
                          </a:solidFill>
                          <a:latin typeface="游ゴシック"/>
                          <a:ea typeface="游ゴシック"/>
                        </a:rPr>
                        <a:t>連携監視ジョブの追加、</a:t>
                      </a:r>
                      <a:endParaRPr lang="ja-JP" altLang="en-US"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b="0" i="0" u="none" strike="noStrike" noProof="0">
                          <a:solidFill>
                            <a:srgbClr val="323232"/>
                          </a:solidFill>
                          <a:latin typeface="游ゴシック"/>
                          <a:ea typeface="游ゴシック"/>
                        </a:rPr>
                        <a:t>MEK</a:t>
                      </a:r>
                      <a:r>
                        <a:rPr lang="ja-JP" altLang="en-US" sz="1400" b="0" i="0" u="none" strike="noStrike" noProof="0">
                          <a:solidFill>
                            <a:srgbClr val="323232"/>
                          </a:solidFill>
                          <a:latin typeface="游ゴシック"/>
                          <a:ea typeface="游ゴシック"/>
                        </a:rPr>
                        <a:t>ドラムデータ</a:t>
                      </a:r>
                      <a:r>
                        <a:rPr lang="ja-JP" altLang="en-US" sz="1400">
                          <a:solidFill>
                            <a:schemeClr val="tx1"/>
                          </a:solidFill>
                          <a:latin typeface="游ゴシック"/>
                          <a:ea typeface="游ゴシック"/>
                        </a:rPr>
                        <a:t>送信処理の追加、送信用ボタン追加想定</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85407">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MEK</a:t>
                      </a:r>
                      <a:r>
                        <a:rPr lang="ja-JP" altLang="en-US" sz="1400" b="0" i="0" u="none" strike="noStrike" noProof="0">
                          <a:solidFill>
                            <a:srgbClr val="323232"/>
                          </a:solidFill>
                          <a:latin typeface="游ゴシック"/>
                          <a:ea typeface="游ゴシック"/>
                        </a:rPr>
                        <a:t>ドラム出荷実績受信</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OWFT</a:t>
                      </a:r>
                      <a:r>
                        <a:rPr lang="ja-JP" altLang="en-US" sz="1400">
                          <a:solidFill>
                            <a:schemeClr val="tx1"/>
                          </a:solidFill>
                          <a:latin typeface="游ゴシック"/>
                          <a:ea typeface="游ゴシック"/>
                        </a:rPr>
                        <a:t>連携追加、</a:t>
                      </a:r>
                      <a:r>
                        <a:rPr lang="en-US" altLang="ja-JP" sz="1400">
                          <a:solidFill>
                            <a:schemeClr val="tx1"/>
                          </a:solidFill>
                          <a:latin typeface="游ゴシック"/>
                          <a:ea typeface="游ゴシック"/>
                        </a:rPr>
                        <a:t>MEK</a:t>
                      </a:r>
                      <a:r>
                        <a:rPr lang="ja-JP" altLang="en-US" sz="1400">
                          <a:solidFill>
                            <a:schemeClr val="tx1"/>
                          </a:solidFill>
                          <a:latin typeface="游ゴシック"/>
                          <a:ea typeface="游ゴシック"/>
                        </a:rPr>
                        <a:t>ドラム実績連携データ取込処理追加</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85407">
                <a:tc>
                  <a:txBody>
                    <a:bodyPr/>
                    <a:lstStyle/>
                    <a:p>
                      <a:pPr algn="ctr"/>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b="0" i="0" u="none" strike="noStrike" noProof="0">
                          <a:solidFill>
                            <a:srgbClr val="323232"/>
                          </a:solidFill>
                          <a:latin typeface="游ゴシック"/>
                          <a:ea typeface="游ゴシック"/>
                        </a:rPr>
                        <a:t>連携ファイルバックアップ</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バッチ設計書、</a:t>
                      </a:r>
                      <a:r>
                        <a:rPr lang="en-US" altLang="ja-JP" sz="1400">
                          <a:solidFill>
                            <a:schemeClr val="tx1"/>
                          </a:solidFill>
                          <a:latin typeface="游ゴシック"/>
                          <a:ea typeface="游ゴシック"/>
                        </a:rPr>
                        <a:t>PG</a:t>
                      </a:r>
                      <a:r>
                        <a:rPr lang="ja-JP" altLang="en-US" sz="1400">
                          <a:solidFill>
                            <a:schemeClr val="tx1"/>
                          </a:solidFill>
                          <a:latin typeface="游ゴシック"/>
                          <a:ea typeface="游ゴシック"/>
                        </a:rPr>
                        <a:t>修正</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r h="585407">
                <a:tc>
                  <a:txBody>
                    <a:bodyPr/>
                    <a:lstStyle/>
                    <a:p>
                      <a:pPr algn="ctr"/>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DB</a:t>
                      </a:r>
                      <a:r>
                        <a:rPr lang="ja-JP" altLang="en-US" sz="1400" b="0" i="0" u="none" strike="noStrike" noProof="0">
                          <a:solidFill>
                            <a:srgbClr val="323232"/>
                          </a:solidFill>
                          <a:latin typeface="游ゴシック"/>
                          <a:ea typeface="游ゴシック"/>
                        </a:rPr>
                        <a:t>修正</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テーブル</a:t>
                      </a:r>
                      <a:r>
                        <a:rPr lang="ja-JP" altLang="en-US" sz="1400" dirty="0" smtClean="0">
                          <a:solidFill>
                            <a:schemeClr val="tx1"/>
                          </a:solidFill>
                          <a:latin typeface="游ゴシック"/>
                          <a:ea typeface="游ゴシック"/>
                        </a:rPr>
                        <a:t>追加</a:t>
                      </a:r>
                      <a:endParaRPr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87133851"/>
                  </a:ext>
                </a:extLst>
              </a:tr>
            </a:tbl>
          </a:graphicData>
        </a:graphic>
      </p:graphicFrame>
    </p:spTree>
    <p:extLst>
      <p:ext uri="{BB962C8B-B14F-4D97-AF65-F5344CB8AC3E}">
        <p14:creationId xmlns:p14="http://schemas.microsoft.com/office/powerpoint/2010/main" val="3560606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en-US" altLang="ja-JP">
                <a:latin typeface="游明朝"/>
                <a:ea typeface="游明朝"/>
              </a:rPr>
              <a:t>５</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成果物</a:t>
            </a:r>
            <a:endParaRPr kumimoji="1" lang="ja-JP" altLang="en-US">
              <a:latin typeface="游明朝"/>
              <a:ea typeface="游明朝"/>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362386813"/>
              </p:ext>
            </p:extLst>
          </p:nvPr>
        </p:nvGraphicFramePr>
        <p:xfrm>
          <a:off x="606000" y="899278"/>
          <a:ext cx="11011199" cy="4665793"/>
        </p:xfrm>
        <a:graphic>
          <a:graphicData uri="http://schemas.openxmlformats.org/drawingml/2006/table">
            <a:tbl>
              <a:tblPr firstRow="1" bandRow="1">
                <a:tableStyleId>{69012ECD-51FC-41F1-AA8D-1B2483CD663E}</a:tableStyleId>
              </a:tblPr>
              <a:tblGrid>
                <a:gridCol w="692121">
                  <a:extLst>
                    <a:ext uri="{9D8B030D-6E8A-4147-A177-3AD203B41FA5}">
                      <a16:colId xmlns:a16="http://schemas.microsoft.com/office/drawing/2014/main" val="820809534"/>
                    </a:ext>
                  </a:extLst>
                </a:gridCol>
                <a:gridCol w="2204358">
                  <a:extLst>
                    <a:ext uri="{9D8B030D-6E8A-4147-A177-3AD203B41FA5}">
                      <a16:colId xmlns:a16="http://schemas.microsoft.com/office/drawing/2014/main" val="2667349602"/>
                    </a:ext>
                  </a:extLst>
                </a:gridCol>
                <a:gridCol w="8114720">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主な成果物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要件定義</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游ゴシック" panose="020B0400000000000000" pitchFamily="50" charset="-128"/>
                          <a:ea typeface="+mn-ea"/>
                        </a:rPr>
                        <a:t>SA-01:</a:t>
                      </a:r>
                      <a:r>
                        <a:rPr kumimoji="1" lang="ja-JP" altLang="en-US" sz="1400">
                          <a:latin typeface="游ゴシック" panose="020B0400000000000000" pitchFamily="50" charset="-128"/>
                          <a:ea typeface="+mn-ea"/>
                        </a:rPr>
                        <a:t>変更仕様書、</a:t>
                      </a:r>
                      <a:r>
                        <a:rPr kumimoji="1" lang="en-US" altLang="ja-JP" sz="1400">
                          <a:latin typeface="游ゴシック" panose="020B0400000000000000" pitchFamily="50" charset="-128"/>
                          <a:ea typeface="+mn-ea"/>
                        </a:rPr>
                        <a:t>SA-11:</a:t>
                      </a:r>
                      <a:r>
                        <a:rPr kumimoji="1" lang="ja-JP" altLang="en-US" sz="1400">
                          <a:latin typeface="游ゴシック" panose="020B0400000000000000" pitchFamily="50" charset="-128"/>
                          <a:ea typeface="+mn-ea"/>
                        </a:rPr>
                        <a:t>外部システムインターフェース概要</a:t>
                      </a:r>
                      <a:endParaRPr kumimoji="1" lang="en-US" altLang="ja-JP" sz="140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設計</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游ゴシック" panose="020B0400000000000000" pitchFamily="50" charset="-128"/>
                          <a:ea typeface="+mn-ea"/>
                        </a:rPr>
                        <a:t>UI-01 </a:t>
                      </a:r>
                      <a:r>
                        <a:rPr kumimoji="1" lang="ja-JP" altLang="en-US" sz="1400">
                          <a:latin typeface="游ゴシック" panose="020B0400000000000000" pitchFamily="50" charset="-128"/>
                          <a:ea typeface="+mn-ea"/>
                        </a:rPr>
                        <a:t>プロセス機能一覧、</a:t>
                      </a:r>
                      <a:r>
                        <a:rPr kumimoji="1" lang="en-US" altLang="ja-JP" sz="1400">
                          <a:latin typeface="游ゴシック" panose="020B0400000000000000" pitchFamily="50" charset="-128"/>
                          <a:ea typeface="+mn-ea"/>
                        </a:rPr>
                        <a:t>UI-03 </a:t>
                      </a:r>
                      <a:r>
                        <a:rPr kumimoji="1" lang="ja-JP" altLang="en-US" sz="1400">
                          <a:latin typeface="游ゴシック" panose="020B0400000000000000" pitchFamily="50" charset="-128"/>
                          <a:ea typeface="+mn-ea"/>
                        </a:rPr>
                        <a:t>プロセス仕様、</a:t>
                      </a:r>
                      <a:r>
                        <a:rPr kumimoji="1" lang="en-US" altLang="ja-JP" sz="1400">
                          <a:latin typeface="游ゴシック" panose="020B0400000000000000" pitchFamily="50" charset="-128"/>
                          <a:ea typeface="+mn-ea"/>
                        </a:rPr>
                        <a:t>UI-14:</a:t>
                      </a:r>
                      <a:r>
                        <a:rPr kumimoji="1" lang="ja-JP" altLang="en-US" sz="1400">
                          <a:latin typeface="游ゴシック" panose="020B0400000000000000" pitchFamily="50" charset="-128"/>
                          <a:ea typeface="+mn-ea"/>
                        </a:rPr>
                        <a:t>外部システムインターフェース一覧、</a:t>
                      </a:r>
                      <a:endParaRPr kumimoji="1" lang="en-US" altLang="ja-JP" sz="1400">
                        <a:latin typeface="游ゴシック" panose="020B0400000000000000" pitchFamily="50" charset="-128"/>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游ゴシック" panose="020B0400000000000000" pitchFamily="50" charset="-128"/>
                          <a:ea typeface="+mn-ea"/>
                        </a:rPr>
                        <a:t>UI-15:</a:t>
                      </a:r>
                      <a:r>
                        <a:rPr kumimoji="1" lang="ja-JP" altLang="en-US" sz="1400">
                          <a:latin typeface="游ゴシック" panose="020B0400000000000000" pitchFamily="50" charset="-128"/>
                          <a:ea typeface="+mn-ea"/>
                        </a:rPr>
                        <a:t>外部システムインターフェース定義、</a:t>
                      </a:r>
                      <a:r>
                        <a:rPr kumimoji="1" lang="en-US" altLang="ja-JP" sz="1400">
                          <a:latin typeface="游ゴシック" panose="020B0400000000000000" pitchFamily="50" charset="-128"/>
                          <a:ea typeface="+mn-ea"/>
                        </a:rPr>
                        <a:t>UI-20:</a:t>
                      </a:r>
                      <a:r>
                        <a:rPr kumimoji="1" lang="ja-JP" altLang="en-US" sz="1400">
                          <a:latin typeface="游ゴシック" panose="020B0400000000000000" pitchFamily="50" charset="-128"/>
                          <a:ea typeface="+mn-ea"/>
                        </a:rPr>
                        <a:t>エンティティ定義書</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開発</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結合テスト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latin typeface="游ゴシック" panose="020B0400000000000000" pitchFamily="50" charset="-128"/>
                          <a:ea typeface="+mn-ea"/>
                        </a:rPr>
                        <a:t>IT-01:</a:t>
                      </a:r>
                      <a:r>
                        <a:rPr kumimoji="1" lang="ja-JP" altLang="en-US" sz="1400">
                          <a:latin typeface="游ゴシック" panose="020B0400000000000000" pitchFamily="50" charset="-128"/>
                          <a:ea typeface="+mn-ea"/>
                        </a:rPr>
                        <a:t>結合テスト仕様書兼成績書</a:t>
                      </a:r>
                      <a:r>
                        <a:rPr lang="ja-JP" altLang="en-US" sz="1400" u="none" strike="noStrike" kern="1200" cap="none" normalizeH="0" baseline="0">
                          <a:ln>
                            <a:noFill/>
                          </a:ln>
                          <a:solidFill>
                            <a:schemeClr val="tx1"/>
                          </a:solidFill>
                          <a:effectLst/>
                          <a:latin typeface="游ゴシック"/>
                          <a:ea typeface="游ゴシック"/>
                        </a:rPr>
                        <a:t>、エビデンス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latin typeface="游ゴシック" panose="020B0400000000000000" pitchFamily="50" charset="-128"/>
                          <a:ea typeface="+mn-ea"/>
                        </a:rPr>
                        <a:t>ST-01:</a:t>
                      </a:r>
                      <a:r>
                        <a:rPr kumimoji="1" lang="ja-JP" altLang="en-US" sz="1400">
                          <a:latin typeface="游ゴシック" panose="020B0400000000000000" pitchFamily="50" charset="-128"/>
                          <a:ea typeface="+mn-ea"/>
                        </a:rPr>
                        <a:t>システムテスト仕様書兼成績書</a:t>
                      </a:r>
                      <a:r>
                        <a:rPr kumimoji="0" lang="ja-JP" altLang="en-US" sz="1400" u="none" strike="noStrike" kern="1200" cap="none" normalizeH="0" baseline="0">
                          <a:ln>
                            <a:noFill/>
                          </a:ln>
                          <a:solidFill>
                            <a:schemeClr val="tx1"/>
                          </a:solidFill>
                          <a:effectLst/>
                          <a:latin typeface="游ゴシック"/>
                          <a:ea typeface="游ゴシック"/>
                        </a:rPr>
                        <a:t>、エビデンス</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運用テスト</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7</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本番移行手順書</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游ゴシック"/>
                          <a:ea typeface="游ゴシック"/>
                          <a:cs typeface="+mn-cs"/>
                        </a:rPr>
                        <a:t>8</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問題管理表</a:t>
                      </a:r>
                      <a:endParaRPr kumimoji="0"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dirty="0" smtClean="0"/>
              <a:t>2025/3/24</a:t>
            </a:r>
            <a:endParaRPr lang="en-US" dirty="0"/>
          </a:p>
        </p:txBody>
      </p:sp>
    </p:spTree>
    <p:extLst>
      <p:ext uri="{BB962C8B-B14F-4D97-AF65-F5344CB8AC3E}">
        <p14:creationId xmlns:p14="http://schemas.microsoft.com/office/powerpoint/2010/main" val="1395438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６</a:t>
            </a:r>
            <a:r>
              <a:rPr kumimoji="1" lang="en-US" altLang="ja-JP">
                <a:latin typeface="游明朝"/>
                <a:ea typeface="游明朝"/>
              </a:rPr>
              <a:t>. </a:t>
            </a:r>
            <a:r>
              <a:rPr kumimoji="1" lang="ja-JP" altLang="en-US">
                <a:latin typeface="游明朝"/>
                <a:ea typeface="游明朝"/>
              </a:rPr>
              <a:t>スケジュール（想定）</a:t>
            </a: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2025/3/14</a:t>
            </a:r>
            <a:endParaRPr lang="en-US"/>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3993533395"/>
              </p:ext>
            </p:extLst>
          </p:nvPr>
        </p:nvGraphicFramePr>
        <p:xfrm>
          <a:off x="208720" y="936002"/>
          <a:ext cx="11802392" cy="3447854"/>
        </p:xfrm>
        <a:graphic>
          <a:graphicData uri="http://schemas.openxmlformats.org/drawingml/2006/table">
            <a:tbl>
              <a:tblPr firstRow="1">
                <a:tableStyleId>{69012ECD-51FC-41F1-AA8D-1B2483CD663E}</a:tableStyleId>
              </a:tblPr>
              <a:tblGrid>
                <a:gridCol w="1633954">
                  <a:extLst>
                    <a:ext uri="{9D8B030D-6E8A-4147-A177-3AD203B41FA5}">
                      <a16:colId xmlns:a16="http://schemas.microsoft.com/office/drawing/2014/main" val="20001"/>
                    </a:ext>
                  </a:extLst>
                </a:gridCol>
                <a:gridCol w="726317">
                  <a:extLst>
                    <a:ext uri="{9D8B030D-6E8A-4147-A177-3AD203B41FA5}">
                      <a16:colId xmlns:a16="http://schemas.microsoft.com/office/drawing/2014/main" val="3410075611"/>
                    </a:ext>
                  </a:extLst>
                </a:gridCol>
                <a:gridCol w="726317">
                  <a:extLst>
                    <a:ext uri="{9D8B030D-6E8A-4147-A177-3AD203B41FA5}">
                      <a16:colId xmlns:a16="http://schemas.microsoft.com/office/drawing/2014/main" val="581140380"/>
                    </a:ext>
                  </a:extLst>
                </a:gridCol>
                <a:gridCol w="726317">
                  <a:extLst>
                    <a:ext uri="{9D8B030D-6E8A-4147-A177-3AD203B41FA5}">
                      <a16:colId xmlns:a16="http://schemas.microsoft.com/office/drawing/2014/main" val="2281884067"/>
                    </a:ext>
                  </a:extLst>
                </a:gridCol>
                <a:gridCol w="726317">
                  <a:extLst>
                    <a:ext uri="{9D8B030D-6E8A-4147-A177-3AD203B41FA5}">
                      <a16:colId xmlns:a16="http://schemas.microsoft.com/office/drawing/2014/main" val="3798517737"/>
                    </a:ext>
                  </a:extLst>
                </a:gridCol>
                <a:gridCol w="726317">
                  <a:extLst>
                    <a:ext uri="{9D8B030D-6E8A-4147-A177-3AD203B41FA5}">
                      <a16:colId xmlns:a16="http://schemas.microsoft.com/office/drawing/2014/main" val="3330914773"/>
                    </a:ext>
                  </a:extLst>
                </a:gridCol>
                <a:gridCol w="726317">
                  <a:extLst>
                    <a:ext uri="{9D8B030D-6E8A-4147-A177-3AD203B41FA5}">
                      <a16:colId xmlns:a16="http://schemas.microsoft.com/office/drawing/2014/main" val="20014"/>
                    </a:ext>
                  </a:extLst>
                </a:gridCol>
                <a:gridCol w="726317">
                  <a:extLst>
                    <a:ext uri="{9D8B030D-6E8A-4147-A177-3AD203B41FA5}">
                      <a16:colId xmlns:a16="http://schemas.microsoft.com/office/drawing/2014/main" val="332361526"/>
                    </a:ext>
                  </a:extLst>
                </a:gridCol>
                <a:gridCol w="726317">
                  <a:extLst>
                    <a:ext uri="{9D8B030D-6E8A-4147-A177-3AD203B41FA5}">
                      <a16:colId xmlns:a16="http://schemas.microsoft.com/office/drawing/2014/main" val="1301509302"/>
                    </a:ext>
                  </a:extLst>
                </a:gridCol>
                <a:gridCol w="726317">
                  <a:extLst>
                    <a:ext uri="{9D8B030D-6E8A-4147-A177-3AD203B41FA5}">
                      <a16:colId xmlns:a16="http://schemas.microsoft.com/office/drawing/2014/main" val="2064698816"/>
                    </a:ext>
                  </a:extLst>
                </a:gridCol>
                <a:gridCol w="726317">
                  <a:extLst>
                    <a:ext uri="{9D8B030D-6E8A-4147-A177-3AD203B41FA5}">
                      <a16:colId xmlns:a16="http://schemas.microsoft.com/office/drawing/2014/main" val="1049139473"/>
                    </a:ext>
                  </a:extLst>
                </a:gridCol>
                <a:gridCol w="726317">
                  <a:extLst>
                    <a:ext uri="{9D8B030D-6E8A-4147-A177-3AD203B41FA5}">
                      <a16:colId xmlns:a16="http://schemas.microsoft.com/office/drawing/2014/main" val="581626291"/>
                    </a:ext>
                  </a:extLst>
                </a:gridCol>
                <a:gridCol w="726317">
                  <a:extLst>
                    <a:ext uri="{9D8B030D-6E8A-4147-A177-3AD203B41FA5}">
                      <a16:colId xmlns:a16="http://schemas.microsoft.com/office/drawing/2014/main" val="1794734865"/>
                    </a:ext>
                  </a:extLst>
                </a:gridCol>
                <a:gridCol w="726317">
                  <a:extLst>
                    <a:ext uri="{9D8B030D-6E8A-4147-A177-3AD203B41FA5}">
                      <a16:colId xmlns:a16="http://schemas.microsoft.com/office/drawing/2014/main" val="2108640072"/>
                    </a:ext>
                  </a:extLst>
                </a:gridCol>
                <a:gridCol w="726317">
                  <a:extLst>
                    <a:ext uri="{9D8B030D-6E8A-4147-A177-3AD203B41FA5}">
                      <a16:colId xmlns:a16="http://schemas.microsoft.com/office/drawing/2014/main" val="2565848082"/>
                    </a:ext>
                  </a:extLst>
                </a:gridCol>
              </a:tblGrid>
              <a:tr h="316238">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9">
                  <a:txBody>
                    <a:bodyPr/>
                    <a:lstStyle/>
                    <a:p>
                      <a:pPr algn="ctr"/>
                      <a:r>
                        <a:rPr lang="en-US" altLang="ja-JP" sz="1400" b="0">
                          <a:solidFill>
                            <a:srgbClr val="FFFFFF"/>
                          </a:solidFill>
                          <a:latin typeface="游ゴシック"/>
                          <a:ea typeface="游ゴシック"/>
                        </a:rPr>
                        <a:t>2025</a:t>
                      </a:r>
                      <a:r>
                        <a:rPr kumimoji="1" lang="ja-JP" altLang="en-US" sz="1400" b="0">
                          <a:solidFill>
                            <a:srgbClr val="FFFFFF"/>
                          </a:solidFill>
                          <a:latin typeface="游ゴシック"/>
                          <a:ea typeface="游ゴシック"/>
                        </a:rPr>
                        <a:t>年</a:t>
                      </a: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gridSpan="5">
                  <a:txBody>
                    <a:bodyPr/>
                    <a:lstStyle/>
                    <a:p>
                      <a:pPr algn="ctr"/>
                      <a:r>
                        <a:rPr kumimoji="1" lang="en-US" altLang="ja-JP" sz="1400" b="0">
                          <a:solidFill>
                            <a:srgbClr val="FFFFFF"/>
                          </a:solidFill>
                          <a:latin typeface="游ゴシック" panose="020B0400000000000000" pitchFamily="50" charset="-128"/>
                          <a:ea typeface="游ゴシック" panose="020B0400000000000000" pitchFamily="50" charset="-128"/>
                          <a:cs typeface="Meiryo UI" pitchFamily="50" charset="-128"/>
                        </a:rPr>
                        <a:t>2026</a:t>
                      </a:r>
                      <a:r>
                        <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rPr>
                        <a:t>年</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85577">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cs typeface="Meiryo UI" pitchFamily="50" charset="-128"/>
                        </a:rPr>
                        <a:t>4</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5</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6</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3</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4</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5</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77632">
                <a:tc>
                  <a:txBody>
                    <a:bodyPr/>
                    <a:lstStyle/>
                    <a:p>
                      <a:pPr algn="l"/>
                      <a:r>
                        <a:rPr kumimoji="1" lang="ja-JP" altLang="en-US" sz="1400" b="0" dirty="0">
                          <a:latin typeface="游ゴシック"/>
                          <a:ea typeface="游ゴシック"/>
                          <a:cs typeface="Meiryo UI" pitchFamily="50" charset="-128"/>
                        </a:rPr>
                        <a:t>陸上出荷システム</a:t>
                      </a:r>
                      <a:endParaRPr lang="en-US" altLang="ja-JP" sz="1400" b="0" dirty="0">
                        <a:latin typeface="游ゴシック"/>
                        <a:ea typeface="游ゴシック"/>
                        <a:cs typeface="Meiryo UI" pitchFamily="50" charset="-128"/>
                      </a:endParaRPr>
                    </a:p>
                    <a:p>
                      <a:pPr lvl="0" algn="l">
                        <a:buNone/>
                      </a:pPr>
                      <a:r>
                        <a:rPr kumimoji="1" lang="ja-JP" altLang="en-US" sz="1400" b="0" dirty="0">
                          <a:latin typeface="游ゴシック"/>
                          <a:ea typeface="游ゴシック"/>
                          <a:cs typeface="Meiryo UI" pitchFamily="50" charset="-128"/>
                        </a:rPr>
                        <a:t>構築</a:t>
                      </a:r>
                      <a:endParaRPr kumimoji="1" lang="en-US" altLang="ja-JP" sz="1400" b="0" dirty="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77632">
                <a:tc>
                  <a:txBody>
                    <a:bodyPr/>
                    <a:lstStyle/>
                    <a:p>
                      <a:pPr algn="l"/>
                      <a:r>
                        <a:rPr kumimoji="1" lang="ja-JP" altLang="en-US" sz="1400" b="0">
                          <a:latin typeface="游ゴシック"/>
                          <a:ea typeface="游ゴシック"/>
                          <a:cs typeface="Meiryo UI" pitchFamily="50" charset="-128"/>
                        </a:rPr>
                        <a:t>工場系システム</a:t>
                      </a:r>
                      <a:endParaRPr lang="ja-JP"/>
                    </a:p>
                    <a:p>
                      <a:pPr lvl="0" algn="l">
                        <a:buNone/>
                      </a:pPr>
                      <a:r>
                        <a:rPr kumimoji="1" lang="ja-JP" altLang="en-US" sz="1400" b="0">
                          <a:latin typeface="游ゴシック"/>
                          <a:ea typeface="游ゴシック"/>
                          <a:cs typeface="Meiryo UI" pitchFamily="50" charset="-128"/>
                        </a:rPr>
                        <a:t>改修</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877632">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徳山</a:t>
                      </a:r>
                      <a:r>
                        <a:rPr kumimoji="1" lang="en-US" altLang="ja-JP" sz="1200" b="0">
                          <a:latin typeface="游ゴシック" panose="020B0400000000000000" pitchFamily="50" charset="-128"/>
                          <a:ea typeface="游ゴシック" panose="020B0400000000000000" pitchFamily="50" charset="-128"/>
                          <a:cs typeface="Meiryo UI" pitchFamily="50" charset="-128"/>
                        </a:rPr>
                        <a:t>L3.5GW</a:t>
                      </a:r>
                      <a:r>
                        <a:rPr kumimoji="1" lang="ja-JP" altLang="en-US" sz="1200" b="0">
                          <a:latin typeface="游ゴシック" panose="020B0400000000000000" pitchFamily="50" charset="-128"/>
                          <a:ea typeface="游ゴシック" panose="020B0400000000000000" pitchFamily="50" charset="-128"/>
                          <a:cs typeface="Meiryo UI" pitchFamily="50" charset="-128"/>
                        </a:rPr>
                        <a:t>サーバ</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更新</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592313"/>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451836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451836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451836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444367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2563668" y="2864830"/>
            <a:ext cx="730948"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要件定義</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4024814" y="2864830"/>
            <a:ext cx="2910247"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10537679" y="2865337"/>
            <a:ext cx="743234"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システム</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テスト</a:t>
            </a:r>
          </a:p>
        </p:txBody>
      </p:sp>
      <p:sp>
        <p:nvSpPr>
          <p:cNvPr id="22" name="正方形/長方形 21">
            <a:extLst>
              <a:ext uri="{FF2B5EF4-FFF2-40B4-BE49-F238E27FC236}">
                <a16:creationId xmlns:a16="http://schemas.microsoft.com/office/drawing/2014/main" id="{BF31360D-FAB3-4C87-B7AB-B502DDFDA9EC}"/>
              </a:ext>
            </a:extLst>
          </p:cNvPr>
          <p:cNvSpPr/>
          <p:nvPr/>
        </p:nvSpPr>
        <p:spPr>
          <a:xfrm>
            <a:off x="3294615" y="2864830"/>
            <a:ext cx="730199"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基本設計</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6935061" y="2865337"/>
            <a:ext cx="3602617"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結合テスト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11280913" y="2865337"/>
            <a:ext cx="730200"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sp>
        <p:nvSpPr>
          <p:cNvPr id="26" name="テキスト ボックス 25">
            <a:extLst>
              <a:ext uri="{FF2B5EF4-FFF2-40B4-BE49-F238E27FC236}">
                <a16:creationId xmlns:a16="http://schemas.microsoft.com/office/drawing/2014/main" id="{AA608998-7E3E-1298-045C-A506F642ABA9}"/>
              </a:ext>
            </a:extLst>
          </p:cNvPr>
          <p:cNvSpPr txBox="1"/>
          <p:nvPr/>
        </p:nvSpPr>
        <p:spPr>
          <a:xfrm>
            <a:off x="574719" y="4518369"/>
            <a:ext cx="9239993" cy="971306"/>
          </a:xfrm>
          <a:prstGeom prst="rect">
            <a:avLst/>
          </a:prstGeom>
          <a:noFill/>
        </p:spPr>
        <p:txBody>
          <a:bodyPr wrap="square" rtlCol="0">
            <a:noAutofit/>
          </a:bodyPr>
          <a:lstStyle/>
          <a:p>
            <a:r>
              <a:rPr lang="en-US" altLang="ja-JP" sz="1400">
                <a:latin typeface="+mn-ea"/>
                <a:cs typeface="メイリオ" pitchFamily="50" charset="-128"/>
              </a:rPr>
              <a:t>※1 </a:t>
            </a:r>
            <a:r>
              <a:rPr lang="ja-JP" altLang="en-US" sz="1400">
                <a:latin typeface="+mn-ea"/>
                <a:cs typeface="メイリオ" pitchFamily="50" charset="-128"/>
              </a:rPr>
              <a:t>スケジュールは想定となりますので、正式見積もり時に改めて提示いたします。</a:t>
            </a:r>
            <a:endParaRPr lang="en-US" altLang="ja-JP" sz="1400">
              <a:latin typeface="+mn-ea"/>
              <a:cs typeface="メイリオ" pitchFamily="50" charset="-128"/>
            </a:endParaRPr>
          </a:p>
          <a:p>
            <a:r>
              <a:rPr lang="en-US" altLang="ja-JP" sz="1400">
                <a:latin typeface="+mn-ea"/>
                <a:cs typeface="メイリオ" pitchFamily="50" charset="-128"/>
              </a:rPr>
              <a:t>※2 </a:t>
            </a:r>
            <a:r>
              <a:rPr lang="ja-JP" altLang="en-US" sz="1400">
                <a:latin typeface="+mn-ea"/>
                <a:cs typeface="メイリオ" pitchFamily="50" charset="-128"/>
              </a:rPr>
              <a:t>陸上出荷システム構築のスケジュールに合わせての対応を想定しております。</a:t>
            </a:r>
            <a:endParaRPr lang="en-US" altLang="ja-JP" sz="1400">
              <a:latin typeface="+mn-ea"/>
              <a:cs typeface="メイリオ" pitchFamily="50" charset="-128"/>
            </a:endParaRPr>
          </a:p>
        </p:txBody>
      </p:sp>
      <p:sp>
        <p:nvSpPr>
          <p:cNvPr id="42" name="ホームベース 30">
            <a:extLst>
              <a:ext uri="{FF2B5EF4-FFF2-40B4-BE49-F238E27FC236}">
                <a16:creationId xmlns:a16="http://schemas.microsoft.com/office/drawing/2014/main" id="{3B57EEC6-A848-4914-BC9B-95C84C7B6637}"/>
              </a:ext>
            </a:extLst>
          </p:cNvPr>
          <p:cNvSpPr/>
          <p:nvPr/>
        </p:nvSpPr>
        <p:spPr>
          <a:xfrm>
            <a:off x="2318657" y="1979213"/>
            <a:ext cx="4616404" cy="423746"/>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制作</a:t>
            </a:r>
          </a:p>
        </p:txBody>
      </p:sp>
      <p:sp>
        <p:nvSpPr>
          <p:cNvPr id="3" name="正方形/長方形 2"/>
          <p:cNvSpPr/>
          <p:nvPr/>
        </p:nvSpPr>
        <p:spPr>
          <a:xfrm>
            <a:off x="208719" y="802505"/>
            <a:ext cx="11802388" cy="4546735"/>
          </a:xfrm>
          <a:prstGeom prst="rect">
            <a:avLst/>
          </a:prstGeom>
          <a:solidFill>
            <a:schemeClr val="accent6">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smtClean="0">
                <a:solidFill>
                  <a:schemeClr val="tx1"/>
                </a:solidFill>
              </a:rPr>
              <a:t>L3.5GW</a:t>
            </a:r>
            <a:r>
              <a:rPr kumimoji="1" lang="ja-JP" altLang="en-US" sz="3200" dirty="0" smtClean="0">
                <a:solidFill>
                  <a:schemeClr val="tx1"/>
                </a:solidFill>
              </a:rPr>
              <a:t>サーバ更新対応との兼ね合いで検討中</a:t>
            </a:r>
            <a:endParaRPr kumimoji="1" lang="ja-JP" altLang="en-US" sz="3200" dirty="0">
              <a:solidFill>
                <a:schemeClr val="tx1"/>
              </a:solidFill>
            </a:endParaRPr>
          </a:p>
        </p:txBody>
      </p:sp>
    </p:spTree>
    <p:extLst>
      <p:ext uri="{BB962C8B-B14F-4D97-AF65-F5344CB8AC3E}">
        <p14:creationId xmlns:p14="http://schemas.microsoft.com/office/powerpoint/2010/main" val="3261265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en-US" altLang="ja-JP">
                <a:latin typeface="游明朝"/>
                <a:ea typeface="游明朝"/>
              </a:rPr>
              <a:t>７. </a:t>
            </a:r>
            <a:r>
              <a:rPr lang="ja-JP" altLang="en-US">
                <a:latin typeface="游明朝"/>
                <a:ea typeface="游明朝"/>
              </a:rPr>
              <a:t>体制（想定）</a:t>
            </a:r>
            <a:endParaRPr kumimoji="1" lang="ja-JP" altLang="en-US">
              <a:latin typeface="游明朝"/>
              <a:ea typeface="游明朝"/>
            </a:endParaRPr>
          </a:p>
        </p:txBody>
      </p:sp>
      <p:sp>
        <p:nvSpPr>
          <p:cNvPr id="3" name="日付プレースホルダー 2"/>
          <p:cNvSpPr>
            <a:spLocks noGrp="1"/>
          </p:cNvSpPr>
          <p:nvPr>
            <p:ph type="dt" sz="half" idx="10"/>
          </p:nvPr>
        </p:nvSpPr>
        <p:spPr/>
        <p:txBody>
          <a:bodyPr/>
          <a:lstStyle/>
          <a:p>
            <a:r>
              <a:rPr lang="en-US" altLang="ja-JP" dirty="0" smtClean="0"/>
              <a:t>2025/3/24</a:t>
            </a:r>
            <a:endParaRPr lang="en-US" dirty="0"/>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吉田 朋久様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1018482"/>
            <a:chOff x="1213170" y="3826430"/>
            <a:chExt cx="2736000" cy="1018482"/>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29"/>
              <a:ext cx="2736000" cy="730483"/>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altLang="en-US" sz="1600" kern="0">
                  <a:solidFill>
                    <a:prstClr val="black"/>
                  </a:solidFill>
                  <a:latin typeface="游ゴシック"/>
                  <a:ea typeface="游ゴシック"/>
                </a:rPr>
                <a:t>麻田 善次郎</a:t>
              </a:r>
              <a:r>
                <a:rPr kumimoji="1" lang="ja-JP" altLang="en-US" sz="1600" b="0" i="0" u="none" strike="noStrike" kern="0" cap="none" spc="0" normalizeH="0" baseline="0" noProof="0">
                  <a:ln>
                    <a:noFill/>
                  </a:ln>
                  <a:solidFill>
                    <a:prstClr val="black"/>
                  </a:solidFill>
                  <a:effectLst/>
                  <a:uLnTx/>
                  <a:uFillTx/>
                  <a:latin typeface="游ゴシック"/>
                  <a:ea typeface="游ゴシック"/>
                </a:rPr>
                <a:t>様</a:t>
              </a:r>
              <a:endParaRPr kumimoji="1" lang="en-US" altLang="ja-JP" sz="1600" b="0" i="0" u="none" strike="noStrike" kern="0" cap="none" spc="0" normalizeH="0" baseline="0" noProof="0">
                <a:ln>
                  <a:noFill/>
                </a:ln>
                <a:solidFill>
                  <a:prstClr val="black"/>
                </a:solidFill>
                <a:effectLst/>
                <a:uLnTx/>
                <a:uFillTx/>
                <a:latin typeface="游ゴシック"/>
                <a:ea typeface="游ゴシック"/>
              </a:endParaRPr>
            </a:p>
            <a:p>
              <a:pPr algn="ctr" defTabSz="914400">
                <a:defRPr/>
              </a:pPr>
              <a:r>
                <a:rPr kumimoji="1" lang="ja-JP" altLang="en-US" sz="1600" kern="0">
                  <a:solidFill>
                    <a:prstClr val="black"/>
                  </a:solidFill>
                  <a:latin typeface="游ゴシック"/>
                  <a:ea typeface="游ゴシック"/>
                </a:rPr>
                <a:t> 滝田千紗様</a:t>
              </a:r>
              <a:endParaRPr kumimoji="1" lang="en-US" altLang="ja-JP" sz="1600" b="0" i="0" u="none" strike="noStrike" kern="0" cap="none" spc="0" normalizeH="0" baseline="0" noProof="0">
                <a:ln>
                  <a:noFill/>
                </a:ln>
                <a:solidFill>
                  <a:prstClr val="black"/>
                </a:solidFill>
                <a:effectLst/>
                <a:uLnTx/>
                <a:uFillTx/>
                <a:latin typeface="游ゴシック"/>
                <a:ea typeface="游ゴシック"/>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6582001" y="1404012"/>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遠矢 成洋</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p:cNvCxnSpPr>
          <p:nvPr/>
        </p:nvCxnSpPr>
        <p:spPr>
          <a:xfrm>
            <a:off x="795000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6570483" y="4316999"/>
            <a:ext cx="2736000" cy="1403611"/>
            <a:chOff x="6852000" y="5532583"/>
            <a:chExt cx="2736000" cy="697688"/>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50233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b="0" i="0">
                  <a:solidFill>
                    <a:srgbClr val="333333"/>
                  </a:solidFill>
                  <a:effectLst/>
                  <a:latin typeface="游ゴシック"/>
                  <a:ea typeface="游ゴシック"/>
                </a:rPr>
                <a:t>東条 美佳</a:t>
              </a:r>
              <a:endParaRPr lang="en-US" altLang="ja-JP" sz="1600" b="0" i="0">
                <a:solidFill>
                  <a:srgbClr val="333333"/>
                </a:solidFill>
                <a:effectLst/>
                <a:latin typeface="游ゴシック"/>
                <a:ea typeface="游ゴシック"/>
              </a:endParaRPr>
            </a:p>
            <a:p>
              <a:pPr lvl="0" algn="ctr" defTabSz="914400">
                <a:defRPr/>
              </a:pPr>
              <a:r>
                <a:rPr lang="ja-JP" altLang="en-US" sz="1600">
                  <a:solidFill>
                    <a:srgbClr val="333333"/>
                  </a:solidFill>
                  <a:latin typeface="游ゴシック"/>
                  <a:ea typeface="游ゴシック"/>
                </a:rPr>
                <a:t>朴澤 健吾</a:t>
              </a:r>
              <a:endParaRPr lang="ja-JP" altLang="en-US" sz="1600" b="0" i="0">
                <a:solidFill>
                  <a:srgbClr val="333333"/>
                </a:solidFill>
                <a:effectLst/>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7938483" y="2810774"/>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6582001" y="3338294"/>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lang="ja-JP" sz="1600">
                  <a:solidFill>
                    <a:srgbClr val="323232"/>
                  </a:solidFill>
                  <a:latin typeface="Calibri"/>
                  <a:ea typeface="游ゴシック"/>
                  <a:cs typeface="Calibri"/>
                </a:rPr>
                <a:t>伊達 翔互</a:t>
              </a:r>
              <a:endParaRPr lang="ja-JP"/>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319332" y="2366692"/>
            <a:ext cx="2736000"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游ゴシック"/>
                  <a:ea typeface="游ゴシック"/>
                </a:rPr>
                <a:t>隼田 浩樹</a:t>
              </a:r>
              <a:r>
                <a:rPr kumimoji="0" lang="ja-JP" altLang="en-US" sz="1600" b="0" i="0" u="none" strike="noStrike" kern="0" cap="none" spc="0" normalizeH="0" baseline="0" noProof="0">
                  <a:ln>
                    <a:noFill/>
                  </a:ln>
                  <a:solidFill>
                    <a:prstClr val="black"/>
                  </a:solidFill>
                  <a:effectLst/>
                  <a:uLnTx/>
                  <a:uFillTx/>
                  <a:latin typeface="游ゴシック"/>
                  <a:ea typeface="游ゴシック"/>
                </a:rPr>
                <a:t>様</a:t>
              </a:r>
              <a:endParaRPr kumimoji="0" lang="en-US" altLang="ja-JP" sz="1600" b="0" i="0" u="none" strike="noStrike" kern="0" cap="none" spc="0" normalizeH="0" baseline="0" noProof="0">
                <a:ln>
                  <a:noFill/>
                </a:ln>
                <a:solidFill>
                  <a:prstClr val="black"/>
                </a:solidFill>
                <a:effectLst/>
                <a:uLnTx/>
                <a:uFillTx/>
                <a:latin typeface="游ゴシック"/>
                <a:ea typeface="游ゴシック"/>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190517" y="5107186"/>
            <a:ext cx="791999" cy="167088"/>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614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a:ea typeface="游明朝"/>
              </a:rPr>
              <a:t>８. </a:t>
            </a:r>
            <a:r>
              <a:rPr lang="ja-JP" altLang="en-US">
                <a:latin typeface="游明朝"/>
                <a:ea typeface="游明朝"/>
              </a:rPr>
              <a:t>お見積もり</a:t>
            </a:r>
            <a:endParaRPr kumimoji="1" lang="ja-JP" altLang="en-US" sz="2000">
              <a:latin typeface="游明朝"/>
              <a:ea typeface="游明朝"/>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dirty="0" smtClean="0"/>
              <a:t>2025/3/24</a:t>
            </a:r>
            <a:endParaRPr lang="en-US" dirty="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2080989714"/>
              </p:ext>
            </p:extLst>
          </p:nvPr>
        </p:nvGraphicFramePr>
        <p:xfrm>
          <a:off x="695999" y="865868"/>
          <a:ext cx="10890000" cy="5563680"/>
        </p:xfrm>
        <a:graphic>
          <a:graphicData uri="http://schemas.openxmlformats.org/drawingml/2006/table">
            <a:tbl>
              <a:tblPr firstRow="1" bandRow="1">
                <a:tableStyleId>{2D5ABB26-0587-4C30-8999-92F81FD0307C}</a:tableStyleId>
              </a:tblPr>
              <a:tblGrid>
                <a:gridCol w="466714">
                  <a:extLst>
                    <a:ext uri="{9D8B030D-6E8A-4147-A177-3AD203B41FA5}">
                      <a16:colId xmlns:a16="http://schemas.microsoft.com/office/drawing/2014/main" val="233225342"/>
                    </a:ext>
                  </a:extLst>
                </a:gridCol>
                <a:gridCol w="1199516">
                  <a:extLst>
                    <a:ext uri="{9D8B030D-6E8A-4147-A177-3AD203B41FA5}">
                      <a16:colId xmlns:a16="http://schemas.microsoft.com/office/drawing/2014/main" val="568014644"/>
                    </a:ext>
                  </a:extLst>
                </a:gridCol>
                <a:gridCol w="1878588">
                  <a:extLst>
                    <a:ext uri="{9D8B030D-6E8A-4147-A177-3AD203B41FA5}">
                      <a16:colId xmlns:a16="http://schemas.microsoft.com/office/drawing/2014/main" val="3608806225"/>
                    </a:ext>
                  </a:extLst>
                </a:gridCol>
                <a:gridCol w="890711">
                  <a:extLst>
                    <a:ext uri="{9D8B030D-6E8A-4147-A177-3AD203B41FA5}">
                      <a16:colId xmlns:a16="http://schemas.microsoft.com/office/drawing/2014/main" val="2247639322"/>
                    </a:ext>
                  </a:extLst>
                </a:gridCol>
                <a:gridCol w="2876328">
                  <a:extLst>
                    <a:ext uri="{9D8B030D-6E8A-4147-A177-3AD203B41FA5}">
                      <a16:colId xmlns:a16="http://schemas.microsoft.com/office/drawing/2014/main" val="4260495519"/>
                    </a:ext>
                  </a:extLst>
                </a:gridCol>
                <a:gridCol w="1555714">
                  <a:extLst>
                    <a:ext uri="{9D8B030D-6E8A-4147-A177-3AD203B41FA5}">
                      <a16:colId xmlns:a16="http://schemas.microsoft.com/office/drawing/2014/main" val="3343664097"/>
                    </a:ext>
                  </a:extLst>
                </a:gridCol>
                <a:gridCol w="2022429">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a:ea typeface="游ゴシック"/>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288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smtClean="0">
                          <a:solidFill>
                            <a:srgbClr val="000000"/>
                          </a:solidFill>
                          <a:effectLst/>
                          <a:latin typeface="游ゴシック"/>
                          <a:ea typeface="游ゴシック"/>
                        </a:rPr>
                        <a:t>0.5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游ゴシック"/>
                        </a:rPr>
                        <a:t>0.7</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游ゴシック"/>
                        </a:rPr>
                        <a:t>\700,000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游ゴシック"/>
                        </a:rPr>
                        <a:t>0.3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smtClean="0">
                          <a:solidFill>
                            <a:srgbClr val="000000"/>
                          </a:solidFill>
                          <a:effectLst/>
                          <a:latin typeface="游ゴシック"/>
                          <a:ea typeface="+mn-ea"/>
                        </a:rPr>
                        <a:t>\420,000</a:t>
                      </a:r>
                      <a:endParaRPr lang="ja-JP" altLang="en-US" dirty="0"/>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288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a:ea typeface="+mn-ea"/>
                        </a:rPr>
                        <a:t>1.5</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a:ea typeface="+mn-ea"/>
                        </a:rPr>
                        <a:t>¥1,620,000</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28800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詳細</a:t>
                      </a:r>
                      <a:r>
                        <a:rPr lang="ja-JP" altLang="en-US" sz="1600" b="0" i="0" u="none" strike="noStrike" dirty="0" smtClean="0">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a:ea typeface="游ゴシック"/>
                        </a:rPr>
                        <a:t>0.8</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a:ea typeface="游ゴシック"/>
                        </a:rPr>
                        <a:t>\800,000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smtClean="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1.5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\1,500,000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76895876"/>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a:ea typeface="+mn-ea"/>
                        </a:rPr>
                        <a:t>0.8</a:t>
                      </a:r>
                      <a:endParaRPr lang="en-US" altLang="ja-JP" sz="1600" b="0"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a:ea typeface="游ゴシック"/>
                        </a:rPr>
                        <a:t>\800,000</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a:ea typeface="游ゴシック"/>
                        </a:rPr>
                        <a:t>0.5</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a:ea typeface="+mn-ea"/>
                        </a:rPr>
                        <a:t>\700,000</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288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a:ea typeface="+mn-ea"/>
                        </a:rPr>
                        <a:t>3.6</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mn-ea"/>
                        </a:rPr>
                        <a:t>¥</a:t>
                      </a:r>
                      <a:r>
                        <a:rPr lang="en-US" altLang="ja-JP" sz="1600" b="1" i="0" u="none" strike="noStrike" dirty="0" smtClean="0">
                          <a:solidFill>
                            <a:srgbClr val="000000"/>
                          </a:solidFill>
                          <a:effectLst/>
                          <a:latin typeface="游ゴシック"/>
                          <a:ea typeface="+mn-ea"/>
                        </a:rPr>
                        <a:t>3,800,000</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288000">
                <a:tc rowSpan="4">
                  <a:txBody>
                    <a:bodyPr/>
                    <a:lstStyle/>
                    <a:p>
                      <a:pPr algn="ct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a:ea typeface="+mn-ea"/>
                        </a:rPr>
                        <a:t>システムテスト</a:t>
                      </a:r>
                      <a:endParaRPr lang="ja-JP"/>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smtClean="0">
                          <a:solidFill>
                            <a:srgbClr val="000000"/>
                          </a:solidFill>
                          <a:effectLst/>
                          <a:latin typeface="游ゴシック"/>
                          <a:ea typeface="+mn-ea"/>
                        </a:rPr>
                        <a:t>0.9</a:t>
                      </a:r>
                      <a:endParaRPr lang="en-US" altLang="ja-JP" sz="1600" b="0"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a:ea typeface="+mn-ea"/>
                        </a:rPr>
                        <a:t>¥900,000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61679848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smtClean="0">
                          <a:solidFill>
                            <a:srgbClr val="000000"/>
                          </a:solidFill>
                          <a:effectLst/>
                          <a:latin typeface="游ゴシック" panose="020B0400000000000000" pitchFamily="50" charset="-128"/>
                          <a:ea typeface="游ゴシック" panose="020B0400000000000000" pitchFamily="50" charset="-128"/>
                        </a:rPr>
                        <a:t>運用テスト</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smtClean="0">
                          <a:solidFill>
                            <a:srgbClr val="000000"/>
                          </a:solidFill>
                          <a:effectLst/>
                          <a:latin typeface="游ゴシック" panose="020B0400000000000000" pitchFamily="50" charset="-128"/>
                          <a:ea typeface="+mn-ea"/>
                        </a:rPr>
                        <a:t>0.3</a:t>
                      </a:r>
                      <a:endParaRPr lang="en-US" altLang="ja-JP" sz="1600" b="0"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smtClean="0">
                          <a:solidFill>
                            <a:srgbClr val="000000"/>
                          </a:solidFill>
                          <a:effectLst/>
                          <a:latin typeface="游ゴシック" panose="020B0400000000000000" pitchFamily="50" charset="-128"/>
                          <a:ea typeface="游ゴシック" panose="020B0400000000000000" pitchFamily="50" charset="-128"/>
                        </a:rPr>
                        <a:t>\300,000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712496499"/>
                  </a:ext>
                </a:extLst>
              </a:tr>
              <a:tr h="288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a:ea typeface="游ゴシック"/>
                        </a:rPr>
                        <a:t>0.2</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a:ea typeface="+mn-ea"/>
                        </a:rPr>
                        <a:t>\280,000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18862414"/>
                  </a:ext>
                </a:extLst>
              </a:tr>
              <a:tr h="288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a:ea typeface="+mn-ea"/>
                        </a:rPr>
                        <a:t>1.4</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mn-ea"/>
                        </a:rPr>
                        <a:t>¥</a:t>
                      </a:r>
                      <a:r>
                        <a:rPr lang="en-US" altLang="ja-JP" sz="1600" b="1" i="0" u="none" strike="noStrike" dirty="0" smtClean="0">
                          <a:solidFill>
                            <a:srgbClr val="000000"/>
                          </a:solidFill>
                          <a:effectLst/>
                          <a:latin typeface="游ゴシック"/>
                          <a:ea typeface="+mn-ea"/>
                        </a:rPr>
                        <a:t>1,480,000</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747902244"/>
                  </a:ext>
                </a:extLst>
              </a:tr>
              <a:tr h="28800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0.5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¥500,000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0.3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¥300,000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288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smtClean="0">
                          <a:solidFill>
                            <a:srgbClr val="000000"/>
                          </a:solidFill>
                          <a:effectLst/>
                          <a:latin typeface="游ゴシック"/>
                          <a:ea typeface="游ゴシック"/>
                        </a:rPr>
                        <a:t>0.1</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smtClean="0">
                          <a:solidFill>
                            <a:srgbClr val="000000"/>
                          </a:solidFill>
                          <a:effectLst/>
                          <a:latin typeface="游ゴシック"/>
                          <a:ea typeface="+mn-ea"/>
                        </a:rPr>
                        <a:t>\140,000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288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a:ea typeface="+mn-ea"/>
                        </a:rPr>
                        <a:t>0.9</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a:ea typeface="+mn-ea"/>
                        </a:rPr>
                        <a:t>¥940,000</a:t>
                      </a:r>
                      <a:endParaRPr lang="en-US" altLang="ja-JP" sz="1600" b="1" i="0" u="none" strike="noStrike" dirty="0">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288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a:ea typeface="游ゴシック"/>
                        </a:rPr>
                        <a:t>7.4</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smtClean="0">
                          <a:solidFill>
                            <a:srgbClr val="000000"/>
                          </a:solidFill>
                          <a:effectLst/>
                          <a:latin typeface="游ゴシック"/>
                          <a:ea typeface="+mn-ea"/>
                        </a:rPr>
                        <a:t>¥7,840,000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2453405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a:ea typeface="游明朝"/>
              </a:rPr>
              <a:t>９.</a:t>
            </a:r>
            <a:r>
              <a:rPr lang="ja-JP" altLang="en-US">
                <a:latin typeface="游明朝"/>
                <a:ea typeface="游明朝"/>
              </a:rPr>
              <a:t> お見積もり前提条件</a:t>
            </a:r>
            <a:endParaRPr kumimoji="1" lang="ja-JP" altLang="en-US">
              <a:latin typeface="游明朝"/>
              <a:ea typeface="游明朝"/>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r>
              <a:rPr lang="ja-JP" altLang="en-US" b="0" u="none" dirty="0">
                <a:latin typeface="游ゴシック"/>
                <a:ea typeface="游ゴシック"/>
                <a:cs typeface="+mn-ea"/>
              </a:rPr>
              <a:t>連携監視ジョブについて</a:t>
            </a:r>
            <a:r>
              <a:rPr lang="en-US" altLang="ja-JP" b="0" u="none" dirty="0" smtClean="0">
                <a:latin typeface="游ゴシック"/>
                <a:ea typeface="游ゴシック"/>
                <a:cs typeface="+mn-ea"/>
              </a:rPr>
              <a:t>A-AUTO</a:t>
            </a:r>
            <a:r>
              <a:rPr lang="ja-JP" altLang="en-US" b="0" u="none" dirty="0" smtClean="0">
                <a:latin typeface="游ゴシック"/>
                <a:ea typeface="游ゴシック"/>
                <a:cs typeface="+mn-ea"/>
              </a:rPr>
              <a:t>側</a:t>
            </a:r>
            <a:r>
              <a:rPr lang="ja-JP" altLang="en-US" b="0" u="none" dirty="0">
                <a:latin typeface="游ゴシック"/>
                <a:ea typeface="游ゴシック"/>
                <a:cs typeface="+mn-ea"/>
              </a:rPr>
              <a:t>の設定は貴社</a:t>
            </a:r>
            <a:r>
              <a:rPr lang="ja-JP" altLang="en-US" b="0" u="none" dirty="0" smtClean="0">
                <a:latin typeface="游ゴシック"/>
                <a:ea typeface="游ゴシック"/>
                <a:cs typeface="+mn-ea"/>
              </a:rPr>
              <a:t>にて対応頂く</a:t>
            </a:r>
            <a:r>
              <a:rPr lang="ja-JP" altLang="en-US" b="0" u="none" dirty="0">
                <a:latin typeface="游ゴシック"/>
                <a:ea typeface="游ゴシック"/>
                <a:cs typeface="+mn-ea"/>
              </a:rPr>
              <a:t>想定となります。</a:t>
            </a:r>
            <a:endParaRPr lang="en-US" altLang="ja-JP" b="0" u="none" dirty="0">
              <a:latin typeface="游ゴシック"/>
              <a:ea typeface="游ゴシック"/>
              <a:cs typeface="+mn-ea"/>
            </a:endParaRPr>
          </a:p>
          <a:p>
            <a:r>
              <a:rPr lang="ja-JP" altLang="en-US" b="0" u="none" dirty="0">
                <a:latin typeface="游ゴシック"/>
                <a:ea typeface="游ゴシック"/>
                <a:cs typeface="+mn-ea"/>
              </a:rPr>
              <a:t>システムテストは陸上出荷側が主体となってスケジュール等が決定される想定となります。</a:t>
            </a:r>
            <a:endParaRPr lang="en-US" altLang="ja-JP" b="0" u="none" dirty="0">
              <a:latin typeface="游ゴシック"/>
              <a:ea typeface="游ゴシック"/>
              <a:cs typeface="+mn-ea"/>
            </a:endParaRPr>
          </a:p>
          <a:p>
            <a:r>
              <a:rPr lang="ja-JP" altLang="en-US" b="0" u="none" dirty="0">
                <a:latin typeface="游ゴシック"/>
                <a:ea typeface="游ゴシック"/>
                <a:cs typeface="+mn-ea"/>
              </a:rPr>
              <a:t>システムテストはシナリオテストとしてヤードから陸上出荷まで一気通貫で実施する想定となります</a:t>
            </a:r>
            <a:r>
              <a:rPr lang="ja-JP" altLang="en-US" b="0" u="none" dirty="0" smtClean="0">
                <a:latin typeface="游ゴシック"/>
                <a:ea typeface="游ゴシック"/>
                <a:cs typeface="+mn-ea"/>
              </a:rPr>
              <a:t>。</a:t>
            </a:r>
            <a:endParaRPr kumimoji="1" lang="en-US" altLang="ja-JP" b="0" u="none" dirty="0"/>
          </a:p>
          <a:p>
            <a:r>
              <a:rPr kumimoji="1" lang="ja-JP" altLang="en-US" b="0" u="none" dirty="0"/>
              <a:t>本資料記載の金額は全て税抜となります。</a:t>
            </a:r>
            <a:endParaRPr kumimoji="1" lang="en-US" altLang="ja-JP" b="0" u="none" dirty="0"/>
          </a:p>
          <a:p>
            <a:r>
              <a:rPr lang="ja-JP" altLang="en-US" b="0" u="none" dirty="0"/>
              <a:t>お見積もりは概算お見積もりのため、改めて正式にお見積もりさせていただきます。</a:t>
            </a:r>
            <a:endParaRPr lang="en-US" altLang="ja-JP" b="0" u="none" dirty="0"/>
          </a:p>
          <a:p>
            <a:r>
              <a:rPr kumimoji="1" lang="ja-JP" altLang="en-US" b="0" u="none" dirty="0"/>
              <a:t>本お見積りは単純移行を想定しております。</a:t>
            </a:r>
            <a:endParaRPr kumimoji="1" lang="en-US" altLang="ja-JP" b="0" u="none" dirty="0"/>
          </a:p>
          <a:p>
            <a:r>
              <a:rPr lang="ja-JP" altLang="en-US" b="0" u="none" dirty="0"/>
              <a:t>作業場所は原則弊社オフィス内とします。弊社オフィス内には在宅での勤務を含みます。</a:t>
            </a:r>
            <a:endParaRPr lang="en-US" altLang="ja-JP" b="0" u="none" dirty="0"/>
          </a:p>
          <a:p>
            <a:r>
              <a:rPr lang="ja-JP" altLang="en-US" b="0" u="none" dirty="0">
                <a:latin typeface="游ゴシック"/>
                <a:ea typeface="游ゴシック"/>
              </a:rPr>
              <a:t>瑕疵担保責任期間は本稼働日より１年間とします。</a:t>
            </a:r>
            <a:r>
              <a:rPr lang="en-US" altLang="ja-JP" b="0" u="none" dirty="0">
                <a:latin typeface="游ゴシック"/>
                <a:ea typeface="游ゴシック"/>
              </a:rPr>
              <a:t/>
            </a:r>
            <a:br>
              <a:rPr lang="en-US" altLang="ja-JP" b="0" u="none" dirty="0">
                <a:latin typeface="游ゴシック"/>
                <a:ea typeface="游ゴシック"/>
              </a:rPr>
            </a:br>
            <a:r>
              <a:rPr lang="ja-JP" altLang="en-US" b="0" u="none" dirty="0">
                <a:latin typeface="游ゴシック"/>
                <a:ea typeface="游ゴシック"/>
              </a:rPr>
              <a:t>（本稼働日より</a:t>
            </a:r>
            <a:r>
              <a:rPr lang="en-US" altLang="ja-JP" b="0" u="none" dirty="0">
                <a:latin typeface="游ゴシック"/>
                <a:ea typeface="游ゴシック"/>
              </a:rPr>
              <a:t>1</a:t>
            </a:r>
            <a:r>
              <a:rPr lang="ja-JP" altLang="en-US" b="0" u="none" dirty="0">
                <a:latin typeface="游ゴシック"/>
                <a:ea typeface="游ゴシック"/>
              </a:rPr>
              <a:t>年間に限り契約不適合責任を追及できることとします。）</a:t>
            </a:r>
            <a:endParaRPr lang="en-US" altLang="ja-JP" b="0" u="none" dirty="0">
              <a:latin typeface="游ゴシック"/>
              <a:ea typeface="游ゴシック"/>
            </a:endParaRPr>
          </a:p>
          <a:p>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r>
              <a:rPr lang="ja-JP" altLang="en-US" b="0" u="none" dirty="0"/>
              <a:t>既存の</a:t>
            </a:r>
            <a:r>
              <a:rPr lang="en-US" altLang="ja-JP" b="0" u="none" dirty="0"/>
              <a:t>OWFT</a:t>
            </a:r>
            <a:r>
              <a:rPr lang="ja-JP" altLang="en-US" b="0" u="none" dirty="0"/>
              <a:t>を利用した構成と</a:t>
            </a:r>
            <a:r>
              <a:rPr lang="ja-JP" b="0" u="none" dirty="0">
                <a:latin typeface="游ゴシック"/>
                <a:ea typeface="游ゴシック"/>
              </a:rPr>
              <a:t>なります。</a:t>
            </a:r>
            <a:endParaRPr lang="ja-JP" altLang="en-US" b="0" u="none" dirty="0">
              <a:latin typeface="游ゴシック"/>
              <a:ea typeface="游ゴシック"/>
            </a:endParaRPr>
          </a:p>
          <a:p>
            <a:r>
              <a:rPr lang="ja-JP" altLang="en-US" b="0" u="none" dirty="0">
                <a:latin typeface="游ゴシック"/>
                <a:ea typeface="游ゴシック"/>
              </a:rPr>
              <a:t>インフラ環境（ネットワーク等）の構築は含まれておりません</a:t>
            </a:r>
            <a:endParaRPr lang="en-US" altLang="ja-JP" b="0" u="none" dirty="0">
              <a:latin typeface="游ゴシック"/>
              <a:ea typeface="游ゴシック"/>
            </a:endParaRPr>
          </a:p>
          <a:p>
            <a:r>
              <a:rPr lang="ja-JP" altLang="en-US" b="0" u="none" dirty="0">
                <a:latin typeface="游ゴシック"/>
                <a:ea typeface="游ゴシック"/>
                <a:cs typeface="+mn-ea"/>
              </a:rPr>
              <a:t>本対応以外の業務変更などのプログラム改修は想定していません。</a:t>
            </a:r>
            <a:endParaRPr lang="en-US" altLang="ja-JP" b="0" u="none" dirty="0">
              <a:latin typeface="游ゴシック"/>
              <a:ea typeface="游ゴシック"/>
              <a:cs typeface="+mn-ea"/>
            </a:endParaRPr>
          </a:p>
          <a:p>
            <a:r>
              <a:rPr kumimoji="1" lang="ja-JP" altLang="en-US" b="0" u="none" dirty="0"/>
              <a:t>上記に記載のない諸条件につきましては、別途ご相談の上、決定させていただきます。</a:t>
            </a: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dirty="0" smtClean="0"/>
              <a:t>2025/3/24</a:t>
            </a:r>
            <a:endParaRPr lang="en-US" dirty="0"/>
          </a:p>
        </p:txBody>
      </p:sp>
    </p:spTree>
    <p:extLst>
      <p:ext uri="{BB962C8B-B14F-4D97-AF65-F5344CB8AC3E}">
        <p14:creationId xmlns:p14="http://schemas.microsoft.com/office/powerpoint/2010/main" val="2410374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latin typeface="游ゴシック"/>
                <a:ea typeface="游ゴシック"/>
              </a:rPr>
              <a:t>担当：髙浦祐朗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latin typeface="游ゴシック"/>
                <a:ea typeface="游ゴシック"/>
              </a:rPr>
              <a:t>Mail</a:t>
            </a:r>
            <a:r>
              <a:rPr kumimoji="1" lang="ja-JP" altLang="en-US">
                <a:latin typeface="游ゴシック"/>
                <a:ea typeface="游ゴシック"/>
              </a:rPr>
              <a:t>：</a:t>
            </a:r>
            <a:r>
              <a:rPr kumimoji="1" lang="en-US" altLang="ja-JP">
                <a:latin typeface="游ゴシック"/>
                <a:ea typeface="游ゴシック"/>
              </a:rPr>
              <a:t>masaaki.takaura@system-exe.jp</a:t>
            </a:r>
            <a:endParaRPr kumimoji="1" lang="ja-JP" altLang="en-US">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dirty="0" smtClean="0"/>
              <a:t>2025/3/24</a:t>
            </a:r>
            <a:endParaRPr lang="en-US" dirty="0"/>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4" ma:contentTypeDescription="新しいドキュメントを作成します。" ma:contentTypeScope="" ma:versionID="8d136f6bca879cb90346a66279902dfa">
  <xsd:schema xmlns:xsd="http://www.w3.org/2001/XMLSchema" xmlns:xs="http://www.w3.org/2001/XMLSchema" xmlns:p="http://schemas.microsoft.com/office/2006/metadata/properties" xmlns:ns2="2fd442da-66a9-4fa6-ba31-eb0d54ad1381" targetNamespace="http://schemas.microsoft.com/office/2006/metadata/properties" ma:root="true" ma:fieldsID="5b8a779dc52d08a32251a6f3465a5e55"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E183816-01A4-4A51-B5EE-0646240FC211}">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3.xml><?xml version="1.0" encoding="utf-8"?>
<ds:datastoreItem xmlns:ds="http://schemas.openxmlformats.org/officeDocument/2006/customXml" ds:itemID="{04C728C5-B22A-42B4-8163-E4A5D49941FF}">
  <ds:schemaRefs>
    <ds:schemaRef ds:uri="187f30ad-8167-4588-9c3a-cb4f36143cdf"/>
    <ds:schemaRef ds:uri="c3646003-1fe8-4c7b-b8fa-d7ba2835bde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67</TotalTime>
  <Words>1497</Words>
  <Application>Microsoft Office PowerPoint</Application>
  <PresentationFormat>ワイド画面</PresentationFormat>
  <Paragraphs>348</Paragraphs>
  <Slides>14</Slides>
  <Notes>3</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14</vt:i4>
      </vt:variant>
    </vt:vector>
  </HeadingPairs>
  <TitlesOfParts>
    <vt:vector size="24" baseType="lpstr">
      <vt:lpstr>Meiryo UI</vt:lpstr>
      <vt:lpstr>Yu Gothic Medium</vt:lpstr>
      <vt:lpstr>メイリオ</vt:lpstr>
      <vt:lpstr>游ゴシック</vt:lpstr>
      <vt:lpstr>游ゴシック</vt:lpstr>
      <vt:lpstr>游明朝</vt:lpstr>
      <vt:lpstr>Arial</vt:lpstr>
      <vt:lpstr>Calibri</vt:lpstr>
      <vt:lpstr>Wingdings</vt:lpstr>
      <vt:lpstr>Office テーマ</vt:lpstr>
      <vt:lpstr>概算お見積もり(第4.0版）</vt:lpstr>
      <vt:lpstr>１. はじめに</vt:lpstr>
      <vt:lpstr>２. お見積り範囲</vt:lpstr>
      <vt:lpstr>２. お見積り範囲</vt:lpstr>
      <vt:lpstr>３. システム構成（AsIs）</vt:lpstr>
      <vt:lpstr>３. システム構成（ToBe）</vt:lpstr>
      <vt:lpstr>３. システム構成（ToBe）：作業範囲</vt:lpstr>
      <vt:lpstr>４. 対応内容</vt:lpstr>
      <vt:lpstr>５. 想定している成果物</vt:lpstr>
      <vt:lpstr>６. スケジュール（想定）</vt:lpstr>
      <vt:lpstr>７. 体制（想定）</vt:lpstr>
      <vt:lpstr>８. お見積もり</vt:lpstr>
      <vt:lpstr>９.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伊達 翔互</cp:lastModifiedBy>
  <cp:revision>9</cp:revision>
  <dcterms:created xsi:type="dcterms:W3CDTF">2021-02-05T06:36:21Z</dcterms:created>
  <dcterms:modified xsi:type="dcterms:W3CDTF">2025-03-24T05:03:18Z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