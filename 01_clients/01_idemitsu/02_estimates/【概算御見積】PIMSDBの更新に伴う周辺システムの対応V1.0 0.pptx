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934" r:id="rId6"/>
    <p:sldId id="932" r:id="rId7"/>
    <p:sldId id="941" r:id="rId8"/>
    <p:sldId id="927" r:id="rId9"/>
    <p:sldId id="766" r:id="rId10"/>
    <p:sldId id="929" r:id="rId11"/>
    <p:sldId id="940" r:id="rId12"/>
    <p:sldId id="765" r:id="rId13"/>
    <p:sldId id="942" r:id="rId14"/>
    <p:sldId id="923" r:id="rId15"/>
    <p:sldId id="939" r:id="rId16"/>
    <p:sldId id="938" r:id="rId17"/>
    <p:sldId id="7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EDEE"/>
    <a:srgbClr val="FFFFFF"/>
    <a:srgbClr val="FFFFCC"/>
    <a:srgbClr val="FAF2D4"/>
    <a:srgbClr val="0000FF"/>
    <a:srgbClr val="9A3B5D"/>
    <a:srgbClr val="FDEDDA"/>
    <a:srgbClr val="F2F2F2"/>
    <a:srgbClr val="EDEDED"/>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A7BD6-3A47-C2AA-3148-5714EACCF4EA}" v="1" dt="2025-04-15T10:19:22.89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00" d="100"/>
          <a:sy n="200" d="100"/>
        </p:scale>
        <p:origin x="-2892" y="-27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D7D537D0-A513-445F-B982-7BADD7299E9B}"/>
    <pc:docChg chg="undo custSel modSld">
      <pc:chgData name="石井徹" userId="bd567184-c19d-4717-9194-a1e548d2dddf" providerId="ADAL" clId="{D7D537D0-A513-445F-B982-7BADD7299E9B}" dt="2025-04-11T07:02:59.690" v="133" actId="12789"/>
      <pc:docMkLst>
        <pc:docMk/>
      </pc:docMkLst>
      <pc:sldChg chg="modSp mod">
        <pc:chgData name="石井徹" userId="bd567184-c19d-4717-9194-a1e548d2dddf" providerId="ADAL" clId="{D7D537D0-A513-445F-B982-7BADD7299E9B}" dt="2025-04-11T06:58:03.596" v="106" actId="20577"/>
        <pc:sldMkLst>
          <pc:docMk/>
          <pc:sldMk cId="3201888243" sldId="714"/>
        </pc:sldMkLst>
        <pc:spChg chg="mod">
          <ac:chgData name="石井徹" userId="bd567184-c19d-4717-9194-a1e548d2dddf" providerId="ADAL" clId="{D7D537D0-A513-445F-B982-7BADD7299E9B}" dt="2025-04-11T06:58:03.596" v="106" actId="20577"/>
          <ac:spMkLst>
            <pc:docMk/>
            <pc:sldMk cId="3201888243" sldId="714"/>
            <ac:spMk id="2" creationId="{B808C4E1-CAC4-709D-39C2-7E63198F1A78}"/>
          </ac:spMkLst>
        </pc:spChg>
      </pc:sldChg>
      <pc:sldChg chg="addSp delSp modSp mod">
        <pc:chgData name="石井徹" userId="bd567184-c19d-4717-9194-a1e548d2dddf" providerId="ADAL" clId="{D7D537D0-A513-445F-B982-7BADD7299E9B}" dt="2025-04-11T07:02:59.690" v="133" actId="12789"/>
        <pc:sldMkLst>
          <pc:docMk/>
          <pc:sldMk cId="3560606343" sldId="766"/>
        </pc:sldMkLst>
        <pc:spChg chg="add mod">
          <ac:chgData name="石井徹" userId="bd567184-c19d-4717-9194-a1e548d2dddf" providerId="ADAL" clId="{D7D537D0-A513-445F-B982-7BADD7299E9B}" dt="2025-04-11T07:01:51.253" v="130" actId="12789"/>
          <ac:spMkLst>
            <pc:docMk/>
            <pc:sldMk cId="3560606343" sldId="766"/>
            <ac:spMk id="3" creationId="{AF8A347B-628C-F969-7577-C80ACEACF986}"/>
          </ac:spMkLst>
        </pc:spChg>
        <pc:spChg chg="add mod">
          <ac:chgData name="石井徹" userId="bd567184-c19d-4717-9194-a1e548d2dddf" providerId="ADAL" clId="{D7D537D0-A513-445F-B982-7BADD7299E9B}" dt="2025-04-11T07:00:28.950" v="127" actId="554"/>
          <ac:spMkLst>
            <pc:docMk/>
            <pc:sldMk cId="3560606343" sldId="766"/>
            <ac:spMk id="4" creationId="{BBB2E929-38FA-CD74-16BC-7AB53931C78A}"/>
          </ac:spMkLst>
        </pc:spChg>
        <pc:spChg chg="add mod">
          <ac:chgData name="石井徹" userId="bd567184-c19d-4717-9194-a1e548d2dddf" providerId="ADAL" clId="{D7D537D0-A513-445F-B982-7BADD7299E9B}" dt="2025-04-11T07:00:28.950" v="127" actId="554"/>
          <ac:spMkLst>
            <pc:docMk/>
            <pc:sldMk cId="3560606343" sldId="766"/>
            <ac:spMk id="5" creationId="{A46D36D2-65E5-D5A3-2501-9B26B55D7DFA}"/>
          </ac:spMkLst>
        </pc:spChg>
        <pc:spChg chg="mod">
          <ac:chgData name="石井徹" userId="bd567184-c19d-4717-9194-a1e548d2dddf" providerId="ADAL" clId="{D7D537D0-A513-445F-B982-7BADD7299E9B}" dt="2025-04-11T06:58:20.870" v="111" actId="20577"/>
          <ac:spMkLst>
            <pc:docMk/>
            <pc:sldMk cId="3560606343" sldId="766"/>
            <ac:spMk id="7" creationId="{07A92D67-4F0A-B547-09D2-5372BD30739C}"/>
          </ac:spMkLst>
        </pc:spChg>
        <pc:spChg chg="add mod">
          <ac:chgData name="石井徹" userId="bd567184-c19d-4717-9194-a1e548d2dddf" providerId="ADAL" clId="{D7D537D0-A513-445F-B982-7BADD7299E9B}" dt="2025-04-11T07:00:28.950" v="127" actId="554"/>
          <ac:spMkLst>
            <pc:docMk/>
            <pc:sldMk cId="3560606343" sldId="766"/>
            <ac:spMk id="9" creationId="{6D94B978-DE8C-05CC-5B98-C943643A0BFF}"/>
          </ac:spMkLst>
        </pc:spChg>
        <pc:spChg chg="add mod">
          <ac:chgData name="石井徹" userId="bd567184-c19d-4717-9194-a1e548d2dddf" providerId="ADAL" clId="{D7D537D0-A513-445F-B982-7BADD7299E9B}" dt="2025-04-11T07:00:28.950" v="127" actId="554"/>
          <ac:spMkLst>
            <pc:docMk/>
            <pc:sldMk cId="3560606343" sldId="766"/>
            <ac:spMk id="10" creationId="{916452E6-D222-3049-1E3B-3D45A9B14CAC}"/>
          </ac:spMkLst>
        </pc:spChg>
        <pc:spChg chg="mod">
          <ac:chgData name="石井徹" userId="bd567184-c19d-4717-9194-a1e548d2dddf" providerId="ADAL" clId="{D7D537D0-A513-445F-B982-7BADD7299E9B}" dt="2025-04-11T06:57:04.887" v="99" actId="14100"/>
          <ac:spMkLst>
            <pc:docMk/>
            <pc:sldMk cId="3560606343" sldId="766"/>
            <ac:spMk id="36" creationId="{5E7C7353-36D9-4E13-AE62-C6438FB175BA}"/>
          </ac:spMkLst>
        </pc:spChg>
        <pc:spChg chg="mod">
          <ac:chgData name="石井徹" userId="bd567184-c19d-4717-9194-a1e548d2dddf" providerId="ADAL" clId="{D7D537D0-A513-445F-B982-7BADD7299E9B}" dt="2025-04-11T06:49:13.752" v="43" actId="14100"/>
          <ac:spMkLst>
            <pc:docMk/>
            <pc:sldMk cId="3560606343" sldId="766"/>
            <ac:spMk id="37" creationId="{9C526A88-681C-4A44-BFD9-AF76E9622DCF}"/>
          </ac:spMkLst>
        </pc:spChg>
        <pc:spChg chg="mod">
          <ac:chgData name="石井徹" userId="bd567184-c19d-4717-9194-a1e548d2dddf" providerId="ADAL" clId="{D7D537D0-A513-445F-B982-7BADD7299E9B}" dt="2025-04-11T07:02:59.690" v="133" actId="12789"/>
          <ac:spMkLst>
            <pc:docMk/>
            <pc:sldMk cId="3560606343" sldId="766"/>
            <ac:spMk id="44" creationId="{F552483D-B47E-4672-AAB8-B1378D36B674}"/>
          </ac:spMkLst>
        </pc:spChg>
        <pc:spChg chg="mod">
          <ac:chgData name="石井徹" userId="bd567184-c19d-4717-9194-a1e548d2dddf" providerId="ADAL" clId="{D7D537D0-A513-445F-B982-7BADD7299E9B}" dt="2025-04-11T06:52:41.857" v="74" actId="1076"/>
          <ac:spMkLst>
            <pc:docMk/>
            <pc:sldMk cId="3560606343" sldId="766"/>
            <ac:spMk id="51" creationId="{2215EDEA-9B8A-4322-BFF8-D6A1A518114E}"/>
          </ac:spMkLst>
        </pc:spChg>
        <pc:spChg chg="mod">
          <ac:chgData name="石井徹" userId="bd567184-c19d-4717-9194-a1e548d2dddf" providerId="ADAL" clId="{D7D537D0-A513-445F-B982-7BADD7299E9B}" dt="2025-04-11T06:53:20.732" v="78" actId="1076"/>
          <ac:spMkLst>
            <pc:docMk/>
            <pc:sldMk cId="3560606343" sldId="766"/>
            <ac:spMk id="52" creationId="{273F1D17-10FA-4924-B884-6E253B662FBC}"/>
          </ac:spMkLst>
        </pc:spChg>
        <pc:spChg chg="mod">
          <ac:chgData name="石井徹" userId="bd567184-c19d-4717-9194-a1e548d2dddf" providerId="ADAL" clId="{D7D537D0-A513-445F-B982-7BADD7299E9B}" dt="2025-04-11T06:49:33.273" v="46" actId="1037"/>
          <ac:spMkLst>
            <pc:docMk/>
            <pc:sldMk cId="3560606343" sldId="766"/>
            <ac:spMk id="56" creationId="{CA0C0754-E19F-4A52-8723-CBD1772127B3}"/>
          </ac:spMkLst>
        </pc:spChg>
        <pc:spChg chg="mod">
          <ac:chgData name="石井徹" userId="bd567184-c19d-4717-9194-a1e548d2dddf" providerId="ADAL" clId="{D7D537D0-A513-445F-B982-7BADD7299E9B}" dt="2025-04-11T07:02:59.690" v="133" actId="12789"/>
          <ac:spMkLst>
            <pc:docMk/>
            <pc:sldMk cId="3560606343" sldId="766"/>
            <ac:spMk id="57" creationId="{20A49EAF-2CE6-4079-B03C-1C577E857A47}"/>
          </ac:spMkLst>
        </pc:spChg>
        <pc:spChg chg="mod">
          <ac:chgData name="石井徹" userId="bd567184-c19d-4717-9194-a1e548d2dddf" providerId="ADAL" clId="{D7D537D0-A513-445F-B982-7BADD7299E9B}" dt="2025-04-11T07:02:59.690" v="133" actId="12789"/>
          <ac:spMkLst>
            <pc:docMk/>
            <pc:sldMk cId="3560606343" sldId="766"/>
            <ac:spMk id="58" creationId="{53C1D3EB-1F37-4250-9882-86110A337799}"/>
          </ac:spMkLst>
        </pc:spChg>
        <pc:spChg chg="mod">
          <ac:chgData name="石井徹" userId="bd567184-c19d-4717-9194-a1e548d2dddf" providerId="ADAL" clId="{D7D537D0-A513-445F-B982-7BADD7299E9B}" dt="2025-04-11T07:02:59.690" v="133" actId="12789"/>
          <ac:spMkLst>
            <pc:docMk/>
            <pc:sldMk cId="3560606343" sldId="766"/>
            <ac:spMk id="59" creationId="{FCD1745A-C278-46D2-B2DC-36F7293FBDF5}"/>
          </ac:spMkLst>
        </pc:spChg>
        <pc:spChg chg="mod">
          <ac:chgData name="石井徹" userId="bd567184-c19d-4717-9194-a1e548d2dddf" providerId="ADAL" clId="{D7D537D0-A513-445F-B982-7BADD7299E9B}" dt="2025-04-11T07:02:46.974" v="132" actId="12789"/>
          <ac:spMkLst>
            <pc:docMk/>
            <pc:sldMk cId="3560606343" sldId="766"/>
            <ac:spMk id="65" creationId="{BD30EF20-DD76-491C-9C1C-049E43A5F98D}"/>
          </ac:spMkLst>
        </pc:spChg>
        <pc:spChg chg="mod">
          <ac:chgData name="石井徹" userId="bd567184-c19d-4717-9194-a1e548d2dddf" providerId="ADAL" clId="{D7D537D0-A513-445F-B982-7BADD7299E9B}" dt="2025-04-11T07:02:46.974" v="132" actId="12789"/>
          <ac:spMkLst>
            <pc:docMk/>
            <pc:sldMk cId="3560606343" sldId="766"/>
            <ac:spMk id="66" creationId="{74C58259-AF97-4FA9-B5B0-BC8DF789B1A6}"/>
          </ac:spMkLst>
        </pc:spChg>
        <pc:spChg chg="mod">
          <ac:chgData name="石井徹" userId="bd567184-c19d-4717-9194-a1e548d2dddf" providerId="ADAL" clId="{D7D537D0-A513-445F-B982-7BADD7299E9B}" dt="2025-04-11T07:02:46.974" v="132" actId="12789"/>
          <ac:spMkLst>
            <pc:docMk/>
            <pc:sldMk cId="3560606343" sldId="766"/>
            <ac:spMk id="67" creationId="{FB4B8F02-AA39-4C5D-8827-E7D0659C0BA0}"/>
          </ac:spMkLst>
        </pc:spChg>
        <pc:spChg chg="mod">
          <ac:chgData name="石井徹" userId="bd567184-c19d-4717-9194-a1e548d2dddf" providerId="ADAL" clId="{D7D537D0-A513-445F-B982-7BADD7299E9B}" dt="2025-04-11T07:02:46.974" v="132" actId="12789"/>
          <ac:spMkLst>
            <pc:docMk/>
            <pc:sldMk cId="3560606343" sldId="766"/>
            <ac:spMk id="68" creationId="{2CE90EF2-5134-4007-AE59-A4B3F0074D91}"/>
          </ac:spMkLst>
        </pc:spChg>
        <pc:spChg chg="mod">
          <ac:chgData name="石井徹" userId="bd567184-c19d-4717-9194-a1e548d2dddf" providerId="ADAL" clId="{D7D537D0-A513-445F-B982-7BADD7299E9B}" dt="2025-04-11T07:01:51.253" v="130" actId="12789"/>
          <ac:spMkLst>
            <pc:docMk/>
            <pc:sldMk cId="3560606343" sldId="766"/>
            <ac:spMk id="69" creationId="{C0C98577-4626-460F-9C28-155F32522D99}"/>
          </ac:spMkLst>
        </pc:spChg>
        <pc:spChg chg="mod">
          <ac:chgData name="石井徹" userId="bd567184-c19d-4717-9194-a1e548d2dddf" providerId="ADAL" clId="{D7D537D0-A513-445F-B982-7BADD7299E9B}" dt="2025-04-11T07:01:58.912" v="131" actId="14100"/>
          <ac:spMkLst>
            <pc:docMk/>
            <pc:sldMk cId="3560606343" sldId="766"/>
            <ac:spMk id="70" creationId="{52116367-2110-4948-AAA1-62909B092BBB}"/>
          </ac:spMkLst>
        </pc:spChg>
        <pc:spChg chg="del mod">
          <ac:chgData name="石井徹" userId="bd567184-c19d-4717-9194-a1e548d2dddf" providerId="ADAL" clId="{D7D537D0-A513-445F-B982-7BADD7299E9B}" dt="2025-04-11T06:55:42.083" v="87" actId="478"/>
          <ac:spMkLst>
            <pc:docMk/>
            <pc:sldMk cId="3560606343" sldId="766"/>
            <ac:spMk id="71" creationId="{238A90CF-7E0A-4736-9203-A9AA0608E051}"/>
          </ac:spMkLst>
        </pc:spChg>
        <pc:spChg chg="mod">
          <ac:chgData name="石井徹" userId="bd567184-c19d-4717-9194-a1e548d2dddf" providerId="ADAL" clId="{D7D537D0-A513-445F-B982-7BADD7299E9B}" dt="2025-04-11T07:01:51.253" v="130" actId="12789"/>
          <ac:spMkLst>
            <pc:docMk/>
            <pc:sldMk cId="3560606343" sldId="766"/>
            <ac:spMk id="72" creationId="{09357D66-5058-4207-AEC0-24B9E75E37E2}"/>
          </ac:spMkLst>
        </pc:spChg>
        <pc:spChg chg="mod">
          <ac:chgData name="石井徹" userId="bd567184-c19d-4717-9194-a1e548d2dddf" providerId="ADAL" clId="{D7D537D0-A513-445F-B982-7BADD7299E9B}" dt="2025-04-11T07:01:37.460" v="129" actId="12789"/>
          <ac:spMkLst>
            <pc:docMk/>
            <pc:sldMk cId="3560606343" sldId="766"/>
            <ac:spMk id="73" creationId="{0283739E-7F46-424B-AB9F-F899FA91C9B6}"/>
          </ac:spMkLst>
        </pc:spChg>
        <pc:spChg chg="mod">
          <ac:chgData name="石井徹" userId="bd567184-c19d-4717-9194-a1e548d2dddf" providerId="ADAL" clId="{D7D537D0-A513-445F-B982-7BADD7299E9B}" dt="2025-04-11T07:01:37.460" v="129" actId="12789"/>
          <ac:spMkLst>
            <pc:docMk/>
            <pc:sldMk cId="3560606343" sldId="766"/>
            <ac:spMk id="74" creationId="{DEBFAD92-E2F7-40B7-B71B-42C1A806A3F6}"/>
          </ac:spMkLst>
        </pc:spChg>
        <pc:spChg chg="mod">
          <ac:chgData name="石井徹" userId="bd567184-c19d-4717-9194-a1e548d2dddf" providerId="ADAL" clId="{D7D537D0-A513-445F-B982-7BADD7299E9B}" dt="2025-04-11T07:01:37.460" v="129" actId="12789"/>
          <ac:spMkLst>
            <pc:docMk/>
            <pc:sldMk cId="3560606343" sldId="766"/>
            <ac:spMk id="75" creationId="{66FD0A79-9EFA-4C20-ABE4-47DC4CFF7BBF}"/>
          </ac:spMkLst>
        </pc:spChg>
        <pc:spChg chg="mod">
          <ac:chgData name="石井徹" userId="bd567184-c19d-4717-9194-a1e548d2dddf" providerId="ADAL" clId="{D7D537D0-A513-445F-B982-7BADD7299E9B}" dt="2025-04-11T07:01:37.460" v="129" actId="12789"/>
          <ac:spMkLst>
            <pc:docMk/>
            <pc:sldMk cId="3560606343" sldId="766"/>
            <ac:spMk id="76" creationId="{04F4E6CD-7E9D-4D41-9D27-AE1F41C5CE8E}"/>
          </ac:spMkLst>
        </pc:spChg>
        <pc:spChg chg="mod">
          <ac:chgData name="石井徹" userId="bd567184-c19d-4717-9194-a1e548d2dddf" providerId="ADAL" clId="{D7D537D0-A513-445F-B982-7BADD7299E9B}" dt="2025-04-11T07:01:11.028" v="128" actId="12789"/>
          <ac:spMkLst>
            <pc:docMk/>
            <pc:sldMk cId="3560606343" sldId="766"/>
            <ac:spMk id="77" creationId="{8456FBAB-713A-4C23-A76B-297ECD2B2A3E}"/>
          </ac:spMkLst>
        </pc:spChg>
        <pc:spChg chg="mod">
          <ac:chgData name="石井徹" userId="bd567184-c19d-4717-9194-a1e548d2dddf" providerId="ADAL" clId="{D7D537D0-A513-445F-B982-7BADD7299E9B}" dt="2025-04-11T07:01:11.028" v="128" actId="12789"/>
          <ac:spMkLst>
            <pc:docMk/>
            <pc:sldMk cId="3560606343" sldId="766"/>
            <ac:spMk id="78" creationId="{952D0C75-21C6-48C4-9FCC-41410BA3A1AE}"/>
          </ac:spMkLst>
        </pc:spChg>
        <pc:spChg chg="mod">
          <ac:chgData name="石井徹" userId="bd567184-c19d-4717-9194-a1e548d2dddf" providerId="ADAL" clId="{D7D537D0-A513-445F-B982-7BADD7299E9B}" dt="2025-04-11T07:01:11.028" v="128" actId="12789"/>
          <ac:spMkLst>
            <pc:docMk/>
            <pc:sldMk cId="3560606343" sldId="766"/>
            <ac:spMk id="79" creationId="{C8506B67-1976-4FC4-BE7C-8636F8B07C93}"/>
          </ac:spMkLst>
        </pc:spChg>
        <pc:spChg chg="mod">
          <ac:chgData name="石井徹" userId="bd567184-c19d-4717-9194-a1e548d2dddf" providerId="ADAL" clId="{D7D537D0-A513-445F-B982-7BADD7299E9B}" dt="2025-04-11T07:01:11.028" v="128" actId="12789"/>
          <ac:spMkLst>
            <pc:docMk/>
            <pc:sldMk cId="3560606343" sldId="766"/>
            <ac:spMk id="80" creationId="{ACDD402D-851F-4BD4-8B10-10F0CECF2086}"/>
          </ac:spMkLst>
        </pc:spChg>
        <pc:spChg chg="mod">
          <ac:chgData name="石井徹" userId="bd567184-c19d-4717-9194-a1e548d2dddf" providerId="ADAL" clId="{D7D537D0-A513-445F-B982-7BADD7299E9B}" dt="2025-04-11T07:00:28.950" v="127" actId="554"/>
          <ac:spMkLst>
            <pc:docMk/>
            <pc:sldMk cId="3560606343" sldId="766"/>
            <ac:spMk id="81" creationId="{B9D6D4CA-DEE1-480C-A4C9-2D1E3963CDD9}"/>
          </ac:spMkLst>
        </pc:spChg>
        <pc:spChg chg="mod">
          <ac:chgData name="石井徹" userId="bd567184-c19d-4717-9194-a1e548d2dddf" providerId="ADAL" clId="{D7D537D0-A513-445F-B982-7BADD7299E9B}" dt="2025-04-11T07:00:28.950" v="127" actId="554"/>
          <ac:spMkLst>
            <pc:docMk/>
            <pc:sldMk cId="3560606343" sldId="766"/>
            <ac:spMk id="82" creationId="{EBE9E32B-F777-404A-9C9F-836B66600CE7}"/>
          </ac:spMkLst>
        </pc:spChg>
        <pc:spChg chg="del mod">
          <ac:chgData name="石井徹" userId="bd567184-c19d-4717-9194-a1e548d2dddf" providerId="ADAL" clId="{D7D537D0-A513-445F-B982-7BADD7299E9B}" dt="2025-04-11T06:56:31.319" v="93" actId="478"/>
          <ac:spMkLst>
            <pc:docMk/>
            <pc:sldMk cId="3560606343" sldId="766"/>
            <ac:spMk id="83" creationId="{37F2CF68-765B-4852-B0A4-591CAA144BC6}"/>
          </ac:spMkLst>
        </pc:spChg>
        <pc:spChg chg="del mod">
          <ac:chgData name="石井徹" userId="bd567184-c19d-4717-9194-a1e548d2dddf" providerId="ADAL" clId="{D7D537D0-A513-445F-B982-7BADD7299E9B}" dt="2025-04-11T06:56:31.319" v="93" actId="478"/>
          <ac:spMkLst>
            <pc:docMk/>
            <pc:sldMk cId="3560606343" sldId="766"/>
            <ac:spMk id="84" creationId="{4E5DC717-4EBD-4085-9647-B98ACEF994C2}"/>
          </ac:spMkLst>
        </pc:spChg>
        <pc:spChg chg="del mod">
          <ac:chgData name="石井徹" userId="bd567184-c19d-4717-9194-a1e548d2dddf" providerId="ADAL" clId="{D7D537D0-A513-445F-B982-7BADD7299E9B}" dt="2025-04-11T06:56:31.319" v="93" actId="478"/>
          <ac:spMkLst>
            <pc:docMk/>
            <pc:sldMk cId="3560606343" sldId="766"/>
            <ac:spMk id="85" creationId="{49B56DC3-085B-4C29-A073-6E449B3902EF}"/>
          </ac:spMkLst>
        </pc:spChg>
        <pc:spChg chg="del mod">
          <ac:chgData name="石井徹" userId="bd567184-c19d-4717-9194-a1e548d2dddf" providerId="ADAL" clId="{D7D537D0-A513-445F-B982-7BADD7299E9B}" dt="2025-04-11T06:56:31.319" v="93" actId="478"/>
          <ac:spMkLst>
            <pc:docMk/>
            <pc:sldMk cId="3560606343" sldId="766"/>
            <ac:spMk id="86" creationId="{04A599DF-F69B-4118-8F42-360445470011}"/>
          </ac:spMkLst>
        </pc:spChg>
      </pc:sldChg>
      <pc:sldChg chg="modSp mod">
        <pc:chgData name="石井徹" userId="bd567184-c19d-4717-9194-a1e548d2dddf" providerId="ADAL" clId="{D7D537D0-A513-445F-B982-7BADD7299E9B}" dt="2025-04-11T06:58:42.473" v="118" actId="20577"/>
        <pc:sldMkLst>
          <pc:docMk/>
          <pc:sldMk cId="2410374903" sldId="767"/>
        </pc:sldMkLst>
        <pc:spChg chg="mod">
          <ac:chgData name="石井徹" userId="bd567184-c19d-4717-9194-a1e548d2dddf" providerId="ADAL" clId="{D7D537D0-A513-445F-B982-7BADD7299E9B}" dt="2025-04-11T06:58:42.473" v="118" actId="20577"/>
          <ac:spMkLst>
            <pc:docMk/>
            <pc:sldMk cId="2410374903" sldId="767"/>
            <ac:spMk id="6" creationId="{8640E069-3293-AEF9-7E9C-B6104BAA7676}"/>
          </ac:spMkLst>
        </pc:spChg>
      </pc:sldChg>
      <pc:sldChg chg="modSp mod">
        <pc:chgData name="石井徹" userId="bd567184-c19d-4717-9194-a1e548d2dddf" providerId="ADAL" clId="{D7D537D0-A513-445F-B982-7BADD7299E9B}" dt="2025-04-11T06:58:32.019" v="115" actId="20577"/>
        <pc:sldMkLst>
          <pc:docMk/>
          <pc:sldMk cId="2453405637" sldId="923"/>
        </pc:sldMkLst>
        <pc:spChg chg="mod">
          <ac:chgData name="石井徹" userId="bd567184-c19d-4717-9194-a1e548d2dddf" providerId="ADAL" clId="{D7D537D0-A513-445F-B982-7BADD7299E9B}" dt="2025-04-11T06:58:32.019" v="115" actId="20577"/>
          <ac:spMkLst>
            <pc:docMk/>
            <pc:sldMk cId="2453405637" sldId="923"/>
            <ac:spMk id="5" creationId="{4603A548-F2AF-2C98-E435-7AC80BA0AC52}"/>
          </ac:spMkLst>
        </pc:spChg>
      </pc:sldChg>
      <pc:sldChg chg="modSp mod">
        <pc:chgData name="石井徹" userId="bd567184-c19d-4717-9194-a1e548d2dddf" providerId="ADAL" clId="{D7D537D0-A513-445F-B982-7BADD7299E9B}" dt="2025-04-11T06:58:18.210" v="110" actId="20577"/>
        <pc:sldMkLst>
          <pc:docMk/>
          <pc:sldMk cId="286748565" sldId="927"/>
        </pc:sldMkLst>
        <pc:spChg chg="mod">
          <ac:chgData name="石井徹" userId="bd567184-c19d-4717-9194-a1e548d2dddf" providerId="ADAL" clId="{D7D537D0-A513-445F-B982-7BADD7299E9B}" dt="2025-04-11T06:58:18.210" v="110" actId="20577"/>
          <ac:spMkLst>
            <pc:docMk/>
            <pc:sldMk cId="286748565" sldId="927"/>
            <ac:spMk id="3" creationId="{00000000-0000-0000-0000-000000000000}"/>
          </ac:spMkLst>
        </pc:spChg>
      </pc:sldChg>
      <pc:sldChg chg="modSp mod">
        <pc:chgData name="石井徹" userId="bd567184-c19d-4717-9194-a1e548d2dddf" providerId="ADAL" clId="{D7D537D0-A513-445F-B982-7BADD7299E9B}" dt="2025-04-11T06:58:24.008" v="112" actId="20577"/>
        <pc:sldMkLst>
          <pc:docMk/>
          <pc:sldMk cId="2399073518" sldId="929"/>
        </pc:sldMkLst>
        <pc:spChg chg="mod">
          <ac:chgData name="石井徹" userId="bd567184-c19d-4717-9194-a1e548d2dddf" providerId="ADAL" clId="{D7D537D0-A513-445F-B982-7BADD7299E9B}" dt="2025-04-11T06:58:24.008" v="112" actId="20577"/>
          <ac:spMkLst>
            <pc:docMk/>
            <pc:sldMk cId="2399073518" sldId="929"/>
            <ac:spMk id="3" creationId="{00000000-0000-0000-0000-000000000000}"/>
          </ac:spMkLst>
        </pc:spChg>
      </pc:sldChg>
      <pc:sldChg chg="modSp mod">
        <pc:chgData name="石井徹" userId="bd567184-c19d-4717-9194-a1e548d2dddf" providerId="ADAL" clId="{D7D537D0-A513-445F-B982-7BADD7299E9B}" dt="2025-04-11T06:58:12.709" v="108" actId="20577"/>
        <pc:sldMkLst>
          <pc:docMk/>
          <pc:sldMk cId="804980288" sldId="932"/>
        </pc:sldMkLst>
        <pc:spChg chg="mod">
          <ac:chgData name="石井徹" userId="bd567184-c19d-4717-9194-a1e548d2dddf" providerId="ADAL" clId="{D7D537D0-A513-445F-B982-7BADD7299E9B}" dt="2025-04-11T06:58:12.709" v="108" actId="20577"/>
          <ac:spMkLst>
            <pc:docMk/>
            <pc:sldMk cId="804980288" sldId="932"/>
            <ac:spMk id="30" creationId="{67BF35A6-89A9-CCA6-81CA-071B8A3D2D35}"/>
          </ac:spMkLst>
        </pc:spChg>
      </pc:sldChg>
      <pc:sldChg chg="modSp mod">
        <pc:chgData name="石井徹" userId="bd567184-c19d-4717-9194-a1e548d2dddf" providerId="ADAL" clId="{D7D537D0-A513-445F-B982-7BADD7299E9B}" dt="2025-04-11T06:58:08.903" v="107" actId="20577"/>
        <pc:sldMkLst>
          <pc:docMk/>
          <pc:sldMk cId="792472682" sldId="934"/>
        </pc:sldMkLst>
        <pc:spChg chg="mod">
          <ac:chgData name="石井徹" userId="bd567184-c19d-4717-9194-a1e548d2dddf" providerId="ADAL" clId="{D7D537D0-A513-445F-B982-7BADD7299E9B}" dt="2025-04-11T06:58:08.903" v="107" actId="20577"/>
          <ac:spMkLst>
            <pc:docMk/>
            <pc:sldMk cId="792472682" sldId="934"/>
            <ac:spMk id="12" creationId="{FB9395C0-3B33-2DF1-D93D-2AF5019AB575}"/>
          </ac:spMkLst>
        </pc:spChg>
      </pc:sldChg>
      <pc:sldChg chg="modSp mod">
        <pc:chgData name="石井徹" userId="bd567184-c19d-4717-9194-a1e548d2dddf" providerId="ADAL" clId="{D7D537D0-A513-445F-B982-7BADD7299E9B}" dt="2025-04-11T06:58:40.104" v="117" actId="20577"/>
        <pc:sldMkLst>
          <pc:docMk/>
          <pc:sldMk cId="1534908909" sldId="938"/>
        </pc:sldMkLst>
        <pc:spChg chg="mod">
          <ac:chgData name="石井徹" userId="bd567184-c19d-4717-9194-a1e548d2dddf" providerId="ADAL" clId="{D7D537D0-A513-445F-B982-7BADD7299E9B}" dt="2025-04-11T06:58:40.104" v="117" actId="20577"/>
          <ac:spMkLst>
            <pc:docMk/>
            <pc:sldMk cId="1534908909" sldId="938"/>
            <ac:spMk id="5" creationId="{4603A548-F2AF-2C98-E435-7AC80BA0AC52}"/>
          </ac:spMkLst>
        </pc:spChg>
      </pc:sldChg>
      <pc:sldChg chg="modSp mod">
        <pc:chgData name="石井徹" userId="bd567184-c19d-4717-9194-a1e548d2dddf" providerId="ADAL" clId="{D7D537D0-A513-445F-B982-7BADD7299E9B}" dt="2025-04-11T06:58:36.411" v="116" actId="20577"/>
        <pc:sldMkLst>
          <pc:docMk/>
          <pc:sldMk cId="1416581463" sldId="939"/>
        </pc:sldMkLst>
        <pc:spChg chg="mod">
          <ac:chgData name="石井徹" userId="bd567184-c19d-4717-9194-a1e548d2dddf" providerId="ADAL" clId="{D7D537D0-A513-445F-B982-7BADD7299E9B}" dt="2025-04-11T06:58:36.411" v="116" actId="20577"/>
          <ac:spMkLst>
            <pc:docMk/>
            <pc:sldMk cId="1416581463" sldId="939"/>
            <ac:spMk id="5" creationId="{4603A548-F2AF-2C98-E435-7AC80BA0AC52}"/>
          </ac:spMkLst>
        </pc:spChg>
      </pc:sldChg>
      <pc:sldChg chg="modSp mod">
        <pc:chgData name="石井徹" userId="bd567184-c19d-4717-9194-a1e548d2dddf" providerId="ADAL" clId="{D7D537D0-A513-445F-B982-7BADD7299E9B}" dt="2025-04-11T06:58:25.964" v="113" actId="20577"/>
        <pc:sldMkLst>
          <pc:docMk/>
          <pc:sldMk cId="3230787738" sldId="940"/>
        </pc:sldMkLst>
        <pc:spChg chg="mod">
          <ac:chgData name="石井徹" userId="bd567184-c19d-4717-9194-a1e548d2dddf" providerId="ADAL" clId="{D7D537D0-A513-445F-B982-7BADD7299E9B}" dt="2025-04-11T06:58:25.964" v="113" actId="20577"/>
          <ac:spMkLst>
            <pc:docMk/>
            <pc:sldMk cId="3230787738" sldId="940"/>
            <ac:spMk id="5" creationId="{D2781ADA-8500-0BAE-2B15-37819E39CA51}"/>
          </ac:spMkLst>
        </pc:spChg>
      </pc:sldChg>
      <pc:sldChg chg="modSp mod">
        <pc:chgData name="石井徹" userId="bd567184-c19d-4717-9194-a1e548d2dddf" providerId="ADAL" clId="{D7D537D0-A513-445F-B982-7BADD7299E9B}" dt="2025-04-11T06:58:15.447" v="109" actId="20577"/>
        <pc:sldMkLst>
          <pc:docMk/>
          <pc:sldMk cId="224871382" sldId="941"/>
        </pc:sldMkLst>
        <pc:spChg chg="mod">
          <ac:chgData name="石井徹" userId="bd567184-c19d-4717-9194-a1e548d2dddf" providerId="ADAL" clId="{D7D537D0-A513-445F-B982-7BADD7299E9B}" dt="2025-04-11T06:58:15.447" v="109" actId="20577"/>
          <ac:spMkLst>
            <pc:docMk/>
            <pc:sldMk cId="224871382" sldId="941"/>
            <ac:spMk id="30" creationId="{67BF35A6-89A9-CCA6-81CA-071B8A3D2D35}"/>
          </ac:spMkLst>
        </pc:spChg>
      </pc:sldChg>
      <pc:sldChg chg="modSp mod">
        <pc:chgData name="石井徹" userId="bd567184-c19d-4717-9194-a1e548d2dddf" providerId="ADAL" clId="{D7D537D0-A513-445F-B982-7BADD7299E9B}" dt="2025-04-11T06:58:28.019" v="114" actId="20577"/>
        <pc:sldMkLst>
          <pc:docMk/>
          <pc:sldMk cId="1134005045" sldId="942"/>
        </pc:sldMkLst>
        <pc:spChg chg="mod">
          <ac:chgData name="石井徹" userId="bd567184-c19d-4717-9194-a1e548d2dddf" providerId="ADAL" clId="{D7D537D0-A513-445F-B982-7BADD7299E9B}" dt="2025-04-11T06:58:28.019" v="114" actId="20577"/>
          <ac:spMkLst>
            <pc:docMk/>
            <pc:sldMk cId="1134005045" sldId="942"/>
            <ac:spMk id="5" creationId="{C6E4EA66-FF2A-1845-AD4F-F560C4359FDE}"/>
          </ac:spMkLst>
        </pc:spChg>
      </pc:sldChg>
    </pc:docChg>
  </pc:docChgLst>
  <pc:docChgLst>
    <pc:chgData name="野村康二" userId="S::kouji.nomura@system-exe.jp::acaa808a-f809-4ef9-8028-a2ce14b82415" providerId="AD" clId="Web-{94BEFC35-8C34-5465-03D6-7AA3E29B0A95}"/>
    <pc:docChg chg="modSld">
      <pc:chgData name="野村康二" userId="S::kouji.nomura@system-exe.jp::acaa808a-f809-4ef9-8028-a2ce14b82415" providerId="AD" clId="Web-{94BEFC35-8C34-5465-03D6-7AA3E29B0A95}" dt="2025-04-09T03:05:40.839" v="137" actId="20577"/>
      <pc:docMkLst>
        <pc:docMk/>
      </pc:docMkLst>
      <pc:sldChg chg="modSp">
        <pc:chgData name="野村康二" userId="S::kouji.nomura@system-exe.jp::acaa808a-f809-4ef9-8028-a2ce14b82415" providerId="AD" clId="Web-{94BEFC35-8C34-5465-03D6-7AA3E29B0A95}" dt="2025-04-09T02:42:25.776" v="84"/>
        <pc:sldMkLst>
          <pc:docMk/>
          <pc:sldMk cId="1395438993" sldId="765"/>
        </pc:sldMkLst>
        <pc:graphicFrameChg chg="mod modGraphic">
          <ac:chgData name="野村康二" userId="S::kouji.nomura@system-exe.jp::acaa808a-f809-4ef9-8028-a2ce14b82415" providerId="AD" clId="Web-{94BEFC35-8C34-5465-03D6-7AA3E29B0A95}" dt="2025-04-09T02:42:25.776" v="84"/>
          <ac:graphicFrameMkLst>
            <pc:docMk/>
            <pc:sldMk cId="1395438993" sldId="765"/>
            <ac:graphicFrameMk id="7" creationId="{2864E947-18B0-4839-AED3-D416F628DDF0}"/>
          </ac:graphicFrameMkLst>
        </pc:graphicFrameChg>
      </pc:sldChg>
      <pc:sldChg chg="modSp">
        <pc:chgData name="野村康二" userId="S::kouji.nomura@system-exe.jp::acaa808a-f809-4ef9-8028-a2ce14b82415" providerId="AD" clId="Web-{94BEFC35-8C34-5465-03D6-7AA3E29B0A95}" dt="2025-04-09T02:59:13.248" v="109" actId="20577"/>
        <pc:sldMkLst>
          <pc:docMk/>
          <pc:sldMk cId="2410374903" sldId="767"/>
        </pc:sldMkLst>
        <pc:spChg chg="mod">
          <ac:chgData name="野村康二" userId="S::kouji.nomura@system-exe.jp::acaa808a-f809-4ef9-8028-a2ce14b82415" providerId="AD" clId="Web-{94BEFC35-8C34-5465-03D6-7AA3E29B0A95}" dt="2025-04-09T02:59:13.248" v="109" actId="20577"/>
          <ac:spMkLst>
            <pc:docMk/>
            <pc:sldMk cId="2410374903" sldId="767"/>
            <ac:spMk id="5" creationId="{97E6FBE8-190C-40F0-AA01-14695A77D734}"/>
          </ac:spMkLst>
        </pc:spChg>
      </pc:sldChg>
      <pc:sldChg chg="addSp delSp modSp">
        <pc:chgData name="野村康二" userId="S::kouji.nomura@system-exe.jp::acaa808a-f809-4ef9-8028-a2ce14b82415" providerId="AD" clId="Web-{94BEFC35-8C34-5465-03D6-7AA3E29B0A95}" dt="2025-04-09T03:04:36.790" v="126" actId="20577"/>
        <pc:sldMkLst>
          <pc:docMk/>
          <pc:sldMk cId="804980288" sldId="932"/>
        </pc:sldMkLst>
        <pc:spChg chg="mod">
          <ac:chgData name="野村康二" userId="S::kouji.nomura@system-exe.jp::acaa808a-f809-4ef9-8028-a2ce14b82415" providerId="AD" clId="Web-{94BEFC35-8C34-5465-03D6-7AA3E29B0A95}" dt="2025-04-09T03:04:36.790" v="126" actId="20577"/>
          <ac:spMkLst>
            <pc:docMk/>
            <pc:sldMk cId="804980288" sldId="932"/>
            <ac:spMk id="59" creationId="{877FC65B-1FAF-4D51-91E3-3462CBD6B94E}"/>
          </ac:spMkLst>
        </pc:spChg>
        <pc:spChg chg="mod">
          <ac:chgData name="野村康二" userId="S::kouji.nomura@system-exe.jp::acaa808a-f809-4ef9-8028-a2ce14b82415" providerId="AD" clId="Web-{94BEFC35-8C34-5465-03D6-7AA3E29B0A95}" dt="2025-04-09T02:12:36.841" v="15" actId="20577"/>
          <ac:spMkLst>
            <pc:docMk/>
            <pc:sldMk cId="804980288" sldId="932"/>
            <ac:spMk id="72" creationId="{4EB23024-299F-42F8-ADDF-011FB300D650}"/>
          </ac:spMkLst>
        </pc:spChg>
        <pc:spChg chg="mod">
          <ac:chgData name="野村康二" userId="S::kouji.nomura@system-exe.jp::acaa808a-f809-4ef9-8028-a2ce14b82415" providerId="AD" clId="Web-{94BEFC35-8C34-5465-03D6-7AA3E29B0A95}" dt="2025-04-09T02:12:47.482" v="19" actId="20577"/>
          <ac:spMkLst>
            <pc:docMk/>
            <pc:sldMk cId="804980288" sldId="932"/>
            <ac:spMk id="78" creationId="{1C68C8E9-9B4E-41F1-8E19-3D02385921C9}"/>
          </ac:spMkLst>
        </pc:spChg>
        <pc:spChg chg="mod">
          <ac:chgData name="野村康二" userId="S::kouji.nomura@system-exe.jp::acaa808a-f809-4ef9-8028-a2ce14b82415" providerId="AD" clId="Web-{94BEFC35-8C34-5465-03D6-7AA3E29B0A95}" dt="2025-04-09T02:12:41.935" v="17" actId="20577"/>
          <ac:spMkLst>
            <pc:docMk/>
            <pc:sldMk cId="804980288" sldId="932"/>
            <ac:spMk id="94" creationId="{036F814B-AB10-43A5-9EAB-8EB68C690F19}"/>
          </ac:spMkLst>
        </pc:spChg>
        <pc:spChg chg="add del">
          <ac:chgData name="野村康二" userId="S::kouji.nomura@system-exe.jp::acaa808a-f809-4ef9-8028-a2ce14b82415" providerId="AD" clId="Web-{94BEFC35-8C34-5465-03D6-7AA3E29B0A95}" dt="2025-04-09T02:12:53.420" v="29"/>
          <ac:spMkLst>
            <pc:docMk/>
            <pc:sldMk cId="804980288" sldId="932"/>
            <ac:spMk id="95" creationId="{00000000-0000-0000-0000-000000000000}"/>
          </ac:spMkLst>
        </pc:spChg>
        <pc:spChg chg="add del">
          <ac:chgData name="野村康二" userId="S::kouji.nomura@system-exe.jp::acaa808a-f809-4ef9-8028-a2ce14b82415" providerId="AD" clId="Web-{94BEFC35-8C34-5465-03D6-7AA3E29B0A95}" dt="2025-04-09T02:12:53.420" v="30"/>
          <ac:spMkLst>
            <pc:docMk/>
            <pc:sldMk cId="804980288" sldId="932"/>
            <ac:spMk id="96" creationId="{00000000-0000-0000-0000-000000000000}"/>
          </ac:spMkLst>
        </pc:spChg>
        <pc:cxnChg chg="add del mod">
          <ac:chgData name="野村康二" userId="S::kouji.nomura@system-exe.jp::acaa808a-f809-4ef9-8028-a2ce14b82415" providerId="AD" clId="Web-{94BEFC35-8C34-5465-03D6-7AA3E29B0A95}" dt="2025-04-09T02:12:58.795" v="51"/>
          <ac:cxnSpMkLst>
            <pc:docMk/>
            <pc:sldMk cId="804980288" sldId="932"/>
            <ac:cxnSpMk id="186" creationId="{BEF3BBE4-DD8D-4B48-B219-7A8DED811766}"/>
          </ac:cxnSpMkLst>
        </pc:cxnChg>
      </pc:sldChg>
      <pc:sldChg chg="modSp">
        <pc:chgData name="野村康二" userId="S::kouji.nomura@system-exe.jp::acaa808a-f809-4ef9-8028-a2ce14b82415" providerId="AD" clId="Web-{94BEFC35-8C34-5465-03D6-7AA3E29B0A95}" dt="2025-04-09T03:04:29.977" v="125" actId="20577"/>
        <pc:sldMkLst>
          <pc:docMk/>
          <pc:sldMk cId="792472682" sldId="934"/>
        </pc:sldMkLst>
        <pc:spChg chg="mod">
          <ac:chgData name="野村康二" userId="S::kouji.nomura@system-exe.jp::acaa808a-f809-4ef9-8028-a2ce14b82415" providerId="AD" clId="Web-{94BEFC35-8C34-5465-03D6-7AA3E29B0A95}" dt="2025-04-09T03:04:29.977" v="125" actId="20577"/>
          <ac:spMkLst>
            <pc:docMk/>
            <pc:sldMk cId="792472682" sldId="934"/>
            <ac:spMk id="13" creationId="{B8B3A81D-32E4-C28F-0D4C-EB7D2165E764}"/>
          </ac:spMkLst>
        </pc:spChg>
      </pc:sldChg>
      <pc:sldChg chg="addSp delSp modSp">
        <pc:chgData name="野村康二" userId="S::kouji.nomura@system-exe.jp::acaa808a-f809-4ef9-8028-a2ce14b82415" providerId="AD" clId="Web-{94BEFC35-8C34-5465-03D6-7AA3E29B0A95}" dt="2025-04-09T03:05:40.839" v="137" actId="20577"/>
        <pc:sldMkLst>
          <pc:docMk/>
          <pc:sldMk cId="523850203" sldId="937"/>
        </pc:sldMkLst>
      </pc:sldChg>
    </pc:docChg>
  </pc:docChgLst>
  <pc:docChgLst>
    <pc:chgData name="福田一希" userId="S::kazuki.fukuda@system-exe.jp::fdfbe5ba-eec8-4756-aa2a-cf5b9de944cd" providerId="AD" clId="Web-{40F0A14A-1B3A-4DD8-A80B-19859D4D7F2B}"/>
    <pc:docChg chg="modSld">
      <pc:chgData name="福田一希" userId="S::kazuki.fukuda@system-exe.jp::fdfbe5ba-eec8-4756-aa2a-cf5b9de944cd" providerId="AD" clId="Web-{40F0A14A-1B3A-4DD8-A80B-19859D4D7F2B}" dt="2025-03-27T09:52:42.889" v="83"/>
      <pc:docMkLst>
        <pc:docMk/>
      </pc:docMkLst>
      <pc:sldChg chg="modSp">
        <pc:chgData name="福田一希" userId="S::kazuki.fukuda@system-exe.jp::fdfbe5ba-eec8-4756-aa2a-cf5b9de944cd" providerId="AD" clId="Web-{40F0A14A-1B3A-4DD8-A80B-19859D4D7F2B}" dt="2025-03-27T09:52:42.889" v="83"/>
        <pc:sldMkLst>
          <pc:docMk/>
          <pc:sldMk cId="1395438993" sldId="765"/>
        </pc:sldMkLst>
        <pc:graphicFrameChg chg="mod modGraphic">
          <ac:chgData name="福田一希" userId="S::kazuki.fukuda@system-exe.jp::fdfbe5ba-eec8-4756-aa2a-cf5b9de944cd" providerId="AD" clId="Web-{40F0A14A-1B3A-4DD8-A80B-19859D4D7F2B}" dt="2025-03-27T09:52:42.889" v="83"/>
          <ac:graphicFrameMkLst>
            <pc:docMk/>
            <pc:sldMk cId="1395438993" sldId="765"/>
            <ac:graphicFrameMk id="7" creationId="{2864E947-18B0-4839-AED3-D416F628DDF0}"/>
          </ac:graphicFrameMkLst>
        </pc:graphicFrameChg>
      </pc:sldChg>
      <pc:sldChg chg="modSp">
        <pc:chgData name="福田一希" userId="S::kazuki.fukuda@system-exe.jp::fdfbe5ba-eec8-4756-aa2a-cf5b9de944cd" providerId="AD" clId="Web-{40F0A14A-1B3A-4DD8-A80B-19859D4D7F2B}" dt="2025-03-27T09:49:47.213" v="30" actId="1076"/>
        <pc:sldMkLst>
          <pc:docMk/>
          <pc:sldMk cId="3560606343" sldId="766"/>
        </pc:sldMkLst>
        <pc:spChg chg="mod">
          <ac:chgData name="福田一希" userId="S::kazuki.fukuda@system-exe.jp::fdfbe5ba-eec8-4756-aa2a-cf5b9de944cd" providerId="AD" clId="Web-{40F0A14A-1B3A-4DD8-A80B-19859D4D7F2B}" dt="2025-03-27T09:46:59.599" v="6" actId="1076"/>
          <ac:spMkLst>
            <pc:docMk/>
            <pc:sldMk cId="3560606343" sldId="766"/>
            <ac:spMk id="37" creationId="{9C526A88-681C-4A44-BFD9-AF76E9622DCF}"/>
          </ac:spMkLst>
        </pc:spChg>
      </pc:sldChg>
    </pc:docChg>
  </pc:docChgLst>
  <pc:docChgLst>
    <pc:chgData name="野村康二" userId="S::kouji.nomura@system-exe.jp::acaa808a-f809-4ef9-8028-a2ce14b82415" providerId="AD" clId="Web-{6E7FD7C0-8A7E-A0BE-6283-40B927833CCD}"/>
    <pc:docChg chg="modSld">
      <pc:chgData name="野村康二" userId="S::kouji.nomura@system-exe.jp::acaa808a-f809-4ef9-8028-a2ce14b82415" providerId="AD" clId="Web-{6E7FD7C0-8A7E-A0BE-6283-40B927833CCD}" dt="2025-04-15T09:08:12.940" v="6" actId="20577"/>
      <pc:docMkLst>
        <pc:docMk/>
      </pc:docMkLst>
      <pc:sldChg chg="addSp modSp">
        <pc:chgData name="野村康二" userId="S::kouji.nomura@system-exe.jp::acaa808a-f809-4ef9-8028-a2ce14b82415" providerId="AD" clId="Web-{6E7FD7C0-8A7E-A0BE-6283-40B927833CCD}" dt="2025-04-15T09:08:12.940" v="6" actId="20577"/>
        <pc:sldMkLst>
          <pc:docMk/>
          <pc:sldMk cId="804980288" sldId="932"/>
        </pc:sldMkLst>
        <pc:spChg chg="add mod">
          <ac:chgData name="野村康二" userId="S::kouji.nomura@system-exe.jp::acaa808a-f809-4ef9-8028-a2ce14b82415" providerId="AD" clId="Web-{6E7FD7C0-8A7E-A0BE-6283-40B927833CCD}" dt="2025-04-15T09:08:12.940" v="6" actId="20577"/>
          <ac:spMkLst>
            <pc:docMk/>
            <pc:sldMk cId="804980288" sldId="932"/>
            <ac:spMk id="4" creationId="{53EC5069-B22A-03F6-A027-2076D6AFE436}"/>
          </ac:spMkLst>
        </pc:spChg>
      </pc:sldChg>
    </pc:docChg>
  </pc:docChgLst>
  <pc:docChgLst>
    <pc:chgData name="野村康二" userId="S::kouji.nomura@system-exe.jp::acaa808a-f809-4ef9-8028-a2ce14b82415" providerId="AD" clId="Web-{4FB89DA9-CB0A-9099-5332-82652819B394}"/>
    <pc:docChg chg="addSld modSld">
      <pc:chgData name="野村康二" userId="S::kouji.nomura@system-exe.jp::acaa808a-f809-4ef9-8028-a2ce14b82415" providerId="AD" clId="Web-{4FB89DA9-CB0A-9099-5332-82652819B394}" dt="2025-04-09T07:34:14.663" v="306"/>
      <pc:docMkLst>
        <pc:docMk/>
      </pc:docMkLst>
      <pc:sldChg chg="addSp delSp modSp add replId">
        <pc:chgData name="野村康二" userId="S::kouji.nomura@system-exe.jp::acaa808a-f809-4ef9-8028-a2ce14b82415" providerId="AD" clId="Web-{4FB89DA9-CB0A-9099-5332-82652819B394}" dt="2025-04-09T07:34:14.663" v="306"/>
        <pc:sldMkLst>
          <pc:docMk/>
          <pc:sldMk cId="1134005045" sldId="942"/>
        </pc:sldMkLst>
        <pc:spChg chg="mod">
          <ac:chgData name="野村康二" userId="S::kouji.nomura@system-exe.jp::acaa808a-f809-4ef9-8028-a2ce14b82415" providerId="AD" clId="Web-{4FB89DA9-CB0A-9099-5332-82652819B394}" dt="2025-04-09T07:26:04.458" v="14" actId="20577"/>
          <ac:spMkLst>
            <pc:docMk/>
            <pc:sldMk cId="1134005045" sldId="942"/>
            <ac:spMk id="2" creationId="{B216FBC1-F9BE-D9FF-19FD-9325017E9964}"/>
          </ac:spMkLst>
        </pc:spChg>
        <pc:graphicFrameChg chg="mod modGraphic">
          <ac:chgData name="野村康二" userId="S::kouji.nomura@system-exe.jp::acaa808a-f809-4ef9-8028-a2ce14b82415" providerId="AD" clId="Web-{4FB89DA9-CB0A-9099-5332-82652819B394}" dt="2025-04-09T07:33:28.099" v="298" actId="1076"/>
          <ac:graphicFrameMkLst>
            <pc:docMk/>
            <pc:sldMk cId="1134005045" sldId="942"/>
            <ac:graphicFrameMk id="7" creationId="{C2D8386A-4FC1-438A-A2A3-47070AF36BB7}"/>
          </ac:graphicFrameMkLst>
        </pc:graphicFrameChg>
      </pc:sldChg>
    </pc:docChg>
  </pc:docChgLst>
  <pc:docChgLst>
    <pc:chgData name="野村康二" userId="S::kouji.nomura@system-exe.jp::acaa808a-f809-4ef9-8028-a2ce14b82415" providerId="AD" clId="Web-{3EFA7BD6-3A47-C2AA-3148-5714EACCF4EA}"/>
    <pc:docChg chg="modSld">
      <pc:chgData name="野村康二" userId="S::kouji.nomura@system-exe.jp::acaa808a-f809-4ef9-8028-a2ce14b82415" providerId="AD" clId="Web-{3EFA7BD6-3A47-C2AA-3148-5714EACCF4EA}" dt="2025-04-15T10:19:22.897" v="0"/>
      <pc:docMkLst>
        <pc:docMk/>
      </pc:docMkLst>
      <pc:sldChg chg="delSp">
        <pc:chgData name="野村康二" userId="S::kouji.nomura@system-exe.jp::acaa808a-f809-4ef9-8028-a2ce14b82415" providerId="AD" clId="Web-{3EFA7BD6-3A47-C2AA-3148-5714EACCF4EA}" dt="2025-04-15T10:19:22.897" v="0"/>
        <pc:sldMkLst>
          <pc:docMk/>
          <pc:sldMk cId="804980288" sldId="932"/>
        </pc:sldMkLst>
        <pc:spChg chg="del">
          <ac:chgData name="野村康二" userId="S::kouji.nomura@system-exe.jp::acaa808a-f809-4ef9-8028-a2ce14b82415" providerId="AD" clId="Web-{3EFA7BD6-3A47-C2AA-3148-5714EACCF4EA}" dt="2025-04-15T10:19:22.897" v="0"/>
          <ac:spMkLst>
            <pc:docMk/>
            <pc:sldMk cId="804980288" sldId="932"/>
            <ac:spMk id="4" creationId="{53EC5069-B22A-03F6-A027-2076D6AFE436}"/>
          </ac:spMkLst>
        </pc:spChg>
      </pc:sldChg>
    </pc:docChg>
  </pc:docChgLst>
  <pc:docChgLst>
    <pc:chgData name="野村康二" userId="S::kouji.nomura@system-exe.jp::acaa808a-f809-4ef9-8028-a2ce14b82415" providerId="AD" clId="Web-{82483AF7-0EE6-A63D-7784-04ACD301D2C7}"/>
    <pc:docChg chg="modSld">
      <pc:chgData name="野村康二" userId="S::kouji.nomura@system-exe.jp::acaa808a-f809-4ef9-8028-a2ce14b82415" providerId="AD" clId="Web-{82483AF7-0EE6-A63D-7784-04ACD301D2C7}" dt="2025-04-11T08:25:25.516" v="40" actId="20577"/>
      <pc:docMkLst>
        <pc:docMk/>
      </pc:docMkLst>
      <pc:sldChg chg="modSp">
        <pc:chgData name="野村康二" userId="S::kouji.nomura@system-exe.jp::acaa808a-f809-4ef9-8028-a2ce14b82415" providerId="AD" clId="Web-{82483AF7-0EE6-A63D-7784-04ACD301D2C7}" dt="2025-04-11T08:25:25.516" v="40" actId="20577"/>
        <pc:sldMkLst>
          <pc:docMk/>
          <pc:sldMk cId="2410374903" sldId="767"/>
        </pc:sldMkLst>
        <pc:spChg chg="mod">
          <ac:chgData name="野村康二" userId="S::kouji.nomura@system-exe.jp::acaa808a-f809-4ef9-8028-a2ce14b82415" providerId="AD" clId="Web-{82483AF7-0EE6-A63D-7784-04ACD301D2C7}" dt="2025-04-11T08:25:25.516" v="40" actId="20577"/>
          <ac:spMkLst>
            <pc:docMk/>
            <pc:sldMk cId="2410374903" sldId="767"/>
            <ac:spMk id="5" creationId="{97E6FBE8-190C-40F0-AA01-14695A77D734}"/>
          </ac:spMkLst>
        </pc:spChg>
      </pc:sldChg>
      <pc:sldChg chg="modSp">
        <pc:chgData name="野村康二" userId="S::kouji.nomura@system-exe.jp::acaa808a-f809-4ef9-8028-a2ce14b82415" providerId="AD" clId="Web-{82483AF7-0EE6-A63D-7784-04ACD301D2C7}" dt="2025-04-11T08:24:01.045" v="15"/>
        <pc:sldMkLst>
          <pc:docMk/>
          <pc:sldMk cId="3230787738" sldId="940"/>
        </pc:sldMkLst>
        <pc:graphicFrameChg chg="mod modGraphic">
          <ac:chgData name="野村康二" userId="S::kouji.nomura@system-exe.jp::acaa808a-f809-4ef9-8028-a2ce14b82415" providerId="AD" clId="Web-{82483AF7-0EE6-A63D-7784-04ACD301D2C7}" dt="2025-04-11T08:24:01.045" v="15"/>
          <ac:graphicFrameMkLst>
            <pc:docMk/>
            <pc:sldMk cId="3230787738" sldId="940"/>
            <ac:graphicFrameMk id="7" creationId="{2864E947-18B0-4839-AED3-D416F628DDF0}"/>
          </ac:graphicFrameMkLst>
        </pc:graphicFrameChg>
      </pc:sldChg>
    </pc:docChg>
  </pc:docChgLst>
  <pc:docChgLst>
    <pc:chgData name="髙浦祐朗" userId="d6d860fe-bc64-411b-9605-a16d1ba875f6" providerId="ADAL" clId="{5409C2BA-C2FD-4738-BE61-A0F02FB7E697}"/>
    <pc:docChg chg="custSel modSld">
      <pc:chgData name="髙浦祐朗" userId="d6d860fe-bc64-411b-9605-a16d1ba875f6" providerId="ADAL" clId="{5409C2BA-C2FD-4738-BE61-A0F02FB7E697}" dt="2025-03-27T07:12:53.067" v="2" actId="207"/>
      <pc:docMkLst>
        <pc:docMk/>
      </pc:docMkLst>
      <pc:sldChg chg="modSp mod">
        <pc:chgData name="髙浦祐朗" userId="d6d860fe-bc64-411b-9605-a16d1ba875f6" providerId="ADAL" clId="{5409C2BA-C2FD-4738-BE61-A0F02FB7E697}" dt="2025-03-27T07:12:53.067" v="2" actId="207"/>
        <pc:sldMkLst>
          <pc:docMk/>
          <pc:sldMk cId="286748565" sldId="927"/>
        </pc:sldMkLst>
        <pc:graphicFrameChg chg="modGraphic">
          <ac:chgData name="髙浦祐朗" userId="d6d860fe-bc64-411b-9605-a16d1ba875f6" providerId="ADAL" clId="{5409C2BA-C2FD-4738-BE61-A0F02FB7E697}" dt="2025-03-27T07:12:53.067" v="2" actId="207"/>
          <ac:graphicFrameMkLst>
            <pc:docMk/>
            <pc:sldMk cId="286748565" sldId="927"/>
            <ac:graphicFrameMk id="7" creationId="{2864E947-18B0-4839-AED3-D416F628DDF0}"/>
          </ac:graphicFrameMkLst>
        </pc:graphicFrameChg>
      </pc:sldChg>
      <pc:sldChg chg="modSp mod">
        <pc:chgData name="髙浦祐朗" userId="d6d860fe-bc64-411b-9605-a16d1ba875f6" providerId="ADAL" clId="{5409C2BA-C2FD-4738-BE61-A0F02FB7E697}" dt="2025-03-27T07:11:40.640" v="0" actId="404"/>
        <pc:sldMkLst>
          <pc:docMk/>
          <pc:sldMk cId="2399073518" sldId="929"/>
        </pc:sldMkLst>
        <pc:spChg chg="mod">
          <ac:chgData name="髙浦祐朗" userId="d6d860fe-bc64-411b-9605-a16d1ba875f6" providerId="ADAL" clId="{5409C2BA-C2FD-4738-BE61-A0F02FB7E697}" dt="2025-03-27T07:11:40.640" v="0" actId="404"/>
          <ac:spMkLst>
            <pc:docMk/>
            <pc:sldMk cId="2399073518" sldId="929"/>
            <ac:spMk id="32" creationId="{00370C48-0D59-524A-9275-25857EAF2FCD}"/>
          </ac:spMkLst>
        </pc:spChg>
      </pc:sldChg>
    </pc:docChg>
  </pc:docChgLst>
  <pc:docChgLst>
    <pc:chgData name="伊達翔互" userId="S::syougo.date@system-exe.jp::482fa4e7-09c4-45af-9097-0faa2ac4cef8" providerId="AD" clId="Web-{A3E97641-0F0E-44CB-B8DA-82D1212A055C}"/>
    <pc:docChg chg="modSld">
      <pc:chgData name="伊達翔互" userId="S::syougo.date@system-exe.jp::482fa4e7-09c4-45af-9097-0faa2ac4cef8" providerId="AD" clId="Web-{A3E97641-0F0E-44CB-B8DA-82D1212A055C}" dt="2025-04-09T07:44:01.688" v="49"/>
      <pc:docMkLst>
        <pc:docMk/>
      </pc:docMkLst>
      <pc:sldChg chg="modSp">
        <pc:chgData name="伊達翔互" userId="S::syougo.date@system-exe.jp::482fa4e7-09c4-45af-9097-0faa2ac4cef8" providerId="AD" clId="Web-{A3E97641-0F0E-44CB-B8DA-82D1212A055C}" dt="2025-04-09T07:44:01.688" v="49"/>
        <pc:sldMkLst>
          <pc:docMk/>
          <pc:sldMk cId="1395438993" sldId="765"/>
        </pc:sldMkLst>
        <pc:graphicFrameChg chg="mod modGraphic">
          <ac:chgData name="伊達翔互" userId="S::syougo.date@system-exe.jp::482fa4e7-09c4-45af-9097-0faa2ac4cef8" providerId="AD" clId="Web-{A3E97641-0F0E-44CB-B8DA-82D1212A055C}" dt="2025-04-09T07:44:01.688" v="49"/>
          <ac:graphicFrameMkLst>
            <pc:docMk/>
            <pc:sldMk cId="1395438993" sldId="765"/>
            <ac:graphicFrameMk id="7" creationId="{2864E947-18B0-4839-AED3-D416F628DDF0}"/>
          </ac:graphicFrameMkLst>
        </pc:graphicFrameChg>
      </pc:sldChg>
      <pc:sldChg chg="modSp">
        <pc:chgData name="伊達翔互" userId="S::syougo.date@system-exe.jp::482fa4e7-09c4-45af-9097-0faa2ac4cef8" providerId="AD" clId="Web-{A3E97641-0F0E-44CB-B8DA-82D1212A055C}" dt="2025-04-09T07:43:26.187" v="45" actId="1076"/>
        <pc:sldMkLst>
          <pc:docMk/>
          <pc:sldMk cId="3230787738" sldId="940"/>
        </pc:sldMkLst>
        <pc:graphicFrameChg chg="mod modGraphic">
          <ac:chgData name="伊達翔互" userId="S::syougo.date@system-exe.jp::482fa4e7-09c4-45af-9097-0faa2ac4cef8" providerId="AD" clId="Web-{A3E97641-0F0E-44CB-B8DA-82D1212A055C}" dt="2025-04-09T07:43:26.187" v="45" actId="1076"/>
          <ac:graphicFrameMkLst>
            <pc:docMk/>
            <pc:sldMk cId="3230787738" sldId="940"/>
            <ac:graphicFrameMk id="7" creationId="{2864E947-18B0-4839-AED3-D416F628DDF0}"/>
          </ac:graphicFrameMkLst>
        </pc:graphicFrameChg>
      </pc:sldChg>
    </pc:docChg>
  </pc:docChgLst>
  <pc:docChgLst>
    <pc:chgData name="野村康二" userId="S::kouji.nomura@system-exe.jp::acaa808a-f809-4ef9-8028-a2ce14b82415" providerId="AD" clId="Web-{8545228B-490A-E311-D8A0-009DA13C96EB}"/>
    <pc:docChg chg="modSld">
      <pc:chgData name="野村康二" userId="S::kouji.nomura@system-exe.jp::acaa808a-f809-4ef9-8028-a2ce14b82415" providerId="AD" clId="Web-{8545228B-490A-E311-D8A0-009DA13C96EB}" dt="2025-04-11T05:46:33.231" v="52" actId="20577"/>
      <pc:docMkLst>
        <pc:docMk/>
      </pc:docMkLst>
      <pc:sldChg chg="modSp">
        <pc:chgData name="野村康二" userId="S::kouji.nomura@system-exe.jp::acaa808a-f809-4ef9-8028-a2ce14b82415" providerId="AD" clId="Web-{8545228B-490A-E311-D8A0-009DA13C96EB}" dt="2025-04-11T05:46:33.231" v="52" actId="20577"/>
        <pc:sldMkLst>
          <pc:docMk/>
          <pc:sldMk cId="2410374903" sldId="767"/>
        </pc:sldMkLst>
        <pc:spChg chg="mod">
          <ac:chgData name="野村康二" userId="S::kouji.nomura@system-exe.jp::acaa808a-f809-4ef9-8028-a2ce14b82415" providerId="AD" clId="Web-{8545228B-490A-E311-D8A0-009DA13C96EB}" dt="2025-04-11T05:46:33.231" v="52" actId="20577"/>
          <ac:spMkLst>
            <pc:docMk/>
            <pc:sldMk cId="2410374903" sldId="767"/>
            <ac:spMk id="5" creationId="{97E6FBE8-190C-40F0-AA01-14695A77D734}"/>
          </ac:spMkLst>
        </pc:spChg>
      </pc:sldChg>
      <pc:sldChg chg="modSp">
        <pc:chgData name="野村康二" userId="S::kouji.nomura@system-exe.jp::acaa808a-f809-4ef9-8028-a2ce14b82415" providerId="AD" clId="Web-{8545228B-490A-E311-D8A0-009DA13C96EB}" dt="2025-04-11T05:31:57.505" v="8"/>
        <pc:sldMkLst>
          <pc:docMk/>
          <pc:sldMk cId="286748565" sldId="927"/>
        </pc:sldMkLst>
        <pc:graphicFrameChg chg="modGraphic">
          <ac:chgData name="野村康二" userId="S::kouji.nomura@system-exe.jp::acaa808a-f809-4ef9-8028-a2ce14b82415" providerId="AD" clId="Web-{8545228B-490A-E311-D8A0-009DA13C96EB}" dt="2025-04-11T05:31:57.505" v="8"/>
          <ac:graphicFrameMkLst>
            <pc:docMk/>
            <pc:sldMk cId="286748565" sldId="927"/>
            <ac:graphicFrameMk id="7" creationId="{2864E947-18B0-4839-AED3-D416F628DDF0}"/>
          </ac:graphicFrameMkLst>
        </pc:graphicFrameChg>
      </pc:sldChg>
    </pc:docChg>
  </pc:docChgLst>
  <pc:docChgLst>
    <pc:chgData name="康二 野村" userId="acaa808a-f809-4ef9-8028-a2ce14b82415" providerId="ADAL" clId="{D5ACC3A6-126D-408E-890A-175055D8E9AA}"/>
    <pc:docChg chg="undo custSel addSld delSld modSld">
      <pc:chgData name="康二 野村" userId="acaa808a-f809-4ef9-8028-a2ce14b82415" providerId="ADAL" clId="{D5ACC3A6-126D-408E-890A-175055D8E9AA}" dt="2025-04-09T07:40:33.878" v="507" actId="20577"/>
      <pc:docMkLst>
        <pc:docMk/>
      </pc:docMkLst>
      <pc:sldChg chg="modSp">
        <pc:chgData name="康二 野村" userId="acaa808a-f809-4ef9-8028-a2ce14b82415" providerId="ADAL" clId="{D5ACC3A6-126D-408E-890A-175055D8E9AA}" dt="2025-04-09T07:40:18.923" v="497" actId="20577"/>
        <pc:sldMkLst>
          <pc:docMk/>
          <pc:sldMk cId="1395438993" sldId="765"/>
        </pc:sldMkLst>
        <pc:spChg chg="mod">
          <ac:chgData name="康二 野村" userId="acaa808a-f809-4ef9-8028-a2ce14b82415" providerId="ADAL" clId="{D5ACC3A6-126D-408E-890A-175055D8E9AA}" dt="2025-04-09T07:40:18.923" v="497" actId="20577"/>
          <ac:spMkLst>
            <pc:docMk/>
            <pc:sldMk cId="1395438993" sldId="765"/>
            <ac:spMk id="2" creationId="{9361CC14-4C9C-442D-9221-913B3ACF3460}"/>
          </ac:spMkLst>
        </pc:spChg>
      </pc:sldChg>
      <pc:sldChg chg="modSp">
        <pc:chgData name="康二 野村" userId="acaa808a-f809-4ef9-8028-a2ce14b82415" providerId="ADAL" clId="{D5ACC3A6-126D-408E-890A-175055D8E9AA}" dt="2025-04-09T07:40:28.709" v="504" actId="20577"/>
        <pc:sldMkLst>
          <pc:docMk/>
          <pc:sldMk cId="2453405637" sldId="923"/>
        </pc:sldMkLst>
        <pc:spChg chg="mod">
          <ac:chgData name="康二 野村" userId="acaa808a-f809-4ef9-8028-a2ce14b82415" providerId="ADAL" clId="{D5ACC3A6-126D-408E-890A-175055D8E9AA}" dt="2025-04-09T07:40:28.709" v="504" actId="20577"/>
          <ac:spMkLst>
            <pc:docMk/>
            <pc:sldMk cId="2453405637" sldId="923"/>
            <ac:spMk id="2" creationId="{DF1B3D1D-7E85-617E-AC69-3C98014F1C6D}"/>
          </ac:spMkLst>
        </pc:spChg>
      </pc:sldChg>
      <pc:sldChg chg="addSp delSp modSp">
        <pc:chgData name="康二 野村" userId="acaa808a-f809-4ef9-8028-a2ce14b82415" providerId="ADAL" clId="{D5ACC3A6-126D-408E-890A-175055D8E9AA}" dt="2025-04-09T04:58:37.576" v="53" actId="166"/>
        <pc:sldMkLst>
          <pc:docMk/>
          <pc:sldMk cId="804980288" sldId="932"/>
        </pc:sldMkLst>
        <pc:spChg chg="add mod">
          <ac:chgData name="康二 野村" userId="acaa808a-f809-4ef9-8028-a2ce14b82415" providerId="ADAL" clId="{D5ACC3A6-126D-408E-890A-175055D8E9AA}" dt="2025-04-09T04:56:27.892" v="38" actId="1076"/>
          <ac:spMkLst>
            <pc:docMk/>
            <pc:sldMk cId="804980288" sldId="932"/>
            <ac:spMk id="5" creationId="{7C5F2DCA-1F0F-42E5-8D4A-97FBC3AAA14E}"/>
          </ac:spMkLst>
        </pc:spChg>
        <pc:spChg chg="ord">
          <ac:chgData name="康二 野村" userId="acaa808a-f809-4ef9-8028-a2ce14b82415" providerId="ADAL" clId="{D5ACC3A6-126D-408E-890A-175055D8E9AA}" dt="2025-04-09T04:58:29.927" v="52" actId="166"/>
          <ac:spMkLst>
            <pc:docMk/>
            <pc:sldMk cId="804980288" sldId="932"/>
            <ac:spMk id="47" creationId="{00000000-0000-0000-0000-000000000000}"/>
          </ac:spMkLst>
        </pc:spChg>
        <pc:spChg chg="add mod">
          <ac:chgData name="康二 野村" userId="acaa808a-f809-4ef9-8028-a2ce14b82415" providerId="ADAL" clId="{D5ACC3A6-126D-408E-890A-175055D8E9AA}" dt="2025-04-09T04:58:04.025" v="46" actId="1076"/>
          <ac:spMkLst>
            <pc:docMk/>
            <pc:sldMk cId="804980288" sldId="932"/>
            <ac:spMk id="63" creationId="{89DEBC2E-8452-4AA0-92FA-2E36809BBC90}"/>
          </ac:spMkLst>
        </pc:spChg>
        <pc:spChg chg="ord">
          <ac:chgData name="康二 野村" userId="acaa808a-f809-4ef9-8028-a2ce14b82415" providerId="ADAL" clId="{D5ACC3A6-126D-408E-890A-175055D8E9AA}" dt="2025-04-09T04:58:37.576" v="53" actId="166"/>
          <ac:spMkLst>
            <pc:docMk/>
            <pc:sldMk cId="804980288" sldId="932"/>
            <ac:spMk id="70" creationId="{A3110C0A-7093-4E60-AE69-1F90329864A9}"/>
          </ac:spMkLst>
        </pc:spChg>
        <pc:cxnChg chg="mod">
          <ac:chgData name="康二 野村" userId="acaa808a-f809-4ef9-8028-a2ce14b82415" providerId="ADAL" clId="{D5ACC3A6-126D-408E-890A-175055D8E9AA}" dt="2025-04-09T04:57:18.070" v="42" actId="208"/>
          <ac:cxnSpMkLst>
            <pc:docMk/>
            <pc:sldMk cId="804980288" sldId="932"/>
            <ac:cxnSpMk id="150" creationId="{049D88BD-70C3-4C14-B9DD-0D0263B68E6C}"/>
          </ac:cxnSpMkLst>
        </pc:cxnChg>
        <pc:cxnChg chg="mod">
          <ac:chgData name="康二 野村" userId="acaa808a-f809-4ef9-8028-a2ce14b82415" providerId="ADAL" clId="{D5ACC3A6-126D-408E-890A-175055D8E9AA}" dt="2025-04-09T04:57:11.933" v="41" actId="208"/>
          <ac:cxnSpMkLst>
            <pc:docMk/>
            <pc:sldMk cId="804980288" sldId="932"/>
            <ac:cxnSpMk id="154" creationId="{F02B60E6-5B8A-446B-9805-FE9DBF5DCE28}"/>
          </ac:cxnSpMkLst>
        </pc:cxnChg>
        <pc:cxnChg chg="mod">
          <ac:chgData name="康二 野村" userId="acaa808a-f809-4ef9-8028-a2ce14b82415" providerId="ADAL" clId="{D5ACC3A6-126D-408E-890A-175055D8E9AA}" dt="2025-04-09T04:58:21.536" v="51" actId="208"/>
          <ac:cxnSpMkLst>
            <pc:docMk/>
            <pc:sldMk cId="804980288" sldId="932"/>
            <ac:cxnSpMk id="186" creationId="{BEF3BBE4-DD8D-4B48-B219-7A8DED811766}"/>
          </ac:cxnSpMkLst>
        </pc:cxnChg>
      </pc:sldChg>
      <pc:sldChg chg="delSp modSp del">
        <pc:chgData name="康二 野村" userId="acaa808a-f809-4ef9-8028-a2ce14b82415" providerId="ADAL" clId="{D5ACC3A6-126D-408E-890A-175055D8E9AA}" dt="2025-04-09T05:00:31.828" v="68" actId="2696"/>
        <pc:sldMkLst>
          <pc:docMk/>
          <pc:sldMk cId="523850203" sldId="937"/>
        </pc:sldMkLst>
      </pc:sldChg>
      <pc:sldChg chg="modSp">
        <pc:chgData name="康二 野村" userId="acaa808a-f809-4ef9-8028-a2ce14b82415" providerId="ADAL" clId="{D5ACC3A6-126D-408E-890A-175055D8E9AA}" dt="2025-04-09T07:40:33.878" v="507" actId="20577"/>
        <pc:sldMkLst>
          <pc:docMk/>
          <pc:sldMk cId="1416581463" sldId="939"/>
        </pc:sldMkLst>
        <pc:spChg chg="mod">
          <ac:chgData name="康二 野村" userId="acaa808a-f809-4ef9-8028-a2ce14b82415" providerId="ADAL" clId="{D5ACC3A6-126D-408E-890A-175055D8E9AA}" dt="2025-04-09T07:40:33.878" v="507" actId="20577"/>
          <ac:spMkLst>
            <pc:docMk/>
            <pc:sldMk cId="1416581463" sldId="939"/>
            <ac:spMk id="2" creationId="{DF1B3D1D-7E85-617E-AC69-3C98014F1C6D}"/>
          </ac:spMkLst>
        </pc:spChg>
      </pc:sldChg>
      <pc:sldChg chg="addSp delSp modSp add">
        <pc:chgData name="康二 野村" userId="acaa808a-f809-4ef9-8028-a2ce14b82415" providerId="ADAL" clId="{D5ACC3A6-126D-408E-890A-175055D8E9AA}" dt="2025-04-09T05:00:36.707" v="69" actId="20577"/>
        <pc:sldMkLst>
          <pc:docMk/>
          <pc:sldMk cId="224871382" sldId="941"/>
        </pc:sldMkLst>
        <pc:spChg chg="mod">
          <ac:chgData name="康二 野村" userId="acaa808a-f809-4ef9-8028-a2ce14b82415" providerId="ADAL" clId="{D5ACC3A6-126D-408E-890A-175055D8E9AA}" dt="2025-04-09T05:00:36.707" v="69" actId="20577"/>
          <ac:spMkLst>
            <pc:docMk/>
            <pc:sldMk cId="224871382" sldId="941"/>
            <ac:spMk id="2" creationId="{88EC537F-F016-D93C-B0C9-938C9F245C8F}"/>
          </ac:spMkLst>
        </pc:spChg>
        <pc:spChg chg="add">
          <ac:chgData name="康二 野村" userId="acaa808a-f809-4ef9-8028-a2ce14b82415" providerId="ADAL" clId="{D5ACC3A6-126D-408E-890A-175055D8E9AA}" dt="2025-04-09T04:59:34.909" v="59"/>
          <ac:spMkLst>
            <pc:docMk/>
            <pc:sldMk cId="224871382" sldId="941"/>
            <ac:spMk id="79" creationId="{5BA756D4-5E04-4D3E-8DA2-10F30FB6CF9C}"/>
          </ac:spMkLst>
        </pc:spChg>
        <pc:spChg chg="add">
          <ac:chgData name="康二 野村" userId="acaa808a-f809-4ef9-8028-a2ce14b82415" providerId="ADAL" clId="{D5ACC3A6-126D-408E-890A-175055D8E9AA}" dt="2025-04-09T04:59:34.909" v="59"/>
          <ac:spMkLst>
            <pc:docMk/>
            <pc:sldMk cId="224871382" sldId="941"/>
            <ac:spMk id="80" creationId="{59CF7C4D-7BF9-4288-BCAB-177323820648}"/>
          </ac:spMkLst>
        </pc:spChg>
        <pc:spChg chg="add">
          <ac:chgData name="康二 野村" userId="acaa808a-f809-4ef9-8028-a2ce14b82415" providerId="ADAL" clId="{D5ACC3A6-126D-408E-890A-175055D8E9AA}" dt="2025-04-09T04:59:34.909" v="59"/>
          <ac:spMkLst>
            <pc:docMk/>
            <pc:sldMk cId="224871382" sldId="941"/>
            <ac:spMk id="81" creationId="{1809CE8B-46B0-4C06-A6C8-12C0AC845AA3}"/>
          </ac:spMkLst>
        </pc:spChg>
        <pc:spChg chg="add">
          <ac:chgData name="康二 野村" userId="acaa808a-f809-4ef9-8028-a2ce14b82415" providerId="ADAL" clId="{D5ACC3A6-126D-408E-890A-175055D8E9AA}" dt="2025-04-09T04:59:34.909" v="59"/>
          <ac:spMkLst>
            <pc:docMk/>
            <pc:sldMk cId="224871382" sldId="941"/>
            <ac:spMk id="82" creationId="{AFA5DF05-280C-4B85-8D79-868B06A776C5}"/>
          </ac:spMkLst>
        </pc:spChg>
        <pc:spChg chg="add">
          <ac:chgData name="康二 野村" userId="acaa808a-f809-4ef9-8028-a2ce14b82415" providerId="ADAL" clId="{D5ACC3A6-126D-408E-890A-175055D8E9AA}" dt="2025-04-09T04:59:57.329" v="61"/>
          <ac:spMkLst>
            <pc:docMk/>
            <pc:sldMk cId="224871382" sldId="941"/>
            <ac:spMk id="83" creationId="{82B7E9AA-1A4F-4048-88AF-9E7054D9DB48}"/>
          </ac:spMkLst>
        </pc:spChg>
        <pc:spChg chg="add">
          <ac:chgData name="康二 野村" userId="acaa808a-f809-4ef9-8028-a2ce14b82415" providerId="ADAL" clId="{D5ACC3A6-126D-408E-890A-175055D8E9AA}" dt="2025-04-09T04:59:57.329" v="61"/>
          <ac:spMkLst>
            <pc:docMk/>
            <pc:sldMk cId="224871382" sldId="941"/>
            <ac:spMk id="84" creationId="{478E4341-3E82-4561-A485-CB47B89DAB20}"/>
          </ac:spMkLst>
        </pc:spChg>
        <pc:spChg chg="add">
          <ac:chgData name="康二 野村" userId="acaa808a-f809-4ef9-8028-a2ce14b82415" providerId="ADAL" clId="{D5ACC3A6-126D-408E-890A-175055D8E9AA}" dt="2025-04-09T04:59:57.329" v="61"/>
          <ac:spMkLst>
            <pc:docMk/>
            <pc:sldMk cId="224871382" sldId="941"/>
            <ac:spMk id="85" creationId="{B253D000-EE1B-4923-9494-EB0401AAFD2F}"/>
          </ac:spMkLst>
        </pc:spChg>
        <pc:spChg chg="add">
          <ac:chgData name="康二 野村" userId="acaa808a-f809-4ef9-8028-a2ce14b82415" providerId="ADAL" clId="{D5ACC3A6-126D-408E-890A-175055D8E9AA}" dt="2025-04-09T04:59:57.329" v="61"/>
          <ac:spMkLst>
            <pc:docMk/>
            <pc:sldMk cId="224871382" sldId="941"/>
            <ac:spMk id="86" creationId="{A9650D9B-E994-4CF5-9466-258677DC8D6F}"/>
          </ac:spMkLst>
        </pc:spChg>
        <pc:spChg chg="mod">
          <ac:chgData name="康二 野村" userId="acaa808a-f809-4ef9-8028-a2ce14b82415" providerId="ADAL" clId="{D5ACC3A6-126D-408E-890A-175055D8E9AA}" dt="2025-04-09T05:00:14.706" v="65"/>
          <ac:spMkLst>
            <pc:docMk/>
            <pc:sldMk cId="224871382" sldId="941"/>
            <ac:spMk id="96" creationId="{00000000-0000-0000-0000-000000000000}"/>
          </ac:spMkLst>
        </pc:spChg>
        <pc:cxnChg chg="mod">
          <ac:chgData name="康二 野村" userId="acaa808a-f809-4ef9-8028-a2ce14b82415" providerId="ADAL" clId="{D5ACC3A6-126D-408E-890A-175055D8E9AA}" dt="2025-04-09T04:59:56.664" v="60" actId="478"/>
          <ac:cxnSpMkLst>
            <pc:docMk/>
            <pc:sldMk cId="224871382" sldId="941"/>
            <ac:cxnSpMk id="36" creationId="{00000000-0000-0000-0000-000000000000}"/>
          </ac:cxnSpMkLst>
        </pc:cxnChg>
        <pc:cxnChg chg="mod">
          <ac:chgData name="康二 野村" userId="acaa808a-f809-4ef9-8028-a2ce14b82415" providerId="ADAL" clId="{D5ACC3A6-126D-408E-890A-175055D8E9AA}" dt="2025-04-09T04:59:56.664" v="60" actId="478"/>
          <ac:cxnSpMkLst>
            <pc:docMk/>
            <pc:sldMk cId="224871382" sldId="941"/>
            <ac:cxnSpMk id="128" creationId="{01A96D62-ACB1-47D7-8EEA-B1B745035040}"/>
          </ac:cxnSpMkLst>
        </pc:cxnChg>
        <pc:cxnChg chg="mod">
          <ac:chgData name="康二 野村" userId="acaa808a-f809-4ef9-8028-a2ce14b82415" providerId="ADAL" clId="{D5ACC3A6-126D-408E-890A-175055D8E9AA}" dt="2025-04-09T04:59:56.664" v="60" actId="478"/>
          <ac:cxnSpMkLst>
            <pc:docMk/>
            <pc:sldMk cId="224871382" sldId="941"/>
            <ac:cxnSpMk id="141" creationId="{F9E06343-6328-4638-9D7A-ADA7989994D4}"/>
          </ac:cxnSpMkLst>
        </pc:cxnChg>
        <pc:cxnChg chg="mod">
          <ac:chgData name="康二 野村" userId="acaa808a-f809-4ef9-8028-a2ce14b82415" providerId="ADAL" clId="{D5ACC3A6-126D-408E-890A-175055D8E9AA}" dt="2025-04-09T04:59:56.664" v="60" actId="478"/>
          <ac:cxnSpMkLst>
            <pc:docMk/>
            <pc:sldMk cId="224871382" sldId="941"/>
            <ac:cxnSpMk id="147" creationId="{1D05E325-DC07-4D4A-90A2-EC969D1C9FA3}"/>
          </ac:cxnSpMkLst>
        </pc:cxnChg>
        <pc:cxnChg chg="mod">
          <ac:chgData name="康二 野村" userId="acaa808a-f809-4ef9-8028-a2ce14b82415" providerId="ADAL" clId="{D5ACC3A6-126D-408E-890A-175055D8E9AA}" dt="2025-04-09T04:59:56.664" v="60" actId="478"/>
          <ac:cxnSpMkLst>
            <pc:docMk/>
            <pc:sldMk cId="224871382" sldId="941"/>
            <ac:cxnSpMk id="150" creationId="{049D88BD-70C3-4C14-B9DD-0D0263B68E6C}"/>
          </ac:cxnSpMkLst>
        </pc:cxnChg>
        <pc:cxnChg chg="mod">
          <ac:chgData name="康二 野村" userId="acaa808a-f809-4ef9-8028-a2ce14b82415" providerId="ADAL" clId="{D5ACC3A6-126D-408E-890A-175055D8E9AA}" dt="2025-04-09T04:59:56.664" v="60" actId="478"/>
          <ac:cxnSpMkLst>
            <pc:docMk/>
            <pc:sldMk cId="224871382" sldId="941"/>
            <ac:cxnSpMk id="154" creationId="{F02B60E6-5B8A-446B-9805-FE9DBF5DCE28}"/>
          </ac:cxnSpMkLst>
        </pc:cxnChg>
        <pc:cxnChg chg="mod">
          <ac:chgData name="康二 野村" userId="acaa808a-f809-4ef9-8028-a2ce14b82415" providerId="ADAL" clId="{D5ACC3A6-126D-408E-890A-175055D8E9AA}" dt="2025-04-09T04:59:56.664" v="60" actId="478"/>
          <ac:cxnSpMkLst>
            <pc:docMk/>
            <pc:sldMk cId="224871382" sldId="941"/>
            <ac:cxnSpMk id="186" creationId="{BEF3BBE4-DD8D-4B48-B219-7A8DED811766}"/>
          </ac:cxnSpMkLst>
        </pc:cxnChg>
      </pc:sldChg>
      <pc:sldChg chg="addSp modSp">
        <pc:chgData name="康二 野村" userId="acaa808a-f809-4ef9-8028-a2ce14b82415" providerId="ADAL" clId="{D5ACC3A6-126D-408E-890A-175055D8E9AA}" dt="2025-04-09T07:40:08.276" v="490" actId="20577"/>
        <pc:sldMkLst>
          <pc:docMk/>
          <pc:sldMk cId="1134005045" sldId="942"/>
        </pc:sldMkLst>
        <pc:spChg chg="mod">
          <ac:chgData name="康二 野村" userId="acaa808a-f809-4ef9-8028-a2ce14b82415" providerId="ADAL" clId="{D5ACC3A6-126D-408E-890A-175055D8E9AA}" dt="2025-04-09T07:40:08.276" v="490" actId="20577"/>
          <ac:spMkLst>
            <pc:docMk/>
            <pc:sldMk cId="1134005045" sldId="942"/>
            <ac:spMk id="2" creationId="{B216FBC1-F9BE-D9FF-19FD-9325017E9964}"/>
          </ac:spMkLst>
        </pc:spChg>
        <pc:spChg chg="add mod">
          <ac:chgData name="康二 野村" userId="acaa808a-f809-4ef9-8028-a2ce14b82415" providerId="ADAL" clId="{D5ACC3A6-126D-408E-890A-175055D8E9AA}" dt="2025-04-09T07:39:52.791" v="469" actId="20577"/>
          <ac:spMkLst>
            <pc:docMk/>
            <pc:sldMk cId="1134005045" sldId="942"/>
            <ac:spMk id="4" creationId="{A0EF78CE-7ECB-4EEE-9054-2A58E02E5F79}"/>
          </ac:spMkLst>
        </pc:spChg>
        <pc:graphicFrameChg chg="mod">
          <ac:chgData name="康二 野村" userId="acaa808a-f809-4ef9-8028-a2ce14b82415" providerId="ADAL" clId="{D5ACC3A6-126D-408E-890A-175055D8E9AA}" dt="2025-04-09T07:40:00.256" v="487" actId="1035"/>
          <ac:graphicFrameMkLst>
            <pc:docMk/>
            <pc:sldMk cId="1134005045" sldId="942"/>
            <ac:graphicFrameMk id="7" creationId="{C2D8386A-4FC1-438A-A2A3-47070AF36BB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2025/4/17</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2025/4/17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lang="ja-JP" altLang="en-US"/>
              <a:t>概算御見積</a:t>
            </a:r>
            <a:r>
              <a:rPr kumimoji="1" lang="en-US" altLang="ja-JP" sz="2800"/>
              <a:t>(</a:t>
            </a:r>
            <a:r>
              <a:rPr kumimoji="1" lang="ja-JP" altLang="en-US" sz="2800"/>
              <a:t>第</a:t>
            </a:r>
            <a:r>
              <a:rPr kumimoji="1" lang="en-US" altLang="ja-JP" sz="2800"/>
              <a:t>1.0</a:t>
            </a:r>
            <a:r>
              <a:rPr kumimoji="1" lang="ja-JP" altLang="en-US" sz="2800"/>
              <a:t>版）</a:t>
            </a:r>
            <a:endParaRPr kumimoji="1" lang="ja-JP" altLang="en-US" sz="4400"/>
          </a:p>
        </p:txBody>
      </p:sp>
      <p:sp>
        <p:nvSpPr>
          <p:cNvPr id="4" name="サブタイトル 3"/>
          <p:cNvSpPr>
            <a:spLocks noGrp="1"/>
          </p:cNvSpPr>
          <p:nvPr>
            <p:ph type="subTitle" idx="1"/>
          </p:nvPr>
        </p:nvSpPr>
        <p:spPr>
          <a:xfrm>
            <a:off x="576000" y="2562045"/>
            <a:ext cx="8640000" cy="701955"/>
          </a:xfrm>
        </p:spPr>
        <p:txBody>
          <a:bodyPr>
            <a:normAutofit/>
          </a:bodyPr>
          <a:lstStyle/>
          <a:p>
            <a:r>
              <a:rPr lang="en-US" altLang="ja-JP" sz="3200"/>
              <a:t>PIMSDB</a:t>
            </a:r>
            <a:r>
              <a:rPr lang="ja-JP" altLang="en-US" sz="3200"/>
              <a:t>更新に伴う周辺システムの対応</a:t>
            </a:r>
            <a:endParaRPr kumimoji="1" lang="ja-JP" altLang="en-US" sz="32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2025/4/11</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dirty="0"/>
              <a:t>2025/4/11</a:t>
            </a:r>
            <a:endParaRPr lang="en-US" dirty="0"/>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1091154"/>
            <a:ext cx="10980000" cy="5105685"/>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a:t>■プロジェクトの背景</a:t>
            </a:r>
            <a:endParaRPr lang="en-US" altLang="ja-JP" b="1"/>
          </a:p>
          <a:p>
            <a:r>
              <a:rPr lang="ja-JP" altLang="en-US">
                <a:latin typeface="游ゴシック"/>
                <a:ea typeface="游ゴシック"/>
              </a:rPr>
              <a:t>　「情報系</a:t>
            </a:r>
            <a:r>
              <a:rPr lang="en-US" altLang="ja-JP">
                <a:latin typeface="游ゴシック"/>
                <a:ea typeface="游ゴシック"/>
              </a:rPr>
              <a:t>PIMS</a:t>
            </a:r>
            <a:r>
              <a:rPr lang="ja-JP" altLang="en-US">
                <a:latin typeface="游ゴシック"/>
                <a:ea typeface="游ゴシック"/>
              </a:rPr>
              <a:t>サーバ」は、館林データセンター内に構築されており</a:t>
            </a:r>
            <a:r>
              <a:rPr lang="en-US" altLang="ja-JP">
                <a:latin typeface="游ゴシック"/>
                <a:ea typeface="游ゴシック"/>
              </a:rPr>
              <a:t>2026年1</a:t>
            </a:r>
            <a:r>
              <a:rPr lang="ja-JP" altLang="en-US">
                <a:latin typeface="游ゴシック"/>
                <a:ea typeface="游ゴシック"/>
              </a:rPr>
              <a:t>月までに</a:t>
            </a:r>
            <a:endParaRPr lang="en-US" altLang="ja-JP">
              <a:latin typeface="游ゴシック"/>
              <a:ea typeface="游ゴシック"/>
            </a:endParaRPr>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環境へサーバ移設予定となっている。</a:t>
            </a:r>
            <a:br>
              <a:rPr lang="en-US" altLang="ja-JP"/>
            </a:br>
            <a:r>
              <a:rPr lang="ja-JP" altLang="en-US">
                <a:latin typeface="游ゴシック"/>
                <a:ea typeface="游ゴシック"/>
              </a:rPr>
              <a:t>　それに伴い、以下の</a:t>
            </a:r>
            <a:r>
              <a:rPr lang="en-US" altLang="ja-JP">
                <a:latin typeface="游ゴシック"/>
                <a:ea typeface="游ゴシック"/>
              </a:rPr>
              <a:t>PIMS</a:t>
            </a:r>
            <a:r>
              <a:rPr lang="ja-JP" altLang="en-US">
                <a:latin typeface="游ゴシック"/>
                <a:ea typeface="游ゴシック"/>
              </a:rPr>
              <a:t>へデータアクセスしているシステムの接続先変更が必要となる。</a:t>
            </a:r>
            <a:br>
              <a:rPr lang="en-US" altLang="ja-JP"/>
            </a:br>
            <a:r>
              <a:rPr lang="ja-JP" altLang="en-US">
                <a:latin typeface="游ゴシック"/>
                <a:ea typeface="游ゴシック"/>
              </a:rPr>
              <a:t>　・</a:t>
            </a:r>
            <a:r>
              <a:rPr lang="en-US" altLang="ja-JP" err="1">
                <a:latin typeface="游ゴシック"/>
                <a:ea typeface="游ゴシック"/>
              </a:rPr>
              <a:t>XenAPP</a:t>
            </a:r>
            <a:r>
              <a:rPr lang="ja-JP" altLang="en-US">
                <a:latin typeface="游ゴシック"/>
                <a:ea typeface="游ゴシック"/>
              </a:rPr>
              <a:t>（</a:t>
            </a:r>
            <a:r>
              <a:rPr lang="en-US" altLang="ja-JP">
                <a:latin typeface="游ゴシック"/>
                <a:ea typeface="游ゴシック"/>
              </a:rPr>
              <a:t>XenApp</a:t>
            </a:r>
            <a:r>
              <a:rPr lang="ja-JP" altLang="en-US">
                <a:latin typeface="游ゴシック"/>
                <a:ea typeface="游ゴシック"/>
              </a:rPr>
              <a:t>内で使用している</a:t>
            </a:r>
            <a:r>
              <a:rPr lang="en-US" altLang="ja-JP">
                <a:latin typeface="游ゴシック"/>
                <a:ea typeface="游ゴシック"/>
              </a:rPr>
              <a:t>Excel</a:t>
            </a:r>
            <a:r>
              <a:rPr lang="ja-JP" altLang="en-US">
                <a:latin typeface="游ゴシック"/>
                <a:ea typeface="游ゴシック"/>
              </a:rPr>
              <a:t>マクロ）</a:t>
            </a:r>
            <a:endParaRPr lang="en-US" altLang="ja-JP">
              <a:latin typeface="游ゴシック"/>
              <a:ea typeface="游ゴシック"/>
            </a:endParaRPr>
          </a:p>
          <a:p>
            <a:r>
              <a:rPr lang="ja-JP" altLang="en-US"/>
              <a:t>　・千葉・徳山数量確定・用役管理システム</a:t>
            </a:r>
            <a:endParaRPr lang="en-US" altLang="ja-JP"/>
          </a:p>
          <a:p>
            <a:r>
              <a:rPr lang="ja-JP" altLang="en-US"/>
              <a:t>　・数量確定ポリマーシステム</a:t>
            </a:r>
            <a:endParaRPr lang="en-US" altLang="ja-JP"/>
          </a:p>
          <a:p>
            <a:endParaRPr lang="en-US" altLang="ja-JP"/>
          </a:p>
          <a:p>
            <a:r>
              <a:rPr lang="ja-JP" altLang="en-US" b="1"/>
              <a:t>■プロジェクトの目的、作業内容</a:t>
            </a:r>
            <a:endParaRPr lang="en-US" altLang="ja-JP" b="1"/>
          </a:p>
          <a:p>
            <a:r>
              <a:rPr lang="ja-JP" altLang="en-US">
                <a:latin typeface="游ゴシック"/>
                <a:ea typeface="游ゴシック"/>
              </a:rPr>
              <a:t>　</a:t>
            </a:r>
            <a:r>
              <a:rPr lang="en-US" altLang="ja-JP">
                <a:latin typeface="游ゴシック"/>
                <a:ea typeface="游ゴシック"/>
              </a:rPr>
              <a:t>Azure</a:t>
            </a:r>
            <a:r>
              <a:rPr lang="ja-JP" altLang="en-US">
                <a:latin typeface="游ゴシック"/>
                <a:ea typeface="游ゴシック"/>
              </a:rPr>
              <a:t>環境に移設された新情報系</a:t>
            </a:r>
            <a:r>
              <a:rPr lang="en-US" altLang="ja-JP">
                <a:latin typeface="游ゴシック"/>
                <a:ea typeface="游ゴシック"/>
              </a:rPr>
              <a:t>PIMS</a:t>
            </a:r>
            <a:r>
              <a:rPr lang="ja-JP" altLang="en-US">
                <a:latin typeface="游ゴシック"/>
                <a:ea typeface="游ゴシック"/>
              </a:rPr>
              <a:t>サーバに接続先変更を行い、対象システムが今まで通りヒストリデータ取得可能な状態とするため、以下の対応を行う。</a:t>
            </a:r>
            <a:endParaRPr lang="en-US" altLang="ja-JP">
              <a:latin typeface="游ゴシック"/>
              <a:ea typeface="游ゴシック"/>
            </a:endParaRPr>
          </a:p>
          <a:p>
            <a:r>
              <a:rPr lang="ja-JP" altLang="en-US"/>
              <a:t>　・各サーバにインストールされているヒストリデータクライアントのバージョンアップ</a:t>
            </a:r>
            <a:endParaRPr lang="en-US" altLang="ja-JP"/>
          </a:p>
          <a:p>
            <a:r>
              <a:rPr lang="ja-JP" altLang="en-US">
                <a:latin typeface="游ゴシック"/>
                <a:ea typeface="游ゴシック"/>
              </a:rPr>
              <a:t>　　現：</a:t>
            </a:r>
            <a:r>
              <a:rPr lang="en-US" altLang="ja-JP">
                <a:latin typeface="游ゴシック"/>
                <a:ea typeface="游ゴシック"/>
              </a:rPr>
              <a:t>300.0.0 or 300.0.7</a:t>
            </a:r>
            <a:r>
              <a:rPr lang="ja-JP" altLang="en-US">
                <a:latin typeface="游ゴシック"/>
                <a:ea typeface="游ゴシック"/>
              </a:rPr>
              <a:t>　⇒　新：</a:t>
            </a:r>
            <a:r>
              <a:rPr lang="en-US" altLang="ja-JP">
                <a:latin typeface="游ゴシック"/>
                <a:ea typeface="游ゴシック"/>
              </a:rPr>
              <a:t>330.0.0</a:t>
            </a:r>
          </a:p>
          <a:p>
            <a:r>
              <a:rPr lang="ja-JP" altLang="en-US"/>
              <a:t>　・各システムの</a:t>
            </a:r>
            <a:r>
              <a:rPr lang="en-US" altLang="ja-JP"/>
              <a:t>PIMS</a:t>
            </a:r>
            <a:r>
              <a:rPr lang="ja-JP" altLang="en-US"/>
              <a:t>接続設定の変更、テスト</a:t>
            </a:r>
            <a:endParaRPr lang="en-US" altLang="ja-JP"/>
          </a:p>
          <a:p>
            <a:r>
              <a:rPr lang="ja-JP" altLang="en-US">
                <a:latin typeface="游ゴシック"/>
                <a:ea typeface="游ゴシック"/>
              </a:rPr>
              <a:t>　　</a:t>
            </a:r>
            <a:r>
              <a:rPr lang="en-US" altLang="ja-JP">
                <a:latin typeface="游ゴシック"/>
                <a:ea typeface="游ゴシック"/>
              </a:rPr>
              <a:t>※</a:t>
            </a:r>
            <a:r>
              <a:rPr lang="en-US" altLang="ja-JP" err="1">
                <a:latin typeface="游ゴシック"/>
                <a:ea typeface="游ゴシック"/>
              </a:rPr>
              <a:t>XenAPP</a:t>
            </a:r>
            <a:r>
              <a:rPr lang="ja-JP" altLang="en-US">
                <a:latin typeface="游ゴシック"/>
                <a:ea typeface="游ゴシック"/>
              </a:rPr>
              <a:t>内の</a:t>
            </a:r>
            <a:r>
              <a:rPr lang="en-US" altLang="ja-JP">
                <a:latin typeface="游ゴシック"/>
                <a:ea typeface="游ゴシック"/>
              </a:rPr>
              <a:t>Excel</a:t>
            </a:r>
            <a:r>
              <a:rPr lang="ja-JP" altLang="en-US">
                <a:latin typeface="游ゴシック"/>
                <a:ea typeface="游ゴシック"/>
              </a:rPr>
              <a:t>マクロについては要件定義工程にて対象を明確化する。</a:t>
            </a:r>
            <a:endParaRPr lang="en-US" altLang="ja-JP">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r>
              <a:rPr lang="en-US" altLang="ja-JP" err="1">
                <a:latin typeface="游明朝" panose="02020400000000000000" pitchFamily="18" charset="-128"/>
                <a:ea typeface="游明朝" panose="02020400000000000000" pitchFamily="18" charset="-128"/>
              </a:rPr>
              <a:t>AsIs</a:t>
            </a:r>
            <a:r>
              <a:rPr lang="ja-JP" altLang="en-US">
                <a:latin typeface="游明朝" panose="02020400000000000000" pitchFamily="18" charset="-128"/>
                <a:ea typeface="游明朝" panose="02020400000000000000" pitchFamily="18" charset="-128"/>
              </a:rPr>
              <a:t>）</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dirty="0"/>
              <a:t>2025/4/11</a:t>
            </a:r>
            <a:endParaRPr lang="en-US" dirty="0"/>
          </a:p>
        </p:txBody>
      </p:sp>
      <p:sp>
        <p:nvSpPr>
          <p:cNvPr id="95" name="角丸四角形 94"/>
          <p:cNvSpPr/>
          <p:nvPr/>
        </p:nvSpPr>
        <p:spPr>
          <a:xfrm>
            <a:off x="8557207" y="1102923"/>
            <a:ext cx="3634793" cy="5317332"/>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各所</a:t>
            </a:r>
          </a:p>
        </p:txBody>
      </p:sp>
      <p:sp>
        <p:nvSpPr>
          <p:cNvPr id="96" name="角丸四角形 95"/>
          <p:cNvSpPr/>
          <p:nvPr/>
        </p:nvSpPr>
        <p:spPr>
          <a:xfrm>
            <a:off x="5200650" y="1102923"/>
            <a:ext cx="3143249" cy="5317332"/>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館林</a:t>
            </a:r>
            <a:r>
              <a:rPr kumimoji="1" lang="en-US" altLang="ja-JP" sz="1600" b="1">
                <a:solidFill>
                  <a:schemeClr val="tx1"/>
                </a:solidFill>
                <a:latin typeface="游ゴシック" panose="020B0400000000000000" pitchFamily="50" charset="-128"/>
                <a:ea typeface="游ゴシック" panose="020B0400000000000000" pitchFamily="50" charset="-128"/>
              </a:rPr>
              <a:t>DC</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320512" y="1194921"/>
            <a:ext cx="2828682"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XenAPP</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Excel</a:t>
            </a:r>
            <a:r>
              <a:rPr kumimoji="1" lang="ja-JP" altLang="en-US" sz="1600" b="1">
                <a:solidFill>
                  <a:schemeClr val="tx1"/>
                </a:solidFill>
                <a:latin typeface="游ゴシック" panose="020B0400000000000000" pitchFamily="50" charset="-128"/>
                <a:ea typeface="游ゴシック" panose="020B0400000000000000" pitchFamily="50" charset="-128"/>
              </a:rPr>
              <a:t>マクロ）</a:t>
            </a:r>
          </a:p>
        </p:txBody>
      </p:sp>
      <p:sp>
        <p:nvSpPr>
          <p:cNvPr id="33" name="角丸四角形 32"/>
          <p:cNvSpPr/>
          <p:nvPr/>
        </p:nvSpPr>
        <p:spPr>
          <a:xfrm>
            <a:off x="320511" y="282280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ヤード操業サーバ（千葉）</a:t>
            </a:r>
          </a:p>
        </p:txBody>
      </p:sp>
      <p:cxnSp>
        <p:nvCxnSpPr>
          <p:cNvPr id="36" name="直線矢印コネクタ 160"/>
          <p:cNvCxnSpPr>
            <a:cxnSpLocks/>
            <a:stCxn id="47" idx="1"/>
            <a:endCxn id="59" idx="3"/>
          </p:cNvCxnSpPr>
          <p:nvPr/>
        </p:nvCxnSpPr>
        <p:spPr>
          <a:xfrm rot="10800000" flipV="1">
            <a:off x="3014991" y="1764314"/>
            <a:ext cx="3097444" cy="46822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46" name="角丸四角形 45"/>
          <p:cNvSpPr/>
          <p:nvPr/>
        </p:nvSpPr>
        <p:spPr>
          <a:xfrm>
            <a:off x="329295" y="4142680"/>
            <a:ext cx="2828684"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PRM</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pic>
        <p:nvPicPr>
          <p:cNvPr id="6" name="図 5">
            <a:extLst>
              <a:ext uri="{FF2B5EF4-FFF2-40B4-BE49-F238E27FC236}">
                <a16:creationId xmlns:a16="http://schemas.microsoft.com/office/drawing/2014/main" id="{A895CE66-913A-449D-BCBC-86D44E8A1EFF}"/>
              </a:ext>
            </a:extLst>
          </p:cNvPr>
          <p:cNvPicPr>
            <a:picLocks noChangeAspect="1"/>
          </p:cNvPicPr>
          <p:nvPr/>
        </p:nvPicPr>
        <p:blipFill>
          <a:blip r:embed="rId2"/>
          <a:stretch>
            <a:fillRect/>
          </a:stretch>
        </p:blipFill>
        <p:spPr>
          <a:xfrm>
            <a:off x="840459" y="1682414"/>
            <a:ext cx="783492" cy="783492"/>
          </a:xfrm>
          <a:prstGeom prst="rect">
            <a:avLst/>
          </a:prstGeom>
        </p:spPr>
      </p:pic>
      <p:pic>
        <p:nvPicPr>
          <p:cNvPr id="54" name="図 53">
            <a:extLst>
              <a:ext uri="{FF2B5EF4-FFF2-40B4-BE49-F238E27FC236}">
                <a16:creationId xmlns:a16="http://schemas.microsoft.com/office/drawing/2014/main" id="{7833F90C-0FD2-446F-803E-109EDEFA3944}"/>
              </a:ext>
            </a:extLst>
          </p:cNvPr>
          <p:cNvPicPr>
            <a:picLocks noChangeAspect="1"/>
          </p:cNvPicPr>
          <p:nvPr/>
        </p:nvPicPr>
        <p:blipFill>
          <a:blip r:embed="rId2"/>
          <a:stretch>
            <a:fillRect/>
          </a:stretch>
        </p:blipFill>
        <p:spPr>
          <a:xfrm>
            <a:off x="992859" y="1834814"/>
            <a:ext cx="783492" cy="783492"/>
          </a:xfrm>
          <a:prstGeom prst="rect">
            <a:avLst/>
          </a:prstGeom>
        </p:spPr>
      </p:pic>
      <p:pic>
        <p:nvPicPr>
          <p:cNvPr id="55" name="図 54">
            <a:extLst>
              <a:ext uri="{FF2B5EF4-FFF2-40B4-BE49-F238E27FC236}">
                <a16:creationId xmlns:a16="http://schemas.microsoft.com/office/drawing/2014/main" id="{BAC559C4-335B-4F00-8BD2-BA3CEDB0845E}"/>
              </a:ext>
            </a:extLst>
          </p:cNvPr>
          <p:cNvPicPr>
            <a:picLocks noChangeAspect="1"/>
          </p:cNvPicPr>
          <p:nvPr/>
        </p:nvPicPr>
        <p:blipFill>
          <a:blip r:embed="rId2"/>
          <a:stretch>
            <a:fillRect/>
          </a:stretch>
        </p:blipFill>
        <p:spPr>
          <a:xfrm>
            <a:off x="1145259" y="1987214"/>
            <a:ext cx="783492" cy="783492"/>
          </a:xfrm>
          <a:prstGeom prst="rect">
            <a:avLst/>
          </a:prstGeom>
        </p:spPr>
      </p:pic>
      <p:sp>
        <p:nvSpPr>
          <p:cNvPr id="56" name="角丸四角形 40">
            <a:extLst>
              <a:ext uri="{FF2B5EF4-FFF2-40B4-BE49-F238E27FC236}">
                <a16:creationId xmlns:a16="http://schemas.microsoft.com/office/drawing/2014/main" id="{562D5694-4A6D-45A8-8671-782C691B50D0}"/>
              </a:ext>
            </a:extLst>
          </p:cNvPr>
          <p:cNvSpPr/>
          <p:nvPr/>
        </p:nvSpPr>
        <p:spPr>
          <a:xfrm>
            <a:off x="410180" y="323188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7" name="角丸四角形 40">
            <a:extLst>
              <a:ext uri="{FF2B5EF4-FFF2-40B4-BE49-F238E27FC236}">
                <a16:creationId xmlns:a16="http://schemas.microsoft.com/office/drawing/2014/main" id="{952A9A4D-6DEF-4C06-ACAC-C8206B17235E}"/>
              </a:ext>
            </a:extLst>
          </p:cNvPr>
          <p:cNvSpPr/>
          <p:nvPr/>
        </p:nvSpPr>
        <p:spPr>
          <a:xfrm>
            <a:off x="399448" y="4502553"/>
            <a:ext cx="1774396"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数量確定ポリマー</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9" name="角丸四角形 40">
            <a:extLst>
              <a:ext uri="{FF2B5EF4-FFF2-40B4-BE49-F238E27FC236}">
                <a16:creationId xmlns:a16="http://schemas.microsoft.com/office/drawing/2014/main" id="{877FC65B-1FAF-4D51-91E3-3462CBD6B94E}"/>
              </a:ext>
            </a:extLst>
          </p:cNvPr>
          <p:cNvSpPr/>
          <p:nvPr/>
        </p:nvSpPr>
        <p:spPr>
          <a:xfrm>
            <a:off x="2224604" y="1919636"/>
            <a:ext cx="790387"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chemeClr val="tx1"/>
                </a:solidFill>
                <a:latin typeface="游ゴシック"/>
                <a:ea typeface="游ゴシック"/>
              </a:rPr>
              <a:t>300.0.7</a:t>
            </a:r>
            <a:endParaRPr lang="en-US" altLang="ja-JP" sz="800" b="1">
              <a:solidFill>
                <a:schemeClr val="tx1"/>
              </a:solidFill>
              <a:latin typeface="游ゴシック" panose="020B0400000000000000" pitchFamily="50" charset="-128"/>
              <a:ea typeface="游ゴシック" panose="020B0400000000000000" pitchFamily="50" charset="-128"/>
            </a:endParaRPr>
          </a:p>
        </p:txBody>
      </p:sp>
      <p:sp>
        <p:nvSpPr>
          <p:cNvPr id="60" name="角丸四角形 40">
            <a:extLst>
              <a:ext uri="{FF2B5EF4-FFF2-40B4-BE49-F238E27FC236}">
                <a16:creationId xmlns:a16="http://schemas.microsoft.com/office/drawing/2014/main" id="{62625D33-665D-4109-AD57-5AE1046FEAFD}"/>
              </a:ext>
            </a:extLst>
          </p:cNvPr>
          <p:cNvSpPr/>
          <p:nvPr/>
        </p:nvSpPr>
        <p:spPr>
          <a:xfrm>
            <a:off x="2239186" y="323188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chemeClr val="tx1"/>
                </a:solidFill>
                <a:latin typeface="游ゴシック" panose="020B0400000000000000" pitchFamily="50" charset="-128"/>
                <a:ea typeface="游ゴシック" panose="020B0400000000000000" pitchFamily="50" charset="-128"/>
              </a:rPr>
              <a:t>300.0.0</a:t>
            </a:r>
          </a:p>
        </p:txBody>
      </p:sp>
      <p:sp>
        <p:nvSpPr>
          <p:cNvPr id="61" name="角丸四角形 40">
            <a:extLst>
              <a:ext uri="{FF2B5EF4-FFF2-40B4-BE49-F238E27FC236}">
                <a16:creationId xmlns:a16="http://schemas.microsoft.com/office/drawing/2014/main" id="{DE52C8B3-44A9-444D-809F-802BF3FB7077}"/>
              </a:ext>
            </a:extLst>
          </p:cNvPr>
          <p:cNvSpPr/>
          <p:nvPr/>
        </p:nvSpPr>
        <p:spPr>
          <a:xfrm>
            <a:off x="2239186" y="4505414"/>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chemeClr val="tx1"/>
                </a:solidFill>
                <a:latin typeface="游ゴシック" panose="020B0400000000000000" pitchFamily="50" charset="-128"/>
                <a:ea typeface="游ゴシック" panose="020B0400000000000000" pitchFamily="50" charset="-128"/>
              </a:rPr>
              <a:t>300.0.0</a:t>
            </a:r>
          </a:p>
        </p:txBody>
      </p:sp>
      <p:sp>
        <p:nvSpPr>
          <p:cNvPr id="69" name="角丸四角形 46">
            <a:extLst>
              <a:ext uri="{FF2B5EF4-FFF2-40B4-BE49-F238E27FC236}">
                <a16:creationId xmlns:a16="http://schemas.microsoft.com/office/drawing/2014/main" id="{CEBD7B7B-A372-4A21-B90D-BD3E1709AFAE}"/>
              </a:ext>
            </a:extLst>
          </p:cNvPr>
          <p:cNvSpPr/>
          <p:nvPr/>
        </p:nvSpPr>
        <p:spPr>
          <a:xfrm>
            <a:off x="6101140" y="2196937"/>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1" name="角丸四角形 46">
            <a:extLst>
              <a:ext uri="{FF2B5EF4-FFF2-40B4-BE49-F238E27FC236}">
                <a16:creationId xmlns:a16="http://schemas.microsoft.com/office/drawing/2014/main" id="{43DCF1E5-0EAD-479C-B96F-BC9767304AA7}"/>
              </a:ext>
            </a:extLst>
          </p:cNvPr>
          <p:cNvSpPr/>
          <p:nvPr/>
        </p:nvSpPr>
        <p:spPr>
          <a:xfrm>
            <a:off x="6121522" y="3647682"/>
            <a:ext cx="1454189"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2" name="角丸四角形 46">
            <a:extLst>
              <a:ext uri="{FF2B5EF4-FFF2-40B4-BE49-F238E27FC236}">
                <a16:creationId xmlns:a16="http://schemas.microsoft.com/office/drawing/2014/main" id="{4EB23024-299F-42F8-ADDF-011FB300D650}"/>
              </a:ext>
            </a:extLst>
          </p:cNvPr>
          <p:cNvSpPr/>
          <p:nvPr/>
        </p:nvSpPr>
        <p:spPr>
          <a:xfrm>
            <a:off x="6121522" y="4393176"/>
            <a:ext cx="1457610"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73" name="角丸四角形 46">
            <a:extLst>
              <a:ext uri="{FF2B5EF4-FFF2-40B4-BE49-F238E27FC236}">
                <a16:creationId xmlns:a16="http://schemas.microsoft.com/office/drawing/2014/main" id="{007706AA-09D5-4B1C-A632-1E08EF3748C2}"/>
              </a:ext>
            </a:extLst>
          </p:cNvPr>
          <p:cNvSpPr/>
          <p:nvPr/>
        </p:nvSpPr>
        <p:spPr>
          <a:xfrm>
            <a:off x="10543315" y="1440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5" name="角丸四角形 46">
            <a:extLst>
              <a:ext uri="{FF2B5EF4-FFF2-40B4-BE49-F238E27FC236}">
                <a16:creationId xmlns:a16="http://schemas.microsoft.com/office/drawing/2014/main" id="{8334C7BA-6DC4-4225-BFEC-F0B45FA0DD65}"/>
              </a:ext>
            </a:extLst>
          </p:cNvPr>
          <p:cNvSpPr/>
          <p:nvPr/>
        </p:nvSpPr>
        <p:spPr>
          <a:xfrm>
            <a:off x="10532020" y="219693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6" name="角丸四角形 46">
            <a:extLst>
              <a:ext uri="{FF2B5EF4-FFF2-40B4-BE49-F238E27FC236}">
                <a16:creationId xmlns:a16="http://schemas.microsoft.com/office/drawing/2014/main" id="{4F9DA929-0686-4582-B862-07F9D620F55F}"/>
              </a:ext>
            </a:extLst>
          </p:cNvPr>
          <p:cNvSpPr/>
          <p:nvPr/>
        </p:nvSpPr>
        <p:spPr>
          <a:xfrm>
            <a:off x="10511127" y="2932200"/>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7" name="角丸四角形 46">
            <a:extLst>
              <a:ext uri="{FF2B5EF4-FFF2-40B4-BE49-F238E27FC236}">
                <a16:creationId xmlns:a16="http://schemas.microsoft.com/office/drawing/2014/main" id="{A2A063D9-0540-469E-9C8D-9A5911B57913}"/>
              </a:ext>
            </a:extLst>
          </p:cNvPr>
          <p:cNvSpPr/>
          <p:nvPr/>
        </p:nvSpPr>
        <p:spPr>
          <a:xfrm>
            <a:off x="10497968" y="3647682"/>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8" name="角丸四角形 46">
            <a:extLst>
              <a:ext uri="{FF2B5EF4-FFF2-40B4-BE49-F238E27FC236}">
                <a16:creationId xmlns:a16="http://schemas.microsoft.com/office/drawing/2014/main" id="{1C68C8E9-9B4E-41F1-8E19-3D02385921C9}"/>
              </a:ext>
            </a:extLst>
          </p:cNvPr>
          <p:cNvSpPr/>
          <p:nvPr/>
        </p:nvSpPr>
        <p:spPr>
          <a:xfrm>
            <a:off x="10501388" y="4393176"/>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90" name="角丸四角形 46">
            <a:extLst>
              <a:ext uri="{FF2B5EF4-FFF2-40B4-BE49-F238E27FC236}">
                <a16:creationId xmlns:a16="http://schemas.microsoft.com/office/drawing/2014/main" id="{A4264073-60BD-40F2-A2F6-6C751B38ECF6}"/>
              </a:ext>
            </a:extLst>
          </p:cNvPr>
          <p:cNvSpPr/>
          <p:nvPr/>
        </p:nvSpPr>
        <p:spPr>
          <a:xfrm>
            <a:off x="8778740" y="1434104"/>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1" name="角丸四角形 46">
            <a:extLst>
              <a:ext uri="{FF2B5EF4-FFF2-40B4-BE49-F238E27FC236}">
                <a16:creationId xmlns:a16="http://schemas.microsoft.com/office/drawing/2014/main" id="{69DB1AA4-9BC9-40AC-BF92-EC6A2C93A1DF}"/>
              </a:ext>
            </a:extLst>
          </p:cNvPr>
          <p:cNvSpPr/>
          <p:nvPr/>
        </p:nvSpPr>
        <p:spPr>
          <a:xfrm>
            <a:off x="8767445" y="2190648"/>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2" name="角丸四角形 46">
            <a:extLst>
              <a:ext uri="{FF2B5EF4-FFF2-40B4-BE49-F238E27FC236}">
                <a16:creationId xmlns:a16="http://schemas.microsoft.com/office/drawing/2014/main" id="{2A5D78C9-6CC9-4A9B-92EF-1F2527DAD377}"/>
              </a:ext>
            </a:extLst>
          </p:cNvPr>
          <p:cNvSpPr/>
          <p:nvPr/>
        </p:nvSpPr>
        <p:spPr>
          <a:xfrm>
            <a:off x="8746552" y="2925911"/>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3" name="角丸四角形 46">
            <a:extLst>
              <a:ext uri="{FF2B5EF4-FFF2-40B4-BE49-F238E27FC236}">
                <a16:creationId xmlns:a16="http://schemas.microsoft.com/office/drawing/2014/main" id="{DC23AFC3-418A-446C-972F-259AE71B1D27}"/>
              </a:ext>
            </a:extLst>
          </p:cNvPr>
          <p:cNvSpPr/>
          <p:nvPr/>
        </p:nvSpPr>
        <p:spPr>
          <a:xfrm>
            <a:off x="8733393" y="3641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4" name="角丸四角形 46">
            <a:extLst>
              <a:ext uri="{FF2B5EF4-FFF2-40B4-BE49-F238E27FC236}">
                <a16:creationId xmlns:a16="http://schemas.microsoft.com/office/drawing/2014/main" id="{036F814B-AB10-43A5-9EAB-8EB68C690F19}"/>
              </a:ext>
            </a:extLst>
          </p:cNvPr>
          <p:cNvSpPr/>
          <p:nvPr/>
        </p:nvSpPr>
        <p:spPr>
          <a:xfrm>
            <a:off x="8736813" y="438688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cxnSp>
        <p:nvCxnSpPr>
          <p:cNvPr id="98" name="直線矢印コネクタ 160">
            <a:extLst>
              <a:ext uri="{FF2B5EF4-FFF2-40B4-BE49-F238E27FC236}">
                <a16:creationId xmlns:a16="http://schemas.microsoft.com/office/drawing/2014/main" id="{A436BAA2-2FAA-45BB-94DB-EE8245C72C00}"/>
              </a:ext>
            </a:extLst>
          </p:cNvPr>
          <p:cNvCxnSpPr>
            <a:cxnSpLocks/>
            <a:stCxn id="73" idx="1"/>
            <a:endCxn id="90" idx="3"/>
          </p:cNvCxnSpPr>
          <p:nvPr/>
        </p:nvCxnSpPr>
        <p:spPr>
          <a:xfrm rot="10800000">
            <a:off x="10287365" y="1758026"/>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99" name="直線矢印コネクタ 160">
            <a:extLst>
              <a:ext uri="{FF2B5EF4-FFF2-40B4-BE49-F238E27FC236}">
                <a16:creationId xmlns:a16="http://schemas.microsoft.com/office/drawing/2014/main" id="{C64878AA-CAED-49F2-B11E-F8D306A39E1F}"/>
              </a:ext>
            </a:extLst>
          </p:cNvPr>
          <p:cNvCxnSpPr>
            <a:cxnSpLocks/>
            <a:stCxn id="90" idx="1"/>
            <a:endCxn id="47" idx="3"/>
          </p:cNvCxnSpPr>
          <p:nvPr/>
        </p:nvCxnSpPr>
        <p:spPr>
          <a:xfrm rot="10800000" flipV="1">
            <a:off x="7621060" y="1758024"/>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0" name="直線矢印コネクタ 160">
            <a:extLst>
              <a:ext uri="{FF2B5EF4-FFF2-40B4-BE49-F238E27FC236}">
                <a16:creationId xmlns:a16="http://schemas.microsoft.com/office/drawing/2014/main" id="{C69FF600-93B5-4A42-B69C-76021B3501B7}"/>
              </a:ext>
            </a:extLst>
          </p:cNvPr>
          <p:cNvCxnSpPr>
            <a:cxnSpLocks/>
            <a:stCxn id="75" idx="1"/>
            <a:endCxn id="91" idx="3"/>
          </p:cNvCxnSpPr>
          <p:nvPr/>
        </p:nvCxnSpPr>
        <p:spPr>
          <a:xfrm rot="10800000">
            <a:off x="10276070" y="2514570"/>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1" name="直線矢印コネクタ 160">
            <a:extLst>
              <a:ext uri="{FF2B5EF4-FFF2-40B4-BE49-F238E27FC236}">
                <a16:creationId xmlns:a16="http://schemas.microsoft.com/office/drawing/2014/main" id="{3ACC45DF-78B0-4800-A6F7-299D7A2777EC}"/>
              </a:ext>
            </a:extLst>
          </p:cNvPr>
          <p:cNvCxnSpPr>
            <a:cxnSpLocks/>
            <a:stCxn id="91" idx="1"/>
            <a:endCxn id="69" idx="3"/>
          </p:cNvCxnSpPr>
          <p:nvPr/>
        </p:nvCxnSpPr>
        <p:spPr>
          <a:xfrm rot="10800000" flipV="1">
            <a:off x="7609765" y="2514568"/>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2" name="直線矢印コネクタ 160">
            <a:extLst>
              <a:ext uri="{FF2B5EF4-FFF2-40B4-BE49-F238E27FC236}">
                <a16:creationId xmlns:a16="http://schemas.microsoft.com/office/drawing/2014/main" id="{4C384EC2-1A22-46F3-8569-AE709FEF8FC3}"/>
              </a:ext>
            </a:extLst>
          </p:cNvPr>
          <p:cNvCxnSpPr>
            <a:cxnSpLocks/>
            <a:stCxn id="92" idx="1"/>
            <a:endCxn id="70" idx="3"/>
          </p:cNvCxnSpPr>
          <p:nvPr/>
        </p:nvCxnSpPr>
        <p:spPr>
          <a:xfrm rot="10800000" flipV="1">
            <a:off x="7588870" y="3249831"/>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3" name="直線矢印コネクタ 160">
            <a:extLst>
              <a:ext uri="{FF2B5EF4-FFF2-40B4-BE49-F238E27FC236}">
                <a16:creationId xmlns:a16="http://schemas.microsoft.com/office/drawing/2014/main" id="{BAEC69B5-DF88-4392-9497-CBDE2BC70A10}"/>
              </a:ext>
            </a:extLst>
          </p:cNvPr>
          <p:cNvCxnSpPr>
            <a:cxnSpLocks/>
            <a:stCxn id="93" idx="1"/>
            <a:endCxn id="71" idx="3"/>
          </p:cNvCxnSpPr>
          <p:nvPr/>
        </p:nvCxnSpPr>
        <p:spPr>
          <a:xfrm rot="10800000" flipV="1">
            <a:off x="7575711" y="3965313"/>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4" name="直線矢印コネクタ 160">
            <a:extLst>
              <a:ext uri="{FF2B5EF4-FFF2-40B4-BE49-F238E27FC236}">
                <a16:creationId xmlns:a16="http://schemas.microsoft.com/office/drawing/2014/main" id="{7AD78A2E-743D-466A-96CA-C24D17232076}"/>
              </a:ext>
            </a:extLst>
          </p:cNvPr>
          <p:cNvCxnSpPr>
            <a:cxnSpLocks/>
            <a:stCxn id="94" idx="1"/>
            <a:endCxn id="72" idx="3"/>
          </p:cNvCxnSpPr>
          <p:nvPr/>
        </p:nvCxnSpPr>
        <p:spPr>
          <a:xfrm rot="10800000" flipV="1">
            <a:off x="7579133" y="4710807"/>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8" name="直線矢印コネクタ 160">
            <a:extLst>
              <a:ext uri="{FF2B5EF4-FFF2-40B4-BE49-F238E27FC236}">
                <a16:creationId xmlns:a16="http://schemas.microsoft.com/office/drawing/2014/main" id="{7474FCF4-B25E-4DB6-851F-8D12868B862D}"/>
              </a:ext>
            </a:extLst>
          </p:cNvPr>
          <p:cNvCxnSpPr>
            <a:cxnSpLocks/>
            <a:stCxn id="76" idx="1"/>
            <a:endCxn id="92" idx="3"/>
          </p:cNvCxnSpPr>
          <p:nvPr/>
        </p:nvCxnSpPr>
        <p:spPr>
          <a:xfrm rot="10800000">
            <a:off x="10255177" y="3249833"/>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9" name="直線矢印コネクタ 160">
            <a:extLst>
              <a:ext uri="{FF2B5EF4-FFF2-40B4-BE49-F238E27FC236}">
                <a16:creationId xmlns:a16="http://schemas.microsoft.com/office/drawing/2014/main" id="{180E94F8-6EE4-4DAA-9E40-047ADF5F2500}"/>
              </a:ext>
            </a:extLst>
          </p:cNvPr>
          <p:cNvCxnSpPr>
            <a:cxnSpLocks/>
            <a:stCxn id="77" idx="1"/>
            <a:endCxn id="93" idx="3"/>
          </p:cNvCxnSpPr>
          <p:nvPr/>
        </p:nvCxnSpPr>
        <p:spPr>
          <a:xfrm rot="10800000">
            <a:off x="10242018" y="3965315"/>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10" name="直線矢印コネクタ 160">
            <a:extLst>
              <a:ext uri="{FF2B5EF4-FFF2-40B4-BE49-F238E27FC236}">
                <a16:creationId xmlns:a16="http://schemas.microsoft.com/office/drawing/2014/main" id="{5714E3B9-8D34-43E9-B7DA-90C799A99A20}"/>
              </a:ext>
            </a:extLst>
          </p:cNvPr>
          <p:cNvCxnSpPr>
            <a:cxnSpLocks/>
            <a:stCxn id="78" idx="1"/>
            <a:endCxn id="94" idx="3"/>
          </p:cNvCxnSpPr>
          <p:nvPr/>
        </p:nvCxnSpPr>
        <p:spPr>
          <a:xfrm rot="10800000">
            <a:off x="10245438" y="4710809"/>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28" name="直線矢印コネクタ 160">
            <a:extLst>
              <a:ext uri="{FF2B5EF4-FFF2-40B4-BE49-F238E27FC236}">
                <a16:creationId xmlns:a16="http://schemas.microsoft.com/office/drawing/2014/main" id="{01A96D62-ACB1-47D7-8EEA-B1B745035040}"/>
              </a:ext>
            </a:extLst>
          </p:cNvPr>
          <p:cNvCxnSpPr>
            <a:cxnSpLocks/>
            <a:stCxn id="69" idx="1"/>
            <a:endCxn id="59" idx="3"/>
          </p:cNvCxnSpPr>
          <p:nvPr/>
        </p:nvCxnSpPr>
        <p:spPr>
          <a:xfrm rot="10800000">
            <a:off x="3014992" y="2232538"/>
            <a:ext cx="3086149" cy="288320"/>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30" name="直線矢印コネクタ 160">
            <a:extLst>
              <a:ext uri="{FF2B5EF4-FFF2-40B4-BE49-F238E27FC236}">
                <a16:creationId xmlns:a16="http://schemas.microsoft.com/office/drawing/2014/main" id="{A0D5141F-42DF-497E-A437-8EC7DBA383E3}"/>
              </a:ext>
            </a:extLst>
          </p:cNvPr>
          <p:cNvCxnSpPr>
            <a:cxnSpLocks/>
            <a:stCxn id="70" idx="1"/>
          </p:cNvCxnSpPr>
          <p:nvPr/>
        </p:nvCxnSpPr>
        <p:spPr>
          <a:xfrm rot="10800000">
            <a:off x="3024079" y="2232539"/>
            <a:ext cx="3097444" cy="1023583"/>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138" name="角丸四角形 32">
            <a:extLst>
              <a:ext uri="{FF2B5EF4-FFF2-40B4-BE49-F238E27FC236}">
                <a16:creationId xmlns:a16="http://schemas.microsoft.com/office/drawing/2014/main" id="{89190FDE-D669-4008-97D2-618A1B644B40}"/>
              </a:ext>
            </a:extLst>
          </p:cNvPr>
          <p:cNvSpPr/>
          <p:nvPr/>
        </p:nvSpPr>
        <p:spPr>
          <a:xfrm>
            <a:off x="311421" y="527272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ヤード操業サーバ（徳山）</a:t>
            </a:r>
          </a:p>
        </p:txBody>
      </p:sp>
      <p:sp>
        <p:nvSpPr>
          <p:cNvPr id="139" name="角丸四角形 40">
            <a:extLst>
              <a:ext uri="{FF2B5EF4-FFF2-40B4-BE49-F238E27FC236}">
                <a16:creationId xmlns:a16="http://schemas.microsoft.com/office/drawing/2014/main" id="{C4C1BFEA-A75C-4F33-B85C-95CD7F3D5A24}"/>
              </a:ext>
            </a:extLst>
          </p:cNvPr>
          <p:cNvSpPr/>
          <p:nvPr/>
        </p:nvSpPr>
        <p:spPr>
          <a:xfrm>
            <a:off x="401090" y="568180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140" name="角丸四角形 40">
            <a:extLst>
              <a:ext uri="{FF2B5EF4-FFF2-40B4-BE49-F238E27FC236}">
                <a16:creationId xmlns:a16="http://schemas.microsoft.com/office/drawing/2014/main" id="{855DE3A5-77AE-4140-8CE3-096BF1FD267C}"/>
              </a:ext>
            </a:extLst>
          </p:cNvPr>
          <p:cNvSpPr/>
          <p:nvPr/>
        </p:nvSpPr>
        <p:spPr>
          <a:xfrm>
            <a:off x="2230096" y="568180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chemeClr val="tx1"/>
                </a:solidFill>
                <a:latin typeface="游ゴシック" panose="020B0400000000000000" pitchFamily="50" charset="-128"/>
                <a:ea typeface="游ゴシック" panose="020B0400000000000000" pitchFamily="50" charset="-128"/>
              </a:rPr>
              <a:t>300.0.0</a:t>
            </a:r>
          </a:p>
        </p:txBody>
      </p:sp>
      <p:cxnSp>
        <p:nvCxnSpPr>
          <p:cNvPr id="141" name="直線矢印コネクタ 160">
            <a:extLst>
              <a:ext uri="{FF2B5EF4-FFF2-40B4-BE49-F238E27FC236}">
                <a16:creationId xmlns:a16="http://schemas.microsoft.com/office/drawing/2014/main" id="{F9E06343-6328-4638-9D7A-ADA7989994D4}"/>
              </a:ext>
            </a:extLst>
          </p:cNvPr>
          <p:cNvCxnSpPr>
            <a:cxnSpLocks/>
            <a:stCxn id="71" idx="1"/>
            <a:endCxn id="59" idx="3"/>
          </p:cNvCxnSpPr>
          <p:nvPr/>
        </p:nvCxnSpPr>
        <p:spPr>
          <a:xfrm rot="10800000">
            <a:off x="3014992" y="2232539"/>
            <a:ext cx="3106531" cy="1739065"/>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47" name="直線矢印コネクタ 160">
            <a:extLst>
              <a:ext uri="{FF2B5EF4-FFF2-40B4-BE49-F238E27FC236}">
                <a16:creationId xmlns:a16="http://schemas.microsoft.com/office/drawing/2014/main" id="{1D05E325-DC07-4D4A-90A2-EC969D1C9FA3}"/>
              </a:ext>
            </a:extLst>
          </p:cNvPr>
          <p:cNvCxnSpPr>
            <a:cxnSpLocks/>
            <a:stCxn id="72" idx="1"/>
            <a:endCxn id="59" idx="3"/>
          </p:cNvCxnSpPr>
          <p:nvPr/>
        </p:nvCxnSpPr>
        <p:spPr>
          <a:xfrm rot="10800000">
            <a:off x="3014992" y="2232539"/>
            <a:ext cx="3106531" cy="2484559"/>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0" name="直線矢印コネクタ 160">
            <a:extLst>
              <a:ext uri="{FF2B5EF4-FFF2-40B4-BE49-F238E27FC236}">
                <a16:creationId xmlns:a16="http://schemas.microsoft.com/office/drawing/2014/main" id="{049D88BD-70C3-4C14-B9DD-0D0263B68E6C}"/>
              </a:ext>
            </a:extLst>
          </p:cNvPr>
          <p:cNvCxnSpPr>
            <a:cxnSpLocks/>
            <a:stCxn id="5" idx="1"/>
            <a:endCxn id="60" idx="3"/>
          </p:cNvCxnSpPr>
          <p:nvPr/>
        </p:nvCxnSpPr>
        <p:spPr>
          <a:xfrm rot="10800000" flipV="1">
            <a:off x="3024082" y="1592272"/>
            <a:ext cx="3097441" cy="1952509"/>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4" name="直線矢印コネクタ 160">
            <a:extLst>
              <a:ext uri="{FF2B5EF4-FFF2-40B4-BE49-F238E27FC236}">
                <a16:creationId xmlns:a16="http://schemas.microsoft.com/office/drawing/2014/main" id="{F02B60E6-5B8A-446B-9805-FE9DBF5DCE28}"/>
              </a:ext>
            </a:extLst>
          </p:cNvPr>
          <p:cNvCxnSpPr>
            <a:cxnSpLocks/>
            <a:stCxn id="5" idx="1"/>
            <a:endCxn id="61" idx="3"/>
          </p:cNvCxnSpPr>
          <p:nvPr/>
        </p:nvCxnSpPr>
        <p:spPr>
          <a:xfrm rot="10800000" flipV="1">
            <a:off x="3024082" y="1592272"/>
            <a:ext cx="3097441" cy="3226043"/>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86" name="直線矢印コネクタ 160">
            <a:extLst>
              <a:ext uri="{FF2B5EF4-FFF2-40B4-BE49-F238E27FC236}">
                <a16:creationId xmlns:a16="http://schemas.microsoft.com/office/drawing/2014/main" id="{BEF3BBE4-DD8D-4B48-B219-7A8DED811766}"/>
              </a:ext>
            </a:extLst>
          </p:cNvPr>
          <p:cNvCxnSpPr>
            <a:cxnSpLocks/>
            <a:stCxn id="63" idx="1"/>
            <a:endCxn id="140" idx="3"/>
          </p:cNvCxnSpPr>
          <p:nvPr/>
        </p:nvCxnSpPr>
        <p:spPr>
          <a:xfrm rot="10800000" flipV="1">
            <a:off x="3014992" y="3408546"/>
            <a:ext cx="3106531" cy="2586155"/>
          </a:xfrm>
          <a:prstGeom prst="bentConnector3">
            <a:avLst>
              <a:gd name="adj1" fmla="val 66737"/>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5" name="正方形/長方形 4">
            <a:extLst>
              <a:ext uri="{FF2B5EF4-FFF2-40B4-BE49-F238E27FC236}">
                <a16:creationId xmlns:a16="http://schemas.microsoft.com/office/drawing/2014/main" id="{7C5F2DCA-1F0F-42E5-8D4A-97FBC3AAA14E}"/>
              </a:ext>
            </a:extLst>
          </p:cNvPr>
          <p:cNvSpPr/>
          <p:nvPr/>
        </p:nvSpPr>
        <p:spPr>
          <a:xfrm>
            <a:off x="6121522" y="1434104"/>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89DEBC2E-8452-4AA0-92FA-2E36809BBC90}"/>
              </a:ext>
            </a:extLst>
          </p:cNvPr>
          <p:cNvSpPr/>
          <p:nvPr/>
        </p:nvSpPr>
        <p:spPr>
          <a:xfrm>
            <a:off x="6121522" y="3250378"/>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角丸四角形 46"/>
          <p:cNvSpPr/>
          <p:nvPr/>
        </p:nvSpPr>
        <p:spPr>
          <a:xfrm>
            <a:off x="6112435" y="1440393"/>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0" name="角丸四角形 46">
            <a:extLst>
              <a:ext uri="{FF2B5EF4-FFF2-40B4-BE49-F238E27FC236}">
                <a16:creationId xmlns:a16="http://schemas.microsoft.com/office/drawing/2014/main" id="{A3110C0A-7093-4E60-AE69-1F90329864A9}"/>
              </a:ext>
            </a:extLst>
          </p:cNvPr>
          <p:cNvSpPr/>
          <p:nvPr/>
        </p:nvSpPr>
        <p:spPr>
          <a:xfrm>
            <a:off x="6121523" y="2932200"/>
            <a:ext cx="1467347"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804980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r>
              <a:rPr lang="en-US" altLang="ja-JP" err="1">
                <a:latin typeface="游明朝" panose="02020400000000000000" pitchFamily="18" charset="-128"/>
                <a:ea typeface="游明朝" panose="02020400000000000000" pitchFamily="18" charset="-128"/>
              </a:rPr>
              <a:t>ToBe</a:t>
            </a:r>
            <a:r>
              <a:rPr lang="ja-JP" altLang="en-US">
                <a:latin typeface="游明朝" panose="02020400000000000000" pitchFamily="18" charset="-128"/>
                <a:ea typeface="游明朝" panose="02020400000000000000" pitchFamily="18" charset="-128"/>
              </a:rPr>
              <a:t>）</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dirty="0"/>
              <a:t>2025/4/11</a:t>
            </a:r>
            <a:endParaRPr lang="en-US" dirty="0"/>
          </a:p>
        </p:txBody>
      </p:sp>
      <p:sp>
        <p:nvSpPr>
          <p:cNvPr id="95" name="角丸四角形 94"/>
          <p:cNvSpPr/>
          <p:nvPr/>
        </p:nvSpPr>
        <p:spPr>
          <a:xfrm>
            <a:off x="8557207" y="1102923"/>
            <a:ext cx="3634793" cy="5317332"/>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ja-JP" altLang="en-US" sz="1600" b="1">
                <a:solidFill>
                  <a:schemeClr val="tx1"/>
                </a:solidFill>
                <a:latin typeface="游ゴシック" panose="020B0400000000000000" pitchFamily="50" charset="-128"/>
                <a:ea typeface="游ゴシック" panose="020B0400000000000000" pitchFamily="50" charset="-128"/>
              </a:rPr>
              <a:t>各所</a:t>
            </a:r>
          </a:p>
        </p:txBody>
      </p:sp>
      <p:sp>
        <p:nvSpPr>
          <p:cNvPr id="96" name="角丸四角形 95"/>
          <p:cNvSpPr/>
          <p:nvPr/>
        </p:nvSpPr>
        <p:spPr>
          <a:xfrm>
            <a:off x="5200650" y="1102923"/>
            <a:ext cx="3143249" cy="5317332"/>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rgbClr val="FF0000"/>
                </a:solidFill>
                <a:latin typeface="游ゴシック" panose="020B0400000000000000" pitchFamily="50" charset="-128"/>
              </a:rPr>
              <a:t>Azure</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320512" y="1194921"/>
            <a:ext cx="2828682" cy="150172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XenAPP</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Excel</a:t>
            </a:r>
            <a:r>
              <a:rPr kumimoji="1" lang="ja-JP" altLang="en-US" sz="1600" b="1">
                <a:solidFill>
                  <a:schemeClr val="tx1"/>
                </a:solidFill>
                <a:latin typeface="游ゴシック" panose="020B0400000000000000" pitchFamily="50" charset="-128"/>
                <a:ea typeface="游ゴシック" panose="020B0400000000000000" pitchFamily="50" charset="-128"/>
              </a:rPr>
              <a:t>マクロ）</a:t>
            </a:r>
          </a:p>
        </p:txBody>
      </p:sp>
      <p:sp>
        <p:nvSpPr>
          <p:cNvPr id="33" name="角丸四角形 32"/>
          <p:cNvSpPr/>
          <p:nvPr/>
        </p:nvSpPr>
        <p:spPr>
          <a:xfrm>
            <a:off x="320511" y="282280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ヤード操業サーバ（千葉）</a:t>
            </a:r>
          </a:p>
        </p:txBody>
      </p:sp>
      <p:cxnSp>
        <p:nvCxnSpPr>
          <p:cNvPr id="36" name="直線矢印コネクタ 160"/>
          <p:cNvCxnSpPr>
            <a:cxnSpLocks/>
            <a:stCxn id="47" idx="1"/>
          </p:cNvCxnSpPr>
          <p:nvPr/>
        </p:nvCxnSpPr>
        <p:spPr>
          <a:xfrm rot="10800000" flipV="1">
            <a:off x="3014991" y="1764314"/>
            <a:ext cx="3097444" cy="46822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46" name="角丸四角形 45"/>
          <p:cNvSpPr/>
          <p:nvPr/>
        </p:nvSpPr>
        <p:spPr>
          <a:xfrm>
            <a:off x="329295" y="4142680"/>
            <a:ext cx="2828684" cy="10613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PRM</a:t>
            </a:r>
            <a:r>
              <a:rPr kumimoji="1" lang="ja-JP" altLang="en-US" sz="1600" b="1">
                <a:solidFill>
                  <a:schemeClr val="tx1"/>
                </a:solidFill>
                <a:latin typeface="游ゴシック" panose="020B0400000000000000" pitchFamily="50" charset="-128"/>
                <a:ea typeface="游ゴシック" panose="020B0400000000000000" pitchFamily="50" charset="-128"/>
              </a:rPr>
              <a:t>サーバ</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pic>
        <p:nvPicPr>
          <p:cNvPr id="6" name="図 5">
            <a:extLst>
              <a:ext uri="{FF2B5EF4-FFF2-40B4-BE49-F238E27FC236}">
                <a16:creationId xmlns:a16="http://schemas.microsoft.com/office/drawing/2014/main" id="{A895CE66-913A-449D-BCBC-86D44E8A1EFF}"/>
              </a:ext>
            </a:extLst>
          </p:cNvPr>
          <p:cNvPicPr>
            <a:picLocks noChangeAspect="1"/>
          </p:cNvPicPr>
          <p:nvPr/>
        </p:nvPicPr>
        <p:blipFill>
          <a:blip r:embed="rId2"/>
          <a:stretch>
            <a:fillRect/>
          </a:stretch>
        </p:blipFill>
        <p:spPr>
          <a:xfrm>
            <a:off x="840459" y="1682414"/>
            <a:ext cx="783492" cy="783492"/>
          </a:xfrm>
          <a:prstGeom prst="rect">
            <a:avLst/>
          </a:prstGeom>
        </p:spPr>
      </p:pic>
      <p:pic>
        <p:nvPicPr>
          <p:cNvPr id="54" name="図 53">
            <a:extLst>
              <a:ext uri="{FF2B5EF4-FFF2-40B4-BE49-F238E27FC236}">
                <a16:creationId xmlns:a16="http://schemas.microsoft.com/office/drawing/2014/main" id="{7833F90C-0FD2-446F-803E-109EDEFA3944}"/>
              </a:ext>
            </a:extLst>
          </p:cNvPr>
          <p:cNvPicPr>
            <a:picLocks noChangeAspect="1"/>
          </p:cNvPicPr>
          <p:nvPr/>
        </p:nvPicPr>
        <p:blipFill>
          <a:blip r:embed="rId2"/>
          <a:stretch>
            <a:fillRect/>
          </a:stretch>
        </p:blipFill>
        <p:spPr>
          <a:xfrm>
            <a:off x="992859" y="1834814"/>
            <a:ext cx="783492" cy="783492"/>
          </a:xfrm>
          <a:prstGeom prst="rect">
            <a:avLst/>
          </a:prstGeom>
        </p:spPr>
      </p:pic>
      <p:pic>
        <p:nvPicPr>
          <p:cNvPr id="55" name="図 54">
            <a:extLst>
              <a:ext uri="{FF2B5EF4-FFF2-40B4-BE49-F238E27FC236}">
                <a16:creationId xmlns:a16="http://schemas.microsoft.com/office/drawing/2014/main" id="{BAC559C4-335B-4F00-8BD2-BA3CEDB0845E}"/>
              </a:ext>
            </a:extLst>
          </p:cNvPr>
          <p:cNvPicPr>
            <a:picLocks noChangeAspect="1"/>
          </p:cNvPicPr>
          <p:nvPr/>
        </p:nvPicPr>
        <p:blipFill>
          <a:blip r:embed="rId2"/>
          <a:stretch>
            <a:fillRect/>
          </a:stretch>
        </p:blipFill>
        <p:spPr>
          <a:xfrm>
            <a:off x="1145259" y="1987214"/>
            <a:ext cx="783492" cy="783492"/>
          </a:xfrm>
          <a:prstGeom prst="rect">
            <a:avLst/>
          </a:prstGeom>
        </p:spPr>
      </p:pic>
      <p:sp>
        <p:nvSpPr>
          <p:cNvPr id="56" name="角丸四角形 40">
            <a:extLst>
              <a:ext uri="{FF2B5EF4-FFF2-40B4-BE49-F238E27FC236}">
                <a16:creationId xmlns:a16="http://schemas.microsoft.com/office/drawing/2014/main" id="{562D5694-4A6D-45A8-8671-782C691B50D0}"/>
              </a:ext>
            </a:extLst>
          </p:cNvPr>
          <p:cNvSpPr/>
          <p:nvPr/>
        </p:nvSpPr>
        <p:spPr>
          <a:xfrm>
            <a:off x="410180" y="323188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57" name="角丸四角形 40">
            <a:extLst>
              <a:ext uri="{FF2B5EF4-FFF2-40B4-BE49-F238E27FC236}">
                <a16:creationId xmlns:a16="http://schemas.microsoft.com/office/drawing/2014/main" id="{952A9A4D-6DEF-4C06-ACAC-C8206B17235E}"/>
              </a:ext>
            </a:extLst>
          </p:cNvPr>
          <p:cNvSpPr/>
          <p:nvPr/>
        </p:nvSpPr>
        <p:spPr>
          <a:xfrm>
            <a:off x="399448" y="4502553"/>
            <a:ext cx="1774396"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数量確定ポリマー</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sp>
        <p:nvSpPr>
          <p:cNvPr id="69" name="角丸四角形 46">
            <a:extLst>
              <a:ext uri="{FF2B5EF4-FFF2-40B4-BE49-F238E27FC236}">
                <a16:creationId xmlns:a16="http://schemas.microsoft.com/office/drawing/2014/main" id="{CEBD7B7B-A372-4A21-B90D-BD3E1709AFAE}"/>
              </a:ext>
            </a:extLst>
          </p:cNvPr>
          <p:cNvSpPr/>
          <p:nvPr/>
        </p:nvSpPr>
        <p:spPr>
          <a:xfrm>
            <a:off x="6101140" y="2196937"/>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1" name="角丸四角形 46">
            <a:extLst>
              <a:ext uri="{FF2B5EF4-FFF2-40B4-BE49-F238E27FC236}">
                <a16:creationId xmlns:a16="http://schemas.microsoft.com/office/drawing/2014/main" id="{43DCF1E5-0EAD-479C-B96F-BC9767304AA7}"/>
              </a:ext>
            </a:extLst>
          </p:cNvPr>
          <p:cNvSpPr/>
          <p:nvPr/>
        </p:nvSpPr>
        <p:spPr>
          <a:xfrm>
            <a:off x="6121522" y="3647682"/>
            <a:ext cx="1454189"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2" name="角丸四角形 46">
            <a:extLst>
              <a:ext uri="{FF2B5EF4-FFF2-40B4-BE49-F238E27FC236}">
                <a16:creationId xmlns:a16="http://schemas.microsoft.com/office/drawing/2014/main" id="{4EB23024-299F-42F8-ADDF-011FB300D650}"/>
              </a:ext>
            </a:extLst>
          </p:cNvPr>
          <p:cNvSpPr/>
          <p:nvPr/>
        </p:nvSpPr>
        <p:spPr>
          <a:xfrm>
            <a:off x="6121522" y="4393176"/>
            <a:ext cx="1457610"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73" name="角丸四角形 46">
            <a:extLst>
              <a:ext uri="{FF2B5EF4-FFF2-40B4-BE49-F238E27FC236}">
                <a16:creationId xmlns:a16="http://schemas.microsoft.com/office/drawing/2014/main" id="{007706AA-09D5-4B1C-A632-1E08EF3748C2}"/>
              </a:ext>
            </a:extLst>
          </p:cNvPr>
          <p:cNvSpPr/>
          <p:nvPr/>
        </p:nvSpPr>
        <p:spPr>
          <a:xfrm>
            <a:off x="10543315" y="1440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5" name="角丸四角形 46">
            <a:extLst>
              <a:ext uri="{FF2B5EF4-FFF2-40B4-BE49-F238E27FC236}">
                <a16:creationId xmlns:a16="http://schemas.microsoft.com/office/drawing/2014/main" id="{8334C7BA-6DC4-4225-BFEC-F0B45FA0DD65}"/>
              </a:ext>
            </a:extLst>
          </p:cNvPr>
          <p:cNvSpPr/>
          <p:nvPr/>
        </p:nvSpPr>
        <p:spPr>
          <a:xfrm>
            <a:off x="10532020" y="219693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6" name="角丸四角形 46">
            <a:extLst>
              <a:ext uri="{FF2B5EF4-FFF2-40B4-BE49-F238E27FC236}">
                <a16:creationId xmlns:a16="http://schemas.microsoft.com/office/drawing/2014/main" id="{4F9DA929-0686-4582-B862-07F9D620F55F}"/>
              </a:ext>
            </a:extLst>
          </p:cNvPr>
          <p:cNvSpPr/>
          <p:nvPr/>
        </p:nvSpPr>
        <p:spPr>
          <a:xfrm>
            <a:off x="10511127" y="2932200"/>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7" name="角丸四角形 46">
            <a:extLst>
              <a:ext uri="{FF2B5EF4-FFF2-40B4-BE49-F238E27FC236}">
                <a16:creationId xmlns:a16="http://schemas.microsoft.com/office/drawing/2014/main" id="{A2A063D9-0540-469E-9C8D-9A5911B57913}"/>
              </a:ext>
            </a:extLst>
          </p:cNvPr>
          <p:cNvSpPr/>
          <p:nvPr/>
        </p:nvSpPr>
        <p:spPr>
          <a:xfrm>
            <a:off x="10497968" y="3647682"/>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8" name="角丸四角形 46">
            <a:extLst>
              <a:ext uri="{FF2B5EF4-FFF2-40B4-BE49-F238E27FC236}">
                <a16:creationId xmlns:a16="http://schemas.microsoft.com/office/drawing/2014/main" id="{1C68C8E9-9B4E-41F1-8E19-3D02385921C9}"/>
              </a:ext>
            </a:extLst>
          </p:cNvPr>
          <p:cNvSpPr/>
          <p:nvPr/>
        </p:nvSpPr>
        <p:spPr>
          <a:xfrm>
            <a:off x="10501388" y="4393176"/>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制御系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sp>
        <p:nvSpPr>
          <p:cNvPr id="90" name="角丸四角形 46">
            <a:extLst>
              <a:ext uri="{FF2B5EF4-FFF2-40B4-BE49-F238E27FC236}">
                <a16:creationId xmlns:a16="http://schemas.microsoft.com/office/drawing/2014/main" id="{A4264073-60BD-40F2-A2F6-6C751B38ECF6}"/>
              </a:ext>
            </a:extLst>
          </p:cNvPr>
          <p:cNvSpPr/>
          <p:nvPr/>
        </p:nvSpPr>
        <p:spPr>
          <a:xfrm>
            <a:off x="8778740" y="1434104"/>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1" name="角丸四角形 46">
            <a:extLst>
              <a:ext uri="{FF2B5EF4-FFF2-40B4-BE49-F238E27FC236}">
                <a16:creationId xmlns:a16="http://schemas.microsoft.com/office/drawing/2014/main" id="{69DB1AA4-9BC9-40AC-BF92-EC6A2C93A1DF}"/>
              </a:ext>
            </a:extLst>
          </p:cNvPr>
          <p:cNvSpPr/>
          <p:nvPr/>
        </p:nvSpPr>
        <p:spPr>
          <a:xfrm>
            <a:off x="8767445" y="2190648"/>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愛知</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2" name="角丸四角形 46">
            <a:extLst>
              <a:ext uri="{FF2B5EF4-FFF2-40B4-BE49-F238E27FC236}">
                <a16:creationId xmlns:a16="http://schemas.microsoft.com/office/drawing/2014/main" id="{2A5D78C9-6CC9-4A9B-92EF-1F2527DAD377}"/>
              </a:ext>
            </a:extLst>
          </p:cNvPr>
          <p:cNvSpPr/>
          <p:nvPr/>
        </p:nvSpPr>
        <p:spPr>
          <a:xfrm>
            <a:off x="8746552" y="2925911"/>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3" name="角丸四角形 46">
            <a:extLst>
              <a:ext uri="{FF2B5EF4-FFF2-40B4-BE49-F238E27FC236}">
                <a16:creationId xmlns:a16="http://schemas.microsoft.com/office/drawing/2014/main" id="{DC23AFC3-418A-446C-972F-259AE71B1D27}"/>
              </a:ext>
            </a:extLst>
          </p:cNvPr>
          <p:cNvSpPr/>
          <p:nvPr/>
        </p:nvSpPr>
        <p:spPr>
          <a:xfrm>
            <a:off x="8733393" y="3641393"/>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北海道</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94" name="角丸四角形 46">
            <a:extLst>
              <a:ext uri="{FF2B5EF4-FFF2-40B4-BE49-F238E27FC236}">
                <a16:creationId xmlns:a16="http://schemas.microsoft.com/office/drawing/2014/main" id="{036F814B-AB10-43A5-9EAB-8EB68C690F19}"/>
              </a:ext>
            </a:extLst>
          </p:cNvPr>
          <p:cNvSpPr/>
          <p:nvPr/>
        </p:nvSpPr>
        <p:spPr>
          <a:xfrm>
            <a:off x="8736813" y="4386887"/>
            <a:ext cx="1508624" cy="647841"/>
          </a:xfrm>
          <a:prstGeom prst="roundRect">
            <a:avLst>
              <a:gd name="adj" fmla="val 2151"/>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L3.5PIMS</a:t>
            </a:r>
          </a:p>
          <a:p>
            <a:pPr algn="ctr"/>
            <a:r>
              <a:rPr lang="ja-JP" altLang="en-US" sz="1600" b="1">
                <a:solidFill>
                  <a:schemeClr val="tx1"/>
                </a:solidFill>
                <a:latin typeface="游ゴシック" panose="020B0400000000000000" pitchFamily="50" charset="-128"/>
                <a:ea typeface="游ゴシック" panose="020B0400000000000000" pitchFamily="50" charset="-128"/>
              </a:rPr>
              <a:t>四日市</a:t>
            </a:r>
          </a:p>
        </p:txBody>
      </p:sp>
      <p:cxnSp>
        <p:nvCxnSpPr>
          <p:cNvPr id="98" name="直線矢印コネクタ 160">
            <a:extLst>
              <a:ext uri="{FF2B5EF4-FFF2-40B4-BE49-F238E27FC236}">
                <a16:creationId xmlns:a16="http://schemas.microsoft.com/office/drawing/2014/main" id="{A436BAA2-2FAA-45BB-94DB-EE8245C72C00}"/>
              </a:ext>
            </a:extLst>
          </p:cNvPr>
          <p:cNvCxnSpPr>
            <a:cxnSpLocks/>
            <a:stCxn id="73" idx="1"/>
            <a:endCxn id="90" idx="3"/>
          </p:cNvCxnSpPr>
          <p:nvPr/>
        </p:nvCxnSpPr>
        <p:spPr>
          <a:xfrm rot="10800000">
            <a:off x="10287365" y="1758026"/>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99" name="直線矢印コネクタ 160">
            <a:extLst>
              <a:ext uri="{FF2B5EF4-FFF2-40B4-BE49-F238E27FC236}">
                <a16:creationId xmlns:a16="http://schemas.microsoft.com/office/drawing/2014/main" id="{C64878AA-CAED-49F2-B11E-F8D306A39E1F}"/>
              </a:ext>
            </a:extLst>
          </p:cNvPr>
          <p:cNvCxnSpPr>
            <a:cxnSpLocks/>
            <a:stCxn id="90" idx="1"/>
            <a:endCxn id="47" idx="3"/>
          </p:cNvCxnSpPr>
          <p:nvPr/>
        </p:nvCxnSpPr>
        <p:spPr>
          <a:xfrm rot="10800000" flipV="1">
            <a:off x="7621060" y="1758024"/>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0" name="直線矢印コネクタ 160">
            <a:extLst>
              <a:ext uri="{FF2B5EF4-FFF2-40B4-BE49-F238E27FC236}">
                <a16:creationId xmlns:a16="http://schemas.microsoft.com/office/drawing/2014/main" id="{C69FF600-93B5-4A42-B69C-76021B3501B7}"/>
              </a:ext>
            </a:extLst>
          </p:cNvPr>
          <p:cNvCxnSpPr>
            <a:cxnSpLocks/>
            <a:stCxn id="75" idx="1"/>
            <a:endCxn id="91" idx="3"/>
          </p:cNvCxnSpPr>
          <p:nvPr/>
        </p:nvCxnSpPr>
        <p:spPr>
          <a:xfrm rot="10800000">
            <a:off x="10276070" y="2514570"/>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1" name="直線矢印コネクタ 160">
            <a:extLst>
              <a:ext uri="{FF2B5EF4-FFF2-40B4-BE49-F238E27FC236}">
                <a16:creationId xmlns:a16="http://schemas.microsoft.com/office/drawing/2014/main" id="{3ACC45DF-78B0-4800-A6F7-299D7A2777EC}"/>
              </a:ext>
            </a:extLst>
          </p:cNvPr>
          <p:cNvCxnSpPr>
            <a:cxnSpLocks/>
            <a:stCxn id="91" idx="1"/>
            <a:endCxn id="69" idx="3"/>
          </p:cNvCxnSpPr>
          <p:nvPr/>
        </p:nvCxnSpPr>
        <p:spPr>
          <a:xfrm rot="10800000" flipV="1">
            <a:off x="7609765" y="2514568"/>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2" name="直線矢印コネクタ 160">
            <a:extLst>
              <a:ext uri="{FF2B5EF4-FFF2-40B4-BE49-F238E27FC236}">
                <a16:creationId xmlns:a16="http://schemas.microsoft.com/office/drawing/2014/main" id="{4C384EC2-1A22-46F3-8569-AE709FEF8FC3}"/>
              </a:ext>
            </a:extLst>
          </p:cNvPr>
          <p:cNvCxnSpPr>
            <a:cxnSpLocks/>
            <a:stCxn id="92" idx="1"/>
            <a:endCxn id="70" idx="3"/>
          </p:cNvCxnSpPr>
          <p:nvPr/>
        </p:nvCxnSpPr>
        <p:spPr>
          <a:xfrm rot="10800000" flipV="1">
            <a:off x="7588870" y="3249831"/>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3" name="直線矢印コネクタ 160">
            <a:extLst>
              <a:ext uri="{FF2B5EF4-FFF2-40B4-BE49-F238E27FC236}">
                <a16:creationId xmlns:a16="http://schemas.microsoft.com/office/drawing/2014/main" id="{BAEC69B5-DF88-4392-9497-CBDE2BC70A10}"/>
              </a:ext>
            </a:extLst>
          </p:cNvPr>
          <p:cNvCxnSpPr>
            <a:cxnSpLocks/>
            <a:stCxn id="93" idx="1"/>
            <a:endCxn id="71" idx="3"/>
          </p:cNvCxnSpPr>
          <p:nvPr/>
        </p:nvCxnSpPr>
        <p:spPr>
          <a:xfrm rot="10800000" flipV="1">
            <a:off x="7575711" y="3965313"/>
            <a:ext cx="1157682"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4" name="直線矢印コネクタ 160">
            <a:extLst>
              <a:ext uri="{FF2B5EF4-FFF2-40B4-BE49-F238E27FC236}">
                <a16:creationId xmlns:a16="http://schemas.microsoft.com/office/drawing/2014/main" id="{7AD78A2E-743D-466A-96CA-C24D17232076}"/>
              </a:ext>
            </a:extLst>
          </p:cNvPr>
          <p:cNvCxnSpPr>
            <a:cxnSpLocks/>
            <a:stCxn id="94" idx="1"/>
            <a:endCxn id="72" idx="3"/>
          </p:cNvCxnSpPr>
          <p:nvPr/>
        </p:nvCxnSpPr>
        <p:spPr>
          <a:xfrm rot="10800000" flipV="1">
            <a:off x="7579133" y="4710807"/>
            <a:ext cx="1157681" cy="6289"/>
          </a:xfrm>
          <a:prstGeom prst="bentConnector3">
            <a:avLst>
              <a:gd name="adj1" fmla="val 50000"/>
            </a:avLst>
          </a:prstGeom>
          <a:ln w="38100">
            <a:solidFill>
              <a:schemeClr val="accent3"/>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8" name="直線矢印コネクタ 160">
            <a:extLst>
              <a:ext uri="{FF2B5EF4-FFF2-40B4-BE49-F238E27FC236}">
                <a16:creationId xmlns:a16="http://schemas.microsoft.com/office/drawing/2014/main" id="{7474FCF4-B25E-4DB6-851F-8D12868B862D}"/>
              </a:ext>
            </a:extLst>
          </p:cNvPr>
          <p:cNvCxnSpPr>
            <a:cxnSpLocks/>
            <a:stCxn id="76" idx="1"/>
            <a:endCxn id="92" idx="3"/>
          </p:cNvCxnSpPr>
          <p:nvPr/>
        </p:nvCxnSpPr>
        <p:spPr>
          <a:xfrm rot="10800000">
            <a:off x="10255177" y="3249833"/>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09" name="直線矢印コネクタ 160">
            <a:extLst>
              <a:ext uri="{FF2B5EF4-FFF2-40B4-BE49-F238E27FC236}">
                <a16:creationId xmlns:a16="http://schemas.microsoft.com/office/drawing/2014/main" id="{180E94F8-6EE4-4DAA-9E40-047ADF5F2500}"/>
              </a:ext>
            </a:extLst>
          </p:cNvPr>
          <p:cNvCxnSpPr>
            <a:cxnSpLocks/>
            <a:stCxn id="77" idx="1"/>
            <a:endCxn id="93" idx="3"/>
          </p:cNvCxnSpPr>
          <p:nvPr/>
        </p:nvCxnSpPr>
        <p:spPr>
          <a:xfrm rot="10800000">
            <a:off x="10242018" y="3965315"/>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10" name="直線矢印コネクタ 160">
            <a:extLst>
              <a:ext uri="{FF2B5EF4-FFF2-40B4-BE49-F238E27FC236}">
                <a16:creationId xmlns:a16="http://schemas.microsoft.com/office/drawing/2014/main" id="{5714E3B9-8D34-43E9-B7DA-90C799A99A20}"/>
              </a:ext>
            </a:extLst>
          </p:cNvPr>
          <p:cNvCxnSpPr>
            <a:cxnSpLocks/>
            <a:stCxn id="78" idx="1"/>
            <a:endCxn id="94" idx="3"/>
          </p:cNvCxnSpPr>
          <p:nvPr/>
        </p:nvCxnSpPr>
        <p:spPr>
          <a:xfrm rot="10800000">
            <a:off x="10245438" y="4710809"/>
            <a:ext cx="255951" cy="6289"/>
          </a:xfrm>
          <a:prstGeom prst="bentConnector3">
            <a:avLst>
              <a:gd name="adj1" fmla="val 50000"/>
            </a:avLst>
          </a:prstGeom>
          <a:ln w="38100">
            <a:solidFill>
              <a:schemeClr val="tx1"/>
            </a:solidFill>
            <a:headEnd type="none"/>
            <a:tailEnd type="triangle"/>
          </a:ln>
        </p:spPr>
        <p:style>
          <a:lnRef idx="1">
            <a:schemeClr val="accent3"/>
          </a:lnRef>
          <a:fillRef idx="0">
            <a:schemeClr val="accent3"/>
          </a:fillRef>
          <a:effectRef idx="0">
            <a:schemeClr val="accent3"/>
          </a:effectRef>
          <a:fontRef idx="minor">
            <a:schemeClr val="tx1"/>
          </a:fontRef>
        </p:style>
      </p:cxnSp>
      <p:cxnSp>
        <p:nvCxnSpPr>
          <p:cNvPr id="128" name="直線矢印コネクタ 160">
            <a:extLst>
              <a:ext uri="{FF2B5EF4-FFF2-40B4-BE49-F238E27FC236}">
                <a16:creationId xmlns:a16="http://schemas.microsoft.com/office/drawing/2014/main" id="{01A96D62-ACB1-47D7-8EEA-B1B745035040}"/>
              </a:ext>
            </a:extLst>
          </p:cNvPr>
          <p:cNvCxnSpPr>
            <a:cxnSpLocks/>
            <a:stCxn id="69" idx="1"/>
          </p:cNvCxnSpPr>
          <p:nvPr/>
        </p:nvCxnSpPr>
        <p:spPr>
          <a:xfrm rot="10800000">
            <a:off x="3014992" y="2232538"/>
            <a:ext cx="3086149" cy="288320"/>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30" name="直線矢印コネクタ 160">
            <a:extLst>
              <a:ext uri="{FF2B5EF4-FFF2-40B4-BE49-F238E27FC236}">
                <a16:creationId xmlns:a16="http://schemas.microsoft.com/office/drawing/2014/main" id="{A0D5141F-42DF-497E-A437-8EC7DBA383E3}"/>
              </a:ext>
            </a:extLst>
          </p:cNvPr>
          <p:cNvCxnSpPr>
            <a:cxnSpLocks/>
            <a:stCxn id="70" idx="1"/>
          </p:cNvCxnSpPr>
          <p:nvPr/>
        </p:nvCxnSpPr>
        <p:spPr>
          <a:xfrm rot="10800000">
            <a:off x="3024079" y="2232539"/>
            <a:ext cx="3097444" cy="1023583"/>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138" name="角丸四角形 32">
            <a:extLst>
              <a:ext uri="{FF2B5EF4-FFF2-40B4-BE49-F238E27FC236}">
                <a16:creationId xmlns:a16="http://schemas.microsoft.com/office/drawing/2014/main" id="{89190FDE-D669-4008-97D2-618A1B644B40}"/>
              </a:ext>
            </a:extLst>
          </p:cNvPr>
          <p:cNvSpPr/>
          <p:nvPr/>
        </p:nvSpPr>
        <p:spPr>
          <a:xfrm>
            <a:off x="311421" y="5272728"/>
            <a:ext cx="2828683" cy="1210543"/>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ヤード操業サーバ（徳山）</a:t>
            </a:r>
          </a:p>
        </p:txBody>
      </p:sp>
      <p:sp>
        <p:nvSpPr>
          <p:cNvPr id="139" name="角丸四角形 40">
            <a:extLst>
              <a:ext uri="{FF2B5EF4-FFF2-40B4-BE49-F238E27FC236}">
                <a16:creationId xmlns:a16="http://schemas.microsoft.com/office/drawing/2014/main" id="{C4C1BFEA-A75C-4F33-B85C-95CD7F3D5A24}"/>
              </a:ext>
            </a:extLst>
          </p:cNvPr>
          <p:cNvSpPr/>
          <p:nvPr/>
        </p:nvSpPr>
        <p:spPr>
          <a:xfrm>
            <a:off x="401090" y="5681800"/>
            <a:ext cx="1763664"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b="1">
                <a:solidFill>
                  <a:schemeClr val="tx1"/>
                </a:solidFill>
                <a:latin typeface="游ゴシック" panose="020B0400000000000000" pitchFamily="50" charset="-128"/>
                <a:ea typeface="游ゴシック" panose="020B0400000000000000" pitchFamily="50" charset="-128"/>
              </a:rPr>
              <a:t>数量確定用</a:t>
            </a:r>
            <a:endParaRPr kumimoji="1" lang="en-US" altLang="ja-JP" sz="12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b="1">
                <a:solidFill>
                  <a:schemeClr val="tx1"/>
                </a:solidFill>
                <a:latin typeface="游ゴシック" panose="020B0400000000000000" pitchFamily="50" charset="-128"/>
                <a:ea typeface="游ゴシック" panose="020B0400000000000000" pitchFamily="50" charset="-128"/>
              </a:rPr>
              <a:t>PIMS</a:t>
            </a:r>
            <a:r>
              <a:rPr kumimoji="1" lang="ja-JP" altLang="en-US" sz="1200" b="1">
                <a:solidFill>
                  <a:schemeClr val="tx1"/>
                </a:solidFill>
                <a:latin typeface="游ゴシック" panose="020B0400000000000000" pitchFamily="50" charset="-128"/>
                <a:ea typeface="游ゴシック" panose="020B0400000000000000" pitchFamily="50" charset="-128"/>
              </a:rPr>
              <a:t>取込モジュール</a:t>
            </a:r>
            <a:endParaRPr kumimoji="1" lang="en-US" altLang="ja-JP" sz="1200" b="1">
              <a:solidFill>
                <a:schemeClr val="tx1"/>
              </a:solidFill>
              <a:latin typeface="游ゴシック" panose="020B0400000000000000" pitchFamily="50" charset="-128"/>
              <a:ea typeface="游ゴシック" panose="020B0400000000000000" pitchFamily="50" charset="-128"/>
            </a:endParaRPr>
          </a:p>
        </p:txBody>
      </p:sp>
      <p:cxnSp>
        <p:nvCxnSpPr>
          <p:cNvPr id="141" name="直線矢印コネクタ 160">
            <a:extLst>
              <a:ext uri="{FF2B5EF4-FFF2-40B4-BE49-F238E27FC236}">
                <a16:creationId xmlns:a16="http://schemas.microsoft.com/office/drawing/2014/main" id="{F9E06343-6328-4638-9D7A-ADA7989994D4}"/>
              </a:ext>
            </a:extLst>
          </p:cNvPr>
          <p:cNvCxnSpPr>
            <a:cxnSpLocks/>
            <a:stCxn id="71" idx="1"/>
          </p:cNvCxnSpPr>
          <p:nvPr/>
        </p:nvCxnSpPr>
        <p:spPr>
          <a:xfrm rot="10800000">
            <a:off x="3014992" y="2232539"/>
            <a:ext cx="3106531" cy="1739065"/>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47" name="直線矢印コネクタ 160">
            <a:extLst>
              <a:ext uri="{FF2B5EF4-FFF2-40B4-BE49-F238E27FC236}">
                <a16:creationId xmlns:a16="http://schemas.microsoft.com/office/drawing/2014/main" id="{1D05E325-DC07-4D4A-90A2-EC969D1C9FA3}"/>
              </a:ext>
            </a:extLst>
          </p:cNvPr>
          <p:cNvCxnSpPr>
            <a:cxnSpLocks/>
            <a:stCxn id="72" idx="1"/>
          </p:cNvCxnSpPr>
          <p:nvPr/>
        </p:nvCxnSpPr>
        <p:spPr>
          <a:xfrm rot="10800000">
            <a:off x="3014992" y="2232539"/>
            <a:ext cx="3106531" cy="2484559"/>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0" name="直線矢印コネクタ 160">
            <a:extLst>
              <a:ext uri="{FF2B5EF4-FFF2-40B4-BE49-F238E27FC236}">
                <a16:creationId xmlns:a16="http://schemas.microsoft.com/office/drawing/2014/main" id="{049D88BD-70C3-4C14-B9DD-0D0263B68E6C}"/>
              </a:ext>
            </a:extLst>
          </p:cNvPr>
          <p:cNvCxnSpPr>
            <a:cxnSpLocks/>
            <a:stCxn id="5" idx="1"/>
          </p:cNvCxnSpPr>
          <p:nvPr/>
        </p:nvCxnSpPr>
        <p:spPr>
          <a:xfrm rot="10800000" flipV="1">
            <a:off x="3024082" y="1592272"/>
            <a:ext cx="3097441" cy="1952509"/>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54" name="直線矢印コネクタ 160">
            <a:extLst>
              <a:ext uri="{FF2B5EF4-FFF2-40B4-BE49-F238E27FC236}">
                <a16:creationId xmlns:a16="http://schemas.microsoft.com/office/drawing/2014/main" id="{F02B60E6-5B8A-446B-9805-FE9DBF5DCE28}"/>
              </a:ext>
            </a:extLst>
          </p:cNvPr>
          <p:cNvCxnSpPr>
            <a:cxnSpLocks/>
            <a:stCxn id="5" idx="1"/>
          </p:cNvCxnSpPr>
          <p:nvPr/>
        </p:nvCxnSpPr>
        <p:spPr>
          <a:xfrm rot="10800000" flipV="1">
            <a:off x="3024082" y="1592272"/>
            <a:ext cx="3097441" cy="3226043"/>
          </a:xfrm>
          <a:prstGeom prst="bentConnector3">
            <a:avLst>
              <a:gd name="adj1" fmla="val 84441"/>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186" name="直線矢印コネクタ 160">
            <a:extLst>
              <a:ext uri="{FF2B5EF4-FFF2-40B4-BE49-F238E27FC236}">
                <a16:creationId xmlns:a16="http://schemas.microsoft.com/office/drawing/2014/main" id="{BEF3BBE4-DD8D-4B48-B219-7A8DED811766}"/>
              </a:ext>
            </a:extLst>
          </p:cNvPr>
          <p:cNvCxnSpPr>
            <a:cxnSpLocks/>
            <a:stCxn id="63" idx="1"/>
          </p:cNvCxnSpPr>
          <p:nvPr/>
        </p:nvCxnSpPr>
        <p:spPr>
          <a:xfrm rot="10800000" flipV="1">
            <a:off x="3014992" y="3408546"/>
            <a:ext cx="3106531" cy="2586155"/>
          </a:xfrm>
          <a:prstGeom prst="bentConnector3">
            <a:avLst>
              <a:gd name="adj1" fmla="val 66737"/>
            </a:avLst>
          </a:prstGeom>
          <a:ln w="38100">
            <a:solidFill>
              <a:schemeClr val="accent5"/>
            </a:solidFill>
            <a:headEnd type="triangle"/>
            <a:tailEnd type="none"/>
          </a:ln>
        </p:spPr>
        <p:style>
          <a:lnRef idx="1">
            <a:schemeClr val="accent3"/>
          </a:lnRef>
          <a:fillRef idx="0">
            <a:schemeClr val="accent3"/>
          </a:fillRef>
          <a:effectRef idx="0">
            <a:schemeClr val="accent3"/>
          </a:effectRef>
          <a:fontRef idx="minor">
            <a:schemeClr val="tx1"/>
          </a:fontRef>
        </p:style>
      </p:cxnSp>
      <p:sp>
        <p:nvSpPr>
          <p:cNvPr id="5" name="正方形/長方形 4">
            <a:extLst>
              <a:ext uri="{FF2B5EF4-FFF2-40B4-BE49-F238E27FC236}">
                <a16:creationId xmlns:a16="http://schemas.microsoft.com/office/drawing/2014/main" id="{7C5F2DCA-1F0F-42E5-8D4A-97FBC3AAA14E}"/>
              </a:ext>
            </a:extLst>
          </p:cNvPr>
          <p:cNvSpPr/>
          <p:nvPr/>
        </p:nvSpPr>
        <p:spPr>
          <a:xfrm>
            <a:off x="6121522" y="1434104"/>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89DEBC2E-8452-4AA0-92FA-2E36809BBC90}"/>
              </a:ext>
            </a:extLst>
          </p:cNvPr>
          <p:cNvSpPr/>
          <p:nvPr/>
        </p:nvSpPr>
        <p:spPr>
          <a:xfrm>
            <a:off x="6121522" y="3250378"/>
            <a:ext cx="251011" cy="316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角丸四角形 46"/>
          <p:cNvSpPr/>
          <p:nvPr/>
        </p:nvSpPr>
        <p:spPr>
          <a:xfrm>
            <a:off x="6112435" y="1440393"/>
            <a:ext cx="1508624"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千葉</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0" name="角丸四角形 46">
            <a:extLst>
              <a:ext uri="{FF2B5EF4-FFF2-40B4-BE49-F238E27FC236}">
                <a16:creationId xmlns:a16="http://schemas.microsoft.com/office/drawing/2014/main" id="{A3110C0A-7093-4E60-AE69-1F90329864A9}"/>
              </a:ext>
            </a:extLst>
          </p:cNvPr>
          <p:cNvSpPr/>
          <p:nvPr/>
        </p:nvSpPr>
        <p:spPr>
          <a:xfrm>
            <a:off x="6121523" y="2932200"/>
            <a:ext cx="1467347" cy="647841"/>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情報系</a:t>
            </a:r>
            <a:r>
              <a:rPr kumimoji="1" lang="en-US" altLang="ja-JP" sz="1600" b="1">
                <a:solidFill>
                  <a:schemeClr val="tx1"/>
                </a:solidFill>
                <a:latin typeface="游ゴシック" panose="020B0400000000000000" pitchFamily="50" charset="-128"/>
                <a:ea typeface="游ゴシック" panose="020B0400000000000000" pitchFamily="50" charset="-128"/>
              </a:rPr>
              <a:t>PIMS</a:t>
            </a: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徳山</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sp>
        <p:nvSpPr>
          <p:cNvPr id="79" name="吹き出し: 線 (枠付き、強調線付き) 78">
            <a:extLst>
              <a:ext uri="{FF2B5EF4-FFF2-40B4-BE49-F238E27FC236}">
                <a16:creationId xmlns:a16="http://schemas.microsoft.com/office/drawing/2014/main" id="{5BA756D4-5E04-4D3E-8DA2-10F30FB6CF9C}"/>
              </a:ext>
            </a:extLst>
          </p:cNvPr>
          <p:cNvSpPr/>
          <p:nvPr/>
        </p:nvSpPr>
        <p:spPr>
          <a:xfrm>
            <a:off x="3229583" y="875489"/>
            <a:ext cx="1527243" cy="713036"/>
          </a:xfrm>
          <a:prstGeom prst="accentBorderCallout1">
            <a:avLst>
              <a:gd name="adj1" fmla="val 18750"/>
              <a:gd name="adj2" fmla="val -8333"/>
              <a:gd name="adj3" fmla="val 48380"/>
              <a:gd name="adj4" fmla="val -7336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rgbClr val="FF0000"/>
                </a:solidFill>
              </a:rPr>
              <a:t>Azure</a:t>
            </a:r>
            <a:r>
              <a:rPr kumimoji="1" lang="ja-JP" altLang="en-US" sz="1200">
                <a:solidFill>
                  <a:srgbClr val="FF0000"/>
                </a:solidFill>
              </a:rPr>
              <a:t>環境</a:t>
            </a:r>
            <a:r>
              <a:rPr kumimoji="1" lang="en-US" altLang="ja-JP" sz="1200">
                <a:solidFill>
                  <a:srgbClr val="FF0000"/>
                </a:solidFill>
              </a:rPr>
              <a:t>PIMS</a:t>
            </a:r>
            <a:r>
              <a:rPr kumimoji="1" lang="ja-JP" altLang="en-US" sz="1200">
                <a:solidFill>
                  <a:srgbClr val="FF0000"/>
                </a:solidFill>
              </a:rPr>
              <a:t>へ接続先変更</a:t>
            </a:r>
          </a:p>
        </p:txBody>
      </p:sp>
      <p:sp>
        <p:nvSpPr>
          <p:cNvPr id="80" name="四角形: 角を丸くする 79">
            <a:extLst>
              <a:ext uri="{FF2B5EF4-FFF2-40B4-BE49-F238E27FC236}">
                <a16:creationId xmlns:a16="http://schemas.microsoft.com/office/drawing/2014/main" id="{59CF7C4D-7BF9-4288-BCAB-177323820648}"/>
              </a:ext>
            </a:extLst>
          </p:cNvPr>
          <p:cNvSpPr/>
          <p:nvPr/>
        </p:nvSpPr>
        <p:spPr>
          <a:xfrm>
            <a:off x="311421" y="1102923"/>
            <a:ext cx="1862423" cy="5380348"/>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四角形: 角を丸くする 80">
            <a:extLst>
              <a:ext uri="{FF2B5EF4-FFF2-40B4-BE49-F238E27FC236}">
                <a16:creationId xmlns:a16="http://schemas.microsoft.com/office/drawing/2014/main" id="{1809CE8B-46B0-4C06-A6C8-12C0AC845AA3}"/>
              </a:ext>
            </a:extLst>
          </p:cNvPr>
          <p:cNvSpPr/>
          <p:nvPr/>
        </p:nvSpPr>
        <p:spPr>
          <a:xfrm>
            <a:off x="2191718" y="1834813"/>
            <a:ext cx="893911" cy="4677871"/>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吹き出し: 線 (枠付き、強調線付き) 81">
            <a:extLst>
              <a:ext uri="{FF2B5EF4-FFF2-40B4-BE49-F238E27FC236}">
                <a16:creationId xmlns:a16="http://schemas.microsoft.com/office/drawing/2014/main" id="{AFA5DF05-280C-4B85-8D79-868B06A776C5}"/>
              </a:ext>
            </a:extLst>
          </p:cNvPr>
          <p:cNvSpPr/>
          <p:nvPr/>
        </p:nvSpPr>
        <p:spPr>
          <a:xfrm>
            <a:off x="3826092" y="5723676"/>
            <a:ext cx="1527243" cy="713036"/>
          </a:xfrm>
          <a:prstGeom prst="accentBorderCallout1">
            <a:avLst>
              <a:gd name="adj1" fmla="val 18750"/>
              <a:gd name="adj2" fmla="val -8333"/>
              <a:gd name="adj3" fmla="val 44287"/>
              <a:gd name="adj4" fmla="val -45976"/>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a:solidFill>
                  <a:srgbClr val="FF0000"/>
                </a:solidFill>
              </a:rPr>
              <a:t>クライアントバージョンアップ</a:t>
            </a:r>
          </a:p>
        </p:txBody>
      </p:sp>
      <p:sp>
        <p:nvSpPr>
          <p:cNvPr id="83" name="角丸四角形 40">
            <a:extLst>
              <a:ext uri="{FF2B5EF4-FFF2-40B4-BE49-F238E27FC236}">
                <a16:creationId xmlns:a16="http://schemas.microsoft.com/office/drawing/2014/main" id="{82B7E9AA-1A4F-4048-88AF-9E7054D9DB48}"/>
              </a:ext>
            </a:extLst>
          </p:cNvPr>
          <p:cNvSpPr/>
          <p:nvPr/>
        </p:nvSpPr>
        <p:spPr>
          <a:xfrm>
            <a:off x="2224604" y="1919636"/>
            <a:ext cx="790387"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altLang="ja-JP" sz="800" b="1">
                <a:solidFill>
                  <a:srgbClr val="FF0000"/>
                </a:solidFill>
                <a:latin typeface="游ゴシック"/>
                <a:ea typeface="游ゴシック"/>
              </a:rPr>
              <a:t>330.0.0</a:t>
            </a:r>
            <a:endParaRPr lang="en-US" altLang="ja-JP" sz="800" b="1">
              <a:solidFill>
                <a:srgbClr val="FF0000"/>
              </a:solidFill>
              <a:latin typeface="游ゴシック" panose="020B0400000000000000" pitchFamily="50" charset="-128"/>
              <a:ea typeface="游ゴシック" panose="020B0400000000000000" pitchFamily="50" charset="-128"/>
            </a:endParaRPr>
          </a:p>
        </p:txBody>
      </p:sp>
      <p:sp>
        <p:nvSpPr>
          <p:cNvPr id="84" name="角丸四角形 40">
            <a:extLst>
              <a:ext uri="{FF2B5EF4-FFF2-40B4-BE49-F238E27FC236}">
                <a16:creationId xmlns:a16="http://schemas.microsoft.com/office/drawing/2014/main" id="{478E4341-3E82-4561-A485-CB47B89DAB20}"/>
              </a:ext>
            </a:extLst>
          </p:cNvPr>
          <p:cNvSpPr/>
          <p:nvPr/>
        </p:nvSpPr>
        <p:spPr>
          <a:xfrm>
            <a:off x="2239186" y="323188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kumimoji="1" lang="en-US" sz="800" b="1">
                <a:solidFill>
                  <a:srgbClr val="FF0000"/>
                </a:solidFill>
                <a:latin typeface="游ゴシック"/>
                <a:ea typeface="游ゴシック"/>
              </a:rPr>
              <a:t>330.0.0</a:t>
            </a:r>
            <a:endParaRPr lang="en-US"/>
          </a:p>
        </p:txBody>
      </p:sp>
      <p:sp>
        <p:nvSpPr>
          <p:cNvPr id="85" name="角丸四角形 40">
            <a:extLst>
              <a:ext uri="{FF2B5EF4-FFF2-40B4-BE49-F238E27FC236}">
                <a16:creationId xmlns:a16="http://schemas.microsoft.com/office/drawing/2014/main" id="{B253D000-EE1B-4923-9494-EB0401AAFD2F}"/>
              </a:ext>
            </a:extLst>
          </p:cNvPr>
          <p:cNvSpPr/>
          <p:nvPr/>
        </p:nvSpPr>
        <p:spPr>
          <a:xfrm>
            <a:off x="2239186" y="4505414"/>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panose="020B0400000000000000" pitchFamily="50" charset="-128"/>
                <a:ea typeface="游ゴシック" panose="020B0400000000000000" pitchFamily="50" charset="-128"/>
              </a:rPr>
              <a:t>330.0.0</a:t>
            </a:r>
            <a:endParaRPr lang="en-US"/>
          </a:p>
        </p:txBody>
      </p:sp>
      <p:sp>
        <p:nvSpPr>
          <p:cNvPr id="86" name="角丸四角形 40">
            <a:extLst>
              <a:ext uri="{FF2B5EF4-FFF2-40B4-BE49-F238E27FC236}">
                <a16:creationId xmlns:a16="http://schemas.microsoft.com/office/drawing/2014/main" id="{A9650D9B-E994-4CF5-9466-258677DC8D6F}"/>
              </a:ext>
            </a:extLst>
          </p:cNvPr>
          <p:cNvSpPr/>
          <p:nvPr/>
        </p:nvSpPr>
        <p:spPr>
          <a:xfrm>
            <a:off x="2230096" y="5681800"/>
            <a:ext cx="784895"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kumimoji="1" lang="ja-JP" altLang="en-US" sz="800" b="1">
                <a:solidFill>
                  <a:schemeClr val="tx1"/>
                </a:solidFill>
                <a:latin typeface="游ゴシック" panose="020B0400000000000000" pitchFamily="50" charset="-128"/>
                <a:ea typeface="游ゴシック" panose="020B0400000000000000" pitchFamily="50" charset="-128"/>
              </a:rPr>
              <a:t>ヒストリデータクライアント</a:t>
            </a:r>
            <a:endParaRPr kumimoji="1" lang="en-US" altLang="ja-JP" sz="800" b="1">
              <a:solidFill>
                <a:schemeClr val="tx1"/>
              </a:solidFill>
              <a:latin typeface="游ゴシック" panose="020B0400000000000000" pitchFamily="50" charset="-128"/>
              <a:ea typeface="游ゴシック" panose="020B0400000000000000" pitchFamily="50" charset="-128"/>
            </a:endParaRPr>
          </a:p>
          <a:p>
            <a:pPr algn="ctr"/>
            <a:r>
              <a:rPr lang="en-US" sz="800" b="1">
                <a:solidFill>
                  <a:srgbClr val="FF0000"/>
                </a:solidFill>
                <a:latin typeface="游ゴシック"/>
                <a:ea typeface="游ゴシック"/>
              </a:rPr>
              <a:t>330.0.0</a:t>
            </a:r>
            <a:endParaRPr lang="en-US">
              <a:latin typeface="游ゴシック"/>
              <a:ea typeface="游ゴシック"/>
            </a:endParaRPr>
          </a:p>
        </p:txBody>
      </p:sp>
    </p:spTree>
    <p:extLst>
      <p:ext uri="{BB962C8B-B14F-4D97-AF65-F5344CB8AC3E}">
        <p14:creationId xmlns:p14="http://schemas.microsoft.com/office/powerpoint/2010/main" val="224871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dirty="0"/>
              <a:t>2025/4/11</a:t>
            </a:r>
            <a:endParaRPr lang="en-US" dirty="0"/>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063261795"/>
              </p:ext>
            </p:extLst>
          </p:nvPr>
        </p:nvGraphicFramePr>
        <p:xfrm>
          <a:off x="606000" y="936000"/>
          <a:ext cx="11038004" cy="3720960"/>
        </p:xfrm>
        <a:graphic>
          <a:graphicData uri="http://schemas.openxmlformats.org/drawingml/2006/table">
            <a:tbl>
              <a:tblPr firstRow="1" bandRow="1">
                <a:tableStyleId>{69012ECD-51FC-41F1-AA8D-1B2483CD663E}</a:tableStyleId>
              </a:tblPr>
              <a:tblGrid>
                <a:gridCol w="238305">
                  <a:extLst>
                    <a:ext uri="{9D8B030D-6E8A-4147-A177-3AD203B41FA5}">
                      <a16:colId xmlns:a16="http://schemas.microsoft.com/office/drawing/2014/main" val="820809534"/>
                    </a:ext>
                  </a:extLst>
                </a:gridCol>
                <a:gridCol w="2076957">
                  <a:extLst>
                    <a:ext uri="{9D8B030D-6E8A-4147-A177-3AD203B41FA5}">
                      <a16:colId xmlns:a16="http://schemas.microsoft.com/office/drawing/2014/main" val="2667349602"/>
                    </a:ext>
                  </a:extLst>
                </a:gridCol>
                <a:gridCol w="719999">
                  <a:extLst>
                    <a:ext uri="{9D8B030D-6E8A-4147-A177-3AD203B41FA5}">
                      <a16:colId xmlns:a16="http://schemas.microsoft.com/office/drawing/2014/main" val="852570537"/>
                    </a:ext>
                  </a:extLst>
                </a:gridCol>
                <a:gridCol w="719999">
                  <a:extLst>
                    <a:ext uri="{9D8B030D-6E8A-4147-A177-3AD203B41FA5}">
                      <a16:colId xmlns:a16="http://schemas.microsoft.com/office/drawing/2014/main" val="27644720"/>
                    </a:ext>
                  </a:extLst>
                </a:gridCol>
                <a:gridCol w="719999">
                  <a:extLst>
                    <a:ext uri="{9D8B030D-6E8A-4147-A177-3AD203B41FA5}">
                      <a16:colId xmlns:a16="http://schemas.microsoft.com/office/drawing/2014/main" val="2348715314"/>
                    </a:ext>
                  </a:extLst>
                </a:gridCol>
                <a:gridCol w="719999">
                  <a:extLst>
                    <a:ext uri="{9D8B030D-6E8A-4147-A177-3AD203B41FA5}">
                      <a16:colId xmlns:a16="http://schemas.microsoft.com/office/drawing/2014/main" val="4046320223"/>
                    </a:ext>
                  </a:extLst>
                </a:gridCol>
                <a:gridCol w="719999">
                  <a:extLst>
                    <a:ext uri="{9D8B030D-6E8A-4147-A177-3AD203B41FA5}">
                      <a16:colId xmlns:a16="http://schemas.microsoft.com/office/drawing/2014/main" val="2324569904"/>
                    </a:ext>
                  </a:extLst>
                </a:gridCol>
                <a:gridCol w="5122747">
                  <a:extLst>
                    <a:ext uri="{9D8B030D-6E8A-4147-A177-3AD203B41FA5}">
                      <a16:colId xmlns:a16="http://schemas.microsoft.com/office/drawing/2014/main" val="922789385"/>
                    </a:ext>
                  </a:extLst>
                </a:gridCol>
              </a:tblGrid>
              <a:tr h="345793">
                <a:tc>
                  <a:txBody>
                    <a:bodyPr/>
                    <a:lstStyle/>
                    <a:p>
                      <a:pPr algn="ctr"/>
                      <a:r>
                        <a:rPr kumimoji="1" lang="en-US" altLang="ja-JP" sz="1600" dirty="0">
                          <a:solidFill>
                            <a:srgbClr val="FFFFFF"/>
                          </a:solidFill>
                          <a:latin typeface="游ゴシック"/>
                          <a:ea typeface="游ゴシック"/>
                        </a:rPr>
                        <a:t>No</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千葉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愛知</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徳山</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北海道</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四日市</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游ゴシック"/>
                          <a:ea typeface="游ゴシック"/>
                        </a:rPr>
                        <a:t>1</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en-US" altLang="ja-JP" sz="1600" err="1">
                          <a:solidFill>
                            <a:schemeClr val="tx1"/>
                          </a:solidFill>
                          <a:latin typeface="游ゴシック" panose="020B0400000000000000" pitchFamily="50" charset="-128"/>
                          <a:ea typeface="游ゴシック" panose="020B0400000000000000" pitchFamily="50" charset="-128"/>
                        </a:rPr>
                        <a:t>XenAPP</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1,499</a:t>
                      </a:r>
                      <a:endParaRPr kumimoji="1" lang="ja-JP" altLang="en-US"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348</a:t>
                      </a:r>
                      <a:endParaRPr kumimoji="1" lang="ja-JP" altLang="en-US"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589</a:t>
                      </a:r>
                      <a:endParaRPr kumimoji="1" lang="ja-JP" altLang="en-US"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355</a:t>
                      </a:r>
                      <a:endParaRPr kumimoji="1" lang="ja-JP" altLang="en-US"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a:solidFill>
                            <a:schemeClr val="tx1"/>
                          </a:solidFill>
                          <a:latin typeface="游ゴシック" panose="020B0400000000000000" pitchFamily="50" charset="-128"/>
                          <a:ea typeface="游ゴシック" panose="020B0400000000000000" pitchFamily="50" charset="-128"/>
                        </a:rPr>
                        <a:t>2,166</a:t>
                      </a:r>
                      <a:endParaRPr kumimoji="1" lang="ja-JP" altLang="en-US"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mn-ea"/>
                        </a:rPr>
                        <a:t>・千葉、愛知、徳山、北海道は２０１９年から２０２２年にかけて行った「情報系ヒストリアン更新対応」案件で実際に修正したファイルの本数をベースとしています。</a:t>
                      </a:r>
                      <a:endParaRPr kumimoji="1" lang="en-US" altLang="ja-JP" sz="1600">
                        <a:solidFill>
                          <a:schemeClr val="tx1"/>
                        </a:solidFill>
                        <a:latin typeface="游ゴシック" panose="020B0400000000000000" pitchFamily="50" charset="-128"/>
                        <a:ea typeface="+mn-ea"/>
                      </a:endParaRPr>
                    </a:p>
                    <a:p>
                      <a:pPr marL="0" indent="0">
                        <a:buFont typeface="Arial" pitchFamily="34" charset="0"/>
                        <a:buNone/>
                      </a:pPr>
                      <a:r>
                        <a:rPr kumimoji="1" lang="ja-JP" altLang="en-US" sz="1600">
                          <a:solidFill>
                            <a:schemeClr val="tx1"/>
                          </a:solidFill>
                          <a:latin typeface="游ゴシック"/>
                          <a:ea typeface="+mn-ea"/>
                        </a:rPr>
                        <a:t>・四日市はフォルダ内全</a:t>
                      </a:r>
                      <a:r>
                        <a:rPr kumimoji="1" lang="en-US" altLang="ja-JP" sz="1600" dirty="0">
                          <a:solidFill>
                            <a:schemeClr val="tx1"/>
                          </a:solidFill>
                          <a:latin typeface="游ゴシック"/>
                          <a:ea typeface="+mn-ea"/>
                        </a:rPr>
                        <a:t>4668</a:t>
                      </a:r>
                      <a:r>
                        <a:rPr kumimoji="1" lang="ja-JP" altLang="en-US" sz="1600">
                          <a:solidFill>
                            <a:schemeClr val="tx1"/>
                          </a:solidFill>
                          <a:latin typeface="游ゴシック"/>
                          <a:ea typeface="+mn-ea"/>
                        </a:rPr>
                        <a:t>ファイルから、日付やバックアップ等の文言含むものは修正不要と判断し算出しております。</a:t>
                      </a:r>
                      <a:endParaRPr kumimoji="1" lang="en-US" altLang="ja-JP" sz="1600">
                        <a:solidFill>
                          <a:schemeClr val="tx1"/>
                        </a:solidFill>
                        <a:latin typeface="游ゴシック"/>
                        <a:ea typeface="+mn-ea"/>
                      </a:endParaRPr>
                    </a:p>
                    <a:p>
                      <a:pPr marL="0" indent="0">
                        <a:buFont typeface="Arial" pitchFamily="34" charset="0"/>
                        <a:buNone/>
                      </a:pPr>
                      <a:r>
                        <a:rPr kumimoji="1" lang="en-US" altLang="ja-JP" sz="1600" dirty="0">
                          <a:solidFill>
                            <a:schemeClr val="tx1"/>
                          </a:solidFill>
                          <a:latin typeface="游ゴシック"/>
                          <a:ea typeface="+mn-ea"/>
                        </a:rPr>
                        <a:t>※</a:t>
                      </a:r>
                      <a:r>
                        <a:rPr kumimoji="1" lang="ja-JP" altLang="en-US" sz="1600">
                          <a:solidFill>
                            <a:schemeClr val="tx1"/>
                          </a:solidFill>
                          <a:latin typeface="游ゴシック"/>
                          <a:ea typeface="+mn-ea"/>
                        </a:rPr>
                        <a:t>要件定義工程にて精査予定</a:t>
                      </a:r>
                      <a:endParaRPr kumimoji="1" lang="ja-JP" altLang="en-US" sz="1600">
                        <a:solidFill>
                          <a:schemeClr val="tx1"/>
                        </a:solidFill>
                        <a:latin typeface="游ゴシック"/>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dirty="0">
                          <a:solidFill>
                            <a:schemeClr val="dk1"/>
                          </a:solidFill>
                          <a:latin typeface="游ゴシック"/>
                          <a:ea typeface="游ゴシック"/>
                        </a:rPr>
                        <a:t>2</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游ゴシック" panose="020B0400000000000000" pitchFamily="50" charset="-128"/>
                        </a:rPr>
                        <a:t>数量確定・用役管理</a:t>
                      </a:r>
                      <a:endParaRPr lang="en-US" altLang="ja-JP" sz="160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endParaRPr kumimoji="1"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endParaRPr kumimoji="1"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endParaRPr kumimoji="1"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数量確定、用役管理の</a:t>
                      </a:r>
                      <a:r>
                        <a:rPr kumimoji="1" lang="en-US" altLang="ja-JP" sz="1600" dirty="0">
                          <a:solidFill>
                            <a:schemeClr val="tx1"/>
                          </a:solidFill>
                          <a:latin typeface="游ゴシック"/>
                          <a:ea typeface="游ゴシック"/>
                        </a:rPr>
                        <a:t>PIMS</a:t>
                      </a:r>
                      <a:r>
                        <a:rPr kumimoji="1" lang="ja-JP" altLang="en-US" sz="1600">
                          <a:solidFill>
                            <a:schemeClr val="tx1"/>
                          </a:solidFill>
                          <a:latin typeface="游ゴシック"/>
                          <a:ea typeface="游ゴシック"/>
                        </a:rPr>
                        <a:t>取込モジュールは同一のため</a:t>
                      </a:r>
                      <a:r>
                        <a:rPr kumimoji="1" lang="en-US" altLang="ja-JP" sz="1600" dirty="0">
                          <a:solidFill>
                            <a:schemeClr val="tx1"/>
                          </a:solidFill>
                          <a:latin typeface="游ゴシック"/>
                          <a:ea typeface="游ゴシック"/>
                        </a:rPr>
                        <a:t>1</a:t>
                      </a:r>
                      <a:r>
                        <a:rPr kumimoji="1" lang="ja-JP" altLang="en-US" sz="1600">
                          <a:solidFill>
                            <a:schemeClr val="tx1"/>
                          </a:solidFill>
                          <a:latin typeface="游ゴシック"/>
                          <a:ea typeface="游ゴシック"/>
                        </a:rPr>
                        <a:t>としてカウントしております。</a:t>
                      </a:r>
                      <a:endParaRPr kumimoji="1"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dirty="0">
                          <a:solidFill>
                            <a:schemeClr val="dk1"/>
                          </a:solidFill>
                          <a:latin typeface="游ゴシック"/>
                          <a:ea typeface="游ゴシック"/>
                        </a:rPr>
                        <a:t>3</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mn-ea"/>
                        </a:rPr>
                        <a:t>数量確定ポリマー</a:t>
                      </a:r>
                      <a:endParaRPr lang="en-US" altLang="ja-JP" sz="16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dirty="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600" b="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kumimoji="1" lang="ja-JP" altLang="en-US" sz="1600" b="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1" lang="ja-JP" altLang="en-US" sz="160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86748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361970495"/>
              </p:ext>
            </p:extLst>
          </p:nvPr>
        </p:nvGraphicFramePr>
        <p:xfrm>
          <a:off x="335998" y="936003"/>
          <a:ext cx="11220003" cy="5108517"/>
        </p:xfrm>
        <a:graphic>
          <a:graphicData uri="http://schemas.openxmlformats.org/drawingml/2006/table">
            <a:tbl>
              <a:tblPr firstRow="1">
                <a:tableStyleId>{69012ECD-51FC-41F1-AA8D-1B2483CD663E}</a:tableStyleId>
              </a:tblPr>
              <a:tblGrid>
                <a:gridCol w="827594">
                  <a:extLst>
                    <a:ext uri="{9D8B030D-6E8A-4147-A177-3AD203B41FA5}">
                      <a16:colId xmlns:a16="http://schemas.microsoft.com/office/drawing/2014/main" val="20001"/>
                    </a:ext>
                  </a:extLst>
                </a:gridCol>
                <a:gridCol w="827594">
                  <a:extLst>
                    <a:ext uri="{9D8B030D-6E8A-4147-A177-3AD203B41FA5}">
                      <a16:colId xmlns:a16="http://schemas.microsoft.com/office/drawing/2014/main" val="2565116541"/>
                    </a:ext>
                  </a:extLst>
                </a:gridCol>
                <a:gridCol w="735755">
                  <a:extLst>
                    <a:ext uri="{9D8B030D-6E8A-4147-A177-3AD203B41FA5}">
                      <a16:colId xmlns:a16="http://schemas.microsoft.com/office/drawing/2014/main" val="3798517737"/>
                    </a:ext>
                  </a:extLst>
                </a:gridCol>
                <a:gridCol w="735755">
                  <a:extLst>
                    <a:ext uri="{9D8B030D-6E8A-4147-A177-3AD203B41FA5}">
                      <a16:colId xmlns:a16="http://schemas.microsoft.com/office/drawing/2014/main" val="3330914773"/>
                    </a:ext>
                  </a:extLst>
                </a:gridCol>
                <a:gridCol w="735755">
                  <a:extLst>
                    <a:ext uri="{9D8B030D-6E8A-4147-A177-3AD203B41FA5}">
                      <a16:colId xmlns:a16="http://schemas.microsoft.com/office/drawing/2014/main" val="20014"/>
                    </a:ext>
                  </a:extLst>
                </a:gridCol>
                <a:gridCol w="735755">
                  <a:extLst>
                    <a:ext uri="{9D8B030D-6E8A-4147-A177-3AD203B41FA5}">
                      <a16:colId xmlns:a16="http://schemas.microsoft.com/office/drawing/2014/main" val="332361526"/>
                    </a:ext>
                  </a:extLst>
                </a:gridCol>
                <a:gridCol w="735755">
                  <a:extLst>
                    <a:ext uri="{9D8B030D-6E8A-4147-A177-3AD203B41FA5}">
                      <a16:colId xmlns:a16="http://schemas.microsoft.com/office/drawing/2014/main" val="1301509302"/>
                    </a:ext>
                  </a:extLst>
                </a:gridCol>
                <a:gridCol w="735755">
                  <a:extLst>
                    <a:ext uri="{9D8B030D-6E8A-4147-A177-3AD203B41FA5}">
                      <a16:colId xmlns:a16="http://schemas.microsoft.com/office/drawing/2014/main" val="2064698816"/>
                    </a:ext>
                  </a:extLst>
                </a:gridCol>
                <a:gridCol w="735755">
                  <a:extLst>
                    <a:ext uri="{9D8B030D-6E8A-4147-A177-3AD203B41FA5}">
                      <a16:colId xmlns:a16="http://schemas.microsoft.com/office/drawing/2014/main" val="1049139473"/>
                    </a:ext>
                  </a:extLst>
                </a:gridCol>
                <a:gridCol w="735755">
                  <a:extLst>
                    <a:ext uri="{9D8B030D-6E8A-4147-A177-3AD203B41FA5}">
                      <a16:colId xmlns:a16="http://schemas.microsoft.com/office/drawing/2014/main" val="581626291"/>
                    </a:ext>
                  </a:extLst>
                </a:gridCol>
                <a:gridCol w="735755">
                  <a:extLst>
                    <a:ext uri="{9D8B030D-6E8A-4147-A177-3AD203B41FA5}">
                      <a16:colId xmlns:a16="http://schemas.microsoft.com/office/drawing/2014/main" val="1794734865"/>
                    </a:ext>
                  </a:extLst>
                </a:gridCol>
                <a:gridCol w="735755">
                  <a:extLst>
                    <a:ext uri="{9D8B030D-6E8A-4147-A177-3AD203B41FA5}">
                      <a16:colId xmlns:a16="http://schemas.microsoft.com/office/drawing/2014/main" val="749056113"/>
                    </a:ext>
                  </a:extLst>
                </a:gridCol>
                <a:gridCol w="735755">
                  <a:extLst>
                    <a:ext uri="{9D8B030D-6E8A-4147-A177-3AD203B41FA5}">
                      <a16:colId xmlns:a16="http://schemas.microsoft.com/office/drawing/2014/main" val="2894799342"/>
                    </a:ext>
                  </a:extLst>
                </a:gridCol>
                <a:gridCol w="735755">
                  <a:extLst>
                    <a:ext uri="{9D8B030D-6E8A-4147-A177-3AD203B41FA5}">
                      <a16:colId xmlns:a16="http://schemas.microsoft.com/office/drawing/2014/main" val="1393263075"/>
                    </a:ext>
                  </a:extLst>
                </a:gridCol>
                <a:gridCol w="735755">
                  <a:extLst>
                    <a:ext uri="{9D8B030D-6E8A-4147-A177-3AD203B41FA5}">
                      <a16:colId xmlns:a16="http://schemas.microsoft.com/office/drawing/2014/main" val="1713442751"/>
                    </a:ext>
                  </a:extLst>
                </a:gridCol>
              </a:tblGrid>
              <a:tr h="335988">
                <a:tc rowSpan="2" grid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2" hMerge="1">
                  <a:txBody>
                    <a:bodyPr/>
                    <a:lstStyle/>
                    <a:p>
                      <a:endParaRPr kumimoji="1" lang="ja-JP" altLang="en-US"/>
                    </a:p>
                  </a:txBody>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4">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extLst>
                  <a:ext uri="{0D108BD9-81ED-4DB2-BD59-A6C34878D82A}">
                    <a16:rowId xmlns:a16="http://schemas.microsoft.com/office/drawing/2014/main" val="10000"/>
                  </a:ext>
                </a:extLst>
              </a:tr>
              <a:tr h="475403">
                <a:tc gridSpan="2"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vMerge="1">
                  <a:txBody>
                    <a:bodyPr/>
                    <a:lstStyle/>
                    <a:p>
                      <a:endParaRPr kumimoji="1" lang="ja-JP" altLang="en-US"/>
                    </a:p>
                  </a:txBody>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5</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505940">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538267">
                <a:tc rowSpan="6">
                  <a:txBody>
                    <a:bodyPr/>
                    <a:lstStyle/>
                    <a:p>
                      <a:pPr algn="l"/>
                      <a:r>
                        <a:rPr kumimoji="1" lang="en-US" altLang="ja-JP" sz="1200" b="0" err="1">
                          <a:latin typeface="游ゴシック" panose="020B0400000000000000" pitchFamily="50" charset="-128"/>
                          <a:ea typeface="游ゴシック" panose="020B0400000000000000" pitchFamily="50" charset="-128"/>
                          <a:cs typeface="Meiryo UI" pitchFamily="50" charset="-128"/>
                        </a:rPr>
                        <a:t>XenAPP</a:t>
                      </a:r>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latin typeface="游ゴシック" panose="020B0400000000000000" pitchFamily="50" charset="-128"/>
                          <a:ea typeface="+mn-ea"/>
                          <a:cs typeface="Meiryo UI" pitchFamily="50" charset="-128"/>
                        </a:rPr>
                        <a:t>全所共通</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538267">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愛知</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4696145"/>
                  </a:ext>
                </a:extLst>
              </a:tr>
              <a:tr h="538267">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北海道</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9346561"/>
                  </a:ext>
                </a:extLst>
              </a:tr>
              <a:tr h="538267">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5740787"/>
                  </a:ext>
                </a:extLst>
              </a:tr>
              <a:tr h="538267">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徳山</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9914422"/>
                  </a:ext>
                </a:extLst>
              </a:tr>
              <a:tr h="538267">
                <a:tc vMerge="1">
                  <a:txBody>
                    <a:bodyPr/>
                    <a:lstStyle/>
                    <a:p>
                      <a:pPr algn="l"/>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四日市</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7766160"/>
                  </a:ext>
                </a:extLst>
              </a:tr>
              <a:tr h="538267">
                <a:tc gridSpan="2">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工場システム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kumimoji="1" lang="ja-JP" altLang="en-US"/>
                    </a:p>
                  </a:txBody>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7231"/>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83921" y="609735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75821" y="609735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67720" y="609735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708884" y="6053419"/>
            <a:ext cx="4014837" cy="478637"/>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7" name="正方形/長方形 36">
            <a:extLst>
              <a:ext uri="{FF2B5EF4-FFF2-40B4-BE49-F238E27FC236}">
                <a16:creationId xmlns:a16="http://schemas.microsoft.com/office/drawing/2014/main" id="{9C526A88-681C-4A44-BFD9-AF76E9622DCF}"/>
              </a:ext>
            </a:extLst>
          </p:cNvPr>
          <p:cNvSpPr/>
          <p:nvPr/>
        </p:nvSpPr>
        <p:spPr>
          <a:xfrm>
            <a:off x="2731295" y="2286000"/>
            <a:ext cx="726280" cy="519212"/>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要件定義</a:t>
            </a: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2858337" y="1785802"/>
            <a:ext cx="103665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▼キックオフ</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39" name="テキスト ボックス 38">
            <a:extLst>
              <a:ext uri="{FF2B5EF4-FFF2-40B4-BE49-F238E27FC236}">
                <a16:creationId xmlns:a16="http://schemas.microsoft.com/office/drawing/2014/main" id="{A1709EDB-463A-4C0C-970E-60C5F422FCA2}"/>
              </a:ext>
            </a:extLst>
          </p:cNvPr>
          <p:cNvSpPr txBox="1"/>
          <p:nvPr/>
        </p:nvSpPr>
        <p:spPr>
          <a:xfrm>
            <a:off x="5230968" y="1785802"/>
            <a:ext cx="870528"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▼愛知切替</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904591" y="2814699"/>
            <a:ext cx="681624"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dirty="0"/>
              <a:t>2025/4/11</a:t>
            </a:r>
            <a:endParaRPr lang="en-US" dirty="0"/>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6125276"/>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スケジュールについては、ご契約のタイミング状況により変更となる場合がございます</a:t>
            </a:r>
            <a:endParaRPr lang="en-US" altLang="ja-JP" sz="1400">
              <a:latin typeface="+mn-ea"/>
              <a:cs typeface="メイリオ" pitchFamily="50" charset="-128"/>
            </a:endParaRPr>
          </a:p>
        </p:txBody>
      </p:sp>
      <p:sp>
        <p:nvSpPr>
          <p:cNvPr id="11" name="フッター プレースホルダー 10"/>
          <p:cNvSpPr>
            <a:spLocks noGrp="1"/>
          </p:cNvSpPr>
          <p:nvPr>
            <p:ph type="ftr" sz="quarter" idx="11"/>
          </p:nvPr>
        </p:nvSpPr>
        <p:spPr/>
        <p:txBody>
          <a:bodyPr/>
          <a:lstStyle/>
          <a:p>
            <a:r>
              <a:rPr lang="en-US"/>
              <a:t>Copyright © 2025 SystemEXE,Inc All Rights Reserved.</a:t>
            </a:r>
          </a:p>
        </p:txBody>
      </p:sp>
      <p:sp>
        <p:nvSpPr>
          <p:cNvPr id="49" name="テキスト ボックス 48">
            <a:extLst>
              <a:ext uri="{FF2B5EF4-FFF2-40B4-BE49-F238E27FC236}">
                <a16:creationId xmlns:a16="http://schemas.microsoft.com/office/drawing/2014/main" id="{840DD37C-9CAC-40EB-B11A-9B3268B03AF8}"/>
              </a:ext>
            </a:extLst>
          </p:cNvPr>
          <p:cNvSpPr txBox="1"/>
          <p:nvPr/>
        </p:nvSpPr>
        <p:spPr>
          <a:xfrm>
            <a:off x="5953145" y="2044194"/>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▼北海道切替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1" name="テキスト ボックス 50">
            <a:extLst>
              <a:ext uri="{FF2B5EF4-FFF2-40B4-BE49-F238E27FC236}">
                <a16:creationId xmlns:a16="http://schemas.microsoft.com/office/drawing/2014/main" id="{2215EDEA-9B8A-4322-BFF8-D6A1A518114E}"/>
              </a:ext>
            </a:extLst>
          </p:cNvPr>
          <p:cNvSpPr txBox="1"/>
          <p:nvPr/>
        </p:nvSpPr>
        <p:spPr>
          <a:xfrm>
            <a:off x="7412890" y="1792270"/>
            <a:ext cx="1036654"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▼千葉切替</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2" name="テキスト ボックス 51">
            <a:extLst>
              <a:ext uri="{FF2B5EF4-FFF2-40B4-BE49-F238E27FC236}">
                <a16:creationId xmlns:a16="http://schemas.microsoft.com/office/drawing/2014/main" id="{273F1D17-10FA-4924-B884-6E253B662FBC}"/>
              </a:ext>
            </a:extLst>
          </p:cNvPr>
          <p:cNvSpPr txBox="1"/>
          <p:nvPr/>
        </p:nvSpPr>
        <p:spPr>
          <a:xfrm>
            <a:off x="8053136" y="2036816"/>
            <a:ext cx="1036654"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▼徳山切替</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4" name="テキスト ボックス 53">
            <a:extLst>
              <a:ext uri="{FF2B5EF4-FFF2-40B4-BE49-F238E27FC236}">
                <a16:creationId xmlns:a16="http://schemas.microsoft.com/office/drawing/2014/main" id="{D5587137-054A-4734-9EC3-857E2D7952EC}"/>
              </a:ext>
            </a:extLst>
          </p:cNvPr>
          <p:cNvSpPr txBox="1"/>
          <p:nvPr/>
        </p:nvSpPr>
        <p:spPr>
          <a:xfrm>
            <a:off x="8637673" y="1785802"/>
            <a:ext cx="1036654"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▼四日市切替</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56" name="正方形/長方形 55">
            <a:extLst>
              <a:ext uri="{FF2B5EF4-FFF2-40B4-BE49-F238E27FC236}">
                <a16:creationId xmlns:a16="http://schemas.microsoft.com/office/drawing/2014/main" id="{CA0C0754-E19F-4A52-8723-CBD1772127B3}"/>
              </a:ext>
            </a:extLst>
          </p:cNvPr>
          <p:cNvSpPr/>
          <p:nvPr/>
        </p:nvSpPr>
        <p:spPr>
          <a:xfrm>
            <a:off x="3466546" y="2286000"/>
            <a:ext cx="438045" cy="519212"/>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設計</a:t>
            </a:r>
          </a:p>
        </p:txBody>
      </p:sp>
      <p:sp>
        <p:nvSpPr>
          <p:cNvPr id="57" name="正方形/長方形 56">
            <a:extLst>
              <a:ext uri="{FF2B5EF4-FFF2-40B4-BE49-F238E27FC236}">
                <a16:creationId xmlns:a16="http://schemas.microsoft.com/office/drawing/2014/main" id="{20A49EAF-2CE6-4079-B03C-1C577E857A47}"/>
              </a:ext>
            </a:extLst>
          </p:cNvPr>
          <p:cNvSpPr/>
          <p:nvPr/>
        </p:nvSpPr>
        <p:spPr>
          <a:xfrm>
            <a:off x="4586215" y="2814699"/>
            <a:ext cx="70046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58" name="正方形/長方形 57">
            <a:extLst>
              <a:ext uri="{FF2B5EF4-FFF2-40B4-BE49-F238E27FC236}">
                <a16:creationId xmlns:a16="http://schemas.microsoft.com/office/drawing/2014/main" id="{53C1D3EB-1F37-4250-9882-86110A337799}"/>
              </a:ext>
            </a:extLst>
          </p:cNvPr>
          <p:cNvSpPr/>
          <p:nvPr/>
        </p:nvSpPr>
        <p:spPr>
          <a:xfrm>
            <a:off x="5286684" y="2820330"/>
            <a:ext cx="183787" cy="528738"/>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59" name="正方形/長方形 58">
            <a:extLst>
              <a:ext uri="{FF2B5EF4-FFF2-40B4-BE49-F238E27FC236}">
                <a16:creationId xmlns:a16="http://schemas.microsoft.com/office/drawing/2014/main" id="{FCD1745A-C278-46D2-B2DC-36F7293FBDF5}"/>
              </a:ext>
            </a:extLst>
          </p:cNvPr>
          <p:cNvSpPr/>
          <p:nvPr/>
        </p:nvSpPr>
        <p:spPr>
          <a:xfrm>
            <a:off x="5470472" y="2816649"/>
            <a:ext cx="189419" cy="536101"/>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ja-JP" sz="900" dirty="0">
              <a:solidFill>
                <a:schemeClr val="tx1"/>
              </a:solidFill>
            </a:endParaRPr>
          </a:p>
          <a:p>
            <a:pPr algn="ctr"/>
            <a:r>
              <a:rPr lang="ja-JP" altLang="en-US" sz="900" dirty="0">
                <a:solidFill>
                  <a:schemeClr val="tx1"/>
                </a:solidFill>
                <a:latin typeface="游ゴシック"/>
                <a:ea typeface="游ゴシック"/>
              </a:rPr>
              <a:t>流動</a:t>
            </a:r>
            <a:endParaRPr lang="ja-JP" sz="900" dirty="0">
              <a:solidFill>
                <a:schemeClr val="tx1"/>
              </a:solidFill>
            </a:endParaRPr>
          </a:p>
        </p:txBody>
      </p:sp>
      <p:sp>
        <p:nvSpPr>
          <p:cNvPr id="65" name="正方形/長方形 64">
            <a:extLst>
              <a:ext uri="{FF2B5EF4-FFF2-40B4-BE49-F238E27FC236}">
                <a16:creationId xmlns:a16="http://schemas.microsoft.com/office/drawing/2014/main" id="{BD30EF20-DD76-491C-9C1C-049E43A5F98D}"/>
              </a:ext>
            </a:extLst>
          </p:cNvPr>
          <p:cNvSpPr/>
          <p:nvPr/>
        </p:nvSpPr>
        <p:spPr>
          <a:xfrm>
            <a:off x="4590441" y="3354799"/>
            <a:ext cx="700020"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66" name="正方形/長方形 65">
            <a:extLst>
              <a:ext uri="{FF2B5EF4-FFF2-40B4-BE49-F238E27FC236}">
                <a16:creationId xmlns:a16="http://schemas.microsoft.com/office/drawing/2014/main" id="{74C58259-AF97-4FA9-B5B0-BC8DF789B1A6}"/>
              </a:ext>
            </a:extLst>
          </p:cNvPr>
          <p:cNvSpPr/>
          <p:nvPr/>
        </p:nvSpPr>
        <p:spPr>
          <a:xfrm>
            <a:off x="5294687" y="3354799"/>
            <a:ext cx="702589"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67" name="正方形/長方形 66">
            <a:extLst>
              <a:ext uri="{FF2B5EF4-FFF2-40B4-BE49-F238E27FC236}">
                <a16:creationId xmlns:a16="http://schemas.microsoft.com/office/drawing/2014/main" id="{FB4B8F02-AA39-4C5D-8827-E7D0659C0BA0}"/>
              </a:ext>
            </a:extLst>
          </p:cNvPr>
          <p:cNvSpPr/>
          <p:nvPr/>
        </p:nvSpPr>
        <p:spPr>
          <a:xfrm>
            <a:off x="5997277" y="3354799"/>
            <a:ext cx="212210"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68" name="正方形/長方形 67">
            <a:extLst>
              <a:ext uri="{FF2B5EF4-FFF2-40B4-BE49-F238E27FC236}">
                <a16:creationId xmlns:a16="http://schemas.microsoft.com/office/drawing/2014/main" id="{2CE90EF2-5134-4007-AE59-A4B3F0074D91}"/>
              </a:ext>
            </a:extLst>
          </p:cNvPr>
          <p:cNvSpPr/>
          <p:nvPr/>
        </p:nvSpPr>
        <p:spPr>
          <a:xfrm>
            <a:off x="6209487" y="3354799"/>
            <a:ext cx="191755"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ja-JP" sz="900" dirty="0">
              <a:solidFill>
                <a:schemeClr val="tx1"/>
              </a:solidFill>
            </a:endParaRPr>
          </a:p>
          <a:p>
            <a:pPr algn="ctr"/>
            <a:r>
              <a:rPr lang="ja-JP" altLang="en-US" sz="900" dirty="0">
                <a:solidFill>
                  <a:schemeClr val="tx1"/>
                </a:solidFill>
                <a:latin typeface="游ゴシック"/>
                <a:ea typeface="游ゴシック"/>
              </a:rPr>
              <a:t>流動</a:t>
            </a:r>
            <a:endParaRPr lang="ja-JP" sz="900" dirty="0">
              <a:solidFill>
                <a:schemeClr val="tx1"/>
              </a:solidFill>
            </a:endParaRPr>
          </a:p>
        </p:txBody>
      </p:sp>
      <p:sp>
        <p:nvSpPr>
          <p:cNvPr id="69" name="正方形/長方形 68">
            <a:extLst>
              <a:ext uri="{FF2B5EF4-FFF2-40B4-BE49-F238E27FC236}">
                <a16:creationId xmlns:a16="http://schemas.microsoft.com/office/drawing/2014/main" id="{C0C98577-4626-460F-9C28-155F32522D99}"/>
              </a:ext>
            </a:extLst>
          </p:cNvPr>
          <p:cNvSpPr/>
          <p:nvPr/>
        </p:nvSpPr>
        <p:spPr>
          <a:xfrm>
            <a:off x="4915412" y="3894350"/>
            <a:ext cx="1855034"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70" name="正方形/長方形 69">
            <a:extLst>
              <a:ext uri="{FF2B5EF4-FFF2-40B4-BE49-F238E27FC236}">
                <a16:creationId xmlns:a16="http://schemas.microsoft.com/office/drawing/2014/main" id="{52116367-2110-4948-AAA1-62909B092BBB}"/>
              </a:ext>
            </a:extLst>
          </p:cNvPr>
          <p:cNvSpPr/>
          <p:nvPr/>
        </p:nvSpPr>
        <p:spPr>
          <a:xfrm>
            <a:off x="6770445" y="3894350"/>
            <a:ext cx="655667"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72" name="正方形/長方形 71">
            <a:extLst>
              <a:ext uri="{FF2B5EF4-FFF2-40B4-BE49-F238E27FC236}">
                <a16:creationId xmlns:a16="http://schemas.microsoft.com/office/drawing/2014/main" id="{09357D66-5058-4207-AEC0-24B9E75E37E2}"/>
              </a:ext>
            </a:extLst>
          </p:cNvPr>
          <p:cNvSpPr/>
          <p:nvPr/>
        </p:nvSpPr>
        <p:spPr>
          <a:xfrm>
            <a:off x="7654250" y="3898563"/>
            <a:ext cx="222408" cy="531574"/>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ja-JP" sz="900" dirty="0">
              <a:solidFill>
                <a:schemeClr val="tx1"/>
              </a:solidFill>
            </a:endParaRPr>
          </a:p>
          <a:p>
            <a:pPr algn="ctr"/>
            <a:r>
              <a:rPr lang="ja-JP" altLang="en-US" sz="900" dirty="0">
                <a:solidFill>
                  <a:schemeClr val="tx1"/>
                </a:solidFill>
                <a:latin typeface="游ゴシック"/>
                <a:ea typeface="游ゴシック"/>
              </a:rPr>
              <a:t>流動</a:t>
            </a:r>
            <a:endParaRPr lang="ja-JP" sz="900" dirty="0">
              <a:solidFill>
                <a:schemeClr val="tx1"/>
              </a:solidFill>
            </a:endParaRPr>
          </a:p>
        </p:txBody>
      </p:sp>
      <p:sp>
        <p:nvSpPr>
          <p:cNvPr id="73" name="正方形/長方形 72">
            <a:extLst>
              <a:ext uri="{FF2B5EF4-FFF2-40B4-BE49-F238E27FC236}">
                <a16:creationId xmlns:a16="http://schemas.microsoft.com/office/drawing/2014/main" id="{0283739E-7F46-424B-AB9F-F899FA91C9B6}"/>
              </a:ext>
            </a:extLst>
          </p:cNvPr>
          <p:cNvSpPr/>
          <p:nvPr/>
        </p:nvSpPr>
        <p:spPr>
          <a:xfrm>
            <a:off x="6116647" y="4427736"/>
            <a:ext cx="1346387"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74" name="正方形/長方形 73">
            <a:extLst>
              <a:ext uri="{FF2B5EF4-FFF2-40B4-BE49-F238E27FC236}">
                <a16:creationId xmlns:a16="http://schemas.microsoft.com/office/drawing/2014/main" id="{DEBFAD92-E2F7-40B7-B71B-42C1A806A3F6}"/>
              </a:ext>
            </a:extLst>
          </p:cNvPr>
          <p:cNvSpPr/>
          <p:nvPr/>
        </p:nvSpPr>
        <p:spPr>
          <a:xfrm>
            <a:off x="7468765" y="4429747"/>
            <a:ext cx="562021" cy="535978"/>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75" name="正方形/長方形 74">
            <a:extLst>
              <a:ext uri="{FF2B5EF4-FFF2-40B4-BE49-F238E27FC236}">
                <a16:creationId xmlns:a16="http://schemas.microsoft.com/office/drawing/2014/main" id="{66FD0A79-9EFA-4C20-ABE4-47DC4CFF7BBF}"/>
              </a:ext>
            </a:extLst>
          </p:cNvPr>
          <p:cNvSpPr/>
          <p:nvPr/>
        </p:nvSpPr>
        <p:spPr>
          <a:xfrm>
            <a:off x="8033234" y="4429489"/>
            <a:ext cx="228138" cy="53649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76" name="正方形/長方形 75">
            <a:extLst>
              <a:ext uri="{FF2B5EF4-FFF2-40B4-BE49-F238E27FC236}">
                <a16:creationId xmlns:a16="http://schemas.microsoft.com/office/drawing/2014/main" id="{04F4E6CD-7E9D-4D41-9D27-AE1F41C5CE8E}"/>
              </a:ext>
            </a:extLst>
          </p:cNvPr>
          <p:cNvSpPr/>
          <p:nvPr/>
        </p:nvSpPr>
        <p:spPr>
          <a:xfrm>
            <a:off x="8259940" y="4430680"/>
            <a:ext cx="195865" cy="534113"/>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ja-JP" sz="900" dirty="0">
              <a:solidFill>
                <a:schemeClr val="tx1"/>
              </a:solidFill>
            </a:endParaRPr>
          </a:p>
          <a:p>
            <a:pPr algn="ctr"/>
            <a:r>
              <a:rPr lang="ja-JP" altLang="en-US" sz="900" dirty="0">
                <a:solidFill>
                  <a:schemeClr val="tx1"/>
                </a:solidFill>
                <a:latin typeface="游ゴシック"/>
                <a:ea typeface="游ゴシック"/>
              </a:rPr>
              <a:t>流動</a:t>
            </a:r>
            <a:endParaRPr lang="ja-JP" sz="900" dirty="0">
              <a:solidFill>
                <a:schemeClr val="tx1"/>
              </a:solidFill>
            </a:endParaRPr>
          </a:p>
        </p:txBody>
      </p:sp>
      <p:sp>
        <p:nvSpPr>
          <p:cNvPr id="77" name="正方形/長方形 76">
            <a:extLst>
              <a:ext uri="{FF2B5EF4-FFF2-40B4-BE49-F238E27FC236}">
                <a16:creationId xmlns:a16="http://schemas.microsoft.com/office/drawing/2014/main" id="{8456FBAB-713A-4C23-A76B-297ECD2B2A3E}"/>
              </a:ext>
            </a:extLst>
          </p:cNvPr>
          <p:cNvSpPr/>
          <p:nvPr/>
        </p:nvSpPr>
        <p:spPr>
          <a:xfrm>
            <a:off x="5919807" y="4972972"/>
            <a:ext cx="1977890" cy="529785"/>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78" name="正方形/長方形 77">
            <a:extLst>
              <a:ext uri="{FF2B5EF4-FFF2-40B4-BE49-F238E27FC236}">
                <a16:creationId xmlns:a16="http://schemas.microsoft.com/office/drawing/2014/main" id="{952D0C75-21C6-48C4-9FCC-41410BA3A1AE}"/>
              </a:ext>
            </a:extLst>
          </p:cNvPr>
          <p:cNvSpPr/>
          <p:nvPr/>
        </p:nvSpPr>
        <p:spPr>
          <a:xfrm>
            <a:off x="7897697" y="4972535"/>
            <a:ext cx="729116" cy="530659"/>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79" name="正方形/長方形 78">
            <a:extLst>
              <a:ext uri="{FF2B5EF4-FFF2-40B4-BE49-F238E27FC236}">
                <a16:creationId xmlns:a16="http://schemas.microsoft.com/office/drawing/2014/main" id="{C8506B67-1976-4FC4-BE7C-8636F8B07C93}"/>
              </a:ext>
            </a:extLst>
          </p:cNvPr>
          <p:cNvSpPr/>
          <p:nvPr/>
        </p:nvSpPr>
        <p:spPr>
          <a:xfrm>
            <a:off x="8617174" y="4967864"/>
            <a:ext cx="22240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p>
        </p:txBody>
      </p:sp>
      <p:sp>
        <p:nvSpPr>
          <p:cNvPr id="80" name="正方形/長方形 79">
            <a:extLst>
              <a:ext uri="{FF2B5EF4-FFF2-40B4-BE49-F238E27FC236}">
                <a16:creationId xmlns:a16="http://schemas.microsoft.com/office/drawing/2014/main" id="{ACDD402D-851F-4BD4-8B10-10F0CECF2086}"/>
              </a:ext>
            </a:extLst>
          </p:cNvPr>
          <p:cNvSpPr/>
          <p:nvPr/>
        </p:nvSpPr>
        <p:spPr>
          <a:xfrm>
            <a:off x="8845295" y="4967864"/>
            <a:ext cx="222408"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ja-JP" sz="900">
              <a:solidFill>
                <a:schemeClr val="tx1"/>
              </a:solidFill>
            </a:endParaRPr>
          </a:p>
          <a:p>
            <a:pPr algn="ctr"/>
            <a:r>
              <a:rPr lang="ja-JP" altLang="en-US" sz="900">
                <a:solidFill>
                  <a:schemeClr val="tx1"/>
                </a:solidFill>
                <a:latin typeface="游ゴシック"/>
                <a:ea typeface="游ゴシック"/>
              </a:rPr>
              <a:t>流動</a:t>
            </a:r>
            <a:endParaRPr lang="ja-JP" sz="900">
              <a:solidFill>
                <a:schemeClr val="tx1"/>
              </a:solidFill>
            </a:endParaRPr>
          </a:p>
        </p:txBody>
      </p:sp>
      <p:sp>
        <p:nvSpPr>
          <p:cNvPr id="81" name="正方形/長方形 80">
            <a:extLst>
              <a:ext uri="{FF2B5EF4-FFF2-40B4-BE49-F238E27FC236}">
                <a16:creationId xmlns:a16="http://schemas.microsoft.com/office/drawing/2014/main" id="{B9D6D4CA-DEE1-480C-A4C9-2D1E3963CDD9}"/>
              </a:ext>
            </a:extLst>
          </p:cNvPr>
          <p:cNvSpPr/>
          <p:nvPr/>
        </p:nvSpPr>
        <p:spPr>
          <a:xfrm>
            <a:off x="4930776" y="5496260"/>
            <a:ext cx="729116" cy="535616"/>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82" name="正方形/長方形 81">
            <a:extLst>
              <a:ext uri="{FF2B5EF4-FFF2-40B4-BE49-F238E27FC236}">
                <a16:creationId xmlns:a16="http://schemas.microsoft.com/office/drawing/2014/main" id="{EBE9E32B-F777-404A-9C9F-836B66600CE7}"/>
              </a:ext>
            </a:extLst>
          </p:cNvPr>
          <p:cNvSpPr/>
          <p:nvPr/>
        </p:nvSpPr>
        <p:spPr>
          <a:xfrm>
            <a:off x="5659891" y="5496260"/>
            <a:ext cx="750092" cy="542768"/>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受入</a:t>
            </a:r>
          </a:p>
        </p:txBody>
      </p:sp>
      <p:sp>
        <p:nvSpPr>
          <p:cNvPr id="3" name="正方形/長方形 2">
            <a:extLst>
              <a:ext uri="{FF2B5EF4-FFF2-40B4-BE49-F238E27FC236}">
                <a16:creationId xmlns:a16="http://schemas.microsoft.com/office/drawing/2014/main" id="{AF8A347B-628C-F969-7577-C80ACEACF986}"/>
              </a:ext>
            </a:extLst>
          </p:cNvPr>
          <p:cNvSpPr/>
          <p:nvPr/>
        </p:nvSpPr>
        <p:spPr>
          <a:xfrm>
            <a:off x="7426112" y="3896103"/>
            <a:ext cx="228138" cy="53649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4" name="正方形/長方形 3">
            <a:extLst>
              <a:ext uri="{FF2B5EF4-FFF2-40B4-BE49-F238E27FC236}">
                <a16:creationId xmlns:a16="http://schemas.microsoft.com/office/drawing/2014/main" id="{BBB2E929-38FA-CD74-16BC-7AB53931C78A}"/>
              </a:ext>
            </a:extLst>
          </p:cNvPr>
          <p:cNvSpPr/>
          <p:nvPr/>
        </p:nvSpPr>
        <p:spPr>
          <a:xfrm>
            <a:off x="7450964" y="5496260"/>
            <a:ext cx="228138" cy="53649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5" name="正方形/長方形 4">
            <a:extLst>
              <a:ext uri="{FF2B5EF4-FFF2-40B4-BE49-F238E27FC236}">
                <a16:creationId xmlns:a16="http://schemas.microsoft.com/office/drawing/2014/main" id="{A46D36D2-65E5-D5A3-2501-9B26B55D7DFA}"/>
              </a:ext>
            </a:extLst>
          </p:cNvPr>
          <p:cNvSpPr/>
          <p:nvPr/>
        </p:nvSpPr>
        <p:spPr>
          <a:xfrm>
            <a:off x="7677670" y="5496260"/>
            <a:ext cx="195865" cy="534113"/>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ja-JP" sz="900" dirty="0">
              <a:solidFill>
                <a:schemeClr val="tx1"/>
              </a:solidFill>
            </a:endParaRPr>
          </a:p>
          <a:p>
            <a:pPr algn="ctr"/>
            <a:r>
              <a:rPr lang="ja-JP" altLang="en-US" sz="900" dirty="0">
                <a:solidFill>
                  <a:schemeClr val="tx1"/>
                </a:solidFill>
                <a:latin typeface="游ゴシック"/>
                <a:ea typeface="游ゴシック"/>
              </a:rPr>
              <a:t>流動</a:t>
            </a:r>
            <a:endParaRPr lang="ja-JP" sz="900" dirty="0">
              <a:solidFill>
                <a:schemeClr val="tx1"/>
              </a:solidFill>
            </a:endParaRPr>
          </a:p>
        </p:txBody>
      </p:sp>
      <p:sp>
        <p:nvSpPr>
          <p:cNvPr id="9" name="正方形/長方形 8">
            <a:extLst>
              <a:ext uri="{FF2B5EF4-FFF2-40B4-BE49-F238E27FC236}">
                <a16:creationId xmlns:a16="http://schemas.microsoft.com/office/drawing/2014/main" id="{6D94B978-DE8C-05CC-5B98-C943643A0BFF}"/>
              </a:ext>
            </a:extLst>
          </p:cNvPr>
          <p:cNvSpPr/>
          <p:nvPr/>
        </p:nvSpPr>
        <p:spPr>
          <a:xfrm>
            <a:off x="8044572" y="5496260"/>
            <a:ext cx="228138" cy="536495"/>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本番移行</a:t>
            </a:r>
          </a:p>
        </p:txBody>
      </p:sp>
      <p:sp>
        <p:nvSpPr>
          <p:cNvPr id="10" name="正方形/長方形 9">
            <a:extLst>
              <a:ext uri="{FF2B5EF4-FFF2-40B4-BE49-F238E27FC236}">
                <a16:creationId xmlns:a16="http://schemas.microsoft.com/office/drawing/2014/main" id="{916452E6-D222-3049-1E3B-3D45A9B14CAC}"/>
              </a:ext>
            </a:extLst>
          </p:cNvPr>
          <p:cNvSpPr/>
          <p:nvPr/>
        </p:nvSpPr>
        <p:spPr>
          <a:xfrm>
            <a:off x="8271278" y="5496260"/>
            <a:ext cx="195865" cy="534113"/>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dirty="0">
                <a:solidFill>
                  <a:schemeClr val="tx1"/>
                </a:solidFill>
                <a:latin typeface="游ゴシック"/>
                <a:ea typeface="游ゴシック"/>
              </a:rPr>
              <a:t>初期</a:t>
            </a:r>
            <a:endParaRPr lang="ja-JP" sz="900" dirty="0">
              <a:solidFill>
                <a:schemeClr val="tx1"/>
              </a:solidFill>
            </a:endParaRPr>
          </a:p>
          <a:p>
            <a:pPr algn="ctr"/>
            <a:r>
              <a:rPr lang="ja-JP" altLang="en-US" sz="900" dirty="0">
                <a:solidFill>
                  <a:schemeClr val="tx1"/>
                </a:solidFill>
                <a:latin typeface="游ゴシック"/>
                <a:ea typeface="游ゴシック"/>
              </a:rPr>
              <a:t>流動</a:t>
            </a:r>
            <a:endParaRPr lang="ja-JP" sz="900" dirty="0">
              <a:solidFill>
                <a:schemeClr val="tx1"/>
              </a:solidFill>
            </a:endParaRPr>
          </a:p>
        </p:txBody>
      </p:sp>
    </p:spTree>
    <p:extLst>
      <p:ext uri="{BB962C8B-B14F-4D97-AF65-F5344CB8AC3E}">
        <p14:creationId xmlns:p14="http://schemas.microsoft.com/office/powerpoint/2010/main" val="3560606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dirty="0"/>
              <a:t>2025/4/11</a:t>
            </a:r>
            <a:endParaRPr lang="en-US" dirty="0"/>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67611"/>
            <a:ext cx="722880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22890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859690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767655" y="4391732"/>
            <a:ext cx="2735999"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err="1">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矢野 幸代</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秋本 夕季菜</a:t>
              </a:r>
              <a:r>
                <a:rPr lang="ja-JP" altLang="en-US" sz="1600" b="0" i="0">
                  <a:solidFill>
                    <a:srgbClr val="333333"/>
                  </a:solidFill>
                  <a:effectLst/>
                  <a:latin typeface="游ゴシック"/>
                  <a:ea typeface="游ゴシック"/>
                </a:rPr>
                <a:t> </a:t>
              </a: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859114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722890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96623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重村 和也様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5400000">
            <a:off x="7684444" y="3479274"/>
            <a:ext cx="363670" cy="1461247"/>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grpSp>
        <p:nvGrpSpPr>
          <p:cNvPr id="56" name="グループ化 55">
            <a:extLst>
              <a:ext uri="{FF2B5EF4-FFF2-40B4-BE49-F238E27FC236}">
                <a16:creationId xmlns:a16="http://schemas.microsoft.com/office/drawing/2014/main" id="{0CBA8F2D-5ECC-4F09-884C-2F801C767FC5}"/>
              </a:ext>
            </a:extLst>
          </p:cNvPr>
          <p:cNvGrpSpPr/>
          <p:nvPr/>
        </p:nvGrpSpPr>
        <p:grpSpPr>
          <a:xfrm>
            <a:off x="8743937" y="4400134"/>
            <a:ext cx="2735999" cy="1296455"/>
            <a:chOff x="6852000" y="5532586"/>
            <a:chExt cx="2736000" cy="644425"/>
          </a:xfrm>
        </p:grpSpPr>
        <p:sp>
          <p:nvSpPr>
            <p:cNvPr id="57" name="片側の 2 つの角を丸めた四角形 21">
              <a:extLst>
                <a:ext uri="{FF2B5EF4-FFF2-40B4-BE49-F238E27FC236}">
                  <a16:creationId xmlns:a16="http://schemas.microsoft.com/office/drawing/2014/main" id="{9280058A-CB8F-4895-A88E-15771CB52AE3}"/>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工場システム</a:t>
              </a: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58" name="正方形/長方形 57">
              <a:extLst>
                <a:ext uri="{FF2B5EF4-FFF2-40B4-BE49-F238E27FC236}">
                  <a16:creationId xmlns:a16="http://schemas.microsoft.com/office/drawing/2014/main" id="{B7F65A1A-9A89-4EAF-865F-8006ED6A22A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天川 絢弥</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馬場 勇輝</a:t>
              </a:r>
              <a:endParaRPr lang="en-US" altLang="ja-JP" sz="1600">
                <a:solidFill>
                  <a:srgbClr val="333333"/>
                </a:solidFill>
                <a:latin typeface="游ゴシック"/>
                <a:ea typeface="游ゴシック"/>
              </a:endParaRPr>
            </a:p>
            <a:p>
              <a:pPr lvl="0" algn="ctr" defTabSz="914400">
                <a:defRPr/>
              </a:pPr>
              <a:r>
                <a:rPr lang="en-US" altLang="ja-JP" sz="1600" b="0" i="0">
                  <a:solidFill>
                    <a:srgbClr val="333333"/>
                  </a:solidFill>
                  <a:effectLst/>
                  <a:latin typeface="游ゴシック"/>
                  <a:ea typeface="游ゴシック"/>
                </a:rPr>
                <a:t>※Azure</a:t>
              </a:r>
              <a:r>
                <a:rPr lang="ja-JP" altLang="en-US" sz="1600" b="0" i="0">
                  <a:solidFill>
                    <a:srgbClr val="333333"/>
                  </a:solidFill>
                  <a:effectLst/>
                  <a:latin typeface="游ゴシック"/>
                  <a:ea typeface="游ゴシック"/>
                </a:rPr>
                <a:t>移行</a:t>
              </a:r>
              <a:r>
                <a:rPr lang="en-US" altLang="ja-JP" sz="1600" b="0" i="0">
                  <a:solidFill>
                    <a:srgbClr val="333333"/>
                  </a:solidFill>
                  <a:effectLst/>
                  <a:latin typeface="游ゴシック"/>
                  <a:ea typeface="游ゴシック"/>
                </a:rPr>
                <a:t>PJ</a:t>
              </a:r>
              <a:r>
                <a:rPr lang="ja-JP" altLang="en-US" sz="1600" b="0" i="0">
                  <a:solidFill>
                    <a:srgbClr val="333333"/>
                  </a:solidFill>
                  <a:effectLst/>
                  <a:latin typeface="游ゴシック"/>
                  <a:ea typeface="游ゴシック"/>
                </a:rPr>
                <a:t>内で対応予定 </a:t>
              </a:r>
            </a:p>
          </p:txBody>
        </p:sp>
      </p:grpSp>
      <p:cxnSp>
        <p:nvCxnSpPr>
          <p:cNvPr id="62" name="直線コネクタ 58">
            <a:extLst>
              <a:ext uri="{FF2B5EF4-FFF2-40B4-BE49-F238E27FC236}">
                <a16:creationId xmlns:a16="http://schemas.microsoft.com/office/drawing/2014/main" id="{1693F0B3-857E-442A-936B-F6963CE3B0AD}"/>
              </a:ext>
            </a:extLst>
          </p:cNvPr>
          <p:cNvCxnSpPr>
            <a:cxnSpLocks/>
            <a:stCxn id="46" idx="2"/>
            <a:endCxn id="57" idx="3"/>
          </p:cNvCxnSpPr>
          <p:nvPr/>
        </p:nvCxnSpPr>
        <p:spPr>
          <a:xfrm rot="16200000" flipH="1">
            <a:off x="9168383" y="3456580"/>
            <a:ext cx="372072" cy="1515035"/>
          </a:xfrm>
          <a:prstGeom prst="bentConnector3">
            <a:avLst>
              <a:gd name="adj1" fmla="val 50000"/>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399073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各工程での想定</a:t>
            </a:r>
            <a:r>
              <a:rPr lang="ja-JP" altLang="en-US">
                <a:latin typeface="游明朝" panose="02020400000000000000" pitchFamily="18" charset="-128"/>
                <a:ea typeface="游明朝" panose="02020400000000000000" pitchFamily="18" charset="-128"/>
              </a:rPr>
              <a:t>作業内容</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938040956"/>
              </p:ext>
            </p:extLst>
          </p:nvPr>
        </p:nvGraphicFramePr>
        <p:xfrm>
          <a:off x="577425" y="733742"/>
          <a:ext cx="11158389" cy="5475957"/>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dirty="0">
                          <a:solidFill>
                            <a:srgbClr val="FFFFFF"/>
                          </a:solidFill>
                          <a:latin typeface="游ゴシック"/>
                          <a:ea typeface="游ゴシック"/>
                        </a:rPr>
                        <a:t>No</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游ゴシック"/>
                          <a:ea typeface="游ゴシック"/>
                        </a:rPr>
                        <a:t>1</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修正対象ファイルの調査、確定を行います。</a:t>
                      </a:r>
                      <a:endParaRPr kumimoji="1" lang="en-US" altLang="ja-JP" sz="1600">
                        <a:solidFill>
                          <a:schemeClr val="tx1"/>
                        </a:solidFill>
                        <a:latin typeface="游ゴシック"/>
                        <a:ea typeface="游ゴシック"/>
                      </a:endParaRPr>
                    </a:p>
                    <a:p>
                      <a:pPr marL="0" indent="0">
                        <a:buFont typeface="Arial" pitchFamily="34" charset="0"/>
                        <a:buNone/>
                      </a:pPr>
                      <a:r>
                        <a:rPr kumimoji="1" lang="ja-JP" altLang="en-US" sz="1600">
                          <a:solidFill>
                            <a:schemeClr val="tx1"/>
                          </a:solidFill>
                          <a:latin typeface="游ゴシック"/>
                          <a:ea typeface="游ゴシック"/>
                        </a:rPr>
                        <a:t>テスト範囲、方法の計画を行います。</a:t>
                      </a:r>
                      <a:endParaRPr kumimoji="1" lang="en-US" altLang="ja-JP" sz="1600">
                        <a:solidFill>
                          <a:schemeClr val="tx1"/>
                        </a:solidFill>
                        <a:latin typeface="游ゴシック"/>
                        <a:ea typeface="游ゴシック"/>
                      </a:endParaRPr>
                    </a:p>
                    <a:p>
                      <a:pPr marL="0" indent="0">
                        <a:buFont typeface="Arial" pitchFamily="34" charset="0"/>
                        <a:buNone/>
                      </a:pPr>
                      <a:r>
                        <a:rPr kumimoji="1" lang="ja-JP" altLang="en-US" sz="1600">
                          <a:solidFill>
                            <a:schemeClr val="tx1"/>
                          </a:solidFill>
                          <a:latin typeface="游ゴシック"/>
                          <a:ea typeface="游ゴシック"/>
                        </a:rPr>
                        <a:t>移行方式の検討を行います。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dirty="0">
                          <a:solidFill>
                            <a:schemeClr val="dk1"/>
                          </a:solidFill>
                          <a:latin typeface="游ゴシック"/>
                          <a:ea typeface="游ゴシック"/>
                        </a:rPr>
                        <a:t>2</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修正パターン（</a:t>
                      </a:r>
                      <a:r>
                        <a:rPr kumimoji="1" lang="en-US" altLang="ja-JP" sz="1600" dirty="0">
                          <a:solidFill>
                            <a:schemeClr val="tx1"/>
                          </a:solidFill>
                          <a:latin typeface="游ゴシック"/>
                          <a:ea typeface="游ゴシック"/>
                        </a:rPr>
                        <a:t>Excel</a:t>
                      </a:r>
                      <a:r>
                        <a:rPr kumimoji="1" lang="ja-JP" altLang="en-US" sz="1600">
                          <a:solidFill>
                            <a:schemeClr val="tx1"/>
                          </a:solidFill>
                          <a:latin typeface="游ゴシック"/>
                          <a:ea typeface="游ゴシック"/>
                        </a:rPr>
                        <a:t>マクロ内直書き、シート内セル、外部ファイル等）毎の修正方法を整理します。</a:t>
                      </a:r>
                      <a:endParaRPr kumimoji="1" lang="en-US" altLang="ja-JP" sz="1600">
                        <a:solidFill>
                          <a:schemeClr val="tx1"/>
                        </a:solidFill>
                        <a:latin typeface="游ゴシック"/>
                        <a:ea typeface="游ゴシック"/>
                      </a:endParaRPr>
                    </a:p>
                    <a:p>
                      <a:pPr marL="0" indent="0">
                        <a:buFont typeface="Arial" pitchFamily="34" charset="0"/>
                        <a:buNone/>
                      </a:pPr>
                      <a:r>
                        <a:rPr kumimoji="1" lang="ja-JP" altLang="en-US" sz="1600">
                          <a:solidFill>
                            <a:schemeClr val="tx1"/>
                          </a:solidFill>
                          <a:latin typeface="游ゴシック"/>
                          <a:ea typeface="游ゴシック"/>
                        </a:rPr>
                        <a:t>テスト仕様書（修正対象ファイル一覧ベースのチェックリスト）の作成を行います。</a:t>
                      </a:r>
                      <a:endParaRPr kumimoji="1" lang="en-US" altLang="ja-JP" sz="1600">
                        <a:solidFill>
                          <a:schemeClr val="tx1"/>
                        </a:solidFill>
                        <a:latin typeface="游ゴシック"/>
                        <a:ea typeface="游ゴシック"/>
                      </a:endParaRPr>
                    </a:p>
                    <a:p>
                      <a:pPr marL="0" indent="0">
                        <a:buFont typeface="Arial" pitchFamily="34" charset="0"/>
                        <a:buNone/>
                      </a:pPr>
                      <a:r>
                        <a:rPr kumimoji="1" lang="ja-JP" altLang="en-US" sz="1600">
                          <a:solidFill>
                            <a:schemeClr val="tx1"/>
                          </a:solidFill>
                          <a:latin typeface="游ゴシック"/>
                          <a:ea typeface="游ゴシック"/>
                        </a:rPr>
                        <a:t>移行用ツールの設計を行います。</a:t>
                      </a:r>
                    </a:p>
                    <a:p>
                      <a:pPr marL="0" lvl="0" indent="0">
                        <a:buNone/>
                      </a:pPr>
                      <a:r>
                        <a:rPr lang="ja-JP" sz="1600" b="0" i="0" u="none" strike="noStrike" noProof="0">
                          <a:solidFill>
                            <a:schemeClr val="tx1"/>
                          </a:solidFill>
                        </a:rPr>
                        <a:t>設計書、運用ドキュメント</a:t>
                      </a:r>
                      <a:r>
                        <a:rPr lang="ja-JP" altLang="en-US" sz="1600" b="0" i="0" u="none" strike="noStrike" noProof="0">
                          <a:solidFill>
                            <a:schemeClr val="tx1"/>
                          </a:solidFill>
                        </a:rPr>
                        <a:t>の</a:t>
                      </a:r>
                      <a:r>
                        <a:rPr lang="ja-JP" sz="1600" b="0" i="0" u="none" strike="noStrike" noProof="0">
                          <a:solidFill>
                            <a:schemeClr val="tx1"/>
                          </a:solidFill>
                        </a:rPr>
                        <a:t>修正を行います</a:t>
                      </a:r>
                      <a:r>
                        <a:rPr lang="ja-JP" altLang="en-US" sz="1600" b="0" i="0" u="none" strike="noStrike" noProof="0">
                          <a:solidFill>
                            <a:schemeClr val="tx1"/>
                          </a:solidFill>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dirty="0">
                          <a:solidFill>
                            <a:schemeClr val="dk1"/>
                          </a:solidFill>
                          <a:latin typeface="游ゴシック"/>
                          <a:ea typeface="游ゴシック"/>
                          <a:cs typeface="+mn-cs"/>
                        </a:rPr>
                        <a:t>3</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各</a:t>
                      </a:r>
                      <a:r>
                        <a:rPr lang="en-US" altLang="ja-JP" sz="1600" dirty="0">
                          <a:solidFill>
                            <a:schemeClr val="tx1"/>
                          </a:solidFill>
                          <a:latin typeface="游ゴシック"/>
                          <a:ea typeface="游ゴシック"/>
                        </a:rPr>
                        <a:t>Excel</a:t>
                      </a:r>
                      <a:r>
                        <a:rPr lang="ja-JP" altLang="en-US" sz="1600">
                          <a:solidFill>
                            <a:schemeClr val="tx1"/>
                          </a:solidFill>
                          <a:latin typeface="游ゴシック"/>
                          <a:ea typeface="游ゴシック"/>
                        </a:rPr>
                        <a:t>、</a:t>
                      </a:r>
                      <a:r>
                        <a:rPr lang="en-US" altLang="ja-JP" sz="1600" dirty="0">
                          <a:solidFill>
                            <a:schemeClr val="tx1"/>
                          </a:solidFill>
                          <a:latin typeface="游ゴシック"/>
                          <a:ea typeface="游ゴシック"/>
                        </a:rPr>
                        <a:t>PG</a:t>
                      </a:r>
                      <a:r>
                        <a:rPr lang="ja-JP" altLang="en-US" sz="1600">
                          <a:solidFill>
                            <a:schemeClr val="tx1"/>
                          </a:solidFill>
                          <a:latin typeface="游ゴシック"/>
                          <a:ea typeface="游ゴシック"/>
                        </a:rPr>
                        <a:t>に対し修正を行います。</a:t>
                      </a:r>
                      <a:endParaRPr lang="en-US" altLang="ja-JP" sz="16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移行用ツールの作成を行います。</a:t>
                      </a:r>
                    </a:p>
                    <a:p>
                      <a:pPr marL="0" marR="0" lvl="0" indent="0" algn="l">
                        <a:lnSpc>
                          <a:spcPct val="100000"/>
                        </a:lnSpc>
                        <a:spcBef>
                          <a:spcPts val="0"/>
                        </a:spcBef>
                        <a:spcAft>
                          <a:spcPts val="0"/>
                        </a:spcAft>
                        <a:buNone/>
                      </a:pPr>
                      <a:r>
                        <a:rPr lang="ja-JP" sz="1600" b="0" i="0" u="none" strike="noStrike" noProof="0">
                          <a:solidFill>
                            <a:schemeClr val="tx1"/>
                          </a:solidFill>
                        </a:rPr>
                        <a:t>ヒストリデータクライアントのバージョンアップを行います</a:t>
                      </a:r>
                      <a:r>
                        <a:rPr lang="ja-JP" altLang="en-US" sz="1600" b="0" i="0" u="none" strike="noStrike" noProof="0">
                          <a:solidFill>
                            <a:schemeClr val="tx1"/>
                          </a:solidFill>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dirty="0">
                          <a:solidFill>
                            <a:schemeClr val="dk1"/>
                          </a:solidFill>
                          <a:latin typeface="游ゴシック"/>
                          <a:ea typeface="游ゴシック"/>
                          <a:cs typeface="+mn-cs"/>
                        </a:rPr>
                        <a:t>4</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a:ea typeface="游ゴシック"/>
                        </a:rPr>
                        <a:t>Excel</a:t>
                      </a:r>
                      <a:r>
                        <a:rPr lang="ja-JP" altLang="en-US" sz="1600">
                          <a:solidFill>
                            <a:schemeClr val="tx1"/>
                          </a:solidFill>
                          <a:latin typeface="游ゴシック"/>
                          <a:ea typeface="游ゴシック"/>
                        </a:rPr>
                        <a:t>、</a:t>
                      </a:r>
                      <a:r>
                        <a:rPr lang="en-US" altLang="ja-JP" sz="1600" dirty="0">
                          <a:solidFill>
                            <a:schemeClr val="tx1"/>
                          </a:solidFill>
                          <a:latin typeface="游ゴシック"/>
                          <a:ea typeface="游ゴシック"/>
                        </a:rPr>
                        <a:t>PG</a:t>
                      </a:r>
                      <a:r>
                        <a:rPr lang="ja-JP" altLang="en-US" sz="1600">
                          <a:solidFill>
                            <a:schemeClr val="tx1"/>
                          </a:solidFill>
                          <a:latin typeface="游ゴシック"/>
                          <a:ea typeface="游ゴシック"/>
                        </a:rPr>
                        <a:t>の接続確認テストを実施します。</a:t>
                      </a:r>
                      <a:br>
                        <a:rPr lang="en-US" altLang="ja-JP" sz="1600" dirty="0">
                          <a:solidFill>
                            <a:srgbClr val="323232"/>
                          </a:solidFill>
                          <a:latin typeface="游ゴシック"/>
                          <a:ea typeface="游ゴシック"/>
                        </a:rPr>
                      </a:br>
                      <a:r>
                        <a:rPr lang="en-US" altLang="ja-JP" sz="1600" dirty="0">
                          <a:solidFill>
                            <a:schemeClr val="tx1"/>
                          </a:solidFill>
                          <a:latin typeface="游ゴシック"/>
                          <a:ea typeface="游ゴシック"/>
                        </a:rPr>
                        <a:t>※Excel</a:t>
                      </a:r>
                      <a:r>
                        <a:rPr lang="ja-JP" altLang="en-US" sz="1600">
                          <a:solidFill>
                            <a:schemeClr val="tx1"/>
                          </a:solidFill>
                          <a:latin typeface="游ゴシック"/>
                          <a:ea typeface="游ゴシック"/>
                        </a:rPr>
                        <a:t>は修正対象の内、</a:t>
                      </a:r>
                      <a:r>
                        <a:rPr lang="en-US" altLang="ja-JP" sz="1600" dirty="0">
                          <a:solidFill>
                            <a:schemeClr val="tx1"/>
                          </a:solidFill>
                          <a:latin typeface="游ゴシック"/>
                          <a:ea typeface="游ゴシック"/>
                        </a:rPr>
                        <a:t>10</a:t>
                      </a:r>
                      <a:r>
                        <a:rPr lang="ja-JP" altLang="en-US" sz="1600">
                          <a:solidFill>
                            <a:schemeClr val="tx1"/>
                          </a:solidFill>
                          <a:latin typeface="游ゴシック"/>
                          <a:ea typeface="游ゴシック"/>
                        </a:rPr>
                        <a:t>％程度で実施を想定しております。</a:t>
                      </a:r>
                      <a:endParaRPr lang="en-US" altLang="ja-JP" sz="1600">
                        <a:solidFill>
                          <a:schemeClr val="tx1"/>
                        </a:solidFill>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移行ツールのテストを行います。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385762">
                <a:tc>
                  <a:txBody>
                    <a:bodyPr/>
                    <a:lstStyle/>
                    <a:p>
                      <a:pPr marL="0" lvl="0" algn="ctr" defTabSz="914400">
                        <a:buNone/>
                      </a:pPr>
                      <a:r>
                        <a:rPr kumimoji="1" lang="en-US" altLang="ja-JP" sz="1600" kern="1200" dirty="0">
                          <a:solidFill>
                            <a:schemeClr val="dk1"/>
                          </a:solidFill>
                          <a:latin typeface="游ゴシック"/>
                          <a:ea typeface="游ゴシック"/>
                        </a:rPr>
                        <a:t>5</a:t>
                      </a:r>
                    </a:p>
                  </a:txBody>
                  <a:tcPr marL="36000" marR="36000" marT="36000" marB="36000" anchor="ctr">
                    <a:lnL w="12700">
                      <a:solidFill>
                        <a:schemeClr val="bg1">
                          <a:lumMod val="65000"/>
                        </a:schemeClr>
                      </a:solid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kumimoji="0" lang="ja-JP" altLang="en-US" sz="1600"/>
                        <a:t>受入テストを実施するための環境整備、及びテスト期間中の問合せ対応を行います。</a:t>
                      </a:r>
                      <a:endParaRPr kumimoji="0" lang="en-US" altLang="ja-JP" sz="1600"/>
                    </a:p>
                  </a:txBody>
                  <a:tcPr anchor="ctr">
                    <a:lnL w="12700" cap="flat" cmpd="sng" algn="ctr">
                      <a:solidFill>
                        <a:schemeClr val="bg1">
                          <a:lumMod val="65000"/>
                        </a:schemeClr>
                      </a:solidFill>
                      <a:prstDash val="solid"/>
                      <a:round/>
                      <a:headEnd type="none" w="med" len="med"/>
                      <a:tailEnd type="none" w="med" len="med"/>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r h="385762">
                <a:tc>
                  <a:txBody>
                    <a:bodyPr/>
                    <a:lstStyle/>
                    <a:p>
                      <a:pPr marL="0" algn="ctr" defTabSz="914400" rtl="0" eaLnBrk="1" latinLnBrk="0" hangingPunct="1"/>
                      <a:r>
                        <a:rPr kumimoji="1" lang="en-US" altLang="ja-JP" sz="1600" kern="1200" dirty="0">
                          <a:solidFill>
                            <a:schemeClr val="dk1"/>
                          </a:solidFill>
                          <a:latin typeface="游ゴシック"/>
                          <a:ea typeface="游ゴシック"/>
                        </a:rPr>
                        <a:t>6</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移行手順書の作成、及び本番移行を行います。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600" kern="1200" dirty="0">
                          <a:solidFill>
                            <a:schemeClr val="dk1"/>
                          </a:solidFill>
                          <a:latin typeface="游ゴシック"/>
                          <a:ea typeface="游ゴシック"/>
                        </a:rPr>
                        <a:t>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期間中の問合せ対応を行います。</a:t>
                      </a:r>
                      <a:endParaRPr kumimoji="0" lang="en-US" altLang="ja-JP" sz="16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a:solidFill>
                            <a:schemeClr val="tx1"/>
                          </a:solidFill>
                          <a:latin typeface="游ゴシック"/>
                          <a:ea typeface="游ゴシック"/>
                        </a:rPr>
                        <a:t>期間は各所で切替後</a:t>
                      </a:r>
                      <a:r>
                        <a:rPr kumimoji="0" lang="en-US" altLang="ja-JP" sz="1600" dirty="0">
                          <a:solidFill>
                            <a:schemeClr val="tx1"/>
                          </a:solidFill>
                          <a:latin typeface="游ゴシック"/>
                          <a:ea typeface="游ゴシック"/>
                        </a:rPr>
                        <a:t>1</a:t>
                      </a:r>
                      <a:r>
                        <a:rPr kumimoji="0" lang="ja-JP" altLang="en-US" sz="1600">
                          <a:solidFill>
                            <a:schemeClr val="tx1"/>
                          </a:solidFill>
                          <a:latin typeface="游ゴシック"/>
                          <a:ea typeface="游ゴシック"/>
                        </a:rPr>
                        <a:t>週間を想定しています。</a:t>
                      </a:r>
                      <a:endParaRPr kumimoji="0"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dirty="0"/>
              <a:t>2025/4/11</a:t>
            </a:r>
            <a:endParaRPr lang="en-US"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230787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７</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83346821"/>
              </p:ext>
            </p:extLst>
          </p:nvPr>
        </p:nvGraphicFramePr>
        <p:xfrm>
          <a:off x="606000" y="936000"/>
          <a:ext cx="11158389" cy="4125792"/>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対象ファイル一覧</a:t>
                      </a:r>
                      <a:r>
                        <a:rPr lang="ja-JP" altLang="en-US" sz="1600">
                          <a:solidFill>
                            <a:schemeClr val="tx1"/>
                          </a:solidFill>
                          <a:latin typeface="游ゴシック"/>
                          <a:ea typeface="游ゴシック"/>
                        </a:rPr>
                        <a:t>、テスト計画、移行計画</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変更仕様書</a:t>
                      </a:r>
                      <a:r>
                        <a:rPr lang="ja-JP" altLang="en-US" sz="1600">
                          <a:solidFill>
                            <a:schemeClr val="tx1"/>
                          </a:solidFill>
                          <a:latin typeface="游ゴシック"/>
                          <a:ea typeface="游ゴシック"/>
                        </a:rPr>
                        <a:t>、</a:t>
                      </a:r>
                      <a:r>
                        <a:rPr lang="ja-JP" sz="1600" b="0" i="0" u="none" strike="noStrike" noProof="0">
                          <a:solidFill>
                            <a:schemeClr val="tx1"/>
                          </a:solidFill>
                        </a:rPr>
                        <a:t>設計書、運用ドキュメント</a:t>
                      </a:r>
                      <a:endParaRPr kumimoji="1"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テスト仕様書兼兼結果報告書（チェックリスト）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39999">
                <a:tc>
                  <a:txBody>
                    <a:bodyPr/>
                    <a:lstStyle/>
                    <a:p>
                      <a:pPr marL="0" lvl="0" algn="ctr" defTabSz="914400">
                        <a:buNone/>
                      </a:pPr>
                      <a:r>
                        <a:rPr kumimoji="1" lang="en-US" altLang="ja-JP" sz="1600" kern="1200">
                          <a:solidFill>
                            <a:schemeClr val="dk1"/>
                          </a:solidFill>
                          <a:latin typeface="游ゴシック"/>
                          <a:ea typeface="游ゴシック"/>
                        </a:rPr>
                        <a:t>5</a:t>
                      </a:r>
                    </a:p>
                  </a:txBody>
                  <a:tcPr marL="36000" marR="36000" marT="36000" marB="36000" anchor="ctr">
                    <a:lnL w="12700">
                      <a:solidFill>
                        <a:schemeClr val="bg1">
                          <a:lumMod val="65000"/>
                        </a:schemeClr>
                      </a:solid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受入テスト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問題管理表</a:t>
                      </a:r>
                      <a:endParaRPr kumimoji="0" lang="ja-JP"/>
                    </a:p>
                  </a:txBody>
                  <a:tcPr anchor="ctr">
                    <a:lnL w="12700" cap="flat" cmpd="sng" algn="ctr">
                      <a:solidFill>
                        <a:schemeClr val="bg1">
                          <a:lumMod val="65000"/>
                        </a:schemeClr>
                      </a:solidFill>
                      <a:prstDash val="solid"/>
                      <a:round/>
                      <a:headEnd type="none" w="med" len="med"/>
                      <a:tailEnd type="none" w="med" len="med"/>
                    </a:lnL>
                    <a:lnR w="12700">
                      <a:solidFill>
                        <a:schemeClr val="bg1">
                          <a:lumMod val="65000"/>
                        </a:schemeClr>
                      </a:solidFill>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6</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600" kern="1200">
                          <a:solidFill>
                            <a:schemeClr val="dk1"/>
                          </a:solidFill>
                          <a:latin typeface="游ゴシック"/>
                          <a:ea typeface="游ゴシック"/>
                        </a:rPr>
                        <a:t>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問題管理表</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2025/4/1</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D70B-D659-E9CE-017E-978A87F93E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16FBC1-F9BE-D9FF-19FD-9325017E9964}"/>
              </a:ext>
            </a:extLst>
          </p:cNvPr>
          <p:cNvSpPr>
            <a:spLocks noGrp="1"/>
          </p:cNvSpPr>
          <p:nvPr>
            <p:ph type="title"/>
          </p:nvPr>
        </p:nvSpPr>
        <p:spPr/>
        <p:txBody>
          <a:bodyPr/>
          <a:lstStyle/>
          <a:p>
            <a:r>
              <a:rPr lang="ja-JP" altLang="en-US">
                <a:latin typeface="游明朝"/>
                <a:ea typeface="游明朝"/>
              </a:rPr>
              <a:t>８</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会議体</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C2D8386A-4FC1-438A-A2A3-47070AF36BB7}"/>
              </a:ext>
            </a:extLst>
          </p:cNvPr>
          <p:cNvGraphicFramePr>
            <a:graphicFrameLocks noGrp="1"/>
          </p:cNvGraphicFramePr>
          <p:nvPr>
            <p:extLst>
              <p:ext uri="{D42A27DB-BD31-4B8C-83A1-F6EECF244321}">
                <p14:modId xmlns:p14="http://schemas.microsoft.com/office/powerpoint/2010/main" val="2533215746"/>
              </p:ext>
            </p:extLst>
          </p:nvPr>
        </p:nvGraphicFramePr>
        <p:xfrm>
          <a:off x="606000" y="2077404"/>
          <a:ext cx="11158372" cy="279792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a:solidFill>
                            <a:schemeClr val="tx1"/>
                          </a:solidFill>
                          <a:latin typeface="游ゴシック"/>
                          <a:ea typeface="游ゴシック"/>
                        </a:rPr>
                        <a:t>キックオフ</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2025/5上旬</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altLang="en-US" sz="1600">
                          <a:solidFill>
                            <a:schemeClr val="tx1"/>
                          </a:solidFill>
                          <a:latin typeface="游ゴシック"/>
                          <a:ea typeface="游ゴシック"/>
                        </a:rPr>
                        <a:t>四課様、EXE</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プロジェクト内容、スケジュール、進め方の認識合わせを実施いたします。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要件確定会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2025/5</a:t>
                      </a:r>
                      <a:r>
                        <a:rPr lang="ja-JP" altLang="en-US" sz="1600" b="0" i="0" u="none" strike="noStrike" noProof="0">
                          <a:solidFill>
                            <a:schemeClr val="tx1"/>
                          </a:solidFill>
                          <a:latin typeface="游ゴシック"/>
                          <a:ea typeface="游ゴシック"/>
                        </a:rPr>
                        <a:t>下旬～</a:t>
                      </a:r>
                    </a:p>
                    <a:p>
                      <a:pPr marL="0" lvl="0" indent="0" algn="l">
                        <a:lnSpc>
                          <a:spcPct val="100000"/>
                        </a:lnSpc>
                        <a:spcBef>
                          <a:spcPts val="0"/>
                        </a:spcBef>
                        <a:spcAft>
                          <a:spcPts val="0"/>
                        </a:spcAft>
                        <a:buNone/>
                      </a:pPr>
                      <a:r>
                        <a:rPr lang="ja-JP" altLang="en-US" sz="1600" b="0" i="0" u="none" strike="noStrike" noProof="0">
                          <a:solidFill>
                            <a:schemeClr val="tx1"/>
                          </a:solidFill>
                          <a:latin typeface="游ゴシック"/>
                          <a:ea typeface="游ゴシック"/>
                        </a:rPr>
                        <a:t>2025/6上旬</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修正対象ファイル、テスト計画、移行計画の合意を行います。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cs typeface="+mn-cs"/>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設計書レビュー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2025/6</a:t>
                      </a:r>
                      <a:r>
                        <a:rPr lang="ja-JP" altLang="en-US" sz="1600" b="0" i="0" u="none" strike="noStrike" kern="1200" cap="none" normalizeH="0" baseline="0" noProof="0">
                          <a:ln>
                            <a:noFill/>
                          </a:ln>
                          <a:solidFill>
                            <a:schemeClr val="tx1"/>
                          </a:solidFill>
                          <a:effectLst/>
                          <a:latin typeface="游ゴシック"/>
                          <a:ea typeface="游ゴシック"/>
                        </a:rPr>
                        <a:t>中旬</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設計内容のレビューを頂きます。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bl>
          </a:graphicData>
        </a:graphic>
      </p:graphicFrame>
      <p:sp>
        <p:nvSpPr>
          <p:cNvPr id="5" name="日付プレースホルダー 4">
            <a:extLst>
              <a:ext uri="{FF2B5EF4-FFF2-40B4-BE49-F238E27FC236}">
                <a16:creationId xmlns:a16="http://schemas.microsoft.com/office/drawing/2014/main" id="{C6E4EA66-FF2A-1845-AD4F-F560C4359FDE}"/>
              </a:ext>
            </a:extLst>
          </p:cNvPr>
          <p:cNvSpPr>
            <a:spLocks noGrp="1"/>
          </p:cNvSpPr>
          <p:nvPr>
            <p:ph type="dt" sz="half" idx="10"/>
          </p:nvPr>
        </p:nvSpPr>
        <p:spPr/>
        <p:txBody>
          <a:bodyPr/>
          <a:lstStyle/>
          <a:p>
            <a:r>
              <a:rPr lang="en-US" altLang="ja-JP" dirty="0"/>
              <a:t>2025/4/11</a:t>
            </a:r>
            <a:endParaRPr lang="en-US" dirty="0"/>
          </a:p>
        </p:txBody>
      </p:sp>
      <p:sp>
        <p:nvSpPr>
          <p:cNvPr id="3" name="フッター プレースホルダー 2">
            <a:extLst>
              <a:ext uri="{FF2B5EF4-FFF2-40B4-BE49-F238E27FC236}">
                <a16:creationId xmlns:a16="http://schemas.microsoft.com/office/drawing/2014/main" id="{3C622AE4-C84C-4262-E680-884E5219D3A1}"/>
              </a:ext>
            </a:extLst>
          </p:cNvPr>
          <p:cNvSpPr>
            <a:spLocks noGrp="1"/>
          </p:cNvSpPr>
          <p:nvPr>
            <p:ph type="ftr" sz="quarter" idx="11"/>
          </p:nvPr>
        </p:nvSpPr>
        <p:spPr/>
        <p:txBody>
          <a:bodyPr/>
          <a:lstStyle/>
          <a:p>
            <a:r>
              <a:rPr lang="en-US"/>
              <a:t>Copyright © 2025 SystemEXE,Inc All Rights Reserved.</a:t>
            </a:r>
          </a:p>
        </p:txBody>
      </p:sp>
      <p:sp>
        <p:nvSpPr>
          <p:cNvPr id="4" name="テキスト ボックス 3">
            <a:extLst>
              <a:ext uri="{FF2B5EF4-FFF2-40B4-BE49-F238E27FC236}">
                <a16:creationId xmlns:a16="http://schemas.microsoft.com/office/drawing/2014/main" id="{A0EF78CE-7ECB-4EEE-9054-2A58E02E5F79}"/>
              </a:ext>
            </a:extLst>
          </p:cNvPr>
          <p:cNvSpPr txBox="1"/>
          <p:nvPr/>
        </p:nvSpPr>
        <p:spPr>
          <a:xfrm>
            <a:off x="576000" y="788894"/>
            <a:ext cx="10961576" cy="1077218"/>
          </a:xfrm>
          <a:prstGeom prst="rect">
            <a:avLst/>
          </a:prstGeom>
          <a:noFill/>
        </p:spPr>
        <p:txBody>
          <a:bodyPr wrap="square" rtlCol="0">
            <a:spAutoFit/>
          </a:bodyPr>
          <a:lstStyle/>
          <a:p>
            <a:r>
              <a:rPr kumimoji="1" lang="en-US" altLang="ja-JP" sz="1600" err="1">
                <a:latin typeface="游ゴシック" panose="020B0400000000000000" pitchFamily="50" charset="-128"/>
                <a:ea typeface="游ゴシック" panose="020B0400000000000000" pitchFamily="50" charset="-128"/>
              </a:rPr>
              <a:t>XenAPP</a:t>
            </a:r>
            <a:r>
              <a:rPr kumimoji="1" lang="ja-JP" altLang="en-US" sz="1600">
                <a:latin typeface="游ゴシック" panose="020B0400000000000000" pitchFamily="50" charset="-128"/>
                <a:ea typeface="游ゴシック" panose="020B0400000000000000" pitchFamily="50" charset="-128"/>
              </a:rPr>
              <a:t>対応で想定している会議体となります。</a:t>
            </a:r>
            <a:br>
              <a:rPr kumimoji="1" lang="en-US" altLang="ja-JP" sz="1600">
                <a:latin typeface="游ゴシック" panose="020B0400000000000000" pitchFamily="50" charset="-128"/>
                <a:ea typeface="游ゴシック" panose="020B0400000000000000" pitchFamily="50" charset="-128"/>
              </a:rPr>
            </a:b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要件定義～設計工程までの会議体となります。</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　開発工程以降の会議体は次フェーズ契約時に設定させていただきます。</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なお、工場システムは</a:t>
            </a:r>
            <a:r>
              <a:rPr kumimoji="1" lang="en-US" altLang="ja-JP" sz="1600">
                <a:latin typeface="游ゴシック" panose="020B0400000000000000" pitchFamily="50" charset="-128"/>
                <a:ea typeface="游ゴシック" panose="020B0400000000000000" pitchFamily="50" charset="-128"/>
              </a:rPr>
              <a:t>Azure</a:t>
            </a:r>
            <a:r>
              <a:rPr kumimoji="1" lang="ja-JP" altLang="en-US" sz="1600">
                <a:latin typeface="游ゴシック" panose="020B0400000000000000" pitchFamily="50" charset="-128"/>
                <a:ea typeface="游ゴシック" panose="020B0400000000000000" pitchFamily="50" charset="-128"/>
              </a:rPr>
              <a:t>移行</a:t>
            </a:r>
            <a:r>
              <a:rPr kumimoji="1" lang="en-US" altLang="ja-JP" sz="1600">
                <a:latin typeface="游ゴシック" panose="020B0400000000000000" pitchFamily="50" charset="-128"/>
                <a:ea typeface="游ゴシック" panose="020B0400000000000000" pitchFamily="50" charset="-128"/>
              </a:rPr>
              <a:t>PJ</a:t>
            </a:r>
            <a:r>
              <a:rPr kumimoji="1" lang="ja-JP" altLang="en-US" sz="1600">
                <a:latin typeface="游ゴシック" panose="020B0400000000000000" pitchFamily="50" charset="-128"/>
                <a:ea typeface="游ゴシック" panose="020B0400000000000000" pitchFamily="50" charset="-128"/>
              </a:rPr>
              <a:t>定例内で本件の報告もさせていただく想定です。</a:t>
            </a:r>
          </a:p>
        </p:txBody>
      </p:sp>
    </p:spTree>
    <p:extLst>
      <p:ext uri="{BB962C8B-B14F-4D97-AF65-F5344CB8AC3E}">
        <p14:creationId xmlns:p14="http://schemas.microsoft.com/office/powerpoint/2010/main" val="1134005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r>
              <a:rPr lang="en-US" altLang="ja-JP" err="1">
                <a:latin typeface="游明朝" panose="02020400000000000000" pitchFamily="18" charset="-128"/>
                <a:ea typeface="游明朝" panose="02020400000000000000" pitchFamily="18" charset="-128"/>
              </a:rPr>
              <a:t>XenAPP</a:t>
            </a:r>
            <a:r>
              <a:rPr lang="ja-JP" altLang="en-US">
                <a:latin typeface="游明朝" panose="02020400000000000000" pitchFamily="18" charset="-128"/>
                <a:ea typeface="游明朝" panose="02020400000000000000" pitchFamily="18" charset="-128"/>
              </a:rPr>
              <a:t>）</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dirty="0"/>
              <a:t>2025/4/11</a:t>
            </a:r>
            <a:endParaRPr lang="en-US" dirty="0"/>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4162781017"/>
              </p:ext>
            </p:extLst>
          </p:nvPr>
        </p:nvGraphicFramePr>
        <p:xfrm>
          <a:off x="606000" y="1273211"/>
          <a:ext cx="10979999" cy="5043132"/>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13">
                  <a:txBody>
                    <a:bodyPr/>
                    <a:lstStyle/>
                    <a:p>
                      <a:pPr algn="l" rtl="0" fontAlgn="ctr"/>
                      <a:r>
                        <a:rPr lang="en-US" altLang="ja-JP" sz="1600" b="0" i="0" u="none" strike="noStrike" err="1">
                          <a:solidFill>
                            <a:srgbClr val="000000"/>
                          </a:solidFill>
                          <a:effectLst/>
                          <a:latin typeface="游ゴシック" panose="020B0400000000000000" pitchFamily="50" charset="-128"/>
                          <a:ea typeface="游ゴシック" panose="020B0400000000000000" pitchFamily="50" charset="-128"/>
                        </a:rPr>
                        <a:t>XenAPP</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434,000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1.86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1,984,000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5.42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904,000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受入</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2,086,000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8.81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9,410,000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3981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644985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452755"/>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0.73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1,022,000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815034"/>
                  </a:ext>
                </a:extLst>
              </a:tr>
              <a:tr h="33981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4.38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4,672,000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78078077"/>
                  </a:ext>
                </a:extLst>
              </a:tr>
              <a:tr h="343692">
                <a:tc gridSpan="6">
                  <a:txBody>
                    <a:bodyPr/>
                    <a:lstStyle/>
                    <a:p>
                      <a:pPr algn="r" rtl="0" fontAlgn="ctr"/>
                      <a:r>
                        <a:rPr lang="en-US" altLang="ja-JP" sz="1600" b="1" i="0" u="none" strike="noStrike" err="1">
                          <a:solidFill>
                            <a:srgbClr val="000000"/>
                          </a:solidFill>
                          <a:effectLst/>
                          <a:latin typeface="游ゴシック" panose="020B0400000000000000" pitchFamily="50" charset="-128"/>
                          <a:ea typeface="游ゴシック" panose="020B0400000000000000" pitchFamily="50" charset="-128"/>
                        </a:rPr>
                        <a:t>XenAPP</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15.05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16,066,000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53405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お見積もり（工場システム）</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dirty="0"/>
              <a:t>2025/4/11</a:t>
            </a:r>
            <a:endParaRPr lang="en-US" dirty="0"/>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4140293948"/>
              </p:ext>
            </p:extLst>
          </p:nvPr>
        </p:nvGraphicFramePr>
        <p:xfrm>
          <a:off x="606000" y="1230404"/>
          <a:ext cx="10979999" cy="3261706"/>
        </p:xfrm>
        <a:graphic>
          <a:graphicData uri="http://schemas.openxmlformats.org/drawingml/2006/table">
            <a:tbl>
              <a:tblPr firstRow="1" bandRow="1">
                <a:tableStyleId>{2D5ABB26-0587-4C30-8999-92F81FD0307C}</a:tableStyleId>
              </a:tblPr>
              <a:tblGrid>
                <a:gridCol w="423881">
                  <a:extLst>
                    <a:ext uri="{9D8B030D-6E8A-4147-A177-3AD203B41FA5}">
                      <a16:colId xmlns:a16="http://schemas.microsoft.com/office/drawing/2014/main" val="233225342"/>
                    </a:ext>
                  </a:extLst>
                </a:gridCol>
                <a:gridCol w="1089430">
                  <a:extLst>
                    <a:ext uri="{9D8B030D-6E8A-4147-A177-3AD203B41FA5}">
                      <a16:colId xmlns:a16="http://schemas.microsoft.com/office/drawing/2014/main" val="2469085819"/>
                    </a:ext>
                  </a:extLst>
                </a:gridCol>
                <a:gridCol w="1251418">
                  <a:extLst>
                    <a:ext uri="{9D8B030D-6E8A-4147-A177-3AD203B41FA5}">
                      <a16:colId xmlns:a16="http://schemas.microsoft.com/office/drawing/2014/main" val="568014644"/>
                    </a:ext>
                  </a:extLst>
                </a:gridCol>
                <a:gridCol w="1544193">
                  <a:extLst>
                    <a:ext uri="{9D8B030D-6E8A-4147-A177-3AD203B41FA5}">
                      <a16:colId xmlns:a16="http://schemas.microsoft.com/office/drawing/2014/main" val="3608806225"/>
                    </a:ext>
                  </a:extLst>
                </a:gridCol>
                <a:gridCol w="808966">
                  <a:extLst>
                    <a:ext uri="{9D8B030D-6E8A-4147-A177-3AD203B41FA5}">
                      <a16:colId xmlns:a16="http://schemas.microsoft.com/office/drawing/2014/main" val="2247639322"/>
                    </a:ext>
                  </a:extLst>
                </a:gridCol>
                <a:gridCol w="2612353">
                  <a:extLst>
                    <a:ext uri="{9D8B030D-6E8A-4147-A177-3AD203B41FA5}">
                      <a16:colId xmlns:a16="http://schemas.microsoft.com/office/drawing/2014/main" val="4260495519"/>
                    </a:ext>
                  </a:extLst>
                </a:gridCol>
                <a:gridCol w="1412938">
                  <a:extLst>
                    <a:ext uri="{9D8B030D-6E8A-4147-A177-3AD203B41FA5}">
                      <a16:colId xmlns:a16="http://schemas.microsoft.com/office/drawing/2014/main" val="3343664097"/>
                    </a:ext>
                  </a:extLst>
                </a:gridCol>
                <a:gridCol w="1836820">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システム</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8">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工場</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8">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8025534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製造</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97029941"/>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テスト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1707693"/>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本番稼働</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115866229"/>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86052745"/>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490,000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81838400"/>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1.83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1,970,000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43692">
                <a:tc gridSpan="6">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総合計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16.88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18,036,000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41658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９</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r>
              <a:rPr lang="en-US" altLang="ja-JP" err="1">
                <a:latin typeface="游明朝" panose="02020400000000000000" pitchFamily="18" charset="-128"/>
                <a:ea typeface="游明朝" panose="02020400000000000000" pitchFamily="18" charset="-128"/>
              </a:rPr>
              <a:t>XenAPP</a:t>
            </a:r>
            <a:r>
              <a:rPr lang="ja-JP" altLang="en-US">
                <a:latin typeface="游明朝" panose="02020400000000000000" pitchFamily="18" charset="-128"/>
                <a:ea typeface="游明朝" panose="02020400000000000000" pitchFamily="18" charset="-128"/>
              </a:rPr>
              <a:t>事業所別）</a:t>
            </a:r>
            <a:endParaRPr kumimoji="1" lang="ja-JP" altLang="en-US" sz="200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dirty="0"/>
              <a:t>2025/4/11</a:t>
            </a:r>
            <a:endParaRPr lang="en-US"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graphicFrame>
        <p:nvGraphicFramePr>
          <p:cNvPr id="6" name="表 5">
            <a:extLst>
              <a:ext uri="{FF2B5EF4-FFF2-40B4-BE49-F238E27FC236}">
                <a16:creationId xmlns:a16="http://schemas.microsoft.com/office/drawing/2014/main" id="{7EB967EE-8325-46B4-8058-F04901B5D9D1}"/>
              </a:ext>
            </a:extLst>
          </p:cNvPr>
          <p:cNvGraphicFramePr>
            <a:graphicFrameLocks noGrp="1"/>
          </p:cNvGraphicFramePr>
          <p:nvPr>
            <p:extLst>
              <p:ext uri="{D42A27DB-BD31-4B8C-83A1-F6EECF244321}">
                <p14:modId xmlns:p14="http://schemas.microsoft.com/office/powerpoint/2010/main" val="3642880988"/>
              </p:ext>
            </p:extLst>
          </p:nvPr>
        </p:nvGraphicFramePr>
        <p:xfrm>
          <a:off x="216000" y="1358275"/>
          <a:ext cx="11573367" cy="3675010"/>
        </p:xfrm>
        <a:graphic>
          <a:graphicData uri="http://schemas.openxmlformats.org/drawingml/2006/table">
            <a:tbl>
              <a:tblPr/>
              <a:tblGrid>
                <a:gridCol w="917367">
                  <a:extLst>
                    <a:ext uri="{9D8B030D-6E8A-4147-A177-3AD203B41FA5}">
                      <a16:colId xmlns:a16="http://schemas.microsoft.com/office/drawing/2014/main" val="1748576600"/>
                    </a:ext>
                  </a:extLst>
                </a:gridCol>
                <a:gridCol w="504000">
                  <a:extLst>
                    <a:ext uri="{9D8B030D-6E8A-4147-A177-3AD203B41FA5}">
                      <a16:colId xmlns:a16="http://schemas.microsoft.com/office/drawing/2014/main" val="1098377589"/>
                    </a:ext>
                  </a:extLst>
                </a:gridCol>
                <a:gridCol w="828000">
                  <a:extLst>
                    <a:ext uri="{9D8B030D-6E8A-4147-A177-3AD203B41FA5}">
                      <a16:colId xmlns:a16="http://schemas.microsoft.com/office/drawing/2014/main" val="1774213810"/>
                    </a:ext>
                  </a:extLst>
                </a:gridCol>
                <a:gridCol w="504000">
                  <a:extLst>
                    <a:ext uri="{9D8B030D-6E8A-4147-A177-3AD203B41FA5}">
                      <a16:colId xmlns:a16="http://schemas.microsoft.com/office/drawing/2014/main" val="1241859570"/>
                    </a:ext>
                  </a:extLst>
                </a:gridCol>
                <a:gridCol w="828000">
                  <a:extLst>
                    <a:ext uri="{9D8B030D-6E8A-4147-A177-3AD203B41FA5}">
                      <a16:colId xmlns:a16="http://schemas.microsoft.com/office/drawing/2014/main" val="355690306"/>
                    </a:ext>
                  </a:extLst>
                </a:gridCol>
                <a:gridCol w="504000">
                  <a:extLst>
                    <a:ext uri="{9D8B030D-6E8A-4147-A177-3AD203B41FA5}">
                      <a16:colId xmlns:a16="http://schemas.microsoft.com/office/drawing/2014/main" val="2412130626"/>
                    </a:ext>
                  </a:extLst>
                </a:gridCol>
                <a:gridCol w="828000">
                  <a:extLst>
                    <a:ext uri="{9D8B030D-6E8A-4147-A177-3AD203B41FA5}">
                      <a16:colId xmlns:a16="http://schemas.microsoft.com/office/drawing/2014/main" val="3818875154"/>
                    </a:ext>
                  </a:extLst>
                </a:gridCol>
                <a:gridCol w="504000">
                  <a:extLst>
                    <a:ext uri="{9D8B030D-6E8A-4147-A177-3AD203B41FA5}">
                      <a16:colId xmlns:a16="http://schemas.microsoft.com/office/drawing/2014/main" val="327483416"/>
                    </a:ext>
                  </a:extLst>
                </a:gridCol>
                <a:gridCol w="828000">
                  <a:extLst>
                    <a:ext uri="{9D8B030D-6E8A-4147-A177-3AD203B41FA5}">
                      <a16:colId xmlns:a16="http://schemas.microsoft.com/office/drawing/2014/main" val="153813407"/>
                    </a:ext>
                  </a:extLst>
                </a:gridCol>
                <a:gridCol w="504000">
                  <a:extLst>
                    <a:ext uri="{9D8B030D-6E8A-4147-A177-3AD203B41FA5}">
                      <a16:colId xmlns:a16="http://schemas.microsoft.com/office/drawing/2014/main" val="2004035961"/>
                    </a:ext>
                  </a:extLst>
                </a:gridCol>
                <a:gridCol w="828000">
                  <a:extLst>
                    <a:ext uri="{9D8B030D-6E8A-4147-A177-3AD203B41FA5}">
                      <a16:colId xmlns:a16="http://schemas.microsoft.com/office/drawing/2014/main" val="1882435250"/>
                    </a:ext>
                  </a:extLst>
                </a:gridCol>
                <a:gridCol w="504000">
                  <a:extLst>
                    <a:ext uri="{9D8B030D-6E8A-4147-A177-3AD203B41FA5}">
                      <a16:colId xmlns:a16="http://schemas.microsoft.com/office/drawing/2014/main" val="240442211"/>
                    </a:ext>
                  </a:extLst>
                </a:gridCol>
                <a:gridCol w="828000">
                  <a:extLst>
                    <a:ext uri="{9D8B030D-6E8A-4147-A177-3AD203B41FA5}">
                      <a16:colId xmlns:a16="http://schemas.microsoft.com/office/drawing/2014/main" val="2771049553"/>
                    </a:ext>
                  </a:extLst>
                </a:gridCol>
                <a:gridCol w="504000">
                  <a:extLst>
                    <a:ext uri="{9D8B030D-6E8A-4147-A177-3AD203B41FA5}">
                      <a16:colId xmlns:a16="http://schemas.microsoft.com/office/drawing/2014/main" val="941520026"/>
                    </a:ext>
                  </a:extLst>
                </a:gridCol>
                <a:gridCol w="828000">
                  <a:extLst>
                    <a:ext uri="{9D8B030D-6E8A-4147-A177-3AD203B41FA5}">
                      <a16:colId xmlns:a16="http://schemas.microsoft.com/office/drawing/2014/main" val="1009953906"/>
                    </a:ext>
                  </a:extLst>
                </a:gridCol>
                <a:gridCol w="504000">
                  <a:extLst>
                    <a:ext uri="{9D8B030D-6E8A-4147-A177-3AD203B41FA5}">
                      <a16:colId xmlns:a16="http://schemas.microsoft.com/office/drawing/2014/main" val="4224042267"/>
                    </a:ext>
                  </a:extLst>
                </a:gridCol>
                <a:gridCol w="828000">
                  <a:extLst>
                    <a:ext uri="{9D8B030D-6E8A-4147-A177-3AD203B41FA5}">
                      <a16:colId xmlns:a16="http://schemas.microsoft.com/office/drawing/2014/main" val="3673677064"/>
                    </a:ext>
                  </a:extLst>
                </a:gridCol>
              </a:tblGrid>
              <a:tr h="263580">
                <a:tc rowSpan="3">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事業所</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gridSpan="16">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5857" marR="5857" marT="5857" marB="0" anchor="ctr">
                    <a:lnL w="12700" cap="flat" cmpd="sng" algn="ctr">
                      <a:solidFill>
                        <a:srgbClr val="A6A6A6"/>
                      </a:solidFill>
                      <a:prstDash val="solid"/>
                      <a:round/>
                      <a:headEnd type="none" w="med" len="med"/>
                      <a:tailEnd type="none" w="med" len="med"/>
                    </a:lnL>
                    <a:lnR>
                      <a:noFill/>
                    </a:lnR>
                    <a:lnT>
                      <a:noFill/>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64718655"/>
                  </a:ext>
                </a:extLst>
              </a:tr>
              <a:tr h="263580">
                <a:tc v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要件定義</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設計</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製造</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テスト</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受入</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本番切替</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初期流動</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tc gridSpan="2">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プロジェクト管理</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hMerge="1">
                  <a:txBody>
                    <a:bodyPr/>
                    <a:lstStyle/>
                    <a:p>
                      <a:endParaRPr kumimoji="1" lang="ja-JP" altLang="en-US"/>
                    </a:p>
                  </a:txBody>
                  <a:tcPr/>
                </a:tc>
                <a:extLst>
                  <a:ext uri="{0D108BD9-81ED-4DB2-BD59-A6C34878D82A}">
                    <a16:rowId xmlns:a16="http://schemas.microsoft.com/office/drawing/2014/main" val="2292388347"/>
                  </a:ext>
                </a:extLst>
              </a:tr>
              <a:tr h="263580">
                <a:tc vMerge="1">
                  <a:txBody>
                    <a:bodyPr/>
                    <a:lstStyle/>
                    <a:p>
                      <a:endParaRPr kumimoji="1" lang="ja-JP" altLang="en-US"/>
                    </a:p>
                  </a:txBody>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工数</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工数</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工数</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工数</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工数</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工数</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工数</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工数</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tc>
                  <a:txBody>
                    <a:bodyPr/>
                    <a:lstStyle/>
                    <a:p>
                      <a:pPr algn="ctr" rtl="0" fontAlgn="ct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9A3B5D"/>
                    </a:solidFill>
                  </a:tcPr>
                </a:tc>
                <a:extLst>
                  <a:ext uri="{0D108BD9-81ED-4DB2-BD59-A6C34878D82A}">
                    <a16:rowId xmlns:a16="http://schemas.microsoft.com/office/drawing/2014/main" val="1044870020"/>
                  </a:ext>
                </a:extLst>
              </a:tr>
              <a:tr h="380726">
                <a:tc>
                  <a:txBody>
                    <a:bodyPr/>
                    <a:lstStyle/>
                    <a:p>
                      <a:pPr algn="l" rtl="0" fontAlgn="ct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全所</a:t>
                      </a: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全般</a:t>
                      </a: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endParaRPr lang="ja-JP" altLang="en-US"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1.00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0.55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550,000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0.31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434,000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215131967"/>
                  </a:ext>
                </a:extLst>
              </a:tr>
              <a:tr h="263580">
                <a:tc>
                  <a:txBody>
                    <a:bodyPr/>
                    <a:lstStyle/>
                    <a:p>
                      <a:pPr algn="l" rtl="0" fontAlgn="ct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愛知</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0.41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410,000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0.09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90,000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0.15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150,000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0.23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230,000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0.50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0.28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392,000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2272184838"/>
                  </a:ext>
                </a:extLst>
              </a:tr>
              <a:tr h="263580">
                <a:tc>
                  <a:txBody>
                    <a:bodyPr/>
                    <a:lstStyle/>
                    <a:p>
                      <a:pPr algn="l" rtl="0" fontAlgn="ct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北海道</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0.42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0.09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90,000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0.15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150,000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0.23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230,000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0.50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0.28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392,000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2986482437"/>
                  </a:ext>
                </a:extLst>
              </a:tr>
              <a:tr h="380726">
                <a:tc>
                  <a:txBody>
                    <a:bodyPr/>
                    <a:lstStyle/>
                    <a:p>
                      <a:pPr algn="l" rtl="0" fontAlgn="ct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千葉</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1.62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1,620,000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0.27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270,000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0.25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250,000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0.23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230,000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0.50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0.58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812,000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580366362"/>
                  </a:ext>
                </a:extLst>
              </a:tr>
              <a:tr h="263580">
                <a:tc>
                  <a:txBody>
                    <a:bodyPr/>
                    <a:lstStyle/>
                    <a:p>
                      <a:pPr algn="l" rtl="0" fontAlgn="ct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徳山</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0.67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670,000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0.12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120,000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0.23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230,000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0.50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0.35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490,000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521969346"/>
                  </a:ext>
                </a:extLst>
              </a:tr>
              <a:tr h="380726">
                <a:tc>
                  <a:txBody>
                    <a:bodyPr/>
                    <a:lstStyle/>
                    <a:p>
                      <a:pPr algn="l" rtl="0" fontAlgn="ctr"/>
                      <a:r>
                        <a:rPr lang="ja-JP" altLang="en-US" sz="1200" b="0" i="0" u="none" strike="noStrike">
                          <a:solidFill>
                            <a:srgbClr val="000000"/>
                          </a:solidFill>
                          <a:effectLst/>
                          <a:latin typeface="游ゴシック" panose="020B0400000000000000" pitchFamily="50" charset="-128"/>
                          <a:ea typeface="游ゴシック" panose="020B0400000000000000" pitchFamily="50" charset="-128"/>
                        </a:rPr>
                        <a:t>四日市</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D9D9"/>
                    </a:solidFill>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2.30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2,300,000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0.33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334,000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0.25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250,000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0.23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230,000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0.50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0.73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rtl="0" fontAlgn="ctr"/>
                      <a:r>
                        <a:rPr lang="en-US" altLang="ja-JP" sz="1200" b="0" i="0" u="none" strike="noStrike">
                          <a:solidFill>
                            <a:srgbClr val="000000"/>
                          </a:solidFill>
                          <a:effectLst/>
                          <a:latin typeface="游ゴシック" panose="020B0400000000000000" pitchFamily="50" charset="-128"/>
                          <a:ea typeface="游ゴシック" panose="020B0400000000000000" pitchFamily="50" charset="-128"/>
                        </a:rPr>
                        <a:t>1,022,000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410853672"/>
                  </a:ext>
                </a:extLst>
              </a:tr>
              <a:tr h="380726">
                <a:tc>
                  <a:txBody>
                    <a:bodyPr/>
                    <a:lstStyle/>
                    <a:p>
                      <a:pPr algn="r" rtl="0" fontAlgn="ctr"/>
                      <a:r>
                        <a:rPr lang="ja-JP" altLang="en-US" sz="1200" b="1" i="0" u="none" strike="noStrike">
                          <a:solidFill>
                            <a:srgbClr val="000000"/>
                          </a:solidFill>
                          <a:effectLst/>
                          <a:latin typeface="游ゴシック" panose="020B0400000000000000" pitchFamily="50" charset="-128"/>
                          <a:ea typeface="游ゴシック" panose="020B0400000000000000" pitchFamily="50" charset="-128"/>
                        </a:rPr>
                        <a:t>工程別計</a:t>
                      </a:r>
                    </a:p>
                  </a:txBody>
                  <a:tcPr marL="5857" marR="5857" marT="5857" marB="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1.00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0.55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550,000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5.42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5,420,000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0.90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904,000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1.00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1.15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1,150,000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2.50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2,500,000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2.53 </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tc>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3,542,000</a:t>
                      </a: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extLst>
                  <a:ext uri="{0D108BD9-81ED-4DB2-BD59-A6C34878D82A}">
                    <a16:rowId xmlns:a16="http://schemas.microsoft.com/office/drawing/2014/main" val="1030832811"/>
                  </a:ext>
                </a:extLst>
              </a:tr>
              <a:tr h="380726">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5857" marR="5857" marT="5857" marB="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w="12700" cap="flat" cmpd="sng" algn="ctr">
                      <a:solidFill>
                        <a:schemeClr val="tx1">
                          <a:lumMod val="50000"/>
                          <a:lumOff val="50000"/>
                        </a:schemeClr>
                      </a:solidFill>
                      <a:prstDash val="solid"/>
                      <a:round/>
                      <a:headEnd type="none" w="med" len="med"/>
                      <a:tailEnd type="none" w="med" len="med"/>
                    </a:lnR>
                    <a:lnT w="12700" cap="flat" cmpd="sng" algn="ctr">
                      <a:solidFill>
                        <a:srgbClr val="A6A6A6"/>
                      </a:solidFill>
                      <a:prstDash val="solid"/>
                      <a:round/>
                      <a:headEnd type="none" w="med" len="med"/>
                      <a:tailEnd type="none" w="med" len="med"/>
                    </a:lnT>
                    <a:lnB>
                      <a:noFill/>
                    </a:lnB>
                  </a:tcPr>
                </a:tc>
                <a:tc gridSpan="2">
                  <a:txBody>
                    <a:bodyPr/>
                    <a:lstStyle/>
                    <a:p>
                      <a:pPr algn="ctr" fontAlgn="ctr"/>
                      <a:r>
                        <a:rPr lang="ja-JP" altLang="en-US"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72000" marR="36000" marT="72000" marB="72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a:noFill/>
                    </a:lnL>
                    <a:lnR>
                      <a:noFill/>
                    </a:lnR>
                    <a:lnT w="12700" cap="flat" cmpd="sng" algn="ctr">
                      <a:solidFill>
                        <a:srgbClr val="A6A6A6"/>
                      </a:solidFill>
                      <a:prstDash val="solid"/>
                      <a:round/>
                      <a:headEnd type="none" w="med" len="med"/>
                      <a:tailEnd type="none" w="med" len="med"/>
                    </a:lnT>
                    <a:lnB>
                      <a:noFill/>
                    </a:lnB>
                  </a:tcPr>
                </a:tc>
                <a:tc gridSpan="2">
                  <a:txBody>
                    <a:bodyPr/>
                    <a:lstStyle/>
                    <a:p>
                      <a:pPr marL="0" algn="r" defTabSz="914400" rtl="0" eaLnBrk="1" fontAlgn="ctr" latinLnBrk="0" hangingPunct="1"/>
                      <a:r>
                        <a:rPr kumimoji="1" lang="en-US" altLang="ja-JP" sz="1200" b="1" i="0" u="none" strike="noStrike" kern="1200">
                          <a:solidFill>
                            <a:srgbClr val="000000"/>
                          </a:solidFill>
                          <a:effectLst/>
                          <a:latin typeface="游ゴシック" panose="020B0400000000000000" pitchFamily="50" charset="-128"/>
                          <a:ea typeface="游ゴシック" panose="020B0400000000000000" pitchFamily="50" charset="-128"/>
                          <a:cs typeface="+mn-cs"/>
                        </a:rPr>
                        <a:t>15.05</a:t>
                      </a:r>
                      <a:endParaRPr kumimoji="1" lang="ja-JP" altLang="en-US" sz="1200" b="1" i="0" u="none" strike="noStrike" kern="1200">
                        <a:solidFill>
                          <a:srgbClr val="000000"/>
                        </a:solidFill>
                        <a:effectLst/>
                        <a:latin typeface="游ゴシック" panose="020B0400000000000000" pitchFamily="50" charset="-128"/>
                        <a:ea typeface="游ゴシック" panose="020B0400000000000000" pitchFamily="50" charset="-128"/>
                        <a:cs typeface="+mn-cs"/>
                      </a:endParaRPr>
                    </a:p>
                  </a:txBody>
                  <a:tcPr marL="72000" marR="36000" marT="72000" marB="72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pPr marL="0" algn="r" defTabSz="914400" rtl="0" eaLnBrk="1" fontAlgn="ctr" latinLnBrk="0" hangingPunct="1"/>
                      <a:endParaRPr kumimoji="1" lang="ja-JP" altLang="en-US" sz="1200" b="1" i="0" u="none" strike="noStrike" kern="1200">
                        <a:solidFill>
                          <a:srgbClr val="000000"/>
                        </a:solidFill>
                        <a:effectLst/>
                        <a:latin typeface="游ゴシック" panose="020B0400000000000000" pitchFamily="50" charset="-128"/>
                        <a:ea typeface="游ゴシック" panose="020B0400000000000000" pitchFamily="50" charset="-128"/>
                        <a:cs typeface="+mn-cs"/>
                      </a:endParaRPr>
                    </a:p>
                  </a:txBody>
                  <a:tcPr marL="72000" marR="36000" marT="72000" marB="72000" anchor="ctr">
                    <a:lnL>
                      <a:noFill/>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a:noFill/>
                    </a:lnB>
                  </a:tcPr>
                </a:tc>
                <a:tc gridSpan="2">
                  <a:txBody>
                    <a:bodyPr/>
                    <a:lstStyle/>
                    <a:p>
                      <a:pPr algn="r" rtl="0" fontAlgn="ctr"/>
                      <a:r>
                        <a:rPr lang="en-US" altLang="ja-JP" sz="1200" b="1" i="0" u="none" strike="noStrike">
                          <a:solidFill>
                            <a:srgbClr val="000000"/>
                          </a:solidFill>
                          <a:effectLst/>
                          <a:latin typeface="游ゴシック" panose="020B0400000000000000" pitchFamily="50" charset="-128"/>
                          <a:ea typeface="游ゴシック" panose="020B0400000000000000" pitchFamily="50" charset="-128"/>
                        </a:rPr>
                        <a:t>16,066,000</a:t>
                      </a:r>
                    </a:p>
                  </a:txBody>
                  <a:tcPr marL="72000" marR="36000" marT="72000" marB="72000" anchor="ctr">
                    <a:lnL w="12700" cap="flat" cmpd="sng" algn="ctr">
                      <a:solidFill>
                        <a:schemeClr val="tx1">
                          <a:lumMod val="50000"/>
                          <a:lumOff val="50000"/>
                        </a:scheme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00"/>
                    </a:solidFill>
                  </a:tcPr>
                </a:tc>
                <a:tc hMerge="1">
                  <a:txBody>
                    <a:bodyPr/>
                    <a:lstStyle/>
                    <a:p>
                      <a:pPr algn="r" rtl="0" fontAlgn="ctr"/>
                      <a:endParaRPr lang="en-US" altLang="ja-JP" sz="1200" b="1"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36000" marT="72000" marB="72000" anchor="ctr">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5EDEE"/>
                    </a:solidFill>
                  </a:tcPr>
                </a:tc>
                <a:extLst>
                  <a:ext uri="{0D108BD9-81ED-4DB2-BD59-A6C34878D82A}">
                    <a16:rowId xmlns:a16="http://schemas.microsoft.com/office/drawing/2014/main" val="3721801299"/>
                  </a:ext>
                </a:extLst>
              </a:tr>
            </a:tbl>
          </a:graphicData>
        </a:graphic>
      </p:graphicFrame>
    </p:spTree>
    <p:extLst>
      <p:ext uri="{BB962C8B-B14F-4D97-AF65-F5344CB8AC3E}">
        <p14:creationId xmlns:p14="http://schemas.microsoft.com/office/powerpoint/2010/main" val="1534908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10000"/>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お見積もりは概算お見積もりのため、改めて正式にお見積もりさせていただきます。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開発工程において弊社の子会社であるエグゼベトナム（オフショア）利用することがあります。</a:t>
            </a:r>
            <a:endParaRPr lang="en-US" altLang="ja-JP" b="0" u="none">
              <a:latin typeface="游ゴシック"/>
              <a:ea typeface="游ゴシック"/>
            </a:endParaRPr>
          </a:p>
          <a:p>
            <a:pPr>
              <a:buFont typeface="Arial" panose="020B0604020202020204" pitchFamily="34" charset="0"/>
              <a:buChar char="•"/>
            </a:pPr>
            <a:r>
              <a:rPr kumimoji="1" lang="ja-JP" altLang="en-US" b="0" u="none">
                <a:latin typeface="游ゴシック"/>
                <a:ea typeface="游ゴシック"/>
              </a:rPr>
              <a:t>インフラ環境の</a:t>
            </a:r>
            <a:r>
              <a:rPr lang="ja-JP" altLang="en-US" b="0" u="none">
                <a:latin typeface="游ゴシック"/>
                <a:ea typeface="游ゴシック"/>
              </a:rPr>
              <a:t>調達・</a:t>
            </a:r>
            <a:r>
              <a:rPr kumimoji="1" lang="ja-JP" altLang="en-US" b="0" u="none">
                <a:latin typeface="游ゴシック"/>
                <a:ea typeface="游ゴシック"/>
              </a:rPr>
              <a:t>構築・移行は含まれておりません。</a:t>
            </a:r>
            <a:endParaRPr kumimoji="1" lang="en-US" altLang="ja-JP" b="0" u="none">
              <a:latin typeface="游ゴシック"/>
              <a:ea typeface="游ゴシック"/>
            </a:endParaRPr>
          </a:p>
          <a:p>
            <a:pPr>
              <a:buFont typeface="Arial" panose="020B0604020202020204" pitchFamily="34" charset="0"/>
              <a:buChar char="•"/>
            </a:pPr>
            <a:r>
              <a:rPr lang="en-US" altLang="ja-JP" b="0" u="none" err="1">
                <a:latin typeface="游ゴシック"/>
                <a:ea typeface="游ゴシック"/>
              </a:rPr>
              <a:t>XenAPP</a:t>
            </a:r>
            <a:r>
              <a:rPr lang="ja-JP" altLang="en-US" b="0" u="none">
                <a:latin typeface="游ゴシック"/>
                <a:ea typeface="游ゴシック"/>
              </a:rPr>
              <a:t>の工数は、２０１９年から２０２２年にかけて行った「情報系ヒストリアン更新対応」案件で実際に修正したファイルの本数をベースにしております。要件定義工程にて対象ファイルを調査の上、開発以降の工数を再見積いたします。</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本</a:t>
            </a:r>
            <a:r>
              <a:rPr lang="en-US" altLang="ja-JP" b="0" u="none" dirty="0">
                <a:latin typeface="游ゴシック"/>
                <a:ea typeface="游ゴシック"/>
              </a:rPr>
              <a:t>PJ</a:t>
            </a:r>
            <a:r>
              <a:rPr lang="ja-JP" altLang="en-US" b="0" u="none">
                <a:latin typeface="游ゴシック"/>
                <a:ea typeface="游ゴシック"/>
              </a:rPr>
              <a:t>での修正は</a:t>
            </a:r>
            <a:r>
              <a:rPr lang="en-US" altLang="ja-JP" b="0" u="none" dirty="0">
                <a:latin typeface="游ゴシック"/>
                <a:ea typeface="游ゴシック"/>
              </a:rPr>
              <a:t>PIMS</a:t>
            </a:r>
            <a:r>
              <a:rPr lang="ja-JP" altLang="en-US" b="0" u="none">
                <a:latin typeface="游ゴシック"/>
                <a:ea typeface="游ゴシック"/>
              </a:rPr>
              <a:t>への接続先変更のみとし、ロジックの修正はいたしません。</a:t>
            </a:r>
            <a:endParaRPr lang="en-US" alt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テストでのPIMS接続先は本番環境を想定しています。</a:t>
            </a:r>
          </a:p>
          <a:p>
            <a:pPr>
              <a:buFont typeface="Arial" panose="020B0604020202020204" pitchFamily="34" charset="0"/>
              <a:buChar char="•"/>
            </a:pPr>
            <a:r>
              <a:rPr lang="ja-JP" altLang="en-US" b="0" u="none">
                <a:latin typeface="游ゴシック"/>
                <a:ea typeface="游ゴシック"/>
              </a:rPr>
              <a:t>ヒストリデータクライアントのインストーラ、インストール手順は貴社からご提供お願いします。</a:t>
            </a:r>
          </a:p>
          <a:p>
            <a:pPr>
              <a:buFont typeface="Arial" panose="020B0604020202020204" pitchFamily="34" charset="0"/>
              <a:buChar char="•"/>
            </a:pPr>
            <a:r>
              <a:rPr lang="ja-JP" altLang="en-US" b="0" u="none">
                <a:latin typeface="游ゴシック"/>
                <a:ea typeface="游ゴシック"/>
              </a:rPr>
              <a:t>XenAPPの代替環境での作業は本御見積に含まれておりません。</a:t>
            </a:r>
            <a:r>
              <a:rPr lang="ja-JP" b="0" u="none">
                <a:latin typeface="游ゴシック"/>
                <a:ea typeface="游ゴシック"/>
              </a:rPr>
              <a:t>XenAPP廃止対応PJ</a:t>
            </a:r>
            <a:r>
              <a:rPr lang="ja-JP" altLang="en-US" b="0" u="none">
                <a:latin typeface="游ゴシック"/>
                <a:ea typeface="游ゴシック"/>
              </a:rPr>
              <a:t>内にてご検討お願いいたします。</a:t>
            </a:r>
            <a:endParaRPr lang="ja-JP" b="0" u="none">
              <a:latin typeface="游ゴシック"/>
              <a:ea typeface="游ゴシック"/>
            </a:endParaRPr>
          </a:p>
          <a:p>
            <a:pPr>
              <a:buFont typeface="Arial" panose="020B0604020202020204" pitchFamily="34" charset="0"/>
              <a:buChar char="•"/>
            </a:pPr>
            <a:r>
              <a:rPr lang="ja-JP" altLang="en-US" b="0" u="none">
                <a:latin typeface="游ゴシック"/>
                <a:ea typeface="游ゴシック"/>
              </a:rPr>
              <a:t>要件定義工程にて確定した対象ファイル以外で修正が必要な場合、別途協議とさせていただきます。</a:t>
            </a:r>
            <a:endParaRPr lang="ja-JP" altLang="en-US" b="0" u="none" dirty="0">
              <a:latin typeface="游ゴシック"/>
              <a:ea typeface="游ゴシック"/>
            </a:endParaRPr>
          </a:p>
          <a:p>
            <a:pPr>
              <a:buFont typeface="Arial" panose="020B0604020202020204" pitchFamily="34" charset="0"/>
              <a:buChar char="•"/>
            </a:pPr>
            <a:r>
              <a:rPr kumimoji="1" lang="ja-JP" altLang="en-US" b="0" u="none"/>
              <a:t>上記に記載のない諸条件につきましては、別途ご相談の上、決定させていただきます。</a:t>
            </a:r>
            <a:endParaRPr kumimoji="1" lang="en-US" altLang="ja-JP" b="0" u="none"/>
          </a:p>
          <a:p>
            <a:pPr>
              <a:buFont typeface="Arial" panose="020B0604020202020204" pitchFamily="34" charset="0"/>
              <a:buChar char="•"/>
            </a:pPr>
            <a:r>
              <a:rPr lang="ja-JP" altLang="en-US" b="0" u="none">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a:latin typeface="游ゴシック"/>
                <a:ea typeface="游ゴシック"/>
              </a:rPr>
              <a:t>（本稼働日より</a:t>
            </a:r>
            <a:r>
              <a:rPr lang="en-US" altLang="ja-JP" b="0" u="none" dirty="0">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pPr marL="0" indent="0">
              <a:buNone/>
            </a:pPr>
            <a:endParaRPr kumimoji="1" lang="ja-JP" altLang="en-US" b="0" u="none"/>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dirty="0"/>
              <a:t>2025/4/11</a:t>
            </a:r>
            <a:endParaRPr lang="en-US" dirty="0"/>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4" ma:contentTypeDescription="新しいドキュメントを作成します。" ma:contentTypeScope="" ma:versionID="8d136f6bca879cb90346a66279902dfa">
  <xsd:schema xmlns:xsd="http://www.w3.org/2001/XMLSchema" xmlns:xs="http://www.w3.org/2001/XMLSchema" xmlns:p="http://schemas.microsoft.com/office/2006/metadata/properties" xmlns:ns2="2fd442da-66a9-4fa6-ba31-eb0d54ad1381" targetNamespace="http://schemas.microsoft.com/office/2006/metadata/properties" ma:root="true" ma:fieldsID="5b8a779dc52d08a32251a6f3465a5e55"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D5C4C8B0-6EB0-4725-9E86-BE2C3085FBC0}">
  <ds:schemaRefs>
    <ds:schemaRef ds:uri="http://schemas.microsoft.com/office/2006/metadata/properties"/>
    <ds:schemaRef ds:uri="http://schemas.microsoft.com/office/2006/documentManagement/types"/>
    <ds:schemaRef ds:uri="2fd442da-66a9-4fa6-ba31-eb0d54ad1381"/>
    <ds:schemaRef ds:uri="http://purl.org/dc/terms/"/>
    <ds:schemaRef ds:uri="http://purl.org/dc/elements/1.1/"/>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A3173DCC-46E1-4D3A-B4E5-9D25B01CC478}">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1954</Words>
  <Application>Microsoft Office PowerPoint</Application>
  <PresentationFormat>Widescreen</PresentationFormat>
  <Paragraphs>652</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テーマ</vt:lpstr>
      <vt:lpstr>概算御見積(第1.0版）</vt:lpstr>
      <vt:lpstr>１. プロジェクトの背景と目的</vt:lpstr>
      <vt:lpstr>２. システム構成（AsIs）</vt:lpstr>
      <vt:lpstr>２. システム構成（ToBe）</vt:lpstr>
      <vt:lpstr>３. 対象機能数</vt:lpstr>
      <vt:lpstr>４. スケジュール（想定）</vt:lpstr>
      <vt:lpstr>５. 体制（想定）</vt:lpstr>
      <vt:lpstr>６. 各工程での想定作業内容</vt:lpstr>
      <vt:lpstr>７. 想定している成果物</vt:lpstr>
      <vt:lpstr>８. 想定している会議体</vt:lpstr>
      <vt:lpstr>９. お見積もり（XenAPP）</vt:lpstr>
      <vt:lpstr>９. お見積もり（工場システム）</vt:lpstr>
      <vt:lpstr>９. お見積もり（XenAPP事業所別）</vt:lpstr>
      <vt:lpstr>10. お見積もり前提条件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石井徹</cp:lastModifiedBy>
  <cp:revision>54</cp:revision>
  <dcterms:created xsi:type="dcterms:W3CDTF">2021-02-05T06:36:21Z</dcterms:created>
  <dcterms:modified xsi:type="dcterms:W3CDTF">2025-04-17T09:18:49Z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