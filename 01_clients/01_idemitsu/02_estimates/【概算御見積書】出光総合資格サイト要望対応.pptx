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6"/>
  </p:notesMasterIdLst>
  <p:handoutMasterIdLst>
    <p:handoutMasterId r:id="rId17"/>
  </p:handoutMasterIdLst>
  <p:sldIdLst>
    <p:sldId id="714" r:id="rId5"/>
    <p:sldId id="756" r:id="rId6"/>
    <p:sldId id="766" r:id="rId7"/>
    <p:sldId id="929" r:id="rId8"/>
    <p:sldId id="765" r:id="rId9"/>
    <p:sldId id="938" r:id="rId10"/>
    <p:sldId id="939" r:id="rId11"/>
    <p:sldId id="941" r:id="rId12"/>
    <p:sldId id="940" r:id="rId13"/>
    <p:sldId id="767" r:id="rId14"/>
    <p:sldId id="74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9A87A1-2CD3-4673-8F89-D633A6F9B719}" v="55" dt="2025-10-30T02:04:08.2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76" y="23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髙浦祐朗" userId="d6d860fe-bc64-411b-9605-a16d1ba875f6" providerId="ADAL" clId="{A65FDE6D-D768-44DB-ADF3-5348D2950BED}"/>
    <pc:docChg chg="undo custSel modSld">
      <pc:chgData name="髙浦祐朗" userId="d6d860fe-bc64-411b-9605-a16d1ba875f6" providerId="ADAL" clId="{A65FDE6D-D768-44DB-ADF3-5348D2950BED}" dt="2025-10-30T02:04:30.377" v="532" actId="20577"/>
      <pc:docMkLst>
        <pc:docMk/>
      </pc:docMkLst>
      <pc:sldChg chg="modSp mod">
        <pc:chgData name="髙浦祐朗" userId="d6d860fe-bc64-411b-9605-a16d1ba875f6" providerId="ADAL" clId="{A65FDE6D-D768-44DB-ADF3-5348D2950BED}" dt="2025-10-30T02:04:30.377" v="532" actId="20577"/>
        <pc:sldMkLst>
          <pc:docMk/>
          <pc:sldMk cId="3773316736" sldId="756"/>
        </pc:sldMkLst>
        <pc:spChg chg="mod">
          <ac:chgData name="髙浦祐朗" userId="d6d860fe-bc64-411b-9605-a16d1ba875f6" providerId="ADAL" clId="{A65FDE6D-D768-44DB-ADF3-5348D2950BED}" dt="2025-10-30T02:04:30.377" v="532" actId="20577"/>
          <ac:spMkLst>
            <pc:docMk/>
            <pc:sldMk cId="3773316736" sldId="756"/>
            <ac:spMk id="13" creationId="{B8B3A81D-32E4-C28F-0D4C-EB7D2165E764}"/>
          </ac:spMkLst>
        </pc:spChg>
      </pc:sldChg>
      <pc:sldChg chg="modSp mod">
        <pc:chgData name="髙浦祐朗" userId="d6d860fe-bc64-411b-9605-a16d1ba875f6" providerId="ADAL" clId="{A65FDE6D-D768-44DB-ADF3-5348D2950BED}" dt="2025-10-30T01:57:12.302" v="462" actId="14100"/>
        <pc:sldMkLst>
          <pc:docMk/>
          <pc:sldMk cId="1395438993" sldId="765"/>
        </pc:sldMkLst>
        <pc:graphicFrameChg chg="mod modGraphic">
          <ac:chgData name="髙浦祐朗" userId="d6d860fe-bc64-411b-9605-a16d1ba875f6" providerId="ADAL" clId="{A65FDE6D-D768-44DB-ADF3-5348D2950BED}" dt="2025-10-30T01:57:12.302" v="462" actId="14100"/>
          <ac:graphicFrameMkLst>
            <pc:docMk/>
            <pc:sldMk cId="1395438993" sldId="765"/>
            <ac:graphicFrameMk id="7" creationId="{2864E947-18B0-4839-AED3-D416F628DDF0}"/>
          </ac:graphicFrameMkLst>
        </pc:graphicFrameChg>
      </pc:sldChg>
      <pc:sldChg chg="addSp modSp mod">
        <pc:chgData name="髙浦祐朗" userId="d6d860fe-bc64-411b-9605-a16d1ba875f6" providerId="ADAL" clId="{A65FDE6D-D768-44DB-ADF3-5348D2950BED}" dt="2025-10-30T02:02:28.560" v="528" actId="1038"/>
        <pc:sldMkLst>
          <pc:docMk/>
          <pc:sldMk cId="3560606343" sldId="766"/>
        </pc:sldMkLst>
        <pc:spChg chg="mod">
          <ac:chgData name="髙浦祐朗" userId="d6d860fe-bc64-411b-9605-a16d1ba875f6" providerId="ADAL" clId="{A65FDE6D-D768-44DB-ADF3-5348D2950BED}" dt="2025-10-30T02:01:22.643" v="516" actId="1038"/>
          <ac:spMkLst>
            <pc:docMk/>
            <pc:sldMk cId="3560606343" sldId="766"/>
            <ac:spMk id="3" creationId="{41B3D5D1-CD73-9EAD-C115-58C7A3473074}"/>
          </ac:spMkLst>
        </pc:spChg>
        <pc:spChg chg="mod">
          <ac:chgData name="髙浦祐朗" userId="d6d860fe-bc64-411b-9605-a16d1ba875f6" providerId="ADAL" clId="{A65FDE6D-D768-44DB-ADF3-5348D2950BED}" dt="2025-10-30T02:01:27.463" v="518" actId="1038"/>
          <ac:spMkLst>
            <pc:docMk/>
            <pc:sldMk cId="3560606343" sldId="766"/>
            <ac:spMk id="5" creationId="{523CD511-9780-B10E-D575-6A689F49C3BD}"/>
          </ac:spMkLst>
        </pc:spChg>
        <pc:spChg chg="mod">
          <ac:chgData name="髙浦祐朗" userId="d6d860fe-bc64-411b-9605-a16d1ba875f6" providerId="ADAL" clId="{A65FDE6D-D768-44DB-ADF3-5348D2950BED}" dt="2025-10-30T01:49:07.575" v="196" actId="1076"/>
          <ac:spMkLst>
            <pc:docMk/>
            <pc:sldMk cId="3560606343" sldId="766"/>
            <ac:spMk id="8" creationId="{AA608998-7E3E-1298-045C-A506F642ABA9}"/>
          </ac:spMkLst>
        </pc:spChg>
        <pc:spChg chg="add mod">
          <ac:chgData name="髙浦祐朗" userId="d6d860fe-bc64-411b-9605-a16d1ba875f6" providerId="ADAL" clId="{A65FDE6D-D768-44DB-ADF3-5348D2950BED}" dt="2025-10-30T02:01:01.059" v="507" actId="1036"/>
          <ac:spMkLst>
            <pc:docMk/>
            <pc:sldMk cId="3560606343" sldId="766"/>
            <ac:spMk id="11" creationId="{C28067E3-4911-1F5A-38BF-EF92A1807A41}"/>
          </ac:spMkLst>
        </pc:spChg>
        <pc:spChg chg="mod">
          <ac:chgData name="髙浦祐朗" userId="d6d860fe-bc64-411b-9605-a16d1ba875f6" providerId="ADAL" clId="{A65FDE6D-D768-44DB-ADF3-5348D2950BED}" dt="2025-10-30T01:48:34.807" v="171" actId="554"/>
          <ac:spMkLst>
            <pc:docMk/>
            <pc:sldMk cId="3560606343" sldId="766"/>
            <ac:spMk id="38" creationId="{52966910-B070-4DEE-BF16-CF9CFAD5A257}"/>
          </ac:spMkLst>
        </pc:spChg>
        <pc:spChg chg="mod">
          <ac:chgData name="髙浦祐朗" userId="d6d860fe-bc64-411b-9605-a16d1ba875f6" providerId="ADAL" clId="{A65FDE6D-D768-44DB-ADF3-5348D2950BED}" dt="2025-10-30T01:48:34.807" v="171" actId="554"/>
          <ac:spMkLst>
            <pc:docMk/>
            <pc:sldMk cId="3560606343" sldId="766"/>
            <ac:spMk id="41" creationId="{3DB6E5B5-DB44-426C-BD5D-3AFB7EE80EA5}"/>
          </ac:spMkLst>
        </pc:spChg>
        <pc:spChg chg="mod">
          <ac:chgData name="髙浦祐朗" userId="d6d860fe-bc64-411b-9605-a16d1ba875f6" providerId="ADAL" clId="{A65FDE6D-D768-44DB-ADF3-5348D2950BED}" dt="2025-10-30T01:48:40.816" v="181" actId="1035"/>
          <ac:spMkLst>
            <pc:docMk/>
            <pc:sldMk cId="3560606343" sldId="766"/>
            <ac:spMk id="42" creationId="{45E8F807-1FBA-4D84-999D-F77A78B7AC5A}"/>
          </ac:spMkLst>
        </pc:spChg>
        <pc:spChg chg="mod">
          <ac:chgData name="髙浦祐朗" userId="d6d860fe-bc64-411b-9605-a16d1ba875f6" providerId="ADAL" clId="{A65FDE6D-D768-44DB-ADF3-5348D2950BED}" dt="2025-10-30T02:02:23.512" v="526" actId="1037"/>
          <ac:spMkLst>
            <pc:docMk/>
            <pc:sldMk cId="3560606343" sldId="766"/>
            <ac:spMk id="44" creationId="{F552483D-B47E-4672-AAB8-B1378D36B674}"/>
          </ac:spMkLst>
        </pc:spChg>
        <pc:spChg chg="mod">
          <ac:chgData name="髙浦祐朗" userId="d6d860fe-bc64-411b-9605-a16d1ba875f6" providerId="ADAL" clId="{A65FDE6D-D768-44DB-ADF3-5348D2950BED}" dt="2025-10-30T02:00:55.153" v="503" actId="1036"/>
          <ac:spMkLst>
            <pc:docMk/>
            <pc:sldMk cId="3560606343" sldId="766"/>
            <ac:spMk id="50" creationId="{BF31360D-FAB3-4C87-B7AB-B502DDFDA9EC}"/>
          </ac:spMkLst>
        </pc:spChg>
        <pc:spChg chg="mod">
          <ac:chgData name="髙浦祐朗" userId="d6d860fe-bc64-411b-9605-a16d1ba875f6" providerId="ADAL" clId="{A65FDE6D-D768-44DB-ADF3-5348D2950BED}" dt="2025-10-30T02:02:28.560" v="528" actId="1038"/>
          <ac:spMkLst>
            <pc:docMk/>
            <pc:sldMk cId="3560606343" sldId="766"/>
            <ac:spMk id="53" creationId="{60BE86B4-B849-422B-8758-4720CC34871C}"/>
          </ac:spMkLst>
        </pc:spChg>
        <pc:graphicFrameChg chg="mod modGraphic">
          <ac:chgData name="髙浦祐朗" userId="d6d860fe-bc64-411b-9605-a16d1ba875f6" providerId="ADAL" clId="{A65FDE6D-D768-44DB-ADF3-5348D2950BED}" dt="2025-10-30T01:48:22.761" v="170" actId="6549"/>
          <ac:graphicFrameMkLst>
            <pc:docMk/>
            <pc:sldMk cId="3560606343" sldId="766"/>
            <ac:graphicFrameMk id="6" creationId="{1B9651D0-1C8B-452E-8B2F-91E497A82D84}"/>
          </ac:graphicFrameMkLst>
        </pc:graphicFrameChg>
      </pc:sldChg>
      <pc:sldChg chg="modSp mod">
        <pc:chgData name="髙浦祐朗" userId="d6d860fe-bc64-411b-9605-a16d1ba875f6" providerId="ADAL" clId="{A65FDE6D-D768-44DB-ADF3-5348D2950BED}" dt="2025-10-30T01:56:38.493" v="460"/>
        <pc:sldMkLst>
          <pc:docMk/>
          <pc:sldMk cId="2410374903" sldId="767"/>
        </pc:sldMkLst>
        <pc:spChg chg="mod">
          <ac:chgData name="髙浦祐朗" userId="d6d860fe-bc64-411b-9605-a16d1ba875f6" providerId="ADAL" clId="{A65FDE6D-D768-44DB-ADF3-5348D2950BED}" dt="2025-10-30T01:56:38.493" v="460"/>
          <ac:spMkLst>
            <pc:docMk/>
            <pc:sldMk cId="2410374903" sldId="767"/>
            <ac:spMk id="5" creationId="{97E6FBE8-190C-40F0-AA01-14695A77D734}"/>
          </ac:spMkLst>
        </pc:spChg>
      </pc:sldChg>
      <pc:sldChg chg="modSp mod">
        <pc:chgData name="髙浦祐朗" userId="d6d860fe-bc64-411b-9605-a16d1ba875f6" providerId="ADAL" clId="{A65FDE6D-D768-44DB-ADF3-5348D2950BED}" dt="2025-10-30T01:55:53.667" v="380"/>
        <pc:sldMkLst>
          <pc:docMk/>
          <pc:sldMk cId="1589337601" sldId="938"/>
        </pc:sldMkLst>
        <pc:spChg chg="mod">
          <ac:chgData name="髙浦祐朗" userId="d6d860fe-bc64-411b-9605-a16d1ba875f6" providerId="ADAL" clId="{A65FDE6D-D768-44DB-ADF3-5348D2950BED}" dt="2025-10-30T01:51:06.136" v="243" actId="20577"/>
          <ac:spMkLst>
            <pc:docMk/>
            <pc:sldMk cId="1589337601" sldId="938"/>
            <ac:spMk id="11" creationId="{E86C6705-8A45-9B4B-7883-58A3C63C7A8F}"/>
          </ac:spMkLst>
        </pc:spChg>
        <pc:spChg chg="mod">
          <ac:chgData name="髙浦祐朗" userId="d6d860fe-bc64-411b-9605-a16d1ba875f6" providerId="ADAL" clId="{A65FDE6D-D768-44DB-ADF3-5348D2950BED}" dt="2025-10-30T01:51:01.404" v="241" actId="20577"/>
          <ac:spMkLst>
            <pc:docMk/>
            <pc:sldMk cId="1589337601" sldId="938"/>
            <ac:spMk id="13" creationId="{03492461-DD4B-8DDD-8219-F3D68A30C2D3}"/>
          </ac:spMkLst>
        </pc:spChg>
        <pc:graphicFrameChg chg="mod modGraphic">
          <ac:chgData name="髙浦祐朗" userId="d6d860fe-bc64-411b-9605-a16d1ba875f6" providerId="ADAL" clId="{A65FDE6D-D768-44DB-ADF3-5348D2950BED}" dt="2025-10-30T01:55:51.419" v="379"/>
          <ac:graphicFrameMkLst>
            <pc:docMk/>
            <pc:sldMk cId="1589337601" sldId="938"/>
            <ac:graphicFrameMk id="7" creationId="{453361B4-76E7-DFFC-4678-951150D8BC4E}"/>
          </ac:graphicFrameMkLst>
        </pc:graphicFrameChg>
        <pc:graphicFrameChg chg="mod modGraphic">
          <ac:chgData name="髙浦祐朗" userId="d6d860fe-bc64-411b-9605-a16d1ba875f6" providerId="ADAL" clId="{A65FDE6D-D768-44DB-ADF3-5348D2950BED}" dt="2025-10-30T01:55:53.667" v="380"/>
          <ac:graphicFrameMkLst>
            <pc:docMk/>
            <pc:sldMk cId="1589337601" sldId="938"/>
            <ac:graphicFrameMk id="12" creationId="{6695EC79-84B5-4C42-0CD6-F3BEDC485A7D}"/>
          </ac:graphicFrameMkLst>
        </pc:graphicFrameChg>
      </pc:sldChg>
      <pc:sldChg chg="modSp mod">
        <pc:chgData name="髙浦祐朗" userId="d6d860fe-bc64-411b-9605-a16d1ba875f6" providerId="ADAL" clId="{A65FDE6D-D768-44DB-ADF3-5348D2950BED}" dt="2025-10-30T01:55:48.822" v="378"/>
        <pc:sldMkLst>
          <pc:docMk/>
          <pc:sldMk cId="1662684446" sldId="939"/>
        </pc:sldMkLst>
        <pc:graphicFrameChg chg="mod modGraphic">
          <ac:chgData name="髙浦祐朗" userId="d6d860fe-bc64-411b-9605-a16d1ba875f6" providerId="ADAL" clId="{A65FDE6D-D768-44DB-ADF3-5348D2950BED}" dt="2025-10-30T01:55:48.822" v="378"/>
          <ac:graphicFrameMkLst>
            <pc:docMk/>
            <pc:sldMk cId="1662684446" sldId="939"/>
            <ac:graphicFrameMk id="4" creationId="{4C0129D0-6963-32F8-D860-1455AED45532}"/>
          </ac:graphicFrameMkLst>
        </pc:graphicFrameChg>
        <pc:graphicFrameChg chg="mod modGraphic">
          <ac:chgData name="髙浦祐朗" userId="d6d860fe-bc64-411b-9605-a16d1ba875f6" providerId="ADAL" clId="{A65FDE6D-D768-44DB-ADF3-5348D2950BED}" dt="2025-10-30T01:55:46.289" v="377"/>
          <ac:graphicFrameMkLst>
            <pc:docMk/>
            <pc:sldMk cId="1662684446" sldId="939"/>
            <ac:graphicFrameMk id="7" creationId="{2F196AA2-6261-2B1D-FC8E-F41186D443FA}"/>
          </ac:graphicFrameMkLst>
        </pc:graphicFrameChg>
      </pc:sldChg>
      <pc:sldChg chg="delSp modSp mod">
        <pc:chgData name="髙浦祐朗" userId="d6d860fe-bc64-411b-9605-a16d1ba875f6" providerId="ADAL" clId="{A65FDE6D-D768-44DB-ADF3-5348D2950BED}" dt="2025-10-30T01:55:28.182" v="376"/>
        <pc:sldMkLst>
          <pc:docMk/>
          <pc:sldMk cId="3487128078" sldId="940"/>
        </pc:sldMkLst>
        <pc:spChg chg="mod">
          <ac:chgData name="髙浦祐朗" userId="d6d860fe-bc64-411b-9605-a16d1ba875f6" providerId="ADAL" clId="{A65FDE6D-D768-44DB-ADF3-5348D2950BED}" dt="2025-10-30T01:52:59.516" v="319" actId="6549"/>
          <ac:spMkLst>
            <pc:docMk/>
            <pc:sldMk cId="3487128078" sldId="940"/>
            <ac:spMk id="2" creationId="{097F8E70-8F65-AD3E-3E44-9ACE2E835828}"/>
          </ac:spMkLst>
        </pc:spChg>
        <pc:spChg chg="del mod">
          <ac:chgData name="髙浦祐朗" userId="d6d860fe-bc64-411b-9605-a16d1ba875f6" providerId="ADAL" clId="{A65FDE6D-D768-44DB-ADF3-5348D2950BED}" dt="2025-10-30T01:53:33.059" v="322" actId="478"/>
          <ac:spMkLst>
            <pc:docMk/>
            <pc:sldMk cId="3487128078" sldId="940"/>
            <ac:spMk id="6" creationId="{FECA775E-E80A-DCE9-696D-5135D5F1B886}"/>
          </ac:spMkLst>
        </pc:spChg>
        <pc:graphicFrameChg chg="mod modGraphic">
          <ac:chgData name="髙浦祐朗" userId="d6d860fe-bc64-411b-9605-a16d1ba875f6" providerId="ADAL" clId="{A65FDE6D-D768-44DB-ADF3-5348D2950BED}" dt="2025-10-30T01:55:28.182" v="376"/>
          <ac:graphicFrameMkLst>
            <pc:docMk/>
            <pc:sldMk cId="3487128078" sldId="940"/>
            <ac:graphicFrameMk id="4" creationId="{8C07F483-3825-588E-0000-30E777DC0E59}"/>
          </ac:graphicFrameMkLst>
        </pc:graphicFrameChg>
      </pc:sldChg>
      <pc:sldChg chg="delSp modSp mod">
        <pc:chgData name="髙浦祐朗" userId="d6d860fe-bc64-411b-9605-a16d1ba875f6" providerId="ADAL" clId="{A65FDE6D-D768-44DB-ADF3-5348D2950BED}" dt="2025-10-30T01:55:03.572" v="374"/>
        <pc:sldMkLst>
          <pc:docMk/>
          <pc:sldMk cId="2440862866" sldId="941"/>
        </pc:sldMkLst>
        <pc:spChg chg="mod">
          <ac:chgData name="髙浦祐朗" userId="d6d860fe-bc64-411b-9605-a16d1ba875f6" providerId="ADAL" clId="{A65FDE6D-D768-44DB-ADF3-5348D2950BED}" dt="2025-10-30T01:53:24.227" v="321" actId="6549"/>
          <ac:spMkLst>
            <pc:docMk/>
            <pc:sldMk cId="2440862866" sldId="941"/>
            <ac:spMk id="2" creationId="{96AF05DE-B767-FAAC-9A3E-4BCB734B0A14}"/>
          </ac:spMkLst>
        </pc:spChg>
        <pc:spChg chg="del">
          <ac:chgData name="髙浦祐朗" userId="d6d860fe-bc64-411b-9605-a16d1ba875f6" providerId="ADAL" clId="{A65FDE6D-D768-44DB-ADF3-5348D2950BED}" dt="2025-10-30T01:53:35.493" v="323" actId="478"/>
          <ac:spMkLst>
            <pc:docMk/>
            <pc:sldMk cId="2440862866" sldId="941"/>
            <ac:spMk id="6" creationId="{E4F42BFC-76A4-8736-D64B-49A090441364}"/>
          </ac:spMkLst>
        </pc:spChg>
        <pc:graphicFrameChg chg="mod modGraphic">
          <ac:chgData name="髙浦祐朗" userId="d6d860fe-bc64-411b-9605-a16d1ba875f6" providerId="ADAL" clId="{A65FDE6D-D768-44DB-ADF3-5348D2950BED}" dt="2025-10-30T01:55:03.572" v="374"/>
          <ac:graphicFrameMkLst>
            <pc:docMk/>
            <pc:sldMk cId="2440862866" sldId="941"/>
            <ac:graphicFrameMk id="4" creationId="{EDAA907D-118E-68B5-45FF-19C57BC5834D}"/>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2025/10/30</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2</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2025/10/30</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2025/10/30</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2025/10/30</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2025/10/30</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1.0</a:t>
            </a:r>
            <a:r>
              <a:rPr kumimoji="1" lang="ja-JP" altLang="en-US" sz="2800" dirty="0"/>
              <a:t>版） </a:t>
            </a:r>
            <a:br>
              <a:rPr kumimoji="1" lang="en-US" altLang="ja-JP" sz="2800" dirty="0"/>
            </a:br>
            <a:r>
              <a:rPr kumimoji="1" lang="en-US" altLang="ja-JP" sz="2800" dirty="0"/>
              <a:t>~</a:t>
            </a:r>
            <a:r>
              <a:rPr lang="ja-JP" altLang="en-US" sz="2800" dirty="0"/>
              <a:t>要望対応</a:t>
            </a:r>
            <a:r>
              <a:rPr kumimoji="1" lang="en-US" altLang="ja-JP" sz="2800" dirty="0"/>
              <a:t>~</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ja-JP" altLang="en-US" sz="3200" dirty="0"/>
              <a:t>出光総合資格サイト</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2025/10/30</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１</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はじめに</a:t>
            </a:r>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本資料は下記の別資料に基づき「出光総合資格サイト」要望対応のお見積もり資料です。</a:t>
            </a:r>
            <a:endParaRPr lang="en-US" altLang="ja-JP" dirty="0">
              <a:solidFill>
                <a:srgbClr val="000000"/>
              </a:solidFill>
            </a:endParaRPr>
          </a:p>
          <a:p>
            <a:r>
              <a:rPr lang="en-US" altLang="ja-JP" dirty="0">
                <a:solidFill>
                  <a:srgbClr val="000000"/>
                </a:solidFill>
              </a:rPr>
              <a:t>[</a:t>
            </a:r>
            <a:r>
              <a:rPr lang="ja-JP" altLang="en-US" dirty="0">
                <a:solidFill>
                  <a:srgbClr val="000000"/>
                </a:solidFill>
              </a:rPr>
              <a:t>別資料</a:t>
            </a:r>
            <a:r>
              <a:rPr lang="en-US" altLang="ja-JP" dirty="0">
                <a:solidFill>
                  <a:srgbClr val="000000"/>
                </a:solidFill>
              </a:rPr>
              <a:t>]</a:t>
            </a:r>
          </a:p>
          <a:p>
            <a:r>
              <a:rPr lang="ja-JP" altLang="en-US" dirty="0">
                <a:solidFill>
                  <a:srgbClr val="000000"/>
                </a:solidFill>
              </a:rPr>
              <a:t>　</a:t>
            </a:r>
            <a:r>
              <a:rPr lang="ja-JP" altLang="en-US" sz="1600" dirty="0">
                <a:solidFill>
                  <a:srgbClr val="000000"/>
                </a:solidFill>
              </a:rPr>
              <a:t>・ </a:t>
            </a:r>
            <a:r>
              <a:rPr lang="en-US" altLang="ja-JP" sz="1600" dirty="0">
                <a:solidFill>
                  <a:srgbClr val="000000"/>
                </a:solidFill>
              </a:rPr>
              <a:t>No239_②</a:t>
            </a:r>
            <a:r>
              <a:rPr lang="ja-JP" altLang="en-US" sz="1600" dirty="0">
                <a:solidFill>
                  <a:srgbClr val="000000"/>
                </a:solidFill>
              </a:rPr>
              <a:t>ユーザ統合検討案</a:t>
            </a:r>
            <a:r>
              <a:rPr lang="en-US" altLang="ja-JP" sz="1600" dirty="0">
                <a:solidFill>
                  <a:srgbClr val="000000"/>
                </a:solidFill>
              </a:rPr>
              <a:t>.xlsx</a:t>
            </a:r>
          </a:p>
          <a:p>
            <a:endParaRPr lang="en-US" altLang="ja-JP" sz="1600" dirty="0"/>
          </a:p>
          <a:p>
            <a:r>
              <a:rPr lang="en-US" altLang="ja-JP" sz="1600" b="1" dirty="0">
                <a:solidFill>
                  <a:srgbClr val="000000"/>
                </a:solidFill>
              </a:rPr>
              <a:t>[</a:t>
            </a:r>
            <a:r>
              <a:rPr lang="ja-JP" altLang="en-US" sz="1600" b="1" dirty="0"/>
              <a:t>見積内容</a:t>
            </a:r>
            <a:r>
              <a:rPr lang="en-US" altLang="ja-JP" sz="1600" b="1" dirty="0">
                <a:solidFill>
                  <a:srgbClr val="000000"/>
                </a:solidFill>
              </a:rPr>
              <a:t>]</a:t>
            </a:r>
          </a:p>
          <a:p>
            <a:r>
              <a:rPr lang="en-US" altLang="ja-JP" sz="1600" b="1" dirty="0">
                <a:solidFill>
                  <a:srgbClr val="000000"/>
                </a:solidFill>
              </a:rPr>
              <a:t>4</a:t>
            </a:r>
            <a:r>
              <a:rPr lang="ja-JP" altLang="en-US" sz="1600" b="1" dirty="0">
                <a:solidFill>
                  <a:srgbClr val="000000"/>
                </a:solidFill>
              </a:rPr>
              <a:t>件の内容についてのお見積りとなります。</a:t>
            </a:r>
            <a:endParaRPr lang="en-US" altLang="ja-JP" sz="1600" b="1" dirty="0">
              <a:solidFill>
                <a:srgbClr val="000000"/>
              </a:solidFill>
            </a:endParaRPr>
          </a:p>
          <a:p>
            <a:r>
              <a:rPr lang="ja-JP" altLang="en-US" sz="1600" b="1" dirty="0">
                <a:solidFill>
                  <a:srgbClr val="000000"/>
                </a:solidFill>
              </a:rPr>
              <a:t>①</a:t>
            </a:r>
            <a:r>
              <a:rPr lang="en-US" altLang="ja-JP" sz="1600" b="1" dirty="0">
                <a:solidFill>
                  <a:srgbClr val="000000"/>
                </a:solidFill>
              </a:rPr>
              <a:t>-1 </a:t>
            </a:r>
            <a:r>
              <a:rPr lang="ja-JP" altLang="en-US" sz="1600" b="1" dirty="0">
                <a:solidFill>
                  <a:srgbClr val="000000"/>
                </a:solidFill>
              </a:rPr>
              <a:t>会員情報メニューで</a:t>
            </a:r>
            <a:r>
              <a:rPr lang="en-US" altLang="ja-JP" sz="1600" b="1" dirty="0">
                <a:solidFill>
                  <a:srgbClr val="000000"/>
                </a:solidFill>
              </a:rPr>
              <a:t>No.1</a:t>
            </a:r>
            <a:r>
              <a:rPr lang="ja-JP" altLang="en-US" sz="1600" b="1" dirty="0">
                <a:solidFill>
                  <a:srgbClr val="000000"/>
                </a:solidFill>
              </a:rPr>
              <a:t>コード項目を追加</a:t>
            </a:r>
            <a:endParaRPr lang="en-US" altLang="ja-JP" sz="1600" b="1" dirty="0">
              <a:solidFill>
                <a:srgbClr val="000000"/>
              </a:solidFill>
            </a:endParaRPr>
          </a:p>
          <a:p>
            <a:r>
              <a:rPr lang="ja-JP" altLang="en-US" sz="1600" b="1" dirty="0">
                <a:solidFill>
                  <a:srgbClr val="000000"/>
                </a:solidFill>
              </a:rPr>
              <a:t>①</a:t>
            </a:r>
            <a:r>
              <a:rPr lang="en-US" altLang="ja-JP" sz="1600" b="1" dirty="0">
                <a:solidFill>
                  <a:srgbClr val="000000"/>
                </a:solidFill>
              </a:rPr>
              <a:t>-2 ITM</a:t>
            </a:r>
            <a:r>
              <a:rPr lang="ja-JP" altLang="en-US" sz="1600" b="1" dirty="0">
                <a:solidFill>
                  <a:srgbClr val="000000"/>
                </a:solidFill>
              </a:rPr>
              <a:t>ポイント取得状況一覧を出す画面で、削除した会員を除外するチェックボックスを追加</a:t>
            </a:r>
            <a:endParaRPr lang="en-US" altLang="ja-JP" sz="1600" b="1" dirty="0">
              <a:solidFill>
                <a:srgbClr val="000000"/>
              </a:solidFill>
            </a:endParaRPr>
          </a:p>
          <a:p>
            <a:r>
              <a:rPr lang="ja-JP" altLang="en-US" sz="1600" b="1" dirty="0">
                <a:solidFill>
                  <a:srgbClr val="000000"/>
                </a:solidFill>
              </a:rPr>
              <a:t>②会員情報の一元化（ユーザ統合）</a:t>
            </a:r>
            <a:endParaRPr lang="en-US" altLang="ja-JP" sz="1600" b="1" dirty="0">
              <a:solidFill>
                <a:srgbClr val="000000"/>
              </a:solidFill>
            </a:endParaRPr>
          </a:p>
          <a:p>
            <a:r>
              <a:rPr lang="ja-JP" altLang="en-US" sz="1600" b="1" dirty="0">
                <a:solidFill>
                  <a:srgbClr val="000000"/>
                </a:solidFill>
              </a:rPr>
              <a:t>③過去分の販売活動報告登録の編集不可</a:t>
            </a:r>
            <a:endParaRPr lang="en-US" altLang="ja-JP" sz="1600" b="1" dirty="0">
              <a:solidFill>
                <a:srgbClr val="000000"/>
              </a:solidFill>
            </a:endParaRPr>
          </a:p>
          <a:p>
            <a:endParaRPr lang="en-US" altLang="ja-JP" sz="1600" b="1" dirty="0">
              <a:solidFill>
                <a:srgbClr val="000000"/>
              </a:solidFill>
            </a:endParaRPr>
          </a:p>
        </p:txBody>
      </p:sp>
      <p:sp>
        <p:nvSpPr>
          <p:cNvPr id="4" name="スライド番号プレースホルダー 3">
            <a:extLst>
              <a:ext uri="{FF2B5EF4-FFF2-40B4-BE49-F238E27FC236}">
                <a16:creationId xmlns:a16="http://schemas.microsoft.com/office/drawing/2014/main" id="{F7550171-F7AF-76B6-2DC6-95CC27603450}"/>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
        <p:nvSpPr>
          <p:cNvPr id="5" name="日付プレースホルダー 4">
            <a:extLst>
              <a:ext uri="{FF2B5EF4-FFF2-40B4-BE49-F238E27FC236}">
                <a16:creationId xmlns:a16="http://schemas.microsoft.com/office/drawing/2014/main" id="{59D7FDB2-BD62-9406-A793-AE7FA71F3EF2}"/>
              </a:ext>
            </a:extLst>
          </p:cNvPr>
          <p:cNvSpPr>
            <a:spLocks noGrp="1"/>
          </p:cNvSpPr>
          <p:nvPr>
            <p:ph type="dt" sz="half" idx="10"/>
          </p:nvPr>
        </p:nvSpPr>
        <p:spPr/>
        <p:txBody>
          <a:bodyPr/>
          <a:lstStyle/>
          <a:p>
            <a:r>
              <a:rPr lang="en-US" altLang="ja-JP"/>
              <a:t>2025/10/30</a:t>
            </a:r>
            <a:endParaRPr lang="en-US"/>
          </a:p>
        </p:txBody>
      </p:sp>
      <p:sp>
        <p:nvSpPr>
          <p:cNvPr id="6" name="フッター プレースホルダー 5">
            <a:extLst>
              <a:ext uri="{FF2B5EF4-FFF2-40B4-BE49-F238E27FC236}">
                <a16:creationId xmlns:a16="http://schemas.microsoft.com/office/drawing/2014/main" id="{5DA1D417-C3E3-A3E2-6027-B2A9165C6452}"/>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２</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スケジュール（仮）</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463467318"/>
              </p:ext>
            </p:extLst>
          </p:nvPr>
        </p:nvGraphicFramePr>
        <p:xfrm>
          <a:off x="853876" y="956021"/>
          <a:ext cx="10295188" cy="3495111"/>
        </p:xfrm>
        <a:graphic>
          <a:graphicData uri="http://schemas.openxmlformats.org/drawingml/2006/table">
            <a:tbl>
              <a:tblPr firstRow="1">
                <a:tableStyleId>{69012ECD-51FC-41F1-AA8D-1B2483CD663E}</a:tableStyleId>
              </a:tblPr>
              <a:tblGrid>
                <a:gridCol w="1655188">
                  <a:extLst>
                    <a:ext uri="{9D8B030D-6E8A-4147-A177-3AD203B41FA5}">
                      <a16:colId xmlns:a16="http://schemas.microsoft.com/office/drawing/2014/main" val="20001"/>
                    </a:ext>
                  </a:extLst>
                </a:gridCol>
                <a:gridCol w="720000">
                  <a:extLst>
                    <a:ext uri="{9D8B030D-6E8A-4147-A177-3AD203B41FA5}">
                      <a16:colId xmlns:a16="http://schemas.microsoft.com/office/drawing/2014/main" val="3798517737"/>
                    </a:ext>
                  </a:extLst>
                </a:gridCol>
                <a:gridCol w="720000">
                  <a:extLst>
                    <a:ext uri="{9D8B030D-6E8A-4147-A177-3AD203B41FA5}">
                      <a16:colId xmlns:a16="http://schemas.microsoft.com/office/drawing/2014/main" val="3330914773"/>
                    </a:ext>
                  </a:extLst>
                </a:gridCol>
                <a:gridCol w="720000">
                  <a:extLst>
                    <a:ext uri="{9D8B030D-6E8A-4147-A177-3AD203B41FA5}">
                      <a16:colId xmlns:a16="http://schemas.microsoft.com/office/drawing/2014/main" val="20014"/>
                    </a:ext>
                  </a:extLst>
                </a:gridCol>
                <a:gridCol w="720000">
                  <a:extLst>
                    <a:ext uri="{9D8B030D-6E8A-4147-A177-3AD203B41FA5}">
                      <a16:colId xmlns:a16="http://schemas.microsoft.com/office/drawing/2014/main" val="332361526"/>
                    </a:ext>
                  </a:extLst>
                </a:gridCol>
                <a:gridCol w="720000">
                  <a:extLst>
                    <a:ext uri="{9D8B030D-6E8A-4147-A177-3AD203B41FA5}">
                      <a16:colId xmlns:a16="http://schemas.microsoft.com/office/drawing/2014/main" val="2064698816"/>
                    </a:ext>
                  </a:extLst>
                </a:gridCol>
                <a:gridCol w="720000">
                  <a:extLst>
                    <a:ext uri="{9D8B030D-6E8A-4147-A177-3AD203B41FA5}">
                      <a16:colId xmlns:a16="http://schemas.microsoft.com/office/drawing/2014/main" val="1049139473"/>
                    </a:ext>
                  </a:extLst>
                </a:gridCol>
                <a:gridCol w="720000">
                  <a:extLst>
                    <a:ext uri="{9D8B030D-6E8A-4147-A177-3AD203B41FA5}">
                      <a16:colId xmlns:a16="http://schemas.microsoft.com/office/drawing/2014/main" val="581626291"/>
                    </a:ext>
                  </a:extLst>
                </a:gridCol>
                <a:gridCol w="720000">
                  <a:extLst>
                    <a:ext uri="{9D8B030D-6E8A-4147-A177-3AD203B41FA5}">
                      <a16:colId xmlns:a16="http://schemas.microsoft.com/office/drawing/2014/main" val="1794734865"/>
                    </a:ext>
                  </a:extLst>
                </a:gridCol>
                <a:gridCol w="720000">
                  <a:extLst>
                    <a:ext uri="{9D8B030D-6E8A-4147-A177-3AD203B41FA5}">
                      <a16:colId xmlns:a16="http://schemas.microsoft.com/office/drawing/2014/main" val="749056113"/>
                    </a:ext>
                  </a:extLst>
                </a:gridCol>
                <a:gridCol w="720000">
                  <a:extLst>
                    <a:ext uri="{9D8B030D-6E8A-4147-A177-3AD203B41FA5}">
                      <a16:colId xmlns:a16="http://schemas.microsoft.com/office/drawing/2014/main" val="2894799342"/>
                    </a:ext>
                  </a:extLst>
                </a:gridCol>
                <a:gridCol w="720000">
                  <a:extLst>
                    <a:ext uri="{9D8B030D-6E8A-4147-A177-3AD203B41FA5}">
                      <a16:colId xmlns:a16="http://schemas.microsoft.com/office/drawing/2014/main" val="1393263075"/>
                    </a:ext>
                  </a:extLst>
                </a:gridCol>
                <a:gridCol w="720000">
                  <a:extLst>
                    <a:ext uri="{9D8B030D-6E8A-4147-A177-3AD203B41FA5}">
                      <a16:colId xmlns:a16="http://schemas.microsoft.com/office/drawing/2014/main" val="1713442751"/>
                    </a:ext>
                  </a:extLst>
                </a:gridCol>
              </a:tblGrid>
              <a:tr h="353226">
                <a:tc rowSpan="3">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8">
                  <a:txBody>
                    <a:bodyPr/>
                    <a:lstStyle/>
                    <a:p>
                      <a:pPr algn="ctr"/>
                      <a:r>
                        <a:rPr lang="en-US" altLang="ja-JP" sz="1400" b="0" dirty="0">
                          <a:solidFill>
                            <a:srgbClr val="FFFFFF"/>
                          </a:solidFill>
                          <a:latin typeface="游ゴシック"/>
                          <a:ea typeface="游ゴシック"/>
                        </a:rPr>
                        <a:t>2025</a:t>
                      </a:r>
                      <a:r>
                        <a:rPr kumimoji="1" lang="ja-JP" altLang="en-US" sz="1400" b="0" dirty="0">
                          <a:solidFill>
                            <a:srgbClr val="FFFFFF"/>
                          </a:solidFill>
                          <a:latin typeface="游ゴシック"/>
                          <a:ea typeface="游ゴシック"/>
                        </a:rPr>
                        <a:t>年</a:t>
                      </a:r>
                      <a:endParaRPr kumimoji="1" lang="ja-JP" altLang="en-US" sz="16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6350" cap="flat" cmpd="sng" algn="ctr">
                      <a:solidFill>
                        <a:schemeClr val="bg1">
                          <a:lumMod val="65000"/>
                        </a:schemeClr>
                      </a:solidFill>
                      <a:prstDash val="sysDot"/>
                      <a:round/>
                      <a:headEnd type="none" w="med" len="med"/>
                      <a:tailEnd type="none" w="med" len="med"/>
                    </a:ln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lang="en-US" altLang="ja-JP" sz="1400" b="0" dirty="0">
                          <a:solidFill>
                            <a:srgbClr val="FFFFFF"/>
                          </a:solidFill>
                          <a:latin typeface="游ゴシック"/>
                          <a:ea typeface="游ゴシック"/>
                        </a:rPr>
                        <a:t>2026</a:t>
                      </a:r>
                      <a:r>
                        <a:rPr kumimoji="1" lang="ja-JP" altLang="en-US" sz="1400" b="0" dirty="0">
                          <a:solidFill>
                            <a:srgbClr val="FFFFFF"/>
                          </a:solidFill>
                          <a:latin typeface="游ゴシック"/>
                          <a:ea typeface="游ゴシック"/>
                        </a:rPr>
                        <a:t>年</a:t>
                      </a:r>
                      <a:endParaRPr kumimoji="1" lang="ja-JP" altLang="en-US" sz="2000" b="0" dirty="0">
                        <a:solidFill>
                          <a:srgbClr val="FFFFFF"/>
                        </a:solidFill>
                        <a:latin typeface="游ゴシック"/>
                        <a:ea typeface="游ゴシック"/>
                      </a:endParaRP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rPr>
                        <a:t>1</a:t>
                      </a:r>
                      <a:r>
                        <a:rPr kumimoji="1" lang="ja-JP" altLang="en-US" sz="1400" b="0" dirty="0">
                          <a:solidFill>
                            <a:srgbClr val="FFFFFF"/>
                          </a:solidFill>
                          <a:latin typeface="游ゴシック"/>
                          <a:ea typeface="游ゴシック"/>
                        </a:rPr>
                        <a:t>月</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dirty="0"/>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262154">
                <a:tc vMerge="1">
                  <a:txBody>
                    <a:bodyPr/>
                    <a:lstStyle/>
                    <a:p>
                      <a:endParaRPr kumimoji="1" lang="ja-JP" altLang="en-US"/>
                    </a:p>
                  </a:txBody>
                  <a:tcPr/>
                </a:tc>
                <a:tc>
                  <a:txBody>
                    <a:bodyPr/>
                    <a:lstStyle/>
                    <a:p>
                      <a:pPr algn="ctr"/>
                      <a:r>
                        <a:rPr kumimoji="1" lang="en-US" altLang="ja-JP" sz="1400" b="0" dirty="0">
                          <a:solidFill>
                            <a:srgbClr val="FFFFFF"/>
                          </a:solidFill>
                          <a:latin typeface="游ゴシック"/>
                          <a:ea typeface="游ゴシック"/>
                          <a:cs typeface="Meiryo UI" pitchFamily="50" charset="-128"/>
                        </a:rPr>
                        <a:t>4</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10</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17</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24</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8</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15</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22</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5</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13</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19</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26</a:t>
                      </a:r>
                      <a:r>
                        <a:rPr kumimoji="1" lang="ja-JP" altLang="en-US" sz="1400" b="0" dirty="0">
                          <a:solidFill>
                            <a:srgbClr val="FFFFFF"/>
                          </a:solidFill>
                          <a:latin typeface="游ゴシック"/>
                          <a:ea typeface="游ゴシック"/>
                          <a:cs typeface="Meiryo UI" pitchFamily="50" charset="-128"/>
                        </a:rPr>
                        <a:t>日～</a:t>
                      </a:r>
                    </a:p>
                  </a:txBody>
                  <a:tcPr marL="0" marR="0" marT="36000" marB="3600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50877923"/>
                  </a:ext>
                </a:extLst>
              </a:tr>
              <a:tr h="531897">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2039268">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スケジュール</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38" name="テキスト ボックス 37">
            <a:extLst>
              <a:ext uri="{FF2B5EF4-FFF2-40B4-BE49-F238E27FC236}">
                <a16:creationId xmlns:a16="http://schemas.microsoft.com/office/drawing/2014/main" id="{52966910-B070-4DEE-BF16-CF9CFAD5A257}"/>
              </a:ext>
            </a:extLst>
          </p:cNvPr>
          <p:cNvSpPr txBox="1"/>
          <p:nvPr/>
        </p:nvSpPr>
        <p:spPr>
          <a:xfrm>
            <a:off x="4174207" y="2098225"/>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1002238" y="2098225"/>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10193973" y="1934123"/>
            <a:ext cx="870527" cy="221018"/>
          </a:xfrm>
          <a:prstGeom prst="rect">
            <a:avLst/>
          </a:prstGeom>
          <a:noFill/>
          <a:ln>
            <a:noFill/>
          </a:ln>
        </p:spPr>
        <p:txBody>
          <a:bodyPr wrap="square" lIns="18000" tIns="18000" rIns="18000" bIns="18000" rtlCol="0">
            <a:spAutoFit/>
          </a:bodyPr>
          <a:lstStyle/>
          <a:p>
            <a:r>
              <a:rPr kumimoji="1" lang="ja-JP" altLang="en-US" sz="1200" b="1" dirty="0">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★リリース</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5383795" y="2767228"/>
            <a:ext cx="2160000" cy="162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n-ea"/>
              </a:rPr>
              <a:t>開発</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4307092" y="2767964"/>
            <a:ext cx="1080000" cy="162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n-ea"/>
              </a:rPr>
              <a:t>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7553571" y="2767227"/>
            <a:ext cx="2282400" cy="162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mn-ea"/>
              </a:rPr>
              <a:t>テスト</a:t>
            </a:r>
            <a:endParaRPr lang="en-US" altLang="ja-JP" sz="1200" dirty="0">
              <a:solidFill>
                <a:schemeClr val="tx1"/>
              </a:solidFill>
              <a:latin typeface="+mn-ea"/>
            </a:endParaRP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801004" y="4663327"/>
            <a:ext cx="7815988" cy="593909"/>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n-ea"/>
                <a:cs typeface="メイリオ" pitchFamily="50" charset="-128"/>
              </a:rPr>
              <a:t>スケジュールについては、ご契約のタイミング状況により変更となる場合がございます</a:t>
            </a:r>
          </a:p>
        </p:txBody>
      </p:sp>
      <p:sp>
        <p:nvSpPr>
          <p:cNvPr id="3" name="正方形/長方形 2">
            <a:extLst>
              <a:ext uri="{FF2B5EF4-FFF2-40B4-BE49-F238E27FC236}">
                <a16:creationId xmlns:a16="http://schemas.microsoft.com/office/drawing/2014/main" id="{41B3D5D1-CD73-9EAD-C115-58C7A3473074}"/>
              </a:ext>
            </a:extLst>
          </p:cNvPr>
          <p:cNvSpPr/>
          <p:nvPr/>
        </p:nvSpPr>
        <p:spPr>
          <a:xfrm>
            <a:off x="10135590" y="2767227"/>
            <a:ext cx="288000" cy="162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vert="eaVert" lIns="0" tIns="36000" rIns="0" bIns="36000" rtlCol="0" anchor="ctr"/>
          <a:lstStyle/>
          <a:p>
            <a:pPr algn="ctr"/>
            <a:r>
              <a:rPr lang="ja-JP" altLang="en-US" sz="1200" dirty="0">
                <a:solidFill>
                  <a:schemeClr val="tx1"/>
                </a:solidFill>
                <a:latin typeface="+mn-ea"/>
              </a:rPr>
              <a:t>リリース</a:t>
            </a:r>
            <a:endParaRPr lang="en-US" altLang="ja-JP" sz="1200" dirty="0">
              <a:solidFill>
                <a:schemeClr val="tx1"/>
              </a:solidFill>
              <a:latin typeface="+mn-ea"/>
            </a:endParaRPr>
          </a:p>
        </p:txBody>
      </p:sp>
      <p:sp>
        <p:nvSpPr>
          <p:cNvPr id="5" name="正方形/長方形 4">
            <a:extLst>
              <a:ext uri="{FF2B5EF4-FFF2-40B4-BE49-F238E27FC236}">
                <a16:creationId xmlns:a16="http://schemas.microsoft.com/office/drawing/2014/main" id="{523CD511-9780-B10E-D575-6A689F49C3BD}"/>
              </a:ext>
            </a:extLst>
          </p:cNvPr>
          <p:cNvSpPr/>
          <p:nvPr/>
        </p:nvSpPr>
        <p:spPr>
          <a:xfrm>
            <a:off x="9847731" y="2767227"/>
            <a:ext cx="288000" cy="1620000"/>
          </a:xfrm>
          <a:prstGeom prst="rect">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受入テスト</a:t>
            </a:r>
            <a:endParaRPr kumimoji="1"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9" name="ホームベース 30">
            <a:extLst>
              <a:ext uri="{FF2B5EF4-FFF2-40B4-BE49-F238E27FC236}">
                <a16:creationId xmlns:a16="http://schemas.microsoft.com/office/drawing/2014/main" id="{3B57EEC6-A848-4914-BC9B-95C84C7B6637}"/>
              </a:ext>
            </a:extLst>
          </p:cNvPr>
          <p:cNvSpPr/>
          <p:nvPr/>
        </p:nvSpPr>
        <p:spPr>
          <a:xfrm>
            <a:off x="8729547" y="4600282"/>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0" name="ホームベース 31">
            <a:extLst>
              <a:ext uri="{FF2B5EF4-FFF2-40B4-BE49-F238E27FC236}">
                <a16:creationId xmlns:a16="http://schemas.microsoft.com/office/drawing/2014/main" id="{2BED1E46-0D50-4D21-A77D-92FC258B00B7}"/>
              </a:ext>
            </a:extLst>
          </p:cNvPr>
          <p:cNvSpPr/>
          <p:nvPr/>
        </p:nvSpPr>
        <p:spPr>
          <a:xfrm>
            <a:off x="10021447" y="4600282"/>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2" name="角丸四角形 33">
            <a:extLst>
              <a:ext uri="{FF2B5EF4-FFF2-40B4-BE49-F238E27FC236}">
                <a16:creationId xmlns:a16="http://schemas.microsoft.com/office/drawing/2014/main" id="{5E7C7353-36D9-4E13-AE62-C6438FB175BA}"/>
              </a:ext>
            </a:extLst>
          </p:cNvPr>
          <p:cNvSpPr/>
          <p:nvPr/>
        </p:nvSpPr>
        <p:spPr>
          <a:xfrm>
            <a:off x="8654510" y="4525584"/>
            <a:ext cx="2682733"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1" name="テキスト ボックス 10">
            <a:extLst>
              <a:ext uri="{FF2B5EF4-FFF2-40B4-BE49-F238E27FC236}">
                <a16:creationId xmlns:a16="http://schemas.microsoft.com/office/drawing/2014/main" id="{C28067E3-4911-1F5A-38BF-EF92A1807A41}"/>
              </a:ext>
            </a:extLst>
          </p:cNvPr>
          <p:cNvSpPr txBox="1"/>
          <p:nvPr/>
        </p:nvSpPr>
        <p:spPr>
          <a:xfrm>
            <a:off x="4307092" y="2483050"/>
            <a:ext cx="6109896"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請負契約　</a:t>
            </a:r>
            <a:r>
              <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rPr>
              <a:t>2025/11/17</a:t>
            </a:r>
            <a:r>
              <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rPr>
              <a:t>～</a:t>
            </a:r>
            <a:r>
              <a:rPr kumimoji="1" lang="en-US" altLang="ja-JP" sz="1400" b="1" dirty="0">
                <a:solidFill>
                  <a:srgbClr val="FF0000"/>
                </a:solidFill>
                <a:latin typeface="游ゴシック" panose="020B0400000000000000" pitchFamily="50" charset="-128"/>
                <a:ea typeface="游ゴシック" panose="020B0400000000000000" pitchFamily="50" charset="-128"/>
                <a:cs typeface="メイリオ" pitchFamily="50" charset="-128"/>
              </a:rPr>
              <a:t>2026/1/23</a:t>
            </a:r>
            <a:endParaRPr kumimoji="1" lang="ja-JP" altLang="en-US" sz="1400" b="1" dirty="0">
              <a:solidFill>
                <a:srgbClr val="FF0000"/>
              </a:solidFill>
              <a:latin typeface="游ゴシック" panose="020B0400000000000000" pitchFamily="50" charset="-128"/>
              <a:ea typeface="游ゴシック" panose="020B0400000000000000" pitchFamily="50" charset="-128"/>
              <a:cs typeface="メイリオ" pitchFamily="50" charset="-128"/>
            </a:endParaRPr>
          </a:p>
        </p:txBody>
      </p:sp>
      <p:sp>
        <p:nvSpPr>
          <p:cNvPr id="13" name="スライド番号プレースホルダー 12">
            <a:extLst>
              <a:ext uri="{FF2B5EF4-FFF2-40B4-BE49-F238E27FC236}">
                <a16:creationId xmlns:a16="http://schemas.microsoft.com/office/drawing/2014/main" id="{87548FAF-D480-009C-5BE7-B1249C71E7C9}"/>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
        <p:nvSpPr>
          <p:cNvPr id="14" name="日付プレースホルダー 13">
            <a:extLst>
              <a:ext uri="{FF2B5EF4-FFF2-40B4-BE49-F238E27FC236}">
                <a16:creationId xmlns:a16="http://schemas.microsoft.com/office/drawing/2014/main" id="{7E8B2B41-6FB4-F6A3-7E47-8723C26303E1}"/>
              </a:ext>
            </a:extLst>
          </p:cNvPr>
          <p:cNvSpPr>
            <a:spLocks noGrp="1"/>
          </p:cNvSpPr>
          <p:nvPr>
            <p:ph type="dt" sz="half" idx="10"/>
          </p:nvPr>
        </p:nvSpPr>
        <p:spPr/>
        <p:txBody>
          <a:bodyPr/>
          <a:lstStyle/>
          <a:p>
            <a:r>
              <a:rPr lang="en-US" altLang="ja-JP"/>
              <a:t>2025/10/30</a:t>
            </a:r>
            <a:endParaRPr lang="en-US"/>
          </a:p>
        </p:txBody>
      </p:sp>
      <p:sp>
        <p:nvSpPr>
          <p:cNvPr id="15" name="フッター プレースホルダー 14">
            <a:extLst>
              <a:ext uri="{FF2B5EF4-FFF2-40B4-BE49-F238E27FC236}">
                <a16:creationId xmlns:a16="http://schemas.microsoft.com/office/drawing/2014/main" id="{B4B80486-0CC5-788D-F2EB-B99A807401E5}"/>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56060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11" name="正方形/長方形 10">
            <a:extLst>
              <a:ext uri="{FF2B5EF4-FFF2-40B4-BE49-F238E27FC236}">
                <a16:creationId xmlns:a16="http://schemas.microsoft.com/office/drawing/2014/main" id="{C13C1A20-C252-799B-F8A0-29E661C219E7}"/>
              </a:ext>
            </a:extLst>
          </p:cNvPr>
          <p:cNvSpPr/>
          <p:nvPr/>
        </p:nvSpPr>
        <p:spPr>
          <a:xfrm>
            <a:off x="2057470" y="1152827"/>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2057470" y="804629"/>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sp>
        <p:nvSpPr>
          <p:cNvPr id="28" name="正方形/長方形 27">
            <a:extLst>
              <a:ext uri="{FF2B5EF4-FFF2-40B4-BE49-F238E27FC236}">
                <a16:creationId xmlns:a16="http://schemas.microsoft.com/office/drawing/2014/main" id="{87AEB705-9D44-4043-5619-0DF9929425CE}"/>
              </a:ext>
            </a:extLst>
          </p:cNvPr>
          <p:cNvSpPr/>
          <p:nvPr/>
        </p:nvSpPr>
        <p:spPr>
          <a:xfrm>
            <a:off x="2057469" y="6033215"/>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4203614" y="1552513"/>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latin typeface="+mn-ea"/>
                </a:rPr>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5571614" y="2272513"/>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4219578" y="4404651"/>
            <a:ext cx="2711797" cy="1041010"/>
            <a:chOff x="6852000" y="5532586"/>
            <a:chExt cx="2736000" cy="51745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22099"/>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mn-ea"/>
                </a:rPr>
                <a:t>澤田 晶子</a:t>
              </a:r>
              <a:endParaRPr lang="en-US" altLang="ja-JP" sz="1600" dirty="0">
                <a:solidFill>
                  <a:srgbClr val="333333"/>
                </a:solidFill>
                <a:latin typeface="+mn-ea"/>
              </a:endParaRPr>
            </a:p>
            <a:p>
              <a:pPr lvl="0" algn="ctr" defTabSz="914400">
                <a:defRPr/>
              </a:pPr>
              <a:r>
                <a:rPr lang="ja-JP" altLang="en-US" sz="1600" dirty="0">
                  <a:solidFill>
                    <a:srgbClr val="333333"/>
                  </a:solidFill>
                  <a:latin typeface="+mn-ea"/>
                </a:rPr>
                <a:t>葉 澤群</a:t>
              </a:r>
              <a:endParaRPr lang="ja-JP" altLang="en-US" sz="1600" b="0" i="0" dirty="0">
                <a:solidFill>
                  <a:srgbClr val="333333"/>
                </a:solidFill>
                <a:effectLst/>
                <a:latin typeface="+mn-ea"/>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5565855" y="2776513"/>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4203614" y="3301745"/>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mn-ea"/>
                </a:rPr>
                <a:t>遠矢 成洋</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5940945" y="2422664"/>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1893181" y="6137676"/>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体制については、ご契約のタイミング状況により変更となる場合がございます。</a:t>
            </a:r>
            <a:endParaRPr lang="en-US" altLang="ja-JP" sz="1400" dirty="0">
              <a:latin typeface="游ゴシック"/>
              <a:ea typeface="游ゴシック"/>
              <a:cs typeface="メイリオ" pitchFamily="50" charset="-128"/>
            </a:endParaRPr>
          </a:p>
        </p:txBody>
      </p:sp>
      <p:cxnSp>
        <p:nvCxnSpPr>
          <p:cNvPr id="64" name="直線コネクタ 63">
            <a:extLst>
              <a:ext uri="{FF2B5EF4-FFF2-40B4-BE49-F238E27FC236}">
                <a16:creationId xmlns:a16="http://schemas.microsoft.com/office/drawing/2014/main" id="{3E36A9D1-620F-F185-F028-0AFC6E5D9989}"/>
              </a:ext>
            </a:extLst>
          </p:cNvPr>
          <p:cNvCxnSpPr>
            <a:cxnSpLocks/>
            <a:stCxn id="46" idx="2"/>
            <a:endCxn id="35" idx="3"/>
          </p:cNvCxnSpPr>
          <p:nvPr/>
        </p:nvCxnSpPr>
        <p:spPr>
          <a:xfrm>
            <a:off x="5571614" y="4013278"/>
            <a:ext cx="0" cy="391357"/>
          </a:xfrm>
          <a:prstGeom prst="line">
            <a:avLst/>
          </a:prstGeom>
          <a:noFill/>
          <a:ln w="28575" cap="flat" cmpd="sng" algn="ctr">
            <a:solidFill>
              <a:sysClr val="window" lastClr="FFFFFF">
                <a:lumMod val="75000"/>
              </a:sysClr>
            </a:solidFill>
            <a:prstDash val="solid"/>
            <a:miter lim="800000"/>
          </a:ln>
          <a:effectLst/>
        </p:spPr>
      </p:cxnSp>
      <p:sp>
        <p:nvSpPr>
          <p:cNvPr id="5" name="スライド番号プレースホルダー 4">
            <a:extLst>
              <a:ext uri="{FF2B5EF4-FFF2-40B4-BE49-F238E27FC236}">
                <a16:creationId xmlns:a16="http://schemas.microsoft.com/office/drawing/2014/main" id="{79DCF4F4-C6E5-AC7C-4846-C8671836602B}"/>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
        <p:nvSpPr>
          <p:cNvPr id="6" name="日付プレースホルダー 5">
            <a:extLst>
              <a:ext uri="{FF2B5EF4-FFF2-40B4-BE49-F238E27FC236}">
                <a16:creationId xmlns:a16="http://schemas.microsoft.com/office/drawing/2014/main" id="{0C16073C-00A4-6F97-AF71-9BFFFDF88B23}"/>
              </a:ext>
            </a:extLst>
          </p:cNvPr>
          <p:cNvSpPr>
            <a:spLocks noGrp="1"/>
          </p:cNvSpPr>
          <p:nvPr>
            <p:ph type="dt" sz="half" idx="10"/>
          </p:nvPr>
        </p:nvSpPr>
        <p:spPr/>
        <p:txBody>
          <a:bodyPr/>
          <a:lstStyle/>
          <a:p>
            <a:r>
              <a:rPr lang="en-US" altLang="ja-JP"/>
              <a:t>2025/10/30</a:t>
            </a:r>
            <a:endParaRPr lang="en-US"/>
          </a:p>
        </p:txBody>
      </p:sp>
      <p:sp>
        <p:nvSpPr>
          <p:cNvPr id="7" name="フッター プレースホルダー 6">
            <a:extLst>
              <a:ext uri="{FF2B5EF4-FFF2-40B4-BE49-F238E27FC236}">
                <a16:creationId xmlns:a16="http://schemas.microsoft.com/office/drawing/2014/main" id="{5CDABD5A-78F1-3CA4-6C77-4D5072AF41A2}"/>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399073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４</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2829343411"/>
              </p:ext>
            </p:extLst>
          </p:nvPr>
        </p:nvGraphicFramePr>
        <p:xfrm>
          <a:off x="576000" y="936000"/>
          <a:ext cx="11041201" cy="2505792"/>
        </p:xfrm>
        <a:graphic>
          <a:graphicData uri="http://schemas.openxmlformats.org/drawingml/2006/table">
            <a:tbl>
              <a:tblPr firstRow="1" bandRow="1">
                <a:tableStyleId>{69012ECD-51FC-41F1-AA8D-1B2483CD663E}</a:tableStyleId>
              </a:tblPr>
              <a:tblGrid>
                <a:gridCol w="987428">
                  <a:extLst>
                    <a:ext uri="{9D8B030D-6E8A-4147-A177-3AD203B41FA5}">
                      <a16:colId xmlns:a16="http://schemas.microsoft.com/office/drawing/2014/main" val="820809534"/>
                    </a:ext>
                  </a:extLst>
                </a:gridCol>
                <a:gridCol w="1959206">
                  <a:extLst>
                    <a:ext uri="{9D8B030D-6E8A-4147-A177-3AD203B41FA5}">
                      <a16:colId xmlns:a16="http://schemas.microsoft.com/office/drawing/2014/main" val="2667349602"/>
                    </a:ext>
                  </a:extLst>
                </a:gridCol>
                <a:gridCol w="8094567">
                  <a:extLst>
                    <a:ext uri="{9D8B030D-6E8A-4147-A177-3AD203B41FA5}">
                      <a16:colId xmlns:a16="http://schemas.microsoft.com/office/drawing/2014/main" val="852570537"/>
                    </a:ext>
                  </a:extLst>
                </a:gridCol>
              </a:tblGrid>
              <a:tr h="345793">
                <a:tc>
                  <a:txBody>
                    <a:bodyPr/>
                    <a:lstStyle/>
                    <a:p>
                      <a:pPr algn="ctr"/>
                      <a:r>
                        <a:rPr kumimoji="1" lang="en-US" altLang="ja-JP" sz="1600" dirty="0">
                          <a:solidFill>
                            <a:srgbClr val="FFFFFF"/>
                          </a:solidFill>
                          <a:latin typeface="游ゴシック"/>
                          <a:ea typeface="游ゴシック"/>
                        </a:rPr>
                        <a:t>No</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設計</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新規画面仕様書（作成）、既存画面仕様書（更新）、エンティティ定義書（更新）</a:t>
                      </a:r>
                      <a:endParaRPr kumimoji="1" lang="ja-JP" altLang="en-US" sz="1600" b="1"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開発</a:t>
                      </a:r>
                      <a:endParaRPr kumimoji="1"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dirty="0">
                          <a:solidFill>
                            <a:schemeClr val="tx1"/>
                          </a:solidFill>
                          <a:latin typeface="游ゴシック"/>
                          <a:ea typeface="游ゴシック"/>
                        </a:rPr>
                        <a:t>プログラム一式</a:t>
                      </a:r>
                      <a:r>
                        <a:rPr kumimoji="1" lang="ja-JP" altLang="en-US" sz="1600" b="0" dirty="0">
                          <a:solidFill>
                            <a:schemeClr val="tx1"/>
                          </a:solidFill>
                          <a:latin typeface="游ゴシック"/>
                          <a:ea typeface="游ゴシック"/>
                        </a:rPr>
                        <a:t>（更新）</a:t>
                      </a:r>
                      <a:endParaRPr kumimoji="1" lang="en-US" altLang="ja-JP" sz="1600" b="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marL="0" algn="ctr" defTabSz="914400" rtl="0" eaLnBrk="1" latinLnBrk="0" hangingPunct="1"/>
                      <a:r>
                        <a:rPr kumimoji="1" lang="en-US" altLang="ja-JP" sz="1600" kern="1200" dirty="0">
                          <a:solidFill>
                            <a:schemeClr val="dk1"/>
                          </a:solidFill>
                          <a:latin typeface="游ゴシック"/>
                          <a:ea typeface="游ゴシック"/>
                          <a:cs typeface="+mn-cs"/>
                        </a:rPr>
                        <a:t>3</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a:t>
                      </a:r>
                      <a:endParaRPr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39999">
                <a:tc>
                  <a:txBody>
                    <a:bodyPr/>
                    <a:lstStyle/>
                    <a:p>
                      <a:pPr marL="0" lvl="0" algn="ctr" defTabSz="914400">
                        <a:buNone/>
                      </a:pPr>
                      <a:r>
                        <a:rPr kumimoji="1" lang="en-US" altLang="ja-JP" sz="1600" kern="1200" dirty="0">
                          <a:solidFill>
                            <a:schemeClr val="dk1"/>
                          </a:solidFill>
                          <a:latin typeface="游ゴシック"/>
                          <a:ea typeface="游ゴシック"/>
                        </a:rPr>
                        <a:t>4</a:t>
                      </a: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dirty="0">
                          <a:solidFill>
                            <a:schemeClr val="tx1"/>
                          </a:solidFill>
                          <a:latin typeface="游ゴシック"/>
                          <a:ea typeface="游ゴシック"/>
                        </a:rPr>
                        <a:t>リリース関連</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kumimoji="0" lang="ja-JP" altLang="en-US" dirty="0"/>
                        <a:t>作業手順書、エビデンス</a:t>
                      </a:r>
                      <a:endParaRPr kumimoji="0" lang="ja-JP"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bl>
          </a:graphicData>
        </a:graphic>
      </p:graphicFrame>
      <p:sp>
        <p:nvSpPr>
          <p:cNvPr id="4" name="スライド番号プレースホルダー 3">
            <a:extLst>
              <a:ext uri="{FF2B5EF4-FFF2-40B4-BE49-F238E27FC236}">
                <a16:creationId xmlns:a16="http://schemas.microsoft.com/office/drawing/2014/main" id="{7B5018C6-48F2-6245-CC45-78E7D3C4BF92}"/>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
        <p:nvSpPr>
          <p:cNvPr id="6" name="日付プレースホルダー 5">
            <a:extLst>
              <a:ext uri="{FF2B5EF4-FFF2-40B4-BE49-F238E27FC236}">
                <a16:creationId xmlns:a16="http://schemas.microsoft.com/office/drawing/2014/main" id="{127CE5BE-734F-F433-0E9D-7E1D0B0042D7}"/>
              </a:ext>
            </a:extLst>
          </p:cNvPr>
          <p:cNvSpPr>
            <a:spLocks noGrp="1"/>
          </p:cNvSpPr>
          <p:nvPr>
            <p:ph type="dt" sz="half" idx="10"/>
          </p:nvPr>
        </p:nvSpPr>
        <p:spPr/>
        <p:txBody>
          <a:bodyPr/>
          <a:lstStyle/>
          <a:p>
            <a:r>
              <a:rPr lang="en-US" altLang="ja-JP"/>
              <a:t>2025/10/30</a:t>
            </a:r>
            <a:endParaRPr lang="en-US"/>
          </a:p>
        </p:txBody>
      </p:sp>
      <p:sp>
        <p:nvSpPr>
          <p:cNvPr id="8" name="フッター プレースホルダー 7">
            <a:extLst>
              <a:ext uri="{FF2B5EF4-FFF2-40B4-BE49-F238E27FC236}">
                <a16:creationId xmlns:a16="http://schemas.microsoft.com/office/drawing/2014/main" id="{7DB387CD-5E99-E56F-D816-EB77637F2F97}"/>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395438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endParaRPr kumimoji="1" lang="ja-JP" altLang="en-US" sz="2000" dirty="0">
              <a:latin typeface="游明朝" panose="02020400000000000000" pitchFamily="18" charset="-128"/>
              <a:ea typeface="游明朝" panose="02020400000000000000" pitchFamily="18" charset="-128"/>
            </a:endParaRPr>
          </a:p>
        </p:txBody>
      </p:sp>
      <p:sp>
        <p:nvSpPr>
          <p:cNvPr id="6" name="テキスト ボックス 5">
            <a:extLst>
              <a:ext uri="{FF2B5EF4-FFF2-40B4-BE49-F238E27FC236}">
                <a16:creationId xmlns:a16="http://schemas.microsoft.com/office/drawing/2014/main" id="{F2F09750-93DC-B6DB-0A87-E7BFF0651CBF}"/>
              </a:ext>
            </a:extLst>
          </p:cNvPr>
          <p:cNvSpPr txBox="1"/>
          <p:nvPr/>
        </p:nvSpPr>
        <p:spPr>
          <a:xfrm>
            <a:off x="497844" y="827038"/>
            <a:ext cx="11041200" cy="369332"/>
          </a:xfrm>
          <a:prstGeom prst="rect">
            <a:avLst/>
          </a:prstGeom>
          <a:noFill/>
        </p:spPr>
        <p:txBody>
          <a:bodyPr wrap="square">
            <a:spAutoFit/>
          </a:bodyPr>
          <a:lstStyle/>
          <a:p>
            <a:r>
              <a:rPr lang="ja-JP" altLang="en-US" b="1" dirty="0">
                <a:solidFill>
                  <a:srgbClr val="000000"/>
                </a:solidFill>
              </a:rPr>
              <a:t>リリース作業、プロジェクト管理は一括して実施を想定しているため、サマリー表にのみ記載します。</a:t>
            </a:r>
            <a:endParaRPr lang="en-US" altLang="ja-JP" sz="1800" b="1" dirty="0">
              <a:solidFill>
                <a:srgbClr val="000000"/>
              </a:solidFill>
            </a:endParaRPr>
          </a:p>
        </p:txBody>
      </p:sp>
      <p:graphicFrame>
        <p:nvGraphicFramePr>
          <p:cNvPr id="7" name="表 6">
            <a:extLst>
              <a:ext uri="{FF2B5EF4-FFF2-40B4-BE49-F238E27FC236}">
                <a16:creationId xmlns:a16="http://schemas.microsoft.com/office/drawing/2014/main" id="{453361B4-76E7-DFFC-4678-951150D8BC4E}"/>
              </a:ext>
            </a:extLst>
          </p:cNvPr>
          <p:cNvGraphicFramePr>
            <a:graphicFrameLocks noGrp="1"/>
          </p:cNvGraphicFramePr>
          <p:nvPr>
            <p:extLst>
              <p:ext uri="{D42A27DB-BD31-4B8C-83A1-F6EECF244321}">
                <p14:modId xmlns:p14="http://schemas.microsoft.com/office/powerpoint/2010/main" val="3606125020"/>
              </p:ext>
            </p:extLst>
          </p:nvPr>
        </p:nvGraphicFramePr>
        <p:xfrm>
          <a:off x="937846" y="1643050"/>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latin typeface="+mn-ea"/>
                          <a:ea typeface="+mn-ea"/>
                        </a:rPr>
                        <a:t>No.</a:t>
                      </a:r>
                      <a:endParaRPr kumimoji="1" lang="ja-JP" altLang="en-US" dirty="0">
                        <a:latin typeface="+mn-ea"/>
                        <a:ea typeface="+mn-ea"/>
                      </a:endParaRPr>
                    </a:p>
                  </a:txBody>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mn-ea"/>
                        </a:rPr>
                        <a:t>工数（人日）</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latin typeface="+mn-ea"/>
                          <a:ea typeface="+mn-ea"/>
                        </a:rPr>
                        <a:t>１</a:t>
                      </a:r>
                    </a:p>
                  </a:txBody>
                  <a:tcPr/>
                </a:tc>
                <a:tc>
                  <a:txBody>
                    <a:bodyPr/>
                    <a:lstStyle/>
                    <a:p>
                      <a:pPr marL="0" lvl="0" indent="0">
                        <a:buFont typeface="Arial" pitchFamily="34" charset="0"/>
                        <a:buNone/>
                      </a:pPr>
                      <a:r>
                        <a:rPr kumimoji="1" lang="ja-JP" altLang="en-US" sz="1600" dirty="0">
                          <a:solidFill>
                            <a:schemeClr val="tx1"/>
                          </a:solidFill>
                          <a:latin typeface="+mn-ea"/>
                          <a:ea typeface="+mn-ea"/>
                        </a:rPr>
                        <a:t>設計</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0.5</a:t>
                      </a:r>
                      <a:endParaRPr kumimoji="1" lang="ja-JP" altLang="en-US" dirty="0">
                        <a:latin typeface="+mn-ea"/>
                        <a:ea typeface="+mn-ea"/>
                      </a:endParaRPr>
                    </a:p>
                  </a:txBody>
                  <a:tcPr/>
                </a:tc>
                <a:tc>
                  <a:txBody>
                    <a:bodyPr/>
                    <a:lstStyle/>
                    <a:p>
                      <a:pPr algn="r"/>
                      <a:r>
                        <a:rPr kumimoji="1" lang="en-US" altLang="ja-JP" dirty="0">
                          <a:latin typeface="+mn-ea"/>
                          <a:ea typeface="+mn-ea"/>
                        </a:rPr>
                        <a:t>25,000</a:t>
                      </a:r>
                      <a:endParaRPr kumimoji="1" lang="ja-JP" altLang="en-US" dirty="0">
                        <a:latin typeface="+mn-ea"/>
                        <a:ea typeface="+mn-ea"/>
                      </a:endParaRPr>
                    </a:p>
                  </a:txBody>
                  <a:tcPr/>
                </a:tc>
                <a:extLst>
                  <a:ext uri="{0D108BD9-81ED-4DB2-BD59-A6C34878D82A}">
                    <a16:rowId xmlns:a16="http://schemas.microsoft.com/office/drawing/2014/main" val="1845290289"/>
                  </a:ext>
                </a:extLst>
              </a:tr>
              <a:tr h="370840">
                <a:tc>
                  <a:txBody>
                    <a:bodyPr/>
                    <a:lstStyle/>
                    <a:p>
                      <a:pPr algn="ctr"/>
                      <a:r>
                        <a:rPr kumimoji="1" lang="ja-JP" altLang="en-US" dirty="0">
                          <a:latin typeface="+mn-ea"/>
                          <a:ea typeface="+mn-ea"/>
                        </a:rPr>
                        <a:t>２</a:t>
                      </a:r>
                    </a:p>
                  </a:txBody>
                  <a:tcPr/>
                </a:tc>
                <a:tc>
                  <a:txBody>
                    <a:bodyPr/>
                    <a:lstStyle/>
                    <a:p>
                      <a:pPr marL="0" indent="0">
                        <a:buFont typeface="Arial" pitchFamily="34" charset="0"/>
                        <a:buNone/>
                      </a:pPr>
                      <a:r>
                        <a:rPr kumimoji="1" lang="ja-JP" altLang="en-US" sz="1600" dirty="0">
                          <a:solidFill>
                            <a:schemeClr val="tx1"/>
                          </a:solidFill>
                          <a:latin typeface="+mn-ea"/>
                          <a:ea typeface="+mn-ea"/>
                        </a:rPr>
                        <a:t>開発</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0.5</a:t>
                      </a:r>
                      <a:endParaRPr kumimoji="1" lang="ja-JP" altLang="en-US" dirty="0">
                        <a:latin typeface="+mn-ea"/>
                        <a:ea typeface="+mn-ea"/>
                      </a:endParaRPr>
                    </a:p>
                  </a:txBody>
                  <a:tcPr/>
                </a:tc>
                <a:tc>
                  <a:txBody>
                    <a:bodyPr/>
                    <a:lstStyle/>
                    <a:p>
                      <a:pPr algn="r"/>
                      <a:r>
                        <a:rPr kumimoji="1" lang="en-US" altLang="ja-JP" dirty="0">
                          <a:latin typeface="+mn-ea"/>
                          <a:ea typeface="+mn-ea"/>
                        </a:rPr>
                        <a:t>25,000</a:t>
                      </a:r>
                      <a:endParaRPr kumimoji="1" lang="ja-JP" altLang="en-US" dirty="0">
                        <a:latin typeface="+mn-ea"/>
                        <a:ea typeface="+mn-ea"/>
                      </a:endParaRPr>
                    </a:p>
                  </a:txBody>
                  <a:tcPr/>
                </a:tc>
                <a:extLst>
                  <a:ext uri="{0D108BD9-81ED-4DB2-BD59-A6C34878D82A}">
                    <a16:rowId xmlns:a16="http://schemas.microsoft.com/office/drawing/2014/main" val="4178339501"/>
                  </a:ext>
                </a:extLst>
              </a:tr>
              <a:tr h="370840">
                <a:tc>
                  <a:txBody>
                    <a:bodyPr/>
                    <a:lstStyle/>
                    <a:p>
                      <a:pPr algn="ctr"/>
                      <a:r>
                        <a:rPr kumimoji="1" lang="ja-JP" altLang="en-US" dirty="0">
                          <a:latin typeface="+mn-ea"/>
                          <a:ea typeface="+mn-ea"/>
                        </a:rPr>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テスト</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0.5</a:t>
                      </a:r>
                      <a:endParaRPr kumimoji="1" lang="ja-JP" altLang="en-US" dirty="0">
                        <a:latin typeface="+mn-ea"/>
                        <a:ea typeface="+mn-ea"/>
                      </a:endParaRPr>
                    </a:p>
                  </a:txBody>
                  <a:tcPr/>
                </a:tc>
                <a:tc>
                  <a:txBody>
                    <a:bodyPr/>
                    <a:lstStyle/>
                    <a:p>
                      <a:pPr algn="r"/>
                      <a:r>
                        <a:rPr kumimoji="1" lang="en-US" altLang="ja-JP" dirty="0">
                          <a:latin typeface="+mn-ea"/>
                          <a:ea typeface="+mn-ea"/>
                        </a:rPr>
                        <a:t>25,000</a:t>
                      </a:r>
                      <a:endParaRPr kumimoji="1" lang="ja-JP" altLang="en-US" dirty="0">
                        <a:latin typeface="+mn-ea"/>
                        <a:ea typeface="+mn-ea"/>
                      </a:endParaRPr>
                    </a:p>
                  </a:txBody>
                  <a:tcPr/>
                </a:tc>
                <a:extLst>
                  <a:ext uri="{0D108BD9-81ED-4DB2-BD59-A6C34878D82A}">
                    <a16:rowId xmlns:a16="http://schemas.microsoft.com/office/drawing/2014/main" val="1212196521"/>
                  </a:ext>
                </a:extLst>
              </a:tr>
              <a:tr h="370840">
                <a:tc>
                  <a:txBody>
                    <a:bodyPr/>
                    <a:lstStyle/>
                    <a:p>
                      <a:endParaRPr kumimoji="1" lang="ja-JP" altLang="en-US">
                        <a:latin typeface="+mn-ea"/>
                        <a:ea typeface="+mn-ea"/>
                      </a:endParaRPr>
                    </a:p>
                  </a:txBody>
                  <a:tcPr/>
                </a:tc>
                <a:tc>
                  <a:txBody>
                    <a:bodyPr/>
                    <a:lstStyle/>
                    <a:p>
                      <a:r>
                        <a:rPr kumimoji="1" lang="ja-JP" altLang="en-US" dirty="0">
                          <a:latin typeface="+mn-ea"/>
                          <a:ea typeface="+mn-ea"/>
                        </a:rPr>
                        <a:t>合計</a:t>
                      </a:r>
                    </a:p>
                  </a:txBody>
                  <a:tcPr/>
                </a:tc>
                <a:tc>
                  <a:txBody>
                    <a:bodyPr/>
                    <a:lstStyle/>
                    <a:p>
                      <a:pPr algn="r"/>
                      <a:r>
                        <a:rPr kumimoji="1" lang="en-US" altLang="ja-JP" dirty="0">
                          <a:latin typeface="+mn-ea"/>
                          <a:ea typeface="+mn-ea"/>
                        </a:rPr>
                        <a:t>1.5 </a:t>
                      </a:r>
                      <a:endParaRPr kumimoji="1" lang="ja-JP" altLang="en-US" dirty="0">
                        <a:latin typeface="+mn-ea"/>
                        <a:ea typeface="+mn-ea"/>
                      </a:endParaRPr>
                    </a:p>
                  </a:txBody>
                  <a:tcPr/>
                </a:tc>
                <a:tc>
                  <a:txBody>
                    <a:bodyPr/>
                    <a:lstStyle/>
                    <a:p>
                      <a:pPr algn="r"/>
                      <a:r>
                        <a:rPr kumimoji="1" lang="en-US" altLang="ja-JP" dirty="0">
                          <a:latin typeface="+mn-ea"/>
                          <a:ea typeface="+mn-ea"/>
                        </a:rPr>
                        <a:t>75,000</a:t>
                      </a:r>
                      <a:endParaRPr kumimoji="1" lang="ja-JP" altLang="en-US" dirty="0">
                        <a:latin typeface="+mn-ea"/>
                        <a:ea typeface="+mn-ea"/>
                      </a:endParaRPr>
                    </a:p>
                  </a:txBody>
                  <a:tcPr/>
                </a:tc>
                <a:extLst>
                  <a:ext uri="{0D108BD9-81ED-4DB2-BD59-A6C34878D82A}">
                    <a16:rowId xmlns:a16="http://schemas.microsoft.com/office/drawing/2014/main" val="1729653328"/>
                  </a:ext>
                </a:extLst>
              </a:tr>
            </a:tbl>
          </a:graphicData>
        </a:graphic>
      </p:graphicFrame>
      <p:sp>
        <p:nvSpPr>
          <p:cNvPr id="11" name="テキスト ボックス 10">
            <a:extLst>
              <a:ext uri="{FF2B5EF4-FFF2-40B4-BE49-F238E27FC236}">
                <a16:creationId xmlns:a16="http://schemas.microsoft.com/office/drawing/2014/main" id="{E86C6705-8A45-9B4B-7883-58A3C63C7A8F}"/>
              </a:ext>
            </a:extLst>
          </p:cNvPr>
          <p:cNvSpPr txBox="1"/>
          <p:nvPr/>
        </p:nvSpPr>
        <p:spPr>
          <a:xfrm>
            <a:off x="650245" y="3800891"/>
            <a:ext cx="11425214" cy="369332"/>
          </a:xfrm>
          <a:prstGeom prst="rect">
            <a:avLst/>
          </a:prstGeom>
          <a:noFill/>
        </p:spPr>
        <p:txBody>
          <a:bodyPr wrap="square">
            <a:spAutoFit/>
          </a:bodyPr>
          <a:lstStyle/>
          <a:p>
            <a:r>
              <a:rPr lang="ja-JP" altLang="en-US" b="1" dirty="0">
                <a:solidFill>
                  <a:srgbClr val="000000"/>
                </a:solidFill>
                <a:latin typeface="+mn-ea"/>
              </a:rPr>
              <a:t>①</a:t>
            </a:r>
            <a:r>
              <a:rPr lang="en-US" altLang="ja-JP" b="1" dirty="0">
                <a:solidFill>
                  <a:srgbClr val="000000"/>
                </a:solidFill>
                <a:latin typeface="+mn-ea"/>
              </a:rPr>
              <a:t>-2 ITM</a:t>
            </a:r>
            <a:r>
              <a:rPr lang="ja-JP" altLang="en-US" b="1" dirty="0">
                <a:solidFill>
                  <a:srgbClr val="000000"/>
                </a:solidFill>
                <a:latin typeface="+mn-ea"/>
              </a:rPr>
              <a:t>ポイント取得状況一覧を出す画面で、削除した会員を除外するチェックボックスを追加</a:t>
            </a:r>
            <a:endParaRPr lang="en-US" altLang="ja-JP" b="1" dirty="0">
              <a:solidFill>
                <a:srgbClr val="000000"/>
              </a:solidFill>
              <a:latin typeface="+mn-ea"/>
            </a:endParaRPr>
          </a:p>
        </p:txBody>
      </p:sp>
      <p:graphicFrame>
        <p:nvGraphicFramePr>
          <p:cNvPr id="12" name="表 11">
            <a:extLst>
              <a:ext uri="{FF2B5EF4-FFF2-40B4-BE49-F238E27FC236}">
                <a16:creationId xmlns:a16="http://schemas.microsoft.com/office/drawing/2014/main" id="{6695EC79-84B5-4C42-0CD6-F3BEDC485A7D}"/>
              </a:ext>
            </a:extLst>
          </p:cNvPr>
          <p:cNvGraphicFramePr>
            <a:graphicFrameLocks noGrp="1"/>
          </p:cNvGraphicFramePr>
          <p:nvPr>
            <p:extLst>
              <p:ext uri="{D42A27DB-BD31-4B8C-83A1-F6EECF244321}">
                <p14:modId xmlns:p14="http://schemas.microsoft.com/office/powerpoint/2010/main" val="1303250800"/>
              </p:ext>
            </p:extLst>
          </p:nvPr>
        </p:nvGraphicFramePr>
        <p:xfrm>
          <a:off x="937845" y="4247571"/>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latin typeface="+mn-ea"/>
                          <a:ea typeface="+mn-ea"/>
                        </a:rPr>
                        <a:t>No.</a:t>
                      </a:r>
                      <a:endParaRPr kumimoji="1" lang="ja-JP" altLang="en-US" dirty="0">
                        <a:latin typeface="+mn-ea"/>
                        <a:ea typeface="+mn-ea"/>
                      </a:endParaRPr>
                    </a:p>
                  </a:txBody>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mn-ea"/>
                        </a:rPr>
                        <a:t>工数（人日）</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latin typeface="+mn-ea"/>
                          <a:ea typeface="+mn-ea"/>
                        </a:rPr>
                        <a:t>１</a:t>
                      </a:r>
                    </a:p>
                  </a:txBody>
                  <a:tcPr/>
                </a:tc>
                <a:tc>
                  <a:txBody>
                    <a:bodyPr/>
                    <a:lstStyle/>
                    <a:p>
                      <a:pPr marL="0" lvl="0" indent="0">
                        <a:buFont typeface="Arial" pitchFamily="34" charset="0"/>
                        <a:buNone/>
                      </a:pPr>
                      <a:r>
                        <a:rPr kumimoji="1" lang="ja-JP" altLang="en-US" sz="1600" dirty="0">
                          <a:solidFill>
                            <a:schemeClr val="tx1"/>
                          </a:solidFill>
                          <a:latin typeface="+mn-ea"/>
                          <a:ea typeface="+mn-ea"/>
                        </a:rPr>
                        <a:t>設計</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0.5</a:t>
                      </a:r>
                      <a:endParaRPr kumimoji="1" lang="ja-JP" altLang="en-US" dirty="0">
                        <a:latin typeface="+mn-ea"/>
                        <a:ea typeface="+mn-ea"/>
                      </a:endParaRPr>
                    </a:p>
                  </a:txBody>
                  <a:tcPr/>
                </a:tc>
                <a:tc>
                  <a:txBody>
                    <a:bodyPr/>
                    <a:lstStyle/>
                    <a:p>
                      <a:pPr algn="r"/>
                      <a:r>
                        <a:rPr kumimoji="1" lang="en-US" altLang="ja-JP" dirty="0">
                          <a:latin typeface="+mn-ea"/>
                          <a:ea typeface="+mn-ea"/>
                        </a:rPr>
                        <a:t>25,000</a:t>
                      </a:r>
                      <a:endParaRPr kumimoji="1" lang="ja-JP" altLang="en-US" dirty="0">
                        <a:latin typeface="+mn-ea"/>
                        <a:ea typeface="+mn-ea"/>
                      </a:endParaRPr>
                    </a:p>
                  </a:txBody>
                  <a:tcPr/>
                </a:tc>
                <a:extLst>
                  <a:ext uri="{0D108BD9-81ED-4DB2-BD59-A6C34878D82A}">
                    <a16:rowId xmlns:a16="http://schemas.microsoft.com/office/drawing/2014/main" val="1845290289"/>
                  </a:ext>
                </a:extLst>
              </a:tr>
              <a:tr h="370840">
                <a:tc>
                  <a:txBody>
                    <a:bodyPr/>
                    <a:lstStyle/>
                    <a:p>
                      <a:pPr algn="ctr"/>
                      <a:r>
                        <a:rPr kumimoji="1" lang="ja-JP" altLang="en-US" dirty="0">
                          <a:latin typeface="+mn-ea"/>
                          <a:ea typeface="+mn-ea"/>
                        </a:rPr>
                        <a:t>２</a:t>
                      </a:r>
                    </a:p>
                  </a:txBody>
                  <a:tcPr/>
                </a:tc>
                <a:tc>
                  <a:txBody>
                    <a:bodyPr/>
                    <a:lstStyle/>
                    <a:p>
                      <a:pPr marL="0" indent="0">
                        <a:buFont typeface="Arial" pitchFamily="34" charset="0"/>
                        <a:buNone/>
                      </a:pPr>
                      <a:r>
                        <a:rPr kumimoji="1" lang="ja-JP" altLang="en-US" sz="1600" dirty="0">
                          <a:solidFill>
                            <a:schemeClr val="tx1"/>
                          </a:solidFill>
                          <a:latin typeface="+mn-ea"/>
                          <a:ea typeface="+mn-ea"/>
                        </a:rPr>
                        <a:t>開発</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0.5</a:t>
                      </a:r>
                      <a:endParaRPr kumimoji="1" lang="ja-JP" altLang="en-US" dirty="0">
                        <a:latin typeface="+mn-ea"/>
                        <a:ea typeface="+mn-ea"/>
                      </a:endParaRPr>
                    </a:p>
                  </a:txBody>
                  <a:tcPr/>
                </a:tc>
                <a:tc>
                  <a:txBody>
                    <a:bodyPr/>
                    <a:lstStyle/>
                    <a:p>
                      <a:pPr algn="r"/>
                      <a:r>
                        <a:rPr kumimoji="1" lang="en-US" altLang="ja-JP" dirty="0">
                          <a:latin typeface="+mn-ea"/>
                          <a:ea typeface="+mn-ea"/>
                        </a:rPr>
                        <a:t>25,000</a:t>
                      </a:r>
                      <a:endParaRPr kumimoji="1" lang="ja-JP" altLang="en-US" dirty="0">
                        <a:latin typeface="+mn-ea"/>
                        <a:ea typeface="+mn-ea"/>
                      </a:endParaRPr>
                    </a:p>
                  </a:txBody>
                  <a:tcPr/>
                </a:tc>
                <a:extLst>
                  <a:ext uri="{0D108BD9-81ED-4DB2-BD59-A6C34878D82A}">
                    <a16:rowId xmlns:a16="http://schemas.microsoft.com/office/drawing/2014/main" val="4178339501"/>
                  </a:ext>
                </a:extLst>
              </a:tr>
              <a:tr h="370840">
                <a:tc>
                  <a:txBody>
                    <a:bodyPr/>
                    <a:lstStyle/>
                    <a:p>
                      <a:pPr algn="ctr"/>
                      <a:r>
                        <a:rPr kumimoji="1" lang="ja-JP" altLang="en-US" dirty="0">
                          <a:latin typeface="+mn-ea"/>
                          <a:ea typeface="+mn-ea"/>
                        </a:rPr>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テスト</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0.5</a:t>
                      </a:r>
                      <a:endParaRPr kumimoji="1" lang="ja-JP" altLang="en-US" dirty="0">
                        <a:latin typeface="+mn-ea"/>
                        <a:ea typeface="+mn-ea"/>
                      </a:endParaRPr>
                    </a:p>
                  </a:txBody>
                  <a:tcPr/>
                </a:tc>
                <a:tc>
                  <a:txBody>
                    <a:bodyPr/>
                    <a:lstStyle/>
                    <a:p>
                      <a:pPr algn="r"/>
                      <a:r>
                        <a:rPr kumimoji="1" lang="en-US" altLang="ja-JP" dirty="0">
                          <a:latin typeface="+mn-ea"/>
                          <a:ea typeface="+mn-ea"/>
                        </a:rPr>
                        <a:t>25,000</a:t>
                      </a:r>
                      <a:endParaRPr kumimoji="1" lang="ja-JP" altLang="en-US" dirty="0">
                        <a:latin typeface="+mn-ea"/>
                        <a:ea typeface="+mn-ea"/>
                      </a:endParaRPr>
                    </a:p>
                  </a:txBody>
                  <a:tcPr/>
                </a:tc>
                <a:extLst>
                  <a:ext uri="{0D108BD9-81ED-4DB2-BD59-A6C34878D82A}">
                    <a16:rowId xmlns:a16="http://schemas.microsoft.com/office/drawing/2014/main" val="1212196521"/>
                  </a:ext>
                </a:extLst>
              </a:tr>
              <a:tr h="370840">
                <a:tc>
                  <a:txBody>
                    <a:bodyPr/>
                    <a:lstStyle/>
                    <a:p>
                      <a:endParaRPr kumimoji="1" lang="ja-JP" altLang="en-US">
                        <a:latin typeface="+mn-ea"/>
                        <a:ea typeface="+mn-ea"/>
                      </a:endParaRPr>
                    </a:p>
                  </a:txBody>
                  <a:tcPr/>
                </a:tc>
                <a:tc>
                  <a:txBody>
                    <a:bodyPr/>
                    <a:lstStyle/>
                    <a:p>
                      <a:r>
                        <a:rPr kumimoji="1" lang="ja-JP" altLang="en-US" dirty="0">
                          <a:latin typeface="+mn-ea"/>
                          <a:ea typeface="+mn-ea"/>
                        </a:rPr>
                        <a:t>合計</a:t>
                      </a:r>
                    </a:p>
                  </a:txBody>
                  <a:tcPr/>
                </a:tc>
                <a:tc>
                  <a:txBody>
                    <a:bodyPr/>
                    <a:lstStyle/>
                    <a:p>
                      <a:pPr algn="r"/>
                      <a:r>
                        <a:rPr kumimoji="1" lang="en-US" altLang="ja-JP" dirty="0">
                          <a:latin typeface="+mn-ea"/>
                          <a:ea typeface="+mn-ea"/>
                        </a:rPr>
                        <a:t>1.5 </a:t>
                      </a:r>
                      <a:endParaRPr kumimoji="1" lang="ja-JP" altLang="en-US" dirty="0">
                        <a:latin typeface="+mn-ea"/>
                        <a:ea typeface="+mn-ea"/>
                      </a:endParaRPr>
                    </a:p>
                  </a:txBody>
                  <a:tcPr/>
                </a:tc>
                <a:tc>
                  <a:txBody>
                    <a:bodyPr/>
                    <a:lstStyle/>
                    <a:p>
                      <a:pPr algn="r"/>
                      <a:r>
                        <a:rPr kumimoji="1" lang="en-US" altLang="ja-JP" dirty="0">
                          <a:latin typeface="+mn-ea"/>
                          <a:ea typeface="+mn-ea"/>
                        </a:rPr>
                        <a:t>75,000</a:t>
                      </a:r>
                      <a:endParaRPr kumimoji="1" lang="ja-JP" altLang="en-US" dirty="0">
                        <a:latin typeface="+mn-ea"/>
                        <a:ea typeface="+mn-ea"/>
                      </a:endParaRPr>
                    </a:p>
                  </a:txBody>
                  <a:tcPr/>
                </a:tc>
                <a:extLst>
                  <a:ext uri="{0D108BD9-81ED-4DB2-BD59-A6C34878D82A}">
                    <a16:rowId xmlns:a16="http://schemas.microsoft.com/office/drawing/2014/main" val="1729653328"/>
                  </a:ext>
                </a:extLst>
              </a:tr>
            </a:tbl>
          </a:graphicData>
        </a:graphic>
      </p:graphicFrame>
      <p:sp>
        <p:nvSpPr>
          <p:cNvPr id="13" name="テキスト ボックス 12">
            <a:extLst>
              <a:ext uri="{FF2B5EF4-FFF2-40B4-BE49-F238E27FC236}">
                <a16:creationId xmlns:a16="http://schemas.microsoft.com/office/drawing/2014/main" id="{03492461-DD4B-8DDD-8219-F3D68A30C2D3}"/>
              </a:ext>
            </a:extLst>
          </p:cNvPr>
          <p:cNvSpPr txBox="1"/>
          <p:nvPr/>
        </p:nvSpPr>
        <p:spPr>
          <a:xfrm>
            <a:off x="650245" y="1339409"/>
            <a:ext cx="6103814" cy="369332"/>
          </a:xfrm>
          <a:prstGeom prst="rect">
            <a:avLst/>
          </a:prstGeom>
          <a:noFill/>
        </p:spPr>
        <p:txBody>
          <a:bodyPr wrap="square">
            <a:spAutoFit/>
          </a:bodyPr>
          <a:lstStyle/>
          <a:p>
            <a:r>
              <a:rPr lang="ja-JP" altLang="en-US" sz="1800" b="1" dirty="0">
                <a:solidFill>
                  <a:srgbClr val="000000"/>
                </a:solidFill>
                <a:latin typeface="+mn-ea"/>
              </a:rPr>
              <a:t>①</a:t>
            </a:r>
            <a:r>
              <a:rPr lang="en-US" altLang="ja-JP" sz="1800" b="1" dirty="0">
                <a:solidFill>
                  <a:srgbClr val="000000"/>
                </a:solidFill>
                <a:latin typeface="+mn-ea"/>
              </a:rPr>
              <a:t>-1 </a:t>
            </a:r>
            <a:r>
              <a:rPr lang="ja-JP" altLang="en-US" sz="1800" b="1" dirty="0">
                <a:solidFill>
                  <a:srgbClr val="000000"/>
                </a:solidFill>
                <a:latin typeface="+mn-ea"/>
              </a:rPr>
              <a:t>会員情報メニューで</a:t>
            </a:r>
            <a:r>
              <a:rPr lang="en-US" altLang="ja-JP" sz="1800" b="1" dirty="0">
                <a:solidFill>
                  <a:srgbClr val="000000"/>
                </a:solidFill>
                <a:latin typeface="+mn-ea"/>
              </a:rPr>
              <a:t>No.1</a:t>
            </a:r>
            <a:r>
              <a:rPr lang="ja-JP" altLang="en-US" sz="1800" b="1" dirty="0">
                <a:solidFill>
                  <a:srgbClr val="000000"/>
                </a:solidFill>
                <a:latin typeface="+mn-ea"/>
              </a:rPr>
              <a:t>コード項目を追加</a:t>
            </a:r>
            <a:endParaRPr lang="en-US" altLang="ja-JP" sz="1800" b="1" dirty="0">
              <a:solidFill>
                <a:srgbClr val="000000"/>
              </a:solidFill>
              <a:latin typeface="+mn-ea"/>
            </a:endParaRPr>
          </a:p>
        </p:txBody>
      </p:sp>
      <p:sp>
        <p:nvSpPr>
          <p:cNvPr id="4" name="スライド番号プレースホルダー 3">
            <a:extLst>
              <a:ext uri="{FF2B5EF4-FFF2-40B4-BE49-F238E27FC236}">
                <a16:creationId xmlns:a16="http://schemas.microsoft.com/office/drawing/2014/main" id="{7BF58C23-69C8-6642-D168-D6F63C827502}"/>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
        <p:nvSpPr>
          <p:cNvPr id="8" name="日付プレースホルダー 7">
            <a:extLst>
              <a:ext uri="{FF2B5EF4-FFF2-40B4-BE49-F238E27FC236}">
                <a16:creationId xmlns:a16="http://schemas.microsoft.com/office/drawing/2014/main" id="{1DC4C1B1-8915-2667-125C-7FE1F63B884E}"/>
              </a:ext>
            </a:extLst>
          </p:cNvPr>
          <p:cNvSpPr>
            <a:spLocks noGrp="1"/>
          </p:cNvSpPr>
          <p:nvPr>
            <p:ph type="dt" sz="half" idx="10"/>
          </p:nvPr>
        </p:nvSpPr>
        <p:spPr/>
        <p:txBody>
          <a:bodyPr/>
          <a:lstStyle/>
          <a:p>
            <a:r>
              <a:rPr lang="en-US" altLang="ja-JP"/>
              <a:t>2025/10/30</a:t>
            </a:r>
            <a:endParaRPr lang="en-US"/>
          </a:p>
        </p:txBody>
      </p:sp>
      <p:sp>
        <p:nvSpPr>
          <p:cNvPr id="9" name="フッター プレースホルダー 8">
            <a:extLst>
              <a:ext uri="{FF2B5EF4-FFF2-40B4-BE49-F238E27FC236}">
                <a16:creationId xmlns:a16="http://schemas.microsoft.com/office/drawing/2014/main" id="{FCB9F88F-41D9-B806-BDDC-68FD531CFB89}"/>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589337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8124B-16CD-A7A4-E953-6168C136490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8674A9-481B-8E8D-5150-F84B6089779C}"/>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a:t>
            </a:r>
            <a:endParaRPr kumimoji="1" lang="ja-JP" altLang="en-US" sz="2000" dirty="0">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F196AA2-6261-2B1D-FC8E-F41186D443FA}"/>
              </a:ext>
            </a:extLst>
          </p:cNvPr>
          <p:cNvGraphicFramePr>
            <a:graphicFrameLocks noGrp="1"/>
          </p:cNvGraphicFramePr>
          <p:nvPr>
            <p:extLst>
              <p:ext uri="{D42A27DB-BD31-4B8C-83A1-F6EECF244321}">
                <p14:modId xmlns:p14="http://schemas.microsoft.com/office/powerpoint/2010/main" val="1346316084"/>
              </p:ext>
            </p:extLst>
          </p:nvPr>
        </p:nvGraphicFramePr>
        <p:xfrm>
          <a:off x="1043354" y="1191953"/>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latin typeface="+mn-ea"/>
                          <a:ea typeface="+mn-ea"/>
                        </a:rPr>
                        <a:t>No.</a:t>
                      </a:r>
                      <a:endParaRPr kumimoji="1" lang="ja-JP" altLang="en-US" dirty="0">
                        <a:latin typeface="+mn-ea"/>
                        <a:ea typeface="+mn-ea"/>
                      </a:endParaRPr>
                    </a:p>
                  </a:txBody>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mn-ea"/>
                        </a:rPr>
                        <a:t>工数（人日）</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latin typeface="+mn-ea"/>
                          <a:ea typeface="+mn-ea"/>
                        </a:rPr>
                        <a:t>１</a:t>
                      </a:r>
                    </a:p>
                  </a:txBody>
                  <a:tcPr/>
                </a:tc>
                <a:tc>
                  <a:txBody>
                    <a:bodyPr/>
                    <a:lstStyle/>
                    <a:p>
                      <a:pPr marL="0" lvl="0" indent="0">
                        <a:buFont typeface="Arial" pitchFamily="34" charset="0"/>
                        <a:buNone/>
                      </a:pPr>
                      <a:r>
                        <a:rPr kumimoji="1" lang="ja-JP" altLang="en-US" sz="1600" dirty="0">
                          <a:solidFill>
                            <a:schemeClr val="tx1"/>
                          </a:solidFill>
                          <a:latin typeface="+mn-ea"/>
                          <a:ea typeface="+mn-ea"/>
                        </a:rPr>
                        <a:t>設計</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5.0</a:t>
                      </a:r>
                      <a:endParaRPr kumimoji="1" lang="ja-JP" altLang="en-US" dirty="0">
                        <a:latin typeface="+mn-ea"/>
                        <a:ea typeface="+mn-ea"/>
                      </a:endParaRPr>
                    </a:p>
                  </a:txBody>
                  <a:tcPr/>
                </a:tc>
                <a:tc>
                  <a:txBody>
                    <a:bodyPr/>
                    <a:lstStyle/>
                    <a:p>
                      <a:pPr algn="r"/>
                      <a:r>
                        <a:rPr kumimoji="1" lang="en-US" altLang="ja-JP" dirty="0">
                          <a:latin typeface="+mn-ea"/>
                          <a:ea typeface="+mn-ea"/>
                        </a:rPr>
                        <a:t>250,000</a:t>
                      </a:r>
                      <a:endParaRPr kumimoji="1" lang="ja-JP" altLang="en-US" dirty="0">
                        <a:latin typeface="+mn-ea"/>
                        <a:ea typeface="+mn-ea"/>
                      </a:endParaRPr>
                    </a:p>
                  </a:txBody>
                  <a:tcPr/>
                </a:tc>
                <a:extLst>
                  <a:ext uri="{0D108BD9-81ED-4DB2-BD59-A6C34878D82A}">
                    <a16:rowId xmlns:a16="http://schemas.microsoft.com/office/drawing/2014/main" val="1845290289"/>
                  </a:ext>
                </a:extLst>
              </a:tr>
              <a:tr h="370840">
                <a:tc>
                  <a:txBody>
                    <a:bodyPr/>
                    <a:lstStyle/>
                    <a:p>
                      <a:pPr algn="ctr"/>
                      <a:r>
                        <a:rPr kumimoji="1" lang="ja-JP" altLang="en-US" dirty="0">
                          <a:latin typeface="+mn-ea"/>
                          <a:ea typeface="+mn-ea"/>
                        </a:rPr>
                        <a:t>２</a:t>
                      </a:r>
                    </a:p>
                  </a:txBody>
                  <a:tcPr/>
                </a:tc>
                <a:tc>
                  <a:txBody>
                    <a:bodyPr/>
                    <a:lstStyle/>
                    <a:p>
                      <a:pPr marL="0" indent="0">
                        <a:buFont typeface="Arial" pitchFamily="34" charset="0"/>
                        <a:buNone/>
                      </a:pPr>
                      <a:r>
                        <a:rPr kumimoji="1" lang="ja-JP" altLang="en-US" sz="1600" dirty="0">
                          <a:solidFill>
                            <a:schemeClr val="tx1"/>
                          </a:solidFill>
                          <a:latin typeface="+mn-ea"/>
                          <a:ea typeface="+mn-ea"/>
                        </a:rPr>
                        <a:t>開発</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12.0</a:t>
                      </a:r>
                      <a:endParaRPr kumimoji="1" lang="ja-JP" altLang="en-US" dirty="0">
                        <a:latin typeface="+mn-ea"/>
                        <a:ea typeface="+mn-ea"/>
                      </a:endParaRPr>
                    </a:p>
                  </a:txBody>
                  <a:tcPr/>
                </a:tc>
                <a:tc>
                  <a:txBody>
                    <a:bodyPr/>
                    <a:lstStyle/>
                    <a:p>
                      <a:pPr algn="r"/>
                      <a:r>
                        <a:rPr kumimoji="1" lang="en-US" altLang="ja-JP" dirty="0">
                          <a:latin typeface="+mn-ea"/>
                          <a:ea typeface="+mn-ea"/>
                        </a:rPr>
                        <a:t>600,000</a:t>
                      </a:r>
                      <a:endParaRPr kumimoji="1" lang="ja-JP" altLang="en-US" dirty="0">
                        <a:latin typeface="+mn-ea"/>
                        <a:ea typeface="+mn-ea"/>
                      </a:endParaRPr>
                    </a:p>
                  </a:txBody>
                  <a:tcPr/>
                </a:tc>
                <a:extLst>
                  <a:ext uri="{0D108BD9-81ED-4DB2-BD59-A6C34878D82A}">
                    <a16:rowId xmlns:a16="http://schemas.microsoft.com/office/drawing/2014/main" val="4178339501"/>
                  </a:ext>
                </a:extLst>
              </a:tr>
              <a:tr h="370840">
                <a:tc>
                  <a:txBody>
                    <a:bodyPr/>
                    <a:lstStyle/>
                    <a:p>
                      <a:pPr algn="ctr"/>
                      <a:r>
                        <a:rPr kumimoji="1" lang="ja-JP" altLang="en-US" dirty="0">
                          <a:latin typeface="+mn-ea"/>
                          <a:ea typeface="+mn-ea"/>
                        </a:rPr>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テスト</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15.0</a:t>
                      </a:r>
                      <a:endParaRPr kumimoji="1" lang="ja-JP" altLang="en-US" dirty="0">
                        <a:latin typeface="+mn-ea"/>
                        <a:ea typeface="+mn-ea"/>
                      </a:endParaRPr>
                    </a:p>
                  </a:txBody>
                  <a:tcPr/>
                </a:tc>
                <a:tc>
                  <a:txBody>
                    <a:bodyPr/>
                    <a:lstStyle/>
                    <a:p>
                      <a:pPr algn="r"/>
                      <a:r>
                        <a:rPr kumimoji="1" lang="en-US" altLang="ja-JP" dirty="0">
                          <a:latin typeface="+mn-ea"/>
                          <a:ea typeface="+mn-ea"/>
                        </a:rPr>
                        <a:t>750,000</a:t>
                      </a:r>
                      <a:endParaRPr kumimoji="1" lang="ja-JP" altLang="en-US" dirty="0">
                        <a:latin typeface="+mn-ea"/>
                        <a:ea typeface="+mn-ea"/>
                      </a:endParaRPr>
                    </a:p>
                  </a:txBody>
                  <a:tcPr/>
                </a:tc>
                <a:extLst>
                  <a:ext uri="{0D108BD9-81ED-4DB2-BD59-A6C34878D82A}">
                    <a16:rowId xmlns:a16="http://schemas.microsoft.com/office/drawing/2014/main" val="1212196521"/>
                  </a:ext>
                </a:extLst>
              </a:tr>
              <a:tr h="370840">
                <a:tc>
                  <a:txBody>
                    <a:bodyPr/>
                    <a:lstStyle/>
                    <a:p>
                      <a:endParaRPr kumimoji="1" lang="ja-JP" altLang="en-US">
                        <a:latin typeface="+mn-ea"/>
                        <a:ea typeface="+mn-ea"/>
                      </a:endParaRPr>
                    </a:p>
                  </a:txBody>
                  <a:tcPr/>
                </a:tc>
                <a:tc>
                  <a:txBody>
                    <a:bodyPr/>
                    <a:lstStyle/>
                    <a:p>
                      <a:r>
                        <a:rPr kumimoji="1" lang="ja-JP" altLang="en-US" dirty="0">
                          <a:latin typeface="+mn-ea"/>
                          <a:ea typeface="+mn-ea"/>
                        </a:rPr>
                        <a:t>合計</a:t>
                      </a:r>
                    </a:p>
                  </a:txBody>
                  <a:tcPr/>
                </a:tc>
                <a:tc>
                  <a:txBody>
                    <a:bodyPr/>
                    <a:lstStyle/>
                    <a:p>
                      <a:pPr algn="r"/>
                      <a:r>
                        <a:rPr kumimoji="1" lang="en-US" altLang="ja-JP" dirty="0">
                          <a:latin typeface="+mn-ea"/>
                          <a:ea typeface="+mn-ea"/>
                        </a:rPr>
                        <a:t>32.0</a:t>
                      </a:r>
                      <a:endParaRPr kumimoji="1" lang="ja-JP" altLang="en-US" dirty="0">
                        <a:latin typeface="+mn-ea"/>
                        <a:ea typeface="+mn-ea"/>
                      </a:endParaRPr>
                    </a:p>
                  </a:txBody>
                  <a:tcPr/>
                </a:tc>
                <a:tc>
                  <a:txBody>
                    <a:bodyPr/>
                    <a:lstStyle/>
                    <a:p>
                      <a:pPr algn="r"/>
                      <a:r>
                        <a:rPr kumimoji="1" lang="en-US" altLang="ja-JP" dirty="0">
                          <a:latin typeface="+mn-ea"/>
                          <a:ea typeface="+mn-ea"/>
                        </a:rPr>
                        <a:t>1,600,000</a:t>
                      </a:r>
                      <a:endParaRPr kumimoji="1" lang="ja-JP" altLang="en-US" dirty="0">
                        <a:latin typeface="+mn-ea"/>
                        <a:ea typeface="+mn-ea"/>
                      </a:endParaRPr>
                    </a:p>
                  </a:txBody>
                  <a:tcPr/>
                </a:tc>
                <a:extLst>
                  <a:ext uri="{0D108BD9-81ED-4DB2-BD59-A6C34878D82A}">
                    <a16:rowId xmlns:a16="http://schemas.microsoft.com/office/drawing/2014/main" val="1729653328"/>
                  </a:ext>
                </a:extLst>
              </a:tr>
            </a:tbl>
          </a:graphicData>
        </a:graphic>
      </p:graphicFrame>
      <p:sp>
        <p:nvSpPr>
          <p:cNvPr id="13" name="テキスト ボックス 12">
            <a:extLst>
              <a:ext uri="{FF2B5EF4-FFF2-40B4-BE49-F238E27FC236}">
                <a16:creationId xmlns:a16="http://schemas.microsoft.com/office/drawing/2014/main" id="{C5D45E48-F340-E414-346D-3546637CEB8E}"/>
              </a:ext>
            </a:extLst>
          </p:cNvPr>
          <p:cNvSpPr txBox="1"/>
          <p:nvPr/>
        </p:nvSpPr>
        <p:spPr>
          <a:xfrm>
            <a:off x="755753" y="834523"/>
            <a:ext cx="6103814" cy="369332"/>
          </a:xfrm>
          <a:prstGeom prst="rect">
            <a:avLst/>
          </a:prstGeom>
          <a:noFill/>
        </p:spPr>
        <p:txBody>
          <a:bodyPr wrap="square">
            <a:spAutoFit/>
          </a:bodyPr>
          <a:lstStyle/>
          <a:p>
            <a:r>
              <a:rPr lang="ja-JP" altLang="en-US" b="1" dirty="0">
                <a:solidFill>
                  <a:srgbClr val="000000"/>
                </a:solidFill>
              </a:rPr>
              <a:t>②会員情報の一元化（ユーザ統合）</a:t>
            </a:r>
            <a:endParaRPr lang="en-US" altLang="ja-JP" b="1" dirty="0">
              <a:solidFill>
                <a:srgbClr val="000000"/>
              </a:solidFill>
            </a:endParaRPr>
          </a:p>
        </p:txBody>
      </p:sp>
      <p:graphicFrame>
        <p:nvGraphicFramePr>
          <p:cNvPr id="4" name="表 3">
            <a:extLst>
              <a:ext uri="{FF2B5EF4-FFF2-40B4-BE49-F238E27FC236}">
                <a16:creationId xmlns:a16="http://schemas.microsoft.com/office/drawing/2014/main" id="{4C0129D0-6963-32F8-D860-1455AED45532}"/>
              </a:ext>
            </a:extLst>
          </p:cNvPr>
          <p:cNvGraphicFramePr>
            <a:graphicFrameLocks noGrp="1"/>
          </p:cNvGraphicFramePr>
          <p:nvPr>
            <p:extLst>
              <p:ext uri="{D42A27DB-BD31-4B8C-83A1-F6EECF244321}">
                <p14:modId xmlns:p14="http://schemas.microsoft.com/office/powerpoint/2010/main" val="1320845524"/>
              </p:ext>
            </p:extLst>
          </p:nvPr>
        </p:nvGraphicFramePr>
        <p:xfrm>
          <a:off x="1043354" y="3689293"/>
          <a:ext cx="9714523" cy="1854200"/>
        </p:xfrm>
        <a:graphic>
          <a:graphicData uri="http://schemas.openxmlformats.org/drawingml/2006/table">
            <a:tbl>
              <a:tblPr firstRow="1" lastRow="1">
                <a:tableStyleId>{5C22544A-7EE6-4342-B048-85BDC9FD1C3A}</a:tableStyleId>
              </a:tblPr>
              <a:tblGrid>
                <a:gridCol w="784634">
                  <a:extLst>
                    <a:ext uri="{9D8B030D-6E8A-4147-A177-3AD203B41FA5}">
                      <a16:colId xmlns:a16="http://schemas.microsoft.com/office/drawing/2014/main" val="332460419"/>
                    </a:ext>
                  </a:extLst>
                </a:gridCol>
                <a:gridCol w="4072627">
                  <a:extLst>
                    <a:ext uri="{9D8B030D-6E8A-4147-A177-3AD203B41FA5}">
                      <a16:colId xmlns:a16="http://schemas.microsoft.com/office/drawing/2014/main" val="2434244496"/>
                    </a:ext>
                  </a:extLst>
                </a:gridCol>
                <a:gridCol w="2428631">
                  <a:extLst>
                    <a:ext uri="{9D8B030D-6E8A-4147-A177-3AD203B41FA5}">
                      <a16:colId xmlns:a16="http://schemas.microsoft.com/office/drawing/2014/main" val="1287739208"/>
                    </a:ext>
                  </a:extLst>
                </a:gridCol>
                <a:gridCol w="2428631">
                  <a:extLst>
                    <a:ext uri="{9D8B030D-6E8A-4147-A177-3AD203B41FA5}">
                      <a16:colId xmlns:a16="http://schemas.microsoft.com/office/drawing/2014/main" val="3732747071"/>
                    </a:ext>
                  </a:extLst>
                </a:gridCol>
              </a:tblGrid>
              <a:tr h="370840">
                <a:tc>
                  <a:txBody>
                    <a:bodyPr/>
                    <a:lstStyle/>
                    <a:p>
                      <a:r>
                        <a:rPr kumimoji="1" lang="en-US" altLang="ja-JP" dirty="0">
                          <a:latin typeface="+mn-ea"/>
                          <a:ea typeface="+mn-ea"/>
                        </a:rPr>
                        <a:t>No.</a:t>
                      </a:r>
                      <a:endParaRPr kumimoji="1" lang="ja-JP" altLang="en-US" dirty="0">
                        <a:latin typeface="+mn-ea"/>
                        <a:ea typeface="+mn-ea"/>
                      </a:endParaRPr>
                    </a:p>
                  </a:txBody>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mn-ea"/>
                        </a:rPr>
                        <a:t>工数（人日）</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latin typeface="+mn-ea"/>
                          <a:ea typeface="+mn-ea"/>
                        </a:rPr>
                        <a:t>１</a:t>
                      </a:r>
                    </a:p>
                  </a:txBody>
                  <a:tcPr/>
                </a:tc>
                <a:tc>
                  <a:txBody>
                    <a:bodyPr/>
                    <a:lstStyle/>
                    <a:p>
                      <a:pPr marL="0" lvl="0" indent="0">
                        <a:buFont typeface="Arial" pitchFamily="34" charset="0"/>
                        <a:buNone/>
                      </a:pPr>
                      <a:r>
                        <a:rPr kumimoji="1" lang="ja-JP" altLang="en-US" sz="1600" dirty="0">
                          <a:solidFill>
                            <a:schemeClr val="tx1"/>
                          </a:solidFill>
                          <a:latin typeface="+mn-ea"/>
                          <a:ea typeface="+mn-ea"/>
                        </a:rPr>
                        <a:t>設計</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1.0</a:t>
                      </a:r>
                      <a:endParaRPr kumimoji="1" lang="ja-JP" altLang="en-US" dirty="0">
                        <a:latin typeface="+mn-ea"/>
                        <a:ea typeface="+mn-ea"/>
                      </a:endParaRPr>
                    </a:p>
                  </a:txBody>
                  <a:tcPr/>
                </a:tc>
                <a:tc>
                  <a:txBody>
                    <a:bodyPr/>
                    <a:lstStyle/>
                    <a:p>
                      <a:pPr algn="r"/>
                      <a:r>
                        <a:rPr kumimoji="1" lang="en-US" altLang="ja-JP" dirty="0">
                          <a:latin typeface="+mn-ea"/>
                          <a:ea typeface="+mn-ea"/>
                        </a:rPr>
                        <a:t>50,000</a:t>
                      </a:r>
                      <a:endParaRPr kumimoji="1" lang="ja-JP" altLang="en-US" dirty="0">
                        <a:latin typeface="+mn-ea"/>
                        <a:ea typeface="+mn-ea"/>
                      </a:endParaRPr>
                    </a:p>
                  </a:txBody>
                  <a:tcPr/>
                </a:tc>
                <a:extLst>
                  <a:ext uri="{0D108BD9-81ED-4DB2-BD59-A6C34878D82A}">
                    <a16:rowId xmlns:a16="http://schemas.microsoft.com/office/drawing/2014/main" val="1845290289"/>
                  </a:ext>
                </a:extLst>
              </a:tr>
              <a:tr h="370840">
                <a:tc>
                  <a:txBody>
                    <a:bodyPr/>
                    <a:lstStyle/>
                    <a:p>
                      <a:pPr algn="ctr"/>
                      <a:r>
                        <a:rPr kumimoji="1" lang="ja-JP" altLang="en-US" dirty="0">
                          <a:latin typeface="+mn-ea"/>
                          <a:ea typeface="+mn-ea"/>
                        </a:rPr>
                        <a:t>２</a:t>
                      </a:r>
                    </a:p>
                  </a:txBody>
                  <a:tcPr/>
                </a:tc>
                <a:tc>
                  <a:txBody>
                    <a:bodyPr/>
                    <a:lstStyle/>
                    <a:p>
                      <a:pPr marL="0" indent="0">
                        <a:buFont typeface="Arial" pitchFamily="34" charset="0"/>
                        <a:buNone/>
                      </a:pPr>
                      <a:r>
                        <a:rPr kumimoji="1" lang="ja-JP" altLang="en-US" sz="1600" dirty="0">
                          <a:solidFill>
                            <a:schemeClr val="tx1"/>
                          </a:solidFill>
                          <a:latin typeface="+mn-ea"/>
                          <a:ea typeface="+mn-ea"/>
                        </a:rPr>
                        <a:t>開発</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1.0</a:t>
                      </a:r>
                      <a:endParaRPr kumimoji="1" lang="ja-JP" altLang="en-US" dirty="0">
                        <a:latin typeface="+mn-ea"/>
                        <a:ea typeface="+mn-ea"/>
                      </a:endParaRPr>
                    </a:p>
                  </a:txBody>
                  <a:tcPr/>
                </a:tc>
                <a:tc>
                  <a:txBody>
                    <a:bodyPr/>
                    <a:lstStyle/>
                    <a:p>
                      <a:pPr algn="r"/>
                      <a:r>
                        <a:rPr kumimoji="1" lang="en-US" altLang="ja-JP" dirty="0">
                          <a:latin typeface="+mn-ea"/>
                          <a:ea typeface="+mn-ea"/>
                        </a:rPr>
                        <a:t>50,000</a:t>
                      </a:r>
                      <a:endParaRPr kumimoji="1" lang="ja-JP" altLang="en-US" dirty="0">
                        <a:latin typeface="+mn-ea"/>
                        <a:ea typeface="+mn-ea"/>
                      </a:endParaRPr>
                    </a:p>
                  </a:txBody>
                  <a:tcPr/>
                </a:tc>
                <a:extLst>
                  <a:ext uri="{0D108BD9-81ED-4DB2-BD59-A6C34878D82A}">
                    <a16:rowId xmlns:a16="http://schemas.microsoft.com/office/drawing/2014/main" val="4178339501"/>
                  </a:ext>
                </a:extLst>
              </a:tr>
              <a:tr h="370840">
                <a:tc>
                  <a:txBody>
                    <a:bodyPr/>
                    <a:lstStyle/>
                    <a:p>
                      <a:pPr algn="ctr"/>
                      <a:r>
                        <a:rPr kumimoji="1" lang="ja-JP" altLang="en-US" dirty="0">
                          <a:latin typeface="+mn-ea"/>
                          <a:ea typeface="+mn-ea"/>
                        </a:rPr>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テスト</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2.0</a:t>
                      </a:r>
                      <a:endParaRPr kumimoji="1" lang="ja-JP" altLang="en-US" dirty="0">
                        <a:latin typeface="+mn-ea"/>
                        <a:ea typeface="+mn-ea"/>
                      </a:endParaRPr>
                    </a:p>
                  </a:txBody>
                  <a:tcPr/>
                </a:tc>
                <a:tc>
                  <a:txBody>
                    <a:bodyPr/>
                    <a:lstStyle/>
                    <a:p>
                      <a:pPr algn="r"/>
                      <a:r>
                        <a:rPr kumimoji="1" lang="en-US" altLang="ja-JP" dirty="0">
                          <a:latin typeface="+mn-ea"/>
                          <a:ea typeface="+mn-ea"/>
                        </a:rPr>
                        <a:t>100,000</a:t>
                      </a:r>
                      <a:endParaRPr kumimoji="1" lang="ja-JP" altLang="en-US" dirty="0">
                        <a:latin typeface="+mn-ea"/>
                        <a:ea typeface="+mn-ea"/>
                      </a:endParaRPr>
                    </a:p>
                  </a:txBody>
                  <a:tcPr/>
                </a:tc>
                <a:extLst>
                  <a:ext uri="{0D108BD9-81ED-4DB2-BD59-A6C34878D82A}">
                    <a16:rowId xmlns:a16="http://schemas.microsoft.com/office/drawing/2014/main" val="1212196521"/>
                  </a:ext>
                </a:extLst>
              </a:tr>
              <a:tr h="370840">
                <a:tc>
                  <a:txBody>
                    <a:bodyPr/>
                    <a:lstStyle/>
                    <a:p>
                      <a:endParaRPr kumimoji="1" lang="ja-JP" altLang="en-US">
                        <a:latin typeface="+mn-ea"/>
                        <a:ea typeface="+mn-ea"/>
                      </a:endParaRPr>
                    </a:p>
                  </a:txBody>
                  <a:tcPr/>
                </a:tc>
                <a:tc>
                  <a:txBody>
                    <a:bodyPr/>
                    <a:lstStyle/>
                    <a:p>
                      <a:r>
                        <a:rPr kumimoji="1" lang="ja-JP" altLang="en-US" dirty="0">
                          <a:latin typeface="+mn-ea"/>
                          <a:ea typeface="+mn-ea"/>
                        </a:rPr>
                        <a:t>合計</a:t>
                      </a:r>
                    </a:p>
                  </a:txBody>
                  <a:tcPr/>
                </a:tc>
                <a:tc>
                  <a:txBody>
                    <a:bodyPr/>
                    <a:lstStyle/>
                    <a:p>
                      <a:pPr algn="r"/>
                      <a:r>
                        <a:rPr kumimoji="1" lang="en-US" altLang="ja-JP" dirty="0">
                          <a:latin typeface="+mn-ea"/>
                          <a:ea typeface="+mn-ea"/>
                        </a:rPr>
                        <a:t>4.0</a:t>
                      </a:r>
                      <a:endParaRPr kumimoji="1" lang="ja-JP" altLang="en-US" dirty="0">
                        <a:latin typeface="+mn-ea"/>
                        <a:ea typeface="+mn-ea"/>
                      </a:endParaRPr>
                    </a:p>
                  </a:txBody>
                  <a:tcPr/>
                </a:tc>
                <a:tc>
                  <a:txBody>
                    <a:bodyPr/>
                    <a:lstStyle/>
                    <a:p>
                      <a:pPr algn="r"/>
                      <a:r>
                        <a:rPr kumimoji="1" lang="en-US" altLang="ja-JP" dirty="0">
                          <a:latin typeface="+mn-ea"/>
                          <a:ea typeface="+mn-ea"/>
                        </a:rPr>
                        <a:t>200,000</a:t>
                      </a:r>
                      <a:endParaRPr kumimoji="1" lang="ja-JP" altLang="en-US" dirty="0">
                        <a:latin typeface="+mn-ea"/>
                        <a:ea typeface="+mn-ea"/>
                      </a:endParaRPr>
                    </a:p>
                  </a:txBody>
                  <a:tcPr/>
                </a:tc>
                <a:extLst>
                  <a:ext uri="{0D108BD9-81ED-4DB2-BD59-A6C34878D82A}">
                    <a16:rowId xmlns:a16="http://schemas.microsoft.com/office/drawing/2014/main" val="1729653328"/>
                  </a:ext>
                </a:extLst>
              </a:tr>
            </a:tbl>
          </a:graphicData>
        </a:graphic>
      </p:graphicFrame>
      <p:sp>
        <p:nvSpPr>
          <p:cNvPr id="8" name="テキスト ボックス 7">
            <a:extLst>
              <a:ext uri="{FF2B5EF4-FFF2-40B4-BE49-F238E27FC236}">
                <a16:creationId xmlns:a16="http://schemas.microsoft.com/office/drawing/2014/main" id="{1EF4ABF0-86F2-EB8F-2ED4-649709088903}"/>
              </a:ext>
            </a:extLst>
          </p:cNvPr>
          <p:cNvSpPr txBox="1"/>
          <p:nvPr/>
        </p:nvSpPr>
        <p:spPr>
          <a:xfrm>
            <a:off x="755753" y="3296005"/>
            <a:ext cx="6103814" cy="369332"/>
          </a:xfrm>
          <a:prstGeom prst="rect">
            <a:avLst/>
          </a:prstGeom>
          <a:noFill/>
        </p:spPr>
        <p:txBody>
          <a:bodyPr wrap="square">
            <a:spAutoFit/>
          </a:bodyPr>
          <a:lstStyle/>
          <a:p>
            <a:r>
              <a:rPr lang="ja-JP" altLang="en-US" b="1" dirty="0">
                <a:solidFill>
                  <a:srgbClr val="000000"/>
                </a:solidFill>
              </a:rPr>
              <a:t>③過去分の販売活動報告登録の編集不可 </a:t>
            </a:r>
            <a:endParaRPr lang="en-US" altLang="ja-JP" b="1" dirty="0">
              <a:solidFill>
                <a:srgbClr val="000000"/>
              </a:solidFill>
            </a:endParaRPr>
          </a:p>
        </p:txBody>
      </p:sp>
      <p:sp>
        <p:nvSpPr>
          <p:cNvPr id="6" name="スライド番号プレースホルダー 5">
            <a:extLst>
              <a:ext uri="{FF2B5EF4-FFF2-40B4-BE49-F238E27FC236}">
                <a16:creationId xmlns:a16="http://schemas.microsoft.com/office/drawing/2014/main" id="{E653CC85-B120-A847-3EA0-585F4D83364C}"/>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9" name="日付プレースホルダー 8">
            <a:extLst>
              <a:ext uri="{FF2B5EF4-FFF2-40B4-BE49-F238E27FC236}">
                <a16:creationId xmlns:a16="http://schemas.microsoft.com/office/drawing/2014/main" id="{A05829EB-97B4-0C94-DD99-605775620B36}"/>
              </a:ext>
            </a:extLst>
          </p:cNvPr>
          <p:cNvSpPr>
            <a:spLocks noGrp="1"/>
          </p:cNvSpPr>
          <p:nvPr>
            <p:ph type="dt" sz="half" idx="10"/>
          </p:nvPr>
        </p:nvSpPr>
        <p:spPr/>
        <p:txBody>
          <a:bodyPr/>
          <a:lstStyle/>
          <a:p>
            <a:r>
              <a:rPr lang="en-US" altLang="ja-JP"/>
              <a:t>2025/10/30</a:t>
            </a:r>
            <a:endParaRPr lang="en-US"/>
          </a:p>
        </p:txBody>
      </p:sp>
      <p:sp>
        <p:nvSpPr>
          <p:cNvPr id="10" name="フッター プレースホルダー 9">
            <a:extLst>
              <a:ext uri="{FF2B5EF4-FFF2-40B4-BE49-F238E27FC236}">
                <a16:creationId xmlns:a16="http://schemas.microsoft.com/office/drawing/2014/main" id="{55B6B9EA-3E4F-0FAB-3898-746B7D822117}"/>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662684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8343-E8DE-7190-23C9-5D4C1C2FF7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6AF05DE-B767-FAAC-9A3E-4BCB734B0A14}"/>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お見積もり（要望内容単位）</a:t>
            </a:r>
            <a:endParaRPr kumimoji="1" lang="ja-JP" altLang="en-US" sz="2000" dirty="0">
              <a:latin typeface="游明朝" panose="02020400000000000000" pitchFamily="18" charset="-128"/>
              <a:ea typeface="游明朝" panose="02020400000000000000" pitchFamily="18" charset="-128"/>
            </a:endParaRPr>
          </a:p>
        </p:txBody>
      </p:sp>
      <p:graphicFrame>
        <p:nvGraphicFramePr>
          <p:cNvPr id="4" name="表 3">
            <a:extLst>
              <a:ext uri="{FF2B5EF4-FFF2-40B4-BE49-F238E27FC236}">
                <a16:creationId xmlns:a16="http://schemas.microsoft.com/office/drawing/2014/main" id="{EDAA907D-118E-68B5-45FF-19C57BC5834D}"/>
              </a:ext>
            </a:extLst>
          </p:cNvPr>
          <p:cNvGraphicFramePr>
            <a:graphicFrameLocks noGrp="1"/>
          </p:cNvGraphicFramePr>
          <p:nvPr>
            <p:extLst>
              <p:ext uri="{D42A27DB-BD31-4B8C-83A1-F6EECF244321}">
                <p14:modId xmlns:p14="http://schemas.microsoft.com/office/powerpoint/2010/main" val="1387451150"/>
              </p:ext>
            </p:extLst>
          </p:nvPr>
        </p:nvGraphicFramePr>
        <p:xfrm>
          <a:off x="576001" y="1196370"/>
          <a:ext cx="11041200" cy="2966720"/>
        </p:xfrm>
        <a:graphic>
          <a:graphicData uri="http://schemas.openxmlformats.org/drawingml/2006/table">
            <a:tbl>
              <a:tblPr firstRow="1" lastRow="1">
                <a:tableStyleId>{5C22544A-7EE6-4342-B048-85BDC9FD1C3A}</a:tableStyleId>
              </a:tblPr>
              <a:tblGrid>
                <a:gridCol w="891789">
                  <a:extLst>
                    <a:ext uri="{9D8B030D-6E8A-4147-A177-3AD203B41FA5}">
                      <a16:colId xmlns:a16="http://schemas.microsoft.com/office/drawing/2014/main" val="332460419"/>
                    </a:ext>
                  </a:extLst>
                </a:gridCol>
                <a:gridCol w="2754560">
                  <a:extLst>
                    <a:ext uri="{9D8B030D-6E8A-4147-A177-3AD203B41FA5}">
                      <a16:colId xmlns:a16="http://schemas.microsoft.com/office/drawing/2014/main" val="2434244496"/>
                    </a:ext>
                  </a:extLst>
                </a:gridCol>
                <a:gridCol w="4634550">
                  <a:extLst>
                    <a:ext uri="{9D8B030D-6E8A-4147-A177-3AD203B41FA5}">
                      <a16:colId xmlns:a16="http://schemas.microsoft.com/office/drawing/2014/main" val="1287739208"/>
                    </a:ext>
                  </a:extLst>
                </a:gridCol>
                <a:gridCol w="2760301">
                  <a:extLst>
                    <a:ext uri="{9D8B030D-6E8A-4147-A177-3AD203B41FA5}">
                      <a16:colId xmlns:a16="http://schemas.microsoft.com/office/drawing/2014/main" val="3732747071"/>
                    </a:ext>
                  </a:extLst>
                </a:gridCol>
              </a:tblGrid>
              <a:tr h="370840">
                <a:tc>
                  <a:txBody>
                    <a:bodyPr/>
                    <a:lstStyle/>
                    <a:p>
                      <a:r>
                        <a:rPr kumimoji="1" lang="en-US" altLang="ja-JP" b="1" dirty="0">
                          <a:latin typeface="+mn-ea"/>
                          <a:ea typeface="+mn-ea"/>
                        </a:rPr>
                        <a:t>No.</a:t>
                      </a:r>
                      <a:endParaRPr kumimoji="1" lang="ja-JP" altLang="en-US" b="1" dirty="0">
                        <a:latin typeface="+mn-ea"/>
                        <a:ea typeface="+mn-ea"/>
                      </a:endParaRPr>
                    </a:p>
                  </a:txBody>
                  <a:tcPr/>
                </a:tc>
                <a:tc>
                  <a:txBody>
                    <a:bodyPr/>
                    <a:lstStyle/>
                    <a:p>
                      <a:pPr algn="ctr" rtl="0" fontAlgn="ctr"/>
                      <a:r>
                        <a:rPr lang="ja-JP" altLang="en-US" sz="1600" b="1" i="0" u="none" strike="noStrike" dirty="0">
                          <a:solidFill>
                            <a:srgbClr val="FFFFFF"/>
                          </a:solidFill>
                          <a:effectLst/>
                          <a:latin typeface="+mn-ea"/>
                          <a:ea typeface="+mn-ea"/>
                        </a:rPr>
                        <a:t>要望内容（工程）</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工数（人日）</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latin typeface="+mn-ea"/>
                          <a:ea typeface="+mn-ea"/>
                        </a:rPr>
                        <a:t>１</a:t>
                      </a:r>
                    </a:p>
                  </a:txBody>
                  <a:tcPr/>
                </a:tc>
                <a:tc>
                  <a:txBody>
                    <a:bodyPr/>
                    <a:lstStyle/>
                    <a:p>
                      <a:pPr marL="0" lvl="0" indent="0">
                        <a:buFont typeface="Arial" pitchFamily="34" charset="0"/>
                        <a:buNone/>
                      </a:pPr>
                      <a:r>
                        <a:rPr kumimoji="1" lang="ja-JP" altLang="en-US" sz="1600" dirty="0">
                          <a:solidFill>
                            <a:schemeClr val="tx1"/>
                          </a:solidFill>
                          <a:latin typeface="+mn-ea"/>
                          <a:ea typeface="+mn-ea"/>
                        </a:rPr>
                        <a:t>①－</a:t>
                      </a:r>
                      <a:r>
                        <a:rPr kumimoji="1" lang="en-US" altLang="ja-JP" sz="1600" dirty="0">
                          <a:solidFill>
                            <a:schemeClr val="tx1"/>
                          </a:solidFill>
                          <a:latin typeface="+mn-ea"/>
                          <a:ea typeface="+mn-ea"/>
                        </a:rPr>
                        <a:t>1</a:t>
                      </a:r>
                    </a:p>
                  </a:txBody>
                  <a:tcPr anchor="ctr"/>
                </a:tc>
                <a:tc>
                  <a:txBody>
                    <a:bodyPr/>
                    <a:lstStyle/>
                    <a:p>
                      <a:pPr algn="r"/>
                      <a:r>
                        <a:rPr kumimoji="1" lang="en-US" altLang="ja-JP" dirty="0">
                          <a:latin typeface="+mn-ea"/>
                          <a:ea typeface="+mn-ea"/>
                        </a:rPr>
                        <a:t>1.5</a:t>
                      </a:r>
                      <a:endParaRPr kumimoji="1" lang="ja-JP" altLang="en-US" dirty="0">
                        <a:latin typeface="+mn-ea"/>
                        <a:ea typeface="+mn-ea"/>
                      </a:endParaRPr>
                    </a:p>
                  </a:txBody>
                  <a:tcPr/>
                </a:tc>
                <a:tc>
                  <a:txBody>
                    <a:bodyPr/>
                    <a:lstStyle/>
                    <a:p>
                      <a:pPr algn="r"/>
                      <a:r>
                        <a:rPr kumimoji="1" lang="en-US" altLang="ja-JP" dirty="0">
                          <a:latin typeface="+mn-ea"/>
                          <a:ea typeface="+mn-ea"/>
                        </a:rPr>
                        <a:t>75,000</a:t>
                      </a:r>
                      <a:endParaRPr kumimoji="1" lang="ja-JP" altLang="en-US" dirty="0">
                        <a:latin typeface="+mn-ea"/>
                        <a:ea typeface="+mn-ea"/>
                      </a:endParaRPr>
                    </a:p>
                  </a:txBody>
                  <a:tcPr/>
                </a:tc>
                <a:extLst>
                  <a:ext uri="{0D108BD9-81ED-4DB2-BD59-A6C34878D82A}">
                    <a16:rowId xmlns:a16="http://schemas.microsoft.com/office/drawing/2014/main" val="1845290289"/>
                  </a:ext>
                </a:extLst>
              </a:tr>
              <a:tr h="370840">
                <a:tc>
                  <a:txBody>
                    <a:bodyPr/>
                    <a:lstStyle/>
                    <a:p>
                      <a:pPr algn="ctr"/>
                      <a:r>
                        <a:rPr kumimoji="1" lang="ja-JP" altLang="en-US" dirty="0">
                          <a:latin typeface="+mn-ea"/>
                          <a:ea typeface="+mn-ea"/>
                        </a:rPr>
                        <a:t>２</a:t>
                      </a:r>
                    </a:p>
                  </a:txBody>
                  <a:tcPr/>
                </a:tc>
                <a:tc>
                  <a:txBody>
                    <a:bodyPr/>
                    <a:lstStyle/>
                    <a:p>
                      <a:pPr marL="0" indent="0">
                        <a:buFont typeface="Arial" pitchFamily="34" charset="0"/>
                        <a:buNone/>
                      </a:pPr>
                      <a:r>
                        <a:rPr kumimoji="1" lang="ja-JP" altLang="en-US" sz="1600" dirty="0">
                          <a:solidFill>
                            <a:schemeClr val="tx1"/>
                          </a:solidFill>
                          <a:latin typeface="+mn-ea"/>
                          <a:ea typeface="+mn-ea"/>
                        </a:rPr>
                        <a:t>①－</a:t>
                      </a:r>
                      <a:r>
                        <a:rPr kumimoji="1" lang="en-US" altLang="ja-JP" sz="1600" dirty="0">
                          <a:solidFill>
                            <a:schemeClr val="tx1"/>
                          </a:solidFill>
                          <a:latin typeface="+mn-ea"/>
                          <a:ea typeface="+mn-ea"/>
                        </a:rPr>
                        <a:t>2</a:t>
                      </a:r>
                    </a:p>
                  </a:txBody>
                  <a:tcPr anchor="ctr"/>
                </a:tc>
                <a:tc>
                  <a:txBody>
                    <a:bodyPr/>
                    <a:lstStyle/>
                    <a:p>
                      <a:pPr algn="r"/>
                      <a:r>
                        <a:rPr kumimoji="1" lang="en-US" altLang="ja-JP" dirty="0">
                          <a:latin typeface="+mn-ea"/>
                          <a:ea typeface="+mn-ea"/>
                        </a:rPr>
                        <a:t>1.5</a:t>
                      </a:r>
                      <a:endParaRPr kumimoji="1" lang="ja-JP" altLang="en-US" dirty="0">
                        <a:latin typeface="+mn-ea"/>
                        <a:ea typeface="+mn-ea"/>
                      </a:endParaRPr>
                    </a:p>
                  </a:txBody>
                  <a:tcPr/>
                </a:tc>
                <a:tc>
                  <a:txBody>
                    <a:bodyPr/>
                    <a:lstStyle/>
                    <a:p>
                      <a:pPr algn="r"/>
                      <a:r>
                        <a:rPr kumimoji="1" lang="en-US" altLang="ja-JP" dirty="0">
                          <a:latin typeface="+mn-ea"/>
                          <a:ea typeface="+mn-ea"/>
                        </a:rPr>
                        <a:t>75,000</a:t>
                      </a:r>
                      <a:endParaRPr kumimoji="1" lang="ja-JP" altLang="en-US" dirty="0">
                        <a:latin typeface="+mn-ea"/>
                        <a:ea typeface="+mn-ea"/>
                      </a:endParaRPr>
                    </a:p>
                  </a:txBody>
                  <a:tcPr/>
                </a:tc>
                <a:extLst>
                  <a:ext uri="{0D108BD9-81ED-4DB2-BD59-A6C34878D82A}">
                    <a16:rowId xmlns:a16="http://schemas.microsoft.com/office/drawing/2014/main" val="4178339501"/>
                  </a:ext>
                </a:extLst>
              </a:tr>
              <a:tr h="370840">
                <a:tc>
                  <a:txBody>
                    <a:bodyPr/>
                    <a:lstStyle/>
                    <a:p>
                      <a:pPr algn="ctr"/>
                      <a:r>
                        <a:rPr kumimoji="1" lang="ja-JP" altLang="en-US" dirty="0">
                          <a:latin typeface="+mn-ea"/>
                          <a:ea typeface="+mn-ea"/>
                        </a:rPr>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②</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32.0</a:t>
                      </a:r>
                      <a:endParaRPr kumimoji="1" lang="ja-JP" altLang="en-US" dirty="0">
                        <a:latin typeface="+mn-ea"/>
                        <a:ea typeface="+mn-ea"/>
                      </a:endParaRPr>
                    </a:p>
                  </a:txBody>
                  <a:tcPr/>
                </a:tc>
                <a:tc>
                  <a:txBody>
                    <a:bodyPr/>
                    <a:lstStyle/>
                    <a:p>
                      <a:pPr algn="r"/>
                      <a:r>
                        <a:rPr kumimoji="1" lang="en-US" altLang="ja-JP" dirty="0">
                          <a:latin typeface="+mn-ea"/>
                          <a:ea typeface="+mn-ea"/>
                        </a:rPr>
                        <a:t>1,600,000</a:t>
                      </a:r>
                      <a:endParaRPr kumimoji="1" lang="ja-JP" altLang="en-US" dirty="0">
                        <a:latin typeface="+mn-ea"/>
                        <a:ea typeface="+mn-ea"/>
                      </a:endParaRPr>
                    </a:p>
                  </a:txBody>
                  <a:tcPr/>
                </a:tc>
                <a:extLst>
                  <a:ext uri="{0D108BD9-81ED-4DB2-BD59-A6C34878D82A}">
                    <a16:rowId xmlns:a16="http://schemas.microsoft.com/office/drawing/2014/main" val="1212196521"/>
                  </a:ext>
                </a:extLst>
              </a:tr>
              <a:tr h="370840">
                <a:tc>
                  <a:txBody>
                    <a:bodyPr/>
                    <a:lstStyle/>
                    <a:p>
                      <a:pPr algn="ctr"/>
                      <a:r>
                        <a:rPr kumimoji="1" lang="ja-JP" altLang="en-US" dirty="0">
                          <a:latin typeface="+mn-ea"/>
                          <a:ea typeface="+mn-ea"/>
                        </a:rPr>
                        <a:t>４</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③</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4.0</a:t>
                      </a:r>
                      <a:endParaRPr kumimoji="1" lang="ja-JP" altLang="en-US" dirty="0">
                        <a:latin typeface="+mn-ea"/>
                        <a:ea typeface="+mn-ea"/>
                      </a:endParaRPr>
                    </a:p>
                  </a:txBody>
                  <a:tcPr/>
                </a:tc>
                <a:tc>
                  <a:txBody>
                    <a:bodyPr/>
                    <a:lstStyle/>
                    <a:p>
                      <a:pPr algn="r"/>
                      <a:r>
                        <a:rPr kumimoji="1" lang="en-US" altLang="ja-JP" dirty="0">
                          <a:latin typeface="+mn-ea"/>
                          <a:ea typeface="+mn-ea"/>
                        </a:rPr>
                        <a:t>200,000</a:t>
                      </a:r>
                      <a:endParaRPr kumimoji="1" lang="ja-JP" altLang="en-US" dirty="0">
                        <a:latin typeface="+mn-ea"/>
                        <a:ea typeface="+mn-ea"/>
                      </a:endParaRPr>
                    </a:p>
                  </a:txBody>
                  <a:tcPr/>
                </a:tc>
                <a:extLst>
                  <a:ext uri="{0D108BD9-81ED-4DB2-BD59-A6C34878D82A}">
                    <a16:rowId xmlns:a16="http://schemas.microsoft.com/office/drawing/2014/main" val="3406240869"/>
                  </a:ext>
                </a:extLst>
              </a:tr>
              <a:tr h="370840">
                <a:tc>
                  <a:txBody>
                    <a:bodyPr/>
                    <a:lstStyle/>
                    <a:p>
                      <a:pPr algn="ctr"/>
                      <a:r>
                        <a:rPr kumimoji="1" lang="ja-JP" altLang="en-US" dirty="0">
                          <a:latin typeface="+mn-ea"/>
                          <a:ea typeface="+mn-ea"/>
                        </a:rPr>
                        <a:t>５</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リリース関連</a:t>
                      </a:r>
                    </a:p>
                  </a:txBody>
                  <a:tcPr anchor="ctr"/>
                </a:tc>
                <a:tc>
                  <a:txBody>
                    <a:bodyPr/>
                    <a:lstStyle/>
                    <a:p>
                      <a:pPr algn="r"/>
                      <a:r>
                        <a:rPr kumimoji="1" lang="en-US" altLang="ja-JP" dirty="0">
                          <a:latin typeface="+mn-ea"/>
                          <a:ea typeface="+mn-ea"/>
                        </a:rPr>
                        <a:t>1.0</a:t>
                      </a:r>
                      <a:endParaRPr kumimoji="1" lang="ja-JP" altLang="en-US" dirty="0">
                        <a:latin typeface="+mn-ea"/>
                        <a:ea typeface="+mn-ea"/>
                      </a:endParaRPr>
                    </a:p>
                  </a:txBody>
                  <a:tcPr/>
                </a:tc>
                <a:tc>
                  <a:txBody>
                    <a:bodyPr/>
                    <a:lstStyle/>
                    <a:p>
                      <a:pPr algn="r"/>
                      <a:r>
                        <a:rPr kumimoji="1" lang="en-US" altLang="ja-JP" dirty="0">
                          <a:latin typeface="+mn-ea"/>
                          <a:ea typeface="+mn-ea"/>
                        </a:rPr>
                        <a:t>50,000</a:t>
                      </a:r>
                      <a:endParaRPr kumimoji="1" lang="ja-JP" altLang="en-US" dirty="0">
                        <a:latin typeface="+mn-ea"/>
                        <a:ea typeface="+mn-ea"/>
                      </a:endParaRPr>
                    </a:p>
                  </a:txBody>
                  <a:tcPr/>
                </a:tc>
                <a:extLst>
                  <a:ext uri="{0D108BD9-81ED-4DB2-BD59-A6C34878D82A}">
                    <a16:rowId xmlns:a16="http://schemas.microsoft.com/office/drawing/2014/main" val="678921093"/>
                  </a:ext>
                </a:extLst>
              </a:tr>
              <a:tr h="370840">
                <a:tc>
                  <a:txBody>
                    <a:bodyPr/>
                    <a:lstStyle/>
                    <a:p>
                      <a:pPr algn="ctr"/>
                      <a:r>
                        <a:rPr kumimoji="1" lang="ja-JP" altLang="en-US" dirty="0">
                          <a:latin typeface="+mn-ea"/>
                          <a:ea typeface="+mn-ea"/>
                        </a:rPr>
                        <a:t>６</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プロジェクト管理</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6.0</a:t>
                      </a:r>
                      <a:endParaRPr kumimoji="1" lang="ja-JP" altLang="en-US" dirty="0">
                        <a:latin typeface="+mn-ea"/>
                        <a:ea typeface="+mn-ea"/>
                      </a:endParaRPr>
                    </a:p>
                  </a:txBody>
                  <a:tcPr/>
                </a:tc>
                <a:tc>
                  <a:txBody>
                    <a:bodyPr/>
                    <a:lstStyle/>
                    <a:p>
                      <a:pPr algn="r"/>
                      <a:r>
                        <a:rPr kumimoji="1" lang="en-US" altLang="ja-JP" dirty="0">
                          <a:latin typeface="+mn-ea"/>
                          <a:ea typeface="+mn-ea"/>
                        </a:rPr>
                        <a:t>420,000</a:t>
                      </a:r>
                      <a:endParaRPr kumimoji="1" lang="ja-JP" altLang="en-US" dirty="0">
                        <a:latin typeface="+mn-ea"/>
                        <a:ea typeface="+mn-ea"/>
                      </a:endParaRPr>
                    </a:p>
                  </a:txBody>
                  <a:tcPr/>
                </a:tc>
                <a:extLst>
                  <a:ext uri="{0D108BD9-81ED-4DB2-BD59-A6C34878D82A}">
                    <a16:rowId xmlns:a16="http://schemas.microsoft.com/office/drawing/2014/main" val="3956375622"/>
                  </a:ext>
                </a:extLst>
              </a:tr>
              <a:tr h="370840">
                <a:tc>
                  <a:txBody>
                    <a:bodyPr/>
                    <a:lstStyle/>
                    <a:p>
                      <a:endParaRPr kumimoji="1" lang="ja-JP" altLang="en-US" dirty="0">
                        <a:latin typeface="+mn-ea"/>
                        <a:ea typeface="+mn-ea"/>
                      </a:endParaRPr>
                    </a:p>
                  </a:txBody>
                  <a:tcPr/>
                </a:tc>
                <a:tc>
                  <a:txBody>
                    <a:bodyPr/>
                    <a:lstStyle/>
                    <a:p>
                      <a:r>
                        <a:rPr kumimoji="1" lang="ja-JP" altLang="en-US" dirty="0">
                          <a:latin typeface="+mn-ea"/>
                          <a:ea typeface="+mn-ea"/>
                        </a:rPr>
                        <a:t>合計</a:t>
                      </a:r>
                    </a:p>
                  </a:txBody>
                  <a:tcPr/>
                </a:tc>
                <a:tc>
                  <a:txBody>
                    <a:bodyPr/>
                    <a:lstStyle/>
                    <a:p>
                      <a:pPr algn="r"/>
                      <a:r>
                        <a:rPr kumimoji="1" lang="en-US" altLang="ja-JP" dirty="0">
                          <a:latin typeface="+mn-ea"/>
                          <a:ea typeface="+mn-ea"/>
                        </a:rPr>
                        <a:t>44.0</a:t>
                      </a:r>
                      <a:endParaRPr kumimoji="1" lang="ja-JP" altLang="en-US" dirty="0">
                        <a:latin typeface="+mn-ea"/>
                        <a:ea typeface="+mn-ea"/>
                      </a:endParaRPr>
                    </a:p>
                  </a:txBody>
                  <a:tcPr/>
                </a:tc>
                <a:tc>
                  <a:txBody>
                    <a:bodyPr/>
                    <a:lstStyle/>
                    <a:p>
                      <a:pPr algn="r"/>
                      <a:r>
                        <a:rPr kumimoji="1" lang="en-US" altLang="ja-JP" dirty="0">
                          <a:latin typeface="+mn-ea"/>
                          <a:ea typeface="+mn-ea"/>
                        </a:rPr>
                        <a:t>2,370,000</a:t>
                      </a:r>
                      <a:endParaRPr kumimoji="1" lang="ja-JP" altLang="en-US" dirty="0">
                        <a:latin typeface="+mn-ea"/>
                        <a:ea typeface="+mn-ea"/>
                      </a:endParaRPr>
                    </a:p>
                  </a:txBody>
                  <a:tcPr/>
                </a:tc>
                <a:extLst>
                  <a:ext uri="{0D108BD9-81ED-4DB2-BD59-A6C34878D82A}">
                    <a16:rowId xmlns:a16="http://schemas.microsoft.com/office/drawing/2014/main" val="1729653328"/>
                  </a:ext>
                </a:extLst>
              </a:tr>
            </a:tbl>
          </a:graphicData>
        </a:graphic>
      </p:graphicFrame>
      <p:sp>
        <p:nvSpPr>
          <p:cNvPr id="7" name="スライド番号プレースホルダー 6">
            <a:extLst>
              <a:ext uri="{FF2B5EF4-FFF2-40B4-BE49-F238E27FC236}">
                <a16:creationId xmlns:a16="http://schemas.microsoft.com/office/drawing/2014/main" id="{05230156-8D0F-6EF9-5DF7-283501CF71FA}"/>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8" name="日付プレースホルダー 7">
            <a:extLst>
              <a:ext uri="{FF2B5EF4-FFF2-40B4-BE49-F238E27FC236}">
                <a16:creationId xmlns:a16="http://schemas.microsoft.com/office/drawing/2014/main" id="{2230B578-E1DA-17C5-8730-0C1BB078FE72}"/>
              </a:ext>
            </a:extLst>
          </p:cNvPr>
          <p:cNvSpPr>
            <a:spLocks noGrp="1"/>
          </p:cNvSpPr>
          <p:nvPr>
            <p:ph type="dt" sz="half" idx="10"/>
          </p:nvPr>
        </p:nvSpPr>
        <p:spPr/>
        <p:txBody>
          <a:bodyPr/>
          <a:lstStyle/>
          <a:p>
            <a:r>
              <a:rPr lang="en-US" altLang="ja-JP"/>
              <a:t>2025/10/30</a:t>
            </a:r>
            <a:endParaRPr lang="en-US"/>
          </a:p>
        </p:txBody>
      </p:sp>
      <p:sp>
        <p:nvSpPr>
          <p:cNvPr id="9" name="フッター プレースホルダー 8">
            <a:extLst>
              <a:ext uri="{FF2B5EF4-FFF2-40B4-BE49-F238E27FC236}">
                <a16:creationId xmlns:a16="http://schemas.microsoft.com/office/drawing/2014/main" id="{06DE735A-D29E-9D87-2E90-62584FEB3CA1}"/>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40862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4BDD5-71D5-E1B4-813A-A2FF4801A4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7F8E70-8F65-AD3E-3E44-9ACE2E835828}"/>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お見積もり（全要望対応時）</a:t>
            </a:r>
            <a:endParaRPr kumimoji="1" lang="ja-JP" altLang="en-US" sz="2000" dirty="0">
              <a:latin typeface="游明朝" panose="02020400000000000000" pitchFamily="18" charset="-128"/>
              <a:ea typeface="游明朝" panose="02020400000000000000" pitchFamily="18" charset="-128"/>
            </a:endParaRPr>
          </a:p>
        </p:txBody>
      </p:sp>
      <p:graphicFrame>
        <p:nvGraphicFramePr>
          <p:cNvPr id="4" name="表 3">
            <a:extLst>
              <a:ext uri="{FF2B5EF4-FFF2-40B4-BE49-F238E27FC236}">
                <a16:creationId xmlns:a16="http://schemas.microsoft.com/office/drawing/2014/main" id="{8C07F483-3825-588E-0000-30E777DC0E59}"/>
              </a:ext>
            </a:extLst>
          </p:cNvPr>
          <p:cNvGraphicFramePr>
            <a:graphicFrameLocks noGrp="1"/>
          </p:cNvGraphicFramePr>
          <p:nvPr>
            <p:extLst>
              <p:ext uri="{D42A27DB-BD31-4B8C-83A1-F6EECF244321}">
                <p14:modId xmlns:p14="http://schemas.microsoft.com/office/powerpoint/2010/main" val="1698932698"/>
              </p:ext>
            </p:extLst>
          </p:nvPr>
        </p:nvGraphicFramePr>
        <p:xfrm>
          <a:off x="576001" y="1196370"/>
          <a:ext cx="11041199" cy="2595880"/>
        </p:xfrm>
        <a:graphic>
          <a:graphicData uri="http://schemas.openxmlformats.org/drawingml/2006/table">
            <a:tbl>
              <a:tblPr firstRow="1" lastRow="1">
                <a:tableStyleId>{5C22544A-7EE6-4342-B048-85BDC9FD1C3A}</a:tableStyleId>
              </a:tblPr>
              <a:tblGrid>
                <a:gridCol w="891789">
                  <a:extLst>
                    <a:ext uri="{9D8B030D-6E8A-4147-A177-3AD203B41FA5}">
                      <a16:colId xmlns:a16="http://schemas.microsoft.com/office/drawing/2014/main" val="332460419"/>
                    </a:ext>
                  </a:extLst>
                </a:gridCol>
                <a:gridCol w="4628810">
                  <a:extLst>
                    <a:ext uri="{9D8B030D-6E8A-4147-A177-3AD203B41FA5}">
                      <a16:colId xmlns:a16="http://schemas.microsoft.com/office/drawing/2014/main" val="2434244496"/>
                    </a:ext>
                  </a:extLst>
                </a:gridCol>
                <a:gridCol w="2760300">
                  <a:extLst>
                    <a:ext uri="{9D8B030D-6E8A-4147-A177-3AD203B41FA5}">
                      <a16:colId xmlns:a16="http://schemas.microsoft.com/office/drawing/2014/main" val="1287739208"/>
                    </a:ext>
                  </a:extLst>
                </a:gridCol>
                <a:gridCol w="2760300">
                  <a:extLst>
                    <a:ext uri="{9D8B030D-6E8A-4147-A177-3AD203B41FA5}">
                      <a16:colId xmlns:a16="http://schemas.microsoft.com/office/drawing/2014/main" val="3732747071"/>
                    </a:ext>
                  </a:extLst>
                </a:gridCol>
              </a:tblGrid>
              <a:tr h="370840">
                <a:tc>
                  <a:txBody>
                    <a:bodyPr/>
                    <a:lstStyle/>
                    <a:p>
                      <a:r>
                        <a:rPr kumimoji="1" lang="en-US" altLang="ja-JP" dirty="0">
                          <a:latin typeface="+mn-ea"/>
                          <a:ea typeface="+mn-ea"/>
                        </a:rPr>
                        <a:t>No.</a:t>
                      </a:r>
                      <a:endParaRPr kumimoji="1" lang="ja-JP" altLang="en-US" dirty="0">
                        <a:latin typeface="+mn-ea"/>
                        <a:ea typeface="+mn-ea"/>
                      </a:endParaRPr>
                    </a:p>
                  </a:txBody>
                  <a:tcPr/>
                </a:tc>
                <a:tc>
                  <a:txBody>
                    <a:bodyPr/>
                    <a:lstStyle/>
                    <a:p>
                      <a:pPr algn="ctr" rtl="0" fontAlgn="ctr"/>
                      <a:r>
                        <a:rPr lang="ja-JP" altLang="en-US" sz="1600" b="1" i="0" u="none" strike="noStrike" dirty="0">
                          <a:solidFill>
                            <a:srgbClr val="FFFFFF"/>
                          </a:solidFill>
                          <a:effectLst/>
                          <a:latin typeface="+mn-ea"/>
                          <a:ea typeface="+mn-ea"/>
                        </a:rPr>
                        <a:t>工程</a:t>
                      </a:r>
                    </a:p>
                  </a:txBody>
                  <a:tcPr marL="7620" marR="7620" marT="7620" marB="0" anchor="ct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mn-ea"/>
                        </a:rPr>
                        <a:t>工数（人日）</a:t>
                      </a:r>
                      <a:endPar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7620" marR="7620" marT="7620" marB="0" anchor="ct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tc>
                <a:extLst>
                  <a:ext uri="{0D108BD9-81ED-4DB2-BD59-A6C34878D82A}">
                    <a16:rowId xmlns:a16="http://schemas.microsoft.com/office/drawing/2014/main" val="2855636999"/>
                  </a:ext>
                </a:extLst>
              </a:tr>
              <a:tr h="370840">
                <a:tc>
                  <a:txBody>
                    <a:bodyPr/>
                    <a:lstStyle/>
                    <a:p>
                      <a:pPr algn="ctr"/>
                      <a:r>
                        <a:rPr kumimoji="1" lang="ja-JP" altLang="en-US" dirty="0">
                          <a:latin typeface="+mn-ea"/>
                          <a:ea typeface="+mn-ea"/>
                        </a:rPr>
                        <a:t>１</a:t>
                      </a:r>
                    </a:p>
                  </a:txBody>
                  <a:tcPr/>
                </a:tc>
                <a:tc>
                  <a:txBody>
                    <a:bodyPr/>
                    <a:lstStyle/>
                    <a:p>
                      <a:pPr marL="0" lvl="0" indent="0">
                        <a:buFont typeface="Arial" pitchFamily="34" charset="0"/>
                        <a:buNone/>
                      </a:pPr>
                      <a:r>
                        <a:rPr kumimoji="1" lang="ja-JP" altLang="en-US" sz="1600" dirty="0">
                          <a:solidFill>
                            <a:schemeClr val="tx1"/>
                          </a:solidFill>
                          <a:latin typeface="+mn-ea"/>
                          <a:ea typeface="+mn-ea"/>
                        </a:rPr>
                        <a:t>設計</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7.0</a:t>
                      </a:r>
                      <a:endParaRPr kumimoji="1" lang="ja-JP" altLang="en-US" dirty="0">
                        <a:latin typeface="+mn-ea"/>
                        <a:ea typeface="+mn-ea"/>
                      </a:endParaRPr>
                    </a:p>
                  </a:txBody>
                  <a:tcPr/>
                </a:tc>
                <a:tc>
                  <a:txBody>
                    <a:bodyPr/>
                    <a:lstStyle/>
                    <a:p>
                      <a:pPr algn="r"/>
                      <a:r>
                        <a:rPr kumimoji="1" lang="en-US" altLang="ja-JP" dirty="0">
                          <a:latin typeface="+mn-ea"/>
                          <a:ea typeface="+mn-ea"/>
                        </a:rPr>
                        <a:t>350,000</a:t>
                      </a:r>
                      <a:endParaRPr kumimoji="1" lang="ja-JP" altLang="en-US" dirty="0">
                        <a:latin typeface="+mn-ea"/>
                        <a:ea typeface="+mn-ea"/>
                      </a:endParaRPr>
                    </a:p>
                  </a:txBody>
                  <a:tcPr/>
                </a:tc>
                <a:extLst>
                  <a:ext uri="{0D108BD9-81ED-4DB2-BD59-A6C34878D82A}">
                    <a16:rowId xmlns:a16="http://schemas.microsoft.com/office/drawing/2014/main" val="1845290289"/>
                  </a:ext>
                </a:extLst>
              </a:tr>
              <a:tr h="370840">
                <a:tc>
                  <a:txBody>
                    <a:bodyPr/>
                    <a:lstStyle/>
                    <a:p>
                      <a:pPr algn="ctr"/>
                      <a:r>
                        <a:rPr kumimoji="1" lang="ja-JP" altLang="en-US" dirty="0">
                          <a:latin typeface="+mn-ea"/>
                          <a:ea typeface="+mn-ea"/>
                        </a:rPr>
                        <a:t>２</a:t>
                      </a:r>
                    </a:p>
                  </a:txBody>
                  <a:tcPr/>
                </a:tc>
                <a:tc>
                  <a:txBody>
                    <a:bodyPr/>
                    <a:lstStyle/>
                    <a:p>
                      <a:pPr marL="0" indent="0">
                        <a:buFont typeface="Arial" pitchFamily="34" charset="0"/>
                        <a:buNone/>
                      </a:pPr>
                      <a:r>
                        <a:rPr kumimoji="1" lang="ja-JP" altLang="en-US" sz="1600" dirty="0">
                          <a:solidFill>
                            <a:schemeClr val="tx1"/>
                          </a:solidFill>
                          <a:latin typeface="+mn-ea"/>
                          <a:ea typeface="+mn-ea"/>
                        </a:rPr>
                        <a:t>開発</a:t>
                      </a:r>
                      <a:endParaRPr kumimoji="1"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14.0</a:t>
                      </a:r>
                      <a:endParaRPr kumimoji="1" lang="ja-JP" altLang="en-US" dirty="0">
                        <a:latin typeface="+mn-ea"/>
                        <a:ea typeface="+mn-ea"/>
                      </a:endParaRPr>
                    </a:p>
                  </a:txBody>
                  <a:tcPr/>
                </a:tc>
                <a:tc>
                  <a:txBody>
                    <a:bodyPr/>
                    <a:lstStyle/>
                    <a:p>
                      <a:pPr algn="r"/>
                      <a:r>
                        <a:rPr kumimoji="1" lang="en-US" altLang="ja-JP" dirty="0">
                          <a:latin typeface="+mn-ea"/>
                          <a:ea typeface="+mn-ea"/>
                        </a:rPr>
                        <a:t>700,000</a:t>
                      </a:r>
                      <a:endParaRPr kumimoji="1" lang="ja-JP" altLang="en-US" dirty="0">
                        <a:latin typeface="+mn-ea"/>
                        <a:ea typeface="+mn-ea"/>
                      </a:endParaRPr>
                    </a:p>
                  </a:txBody>
                  <a:tcPr/>
                </a:tc>
                <a:extLst>
                  <a:ext uri="{0D108BD9-81ED-4DB2-BD59-A6C34878D82A}">
                    <a16:rowId xmlns:a16="http://schemas.microsoft.com/office/drawing/2014/main" val="4178339501"/>
                  </a:ext>
                </a:extLst>
              </a:tr>
              <a:tr h="370840">
                <a:tc>
                  <a:txBody>
                    <a:bodyPr/>
                    <a:lstStyle/>
                    <a:p>
                      <a:pPr algn="ctr"/>
                      <a:r>
                        <a:rPr kumimoji="1" lang="ja-JP" altLang="en-US" dirty="0">
                          <a:latin typeface="+mn-ea"/>
                          <a:ea typeface="+mn-ea"/>
                        </a:rPr>
                        <a:t>３</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テスト</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18.0</a:t>
                      </a:r>
                      <a:endParaRPr kumimoji="1" lang="ja-JP" altLang="en-US" dirty="0">
                        <a:latin typeface="+mn-ea"/>
                        <a:ea typeface="+mn-ea"/>
                      </a:endParaRPr>
                    </a:p>
                  </a:txBody>
                  <a:tcPr/>
                </a:tc>
                <a:tc>
                  <a:txBody>
                    <a:bodyPr/>
                    <a:lstStyle/>
                    <a:p>
                      <a:pPr algn="r"/>
                      <a:r>
                        <a:rPr kumimoji="1" lang="en-US" altLang="ja-JP" dirty="0">
                          <a:latin typeface="+mn-ea"/>
                          <a:ea typeface="+mn-ea"/>
                        </a:rPr>
                        <a:t>900,000</a:t>
                      </a:r>
                      <a:endParaRPr kumimoji="1" lang="ja-JP" altLang="en-US" dirty="0">
                        <a:latin typeface="+mn-ea"/>
                        <a:ea typeface="+mn-ea"/>
                      </a:endParaRPr>
                    </a:p>
                  </a:txBody>
                  <a:tcPr/>
                </a:tc>
                <a:extLst>
                  <a:ext uri="{0D108BD9-81ED-4DB2-BD59-A6C34878D82A}">
                    <a16:rowId xmlns:a16="http://schemas.microsoft.com/office/drawing/2014/main" val="1212196521"/>
                  </a:ext>
                </a:extLst>
              </a:tr>
              <a:tr h="370840">
                <a:tc>
                  <a:txBody>
                    <a:bodyPr/>
                    <a:lstStyle/>
                    <a:p>
                      <a:pPr algn="ctr"/>
                      <a:r>
                        <a:rPr kumimoji="1" lang="ja-JP" altLang="en-US" dirty="0">
                          <a:latin typeface="+mn-ea"/>
                          <a:ea typeface="+mn-ea"/>
                        </a:rPr>
                        <a:t>４</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リリース関連</a:t>
                      </a:r>
                    </a:p>
                  </a:txBody>
                  <a:tcPr anchor="ctr"/>
                </a:tc>
                <a:tc>
                  <a:txBody>
                    <a:bodyPr/>
                    <a:lstStyle/>
                    <a:p>
                      <a:pPr algn="r"/>
                      <a:r>
                        <a:rPr kumimoji="1" lang="en-US" altLang="ja-JP" dirty="0">
                          <a:latin typeface="+mn-ea"/>
                          <a:ea typeface="+mn-ea"/>
                        </a:rPr>
                        <a:t>1.0</a:t>
                      </a:r>
                      <a:endParaRPr kumimoji="1" lang="ja-JP" altLang="en-US" dirty="0">
                        <a:latin typeface="+mn-ea"/>
                        <a:ea typeface="+mn-ea"/>
                      </a:endParaRPr>
                    </a:p>
                  </a:txBody>
                  <a:tcPr/>
                </a:tc>
                <a:tc>
                  <a:txBody>
                    <a:bodyPr/>
                    <a:lstStyle/>
                    <a:p>
                      <a:pPr algn="r"/>
                      <a:r>
                        <a:rPr kumimoji="1" lang="en-US" altLang="ja-JP" dirty="0">
                          <a:latin typeface="+mn-ea"/>
                          <a:ea typeface="+mn-ea"/>
                        </a:rPr>
                        <a:t>50,000</a:t>
                      </a:r>
                      <a:endParaRPr kumimoji="1" lang="ja-JP" altLang="en-US" dirty="0">
                        <a:latin typeface="+mn-ea"/>
                        <a:ea typeface="+mn-ea"/>
                      </a:endParaRPr>
                    </a:p>
                  </a:txBody>
                  <a:tcPr/>
                </a:tc>
                <a:extLst>
                  <a:ext uri="{0D108BD9-81ED-4DB2-BD59-A6C34878D82A}">
                    <a16:rowId xmlns:a16="http://schemas.microsoft.com/office/drawing/2014/main" val="678921093"/>
                  </a:ext>
                </a:extLst>
              </a:tr>
              <a:tr h="370840">
                <a:tc>
                  <a:txBody>
                    <a:bodyPr/>
                    <a:lstStyle/>
                    <a:p>
                      <a:pPr algn="ctr"/>
                      <a:r>
                        <a:rPr kumimoji="1" lang="ja-JP" altLang="en-US" dirty="0">
                          <a:latin typeface="+mn-ea"/>
                          <a:ea typeface="+mn-ea"/>
                        </a:rPr>
                        <a:t>５</a:t>
                      </a:r>
                    </a:p>
                  </a:txBody>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mn-ea"/>
                          <a:ea typeface="+mn-ea"/>
                        </a:rPr>
                        <a:t>プロジェクト管理</a:t>
                      </a:r>
                      <a:endParaRPr lang="en-US" altLang="ja-JP" sz="1600" dirty="0">
                        <a:solidFill>
                          <a:schemeClr val="tx1"/>
                        </a:solidFill>
                        <a:latin typeface="+mn-ea"/>
                        <a:ea typeface="+mn-ea"/>
                      </a:endParaRPr>
                    </a:p>
                  </a:txBody>
                  <a:tcPr anchor="ctr"/>
                </a:tc>
                <a:tc>
                  <a:txBody>
                    <a:bodyPr/>
                    <a:lstStyle/>
                    <a:p>
                      <a:pPr algn="r"/>
                      <a:r>
                        <a:rPr kumimoji="1" lang="en-US" altLang="ja-JP" dirty="0">
                          <a:latin typeface="+mn-ea"/>
                          <a:ea typeface="+mn-ea"/>
                        </a:rPr>
                        <a:t>6.0</a:t>
                      </a:r>
                      <a:endParaRPr kumimoji="1" lang="ja-JP" altLang="en-US" dirty="0">
                        <a:latin typeface="+mn-ea"/>
                        <a:ea typeface="+mn-ea"/>
                      </a:endParaRPr>
                    </a:p>
                  </a:txBody>
                  <a:tcPr/>
                </a:tc>
                <a:tc>
                  <a:txBody>
                    <a:bodyPr/>
                    <a:lstStyle/>
                    <a:p>
                      <a:pPr algn="r"/>
                      <a:r>
                        <a:rPr kumimoji="1" lang="en-US" altLang="ja-JP" dirty="0">
                          <a:latin typeface="+mn-ea"/>
                          <a:ea typeface="+mn-ea"/>
                        </a:rPr>
                        <a:t>420,000</a:t>
                      </a:r>
                      <a:endParaRPr kumimoji="1" lang="ja-JP" altLang="en-US" dirty="0">
                        <a:latin typeface="+mn-ea"/>
                        <a:ea typeface="+mn-ea"/>
                      </a:endParaRPr>
                    </a:p>
                  </a:txBody>
                  <a:tcPr/>
                </a:tc>
                <a:extLst>
                  <a:ext uri="{0D108BD9-81ED-4DB2-BD59-A6C34878D82A}">
                    <a16:rowId xmlns:a16="http://schemas.microsoft.com/office/drawing/2014/main" val="3956375622"/>
                  </a:ext>
                </a:extLst>
              </a:tr>
              <a:tr h="370840">
                <a:tc>
                  <a:txBody>
                    <a:bodyPr/>
                    <a:lstStyle/>
                    <a:p>
                      <a:endParaRPr kumimoji="1" lang="ja-JP" altLang="en-US">
                        <a:latin typeface="+mn-ea"/>
                        <a:ea typeface="+mn-ea"/>
                      </a:endParaRPr>
                    </a:p>
                  </a:txBody>
                  <a:tcPr/>
                </a:tc>
                <a:tc>
                  <a:txBody>
                    <a:bodyPr/>
                    <a:lstStyle/>
                    <a:p>
                      <a:r>
                        <a:rPr kumimoji="1" lang="ja-JP" altLang="en-US" dirty="0">
                          <a:latin typeface="+mn-ea"/>
                          <a:ea typeface="+mn-ea"/>
                        </a:rPr>
                        <a:t>合計</a:t>
                      </a:r>
                    </a:p>
                  </a:txBody>
                  <a:tcPr/>
                </a:tc>
                <a:tc>
                  <a:txBody>
                    <a:bodyPr/>
                    <a:lstStyle/>
                    <a:p>
                      <a:pPr algn="r"/>
                      <a:r>
                        <a:rPr kumimoji="1" lang="en-US" altLang="ja-JP" dirty="0">
                          <a:latin typeface="+mn-ea"/>
                          <a:ea typeface="+mn-ea"/>
                        </a:rPr>
                        <a:t>45.0</a:t>
                      </a:r>
                      <a:endParaRPr kumimoji="1" lang="ja-JP" altLang="en-US" dirty="0">
                        <a:latin typeface="+mn-ea"/>
                        <a:ea typeface="+mn-ea"/>
                      </a:endParaRPr>
                    </a:p>
                  </a:txBody>
                  <a:tcPr/>
                </a:tc>
                <a:tc>
                  <a:txBody>
                    <a:bodyPr/>
                    <a:lstStyle/>
                    <a:p>
                      <a:pPr algn="r"/>
                      <a:r>
                        <a:rPr kumimoji="1" lang="en-US" altLang="ja-JP" dirty="0">
                          <a:latin typeface="+mn-ea"/>
                          <a:ea typeface="+mn-ea"/>
                        </a:rPr>
                        <a:t>2,370,000</a:t>
                      </a:r>
                      <a:endParaRPr kumimoji="1" lang="ja-JP" altLang="en-US" dirty="0">
                        <a:latin typeface="+mn-ea"/>
                        <a:ea typeface="+mn-ea"/>
                      </a:endParaRPr>
                    </a:p>
                  </a:txBody>
                  <a:tcPr/>
                </a:tc>
                <a:extLst>
                  <a:ext uri="{0D108BD9-81ED-4DB2-BD59-A6C34878D82A}">
                    <a16:rowId xmlns:a16="http://schemas.microsoft.com/office/drawing/2014/main" val="1729653328"/>
                  </a:ext>
                </a:extLst>
              </a:tr>
            </a:tbl>
          </a:graphicData>
        </a:graphic>
      </p:graphicFrame>
      <p:sp>
        <p:nvSpPr>
          <p:cNvPr id="7" name="スライド番号プレースホルダー 6">
            <a:extLst>
              <a:ext uri="{FF2B5EF4-FFF2-40B4-BE49-F238E27FC236}">
                <a16:creationId xmlns:a16="http://schemas.microsoft.com/office/drawing/2014/main" id="{6DC6E4E9-2F5B-1580-B63A-E1CD2778B743}"/>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
        <p:nvSpPr>
          <p:cNvPr id="8" name="日付プレースホルダー 7">
            <a:extLst>
              <a:ext uri="{FF2B5EF4-FFF2-40B4-BE49-F238E27FC236}">
                <a16:creationId xmlns:a16="http://schemas.microsoft.com/office/drawing/2014/main" id="{5C8932B2-25EC-FF20-7C8B-3DA56449794F}"/>
              </a:ext>
            </a:extLst>
          </p:cNvPr>
          <p:cNvSpPr>
            <a:spLocks noGrp="1"/>
          </p:cNvSpPr>
          <p:nvPr>
            <p:ph type="dt" sz="half" idx="10"/>
          </p:nvPr>
        </p:nvSpPr>
        <p:spPr/>
        <p:txBody>
          <a:bodyPr/>
          <a:lstStyle/>
          <a:p>
            <a:r>
              <a:rPr lang="en-US" altLang="ja-JP"/>
              <a:t>2025/10/30</a:t>
            </a:r>
            <a:endParaRPr lang="en-US"/>
          </a:p>
        </p:txBody>
      </p:sp>
      <p:sp>
        <p:nvSpPr>
          <p:cNvPr id="9" name="フッター プレースホルダー 8">
            <a:extLst>
              <a:ext uri="{FF2B5EF4-FFF2-40B4-BE49-F238E27FC236}">
                <a16:creationId xmlns:a16="http://schemas.microsoft.com/office/drawing/2014/main" id="{0F789EFD-2C2A-C162-D2F8-552027B346E0}"/>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487128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６</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お見積もり前提条件</a:t>
            </a:r>
            <a:endParaRPr kumimoji="1" lang="ja-JP" altLang="en-US" dirty="0">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契約形態は請負契約を想定しております。</a:t>
            </a:r>
            <a:endParaRPr kumimoji="1" lang="en-US" altLang="ja-JP" b="0" u="none" dirty="0"/>
          </a:p>
          <a:p>
            <a:pPr>
              <a:buFont typeface="Arial" panose="020B0604020202020204" pitchFamily="34" charset="0"/>
              <a:buChar char="•"/>
            </a:pPr>
            <a:r>
              <a:rPr lang="ja-JP" altLang="en-US" b="0" u="none" dirty="0"/>
              <a:t>リリースはまとめて</a:t>
            </a:r>
            <a:r>
              <a:rPr lang="en-US" altLang="ja-JP" b="0" u="none" dirty="0"/>
              <a:t>1</a:t>
            </a:r>
            <a:r>
              <a:rPr lang="ja-JP" altLang="en-US" b="0" u="none" dirty="0"/>
              <a:t>回のリリースを想定しております。</a:t>
            </a:r>
            <a:br>
              <a:rPr lang="en-US" altLang="ja-JP" b="0" u="none" dirty="0"/>
            </a:br>
            <a:r>
              <a:rPr lang="ja-JP" altLang="en-US" b="0" u="none" dirty="0"/>
              <a:t>リリースが複数回となる場合はリリース回数分の費用が増額となります。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t>瑕疵担保責任期間は本稼働日より１年間とします。</a:t>
            </a:r>
            <a:br>
              <a:rPr lang="en-US" altLang="ja-JP" b="0" u="none" dirty="0"/>
            </a:br>
            <a:r>
              <a:rPr lang="ja-JP" altLang="en-US" b="0" u="none" dirty="0"/>
              <a:t>（本稼働日より</a:t>
            </a:r>
            <a:r>
              <a:rPr lang="en-US" altLang="ja-JP" b="0" u="none" dirty="0"/>
              <a:t>1</a:t>
            </a:r>
            <a:r>
              <a:rPr lang="ja-JP" altLang="en-US" b="0" u="none" dirty="0"/>
              <a:t>年間に限り契約不適合責任を追及できることとします。）</a:t>
            </a:r>
            <a:endParaRPr lang="en-US" altLang="ja-JP" b="0" u="none" dirty="0"/>
          </a:p>
          <a:p>
            <a:pPr marL="0" indent="0">
              <a:buNone/>
            </a:pPr>
            <a:endParaRPr kumimoji="1" lang="ja-JP" altLang="en-US" b="0" u="none" dirty="0"/>
          </a:p>
        </p:txBody>
      </p:sp>
      <p:sp>
        <p:nvSpPr>
          <p:cNvPr id="4" name="スライド番号プレースホルダー 3">
            <a:extLst>
              <a:ext uri="{FF2B5EF4-FFF2-40B4-BE49-F238E27FC236}">
                <a16:creationId xmlns:a16="http://schemas.microsoft.com/office/drawing/2014/main" id="{299A5D33-97A2-A3B8-513D-C8567299E377}"/>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7" name="日付プレースホルダー 6">
            <a:extLst>
              <a:ext uri="{FF2B5EF4-FFF2-40B4-BE49-F238E27FC236}">
                <a16:creationId xmlns:a16="http://schemas.microsoft.com/office/drawing/2014/main" id="{34904A10-D97F-B29D-9CC9-476A18243088}"/>
              </a:ext>
            </a:extLst>
          </p:cNvPr>
          <p:cNvSpPr>
            <a:spLocks noGrp="1"/>
          </p:cNvSpPr>
          <p:nvPr>
            <p:ph type="dt" sz="half" idx="10"/>
          </p:nvPr>
        </p:nvSpPr>
        <p:spPr/>
        <p:txBody>
          <a:bodyPr/>
          <a:lstStyle/>
          <a:p>
            <a:r>
              <a:rPr lang="en-US" altLang="ja-JP"/>
              <a:t>2025/10/30</a:t>
            </a:r>
            <a:endParaRPr lang="en-US"/>
          </a:p>
        </p:txBody>
      </p:sp>
      <p:sp>
        <p:nvSpPr>
          <p:cNvPr id="8" name="フッター プレースホルダー 7">
            <a:extLst>
              <a:ext uri="{FF2B5EF4-FFF2-40B4-BE49-F238E27FC236}">
                <a16:creationId xmlns:a16="http://schemas.microsoft.com/office/drawing/2014/main" id="{4CA0AFBE-FC1F-9CC1-EDD8-F62A8EC2F207}"/>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t>担当：遠矢成洋、髙浦祐朗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t>Mail</a:t>
            </a:r>
            <a:r>
              <a:rPr kumimoji="1" lang="ja-JP" altLang="en-US" dirty="0"/>
              <a:t>：</a:t>
            </a:r>
            <a:r>
              <a:rPr kumimoji="1" lang="en-US" altLang="ja-JP" dirty="0"/>
              <a:t>shigehiro.toya</a:t>
            </a:r>
            <a:r>
              <a:rPr lang="en-US" altLang="ja-JP" dirty="0"/>
              <a:t>@system-exe.jp</a:t>
            </a:r>
            <a:endParaRPr kumimoji="1" lang="en-US" altLang="ja-JP" dirty="0"/>
          </a:p>
          <a:p>
            <a:r>
              <a:rPr lang="ja-JP" altLang="en-US" dirty="0"/>
              <a:t>　　　</a:t>
            </a:r>
            <a:r>
              <a:rPr kumimoji="1" lang="en-US" altLang="ja-JP" dirty="0"/>
              <a:t>masaaki.takaura@system-exe.jp</a:t>
            </a:r>
            <a:endParaRPr kumimoji="1" lang="ja-JP" altLang="en-US" dirty="0"/>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BC90E0C-CDAD-CB5D-5AD0-EE161443C4EF}"/>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533"/>
          </a:p>
        </p:txBody>
      </p:sp>
      <p:sp>
        <p:nvSpPr>
          <p:cNvPr id="11" name="日付プレースホルダー 10">
            <a:extLst>
              <a:ext uri="{FF2B5EF4-FFF2-40B4-BE49-F238E27FC236}">
                <a16:creationId xmlns:a16="http://schemas.microsoft.com/office/drawing/2014/main" id="{AB017D77-EB73-94E0-DB2C-FED6870E4AEC}"/>
              </a:ext>
            </a:extLst>
          </p:cNvPr>
          <p:cNvSpPr>
            <a:spLocks noGrp="1"/>
          </p:cNvSpPr>
          <p:nvPr>
            <p:ph type="dt" sz="half" idx="10"/>
          </p:nvPr>
        </p:nvSpPr>
        <p:spPr/>
        <p:txBody>
          <a:bodyPr/>
          <a:lstStyle/>
          <a:p>
            <a:r>
              <a:rPr lang="en-US" altLang="ja-JP"/>
              <a:t>2025/10/30</a:t>
            </a:r>
            <a:endParaRPr lang="en-US"/>
          </a:p>
        </p:txBody>
      </p:sp>
      <p:sp>
        <p:nvSpPr>
          <p:cNvPr id="12" name="フッター プレースホルダー 11">
            <a:extLst>
              <a:ext uri="{FF2B5EF4-FFF2-40B4-BE49-F238E27FC236}">
                <a16:creationId xmlns:a16="http://schemas.microsoft.com/office/drawing/2014/main" id="{3280D8FD-6BF0-13F1-65F5-E4EA86861F53}"/>
              </a:ext>
            </a:extLst>
          </p:cNvPr>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cd2f88ee6a2934efb41cd9289b91e144">
  <xsd:schema xmlns:xsd="http://www.w3.org/2001/XMLSchema" xmlns:xs="http://www.w3.org/2001/XMLSchema" xmlns:p="http://schemas.microsoft.com/office/2006/metadata/properties" xmlns:ns2="2fd442da-66a9-4fa6-ba31-eb0d54ad1381" targetNamespace="http://schemas.microsoft.com/office/2006/metadata/properties" ma:root="true" ma:fieldsID="a4c4fd50c0b00be67728f9d39ce10164"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C4C8B0-6EB0-4725-9E86-BE2C3085FBC0}">
  <ds:schemaRefs>
    <ds:schemaRef ds:uri="http://schemas.microsoft.com/office/2006/metadata/properties"/>
    <ds:schemaRef ds:uri="http://schemas.microsoft.com/office/2006/documentManagement/types"/>
    <ds:schemaRef ds:uri="http://purl.org/dc/elements/1.1/"/>
    <ds:schemaRef ds:uri="http://purl.org/dc/dcmitype/"/>
    <ds:schemaRef ds:uri="http://schemas.openxmlformats.org/package/2006/metadata/core-properties"/>
    <ds:schemaRef ds:uri="http://www.w3.org/XML/1998/namespace"/>
    <ds:schemaRef ds:uri="http://schemas.microsoft.com/office/infopath/2007/PartnerControls"/>
    <ds:schemaRef ds:uri="2fd442da-66a9-4fa6-ba31-eb0d54ad1381"/>
    <ds:schemaRef ds:uri="http://purl.org/dc/terms/"/>
  </ds:schemaRefs>
</ds:datastoreItem>
</file>

<file path=customXml/itemProps2.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3.xml><?xml version="1.0" encoding="utf-8"?>
<ds:datastoreItem xmlns:ds="http://schemas.openxmlformats.org/officeDocument/2006/customXml" ds:itemID="{8DD6C8BA-2414-4901-A6BC-9E95B67DD0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967</TotalTime>
  <Words>909</Words>
  <Application>Microsoft Office PowerPoint</Application>
  <PresentationFormat>ワイド画面</PresentationFormat>
  <Paragraphs>266</Paragraphs>
  <Slides>11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11</vt:i4>
      </vt:variant>
    </vt:vector>
  </HeadingPairs>
  <TitlesOfParts>
    <vt:vector size="19" baseType="lpstr">
      <vt:lpstr>Yu Gothic</vt:lpstr>
      <vt:lpstr>Yu Gothic</vt:lpstr>
      <vt:lpstr>Yu Gothic Medium</vt:lpstr>
      <vt:lpstr>游明朝</vt:lpstr>
      <vt:lpstr>Arial</vt:lpstr>
      <vt:lpstr>Calibri</vt:lpstr>
      <vt:lpstr>Wingdings</vt:lpstr>
      <vt:lpstr>Office テーマ</vt:lpstr>
      <vt:lpstr>概算お見積もり(第1.0版）  ~要望対応~</vt:lpstr>
      <vt:lpstr>１. はじめに</vt:lpstr>
      <vt:lpstr>２. スケジュール（仮）</vt:lpstr>
      <vt:lpstr>３. 体制（想定）</vt:lpstr>
      <vt:lpstr>４. 想定している成果物</vt:lpstr>
      <vt:lpstr>５. お見積もり</vt:lpstr>
      <vt:lpstr>５. お見積もり</vt:lpstr>
      <vt:lpstr>５. お見積もり（要望内容単位）</vt:lpstr>
      <vt:lpstr>５. お見積もり（全要望対応時）</vt:lpstr>
      <vt:lpstr>６.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36</cp:revision>
  <dcterms:created xsi:type="dcterms:W3CDTF">2021-02-05T06:36:21Z</dcterms:created>
  <dcterms:modified xsi:type="dcterms:W3CDTF">2025-10-30T02:04:39Z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