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58" r:id="rId4"/>
  </p:sldMasterIdLst>
  <p:notesMasterIdLst>
    <p:notesMasterId r:id="rId31"/>
  </p:notesMasterIdLst>
  <p:handoutMasterIdLst>
    <p:handoutMasterId r:id="rId32"/>
  </p:handoutMasterIdLst>
  <p:sldIdLst>
    <p:sldId id="615" r:id="rId5"/>
    <p:sldId id="838" r:id="rId6"/>
    <p:sldId id="740" r:id="rId7"/>
    <p:sldId id="784" r:id="rId8"/>
    <p:sldId id="837" r:id="rId9"/>
    <p:sldId id="804" r:id="rId10"/>
    <p:sldId id="800" r:id="rId11"/>
    <p:sldId id="840" r:id="rId12"/>
    <p:sldId id="841" r:id="rId13"/>
    <p:sldId id="842" r:id="rId14"/>
    <p:sldId id="839" r:id="rId15"/>
    <p:sldId id="846" r:id="rId16"/>
    <p:sldId id="844" r:id="rId17"/>
    <p:sldId id="858" r:id="rId18"/>
    <p:sldId id="859" r:id="rId19"/>
    <p:sldId id="848" r:id="rId20"/>
    <p:sldId id="849" r:id="rId21"/>
    <p:sldId id="853" r:id="rId22"/>
    <p:sldId id="850" r:id="rId23"/>
    <p:sldId id="851" r:id="rId24"/>
    <p:sldId id="854" r:id="rId25"/>
    <p:sldId id="855" r:id="rId26"/>
    <p:sldId id="856" r:id="rId27"/>
    <p:sldId id="852" r:id="rId28"/>
    <p:sldId id="857" r:id="rId29"/>
    <p:sldId id="780" r:id="rId30"/>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orient="horz" pos="1162" userDrawn="1">
          <p15:clr>
            <a:srgbClr val="A4A3A4"/>
          </p15:clr>
        </p15:guide>
        <p15:guide id="3" orient="horz" pos="3135">
          <p15:clr>
            <a:srgbClr val="A4A3A4"/>
          </p15:clr>
        </p15:guide>
        <p15:guide id="4" orient="horz" pos="3838" userDrawn="1">
          <p15:clr>
            <a:srgbClr val="A4A3A4"/>
          </p15:clr>
        </p15:guide>
        <p15:guide id="5" orient="horz" pos="414">
          <p15:clr>
            <a:srgbClr val="A4A3A4"/>
          </p15:clr>
        </p15:guide>
        <p15:guide id="6" pos="512">
          <p15:clr>
            <a:srgbClr val="A4A3A4"/>
          </p15:clr>
        </p15:guide>
        <p15:guide id="7" pos="5751" userDrawn="1">
          <p15:clr>
            <a:srgbClr val="A4A3A4"/>
          </p15:clr>
        </p15:guide>
        <p15:guide id="8" pos="3120" userDrawn="1">
          <p15:clr>
            <a:srgbClr val="A4A3A4"/>
          </p15:clr>
        </p15:guide>
        <p15:guide id="9" pos="2145">
          <p15:clr>
            <a:srgbClr val="A4A3A4"/>
          </p15:clr>
        </p15:guide>
        <p15:guide id="10" pos="4095">
          <p15:clr>
            <a:srgbClr val="A4A3A4"/>
          </p15:clr>
        </p15:guide>
        <p15:guide id="11" pos="3279" userDrawn="1">
          <p15:clr>
            <a:srgbClr val="A4A3A4"/>
          </p15:clr>
        </p15:guide>
        <p15:guide id="12" pos="29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EAEA"/>
    <a:srgbClr val="FFFFFF"/>
    <a:srgbClr val="000000"/>
    <a:srgbClr val="FFFF00"/>
    <a:srgbClr val="E4007F"/>
    <a:srgbClr val="00FF00"/>
    <a:srgbClr val="0000FF"/>
    <a:srgbClr val="00FFFF"/>
    <a:srgbClr val="0071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E8FD5D-E19C-4433-B1F1-D8979E48FCD5}" v="169" dt="2025-12-09T05:05:16.30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155" autoAdjust="0"/>
  </p:normalViewPr>
  <p:slideViewPr>
    <p:cSldViewPr snapToGrid="0">
      <p:cViewPr varScale="1">
        <p:scale>
          <a:sx n="97" d="100"/>
          <a:sy n="97" d="100"/>
        </p:scale>
        <p:origin x="3408" y="60"/>
      </p:cViewPr>
      <p:guideLst>
        <p:guide orient="horz" pos="2069"/>
        <p:guide orient="horz" pos="1162"/>
        <p:guide orient="horz" pos="3135"/>
        <p:guide orient="horz" pos="3838"/>
        <p:guide orient="horz" pos="414"/>
        <p:guide pos="512"/>
        <p:guide pos="5751"/>
        <p:guide pos="3120"/>
        <p:guide pos="2145"/>
        <p:guide pos="4095"/>
        <p:guide pos="3279"/>
        <p:guide pos="2939"/>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井上 ゆき" userId="9a4db8be-3331-4665-be8a-3d7f16d5f375" providerId="ADAL" clId="{3B98244C-AD1C-4DB8-A1CE-0D7CDA09C107}"/>
    <pc:docChg chg="undo custSel addSld delSld modSld sldOrd">
      <pc:chgData name="井上 ゆき" userId="9a4db8be-3331-4665-be8a-3d7f16d5f375" providerId="ADAL" clId="{3B98244C-AD1C-4DB8-A1CE-0D7CDA09C107}" dt="2025-12-09T05:05:13.633" v="9463" actId="6549"/>
      <pc:docMkLst>
        <pc:docMk/>
      </pc:docMkLst>
      <pc:sldChg chg="addSp modSp mod">
        <pc:chgData name="井上 ゆき" userId="9a4db8be-3331-4665-be8a-3d7f16d5f375" providerId="ADAL" clId="{3B98244C-AD1C-4DB8-A1CE-0D7CDA09C107}" dt="2025-12-09T05:02:04.545" v="9443" actId="20577"/>
        <pc:sldMkLst>
          <pc:docMk/>
          <pc:sldMk cId="4123226770" sldId="615"/>
        </pc:sldMkLst>
        <pc:spChg chg="mod">
          <ac:chgData name="井上 ゆき" userId="9a4db8be-3331-4665-be8a-3d7f16d5f375" providerId="ADAL" clId="{3B98244C-AD1C-4DB8-A1CE-0D7CDA09C107}" dt="2025-12-09T05:02:04.545" v="9443" actId="20577"/>
          <ac:spMkLst>
            <pc:docMk/>
            <pc:sldMk cId="4123226770" sldId="615"/>
            <ac:spMk id="2" creationId="{00000000-0000-0000-0000-000000000000}"/>
          </ac:spMkLst>
        </pc:spChg>
      </pc:sldChg>
      <pc:sldChg chg="modSp add mod">
        <pc:chgData name="井上 ゆき" userId="9a4db8be-3331-4665-be8a-3d7f16d5f375" providerId="ADAL" clId="{3B98244C-AD1C-4DB8-A1CE-0D7CDA09C107}" dt="2025-12-09T05:05:13.633" v="9463" actId="6549"/>
        <pc:sldMkLst>
          <pc:docMk/>
          <pc:sldMk cId="1028638768" sldId="740"/>
        </pc:sldMkLst>
        <pc:spChg chg="mod">
          <ac:chgData name="井上 ゆき" userId="9a4db8be-3331-4665-be8a-3d7f16d5f375" providerId="ADAL" clId="{3B98244C-AD1C-4DB8-A1CE-0D7CDA09C107}" dt="2025-12-05T04:54:12.401" v="6634" actId="6549"/>
          <ac:spMkLst>
            <pc:docMk/>
            <pc:sldMk cId="1028638768" sldId="740"/>
            <ac:spMk id="5" creationId="{00000000-0000-0000-0000-000000000000}"/>
          </ac:spMkLst>
        </pc:spChg>
        <pc:spChg chg="mod">
          <ac:chgData name="井上 ゆき" userId="9a4db8be-3331-4665-be8a-3d7f16d5f375" providerId="ADAL" clId="{3B98244C-AD1C-4DB8-A1CE-0D7CDA09C107}" dt="2025-12-09T05:05:13.633" v="9463" actId="6549"/>
          <ac:spMkLst>
            <pc:docMk/>
            <pc:sldMk cId="1028638768" sldId="740"/>
            <ac:spMk id="265" creationId="{00000000-0000-0000-0000-000000000000}"/>
          </ac:spMkLst>
        </pc:spChg>
      </pc:sldChg>
      <pc:sldChg chg="modSp add mod modNotesTx">
        <pc:chgData name="井上 ゆき" userId="9a4db8be-3331-4665-be8a-3d7f16d5f375" providerId="ADAL" clId="{3B98244C-AD1C-4DB8-A1CE-0D7CDA09C107}" dt="2025-12-09T01:50:13.917" v="9439" actId="20577"/>
        <pc:sldMkLst>
          <pc:docMk/>
          <pc:sldMk cId="480317065" sldId="784"/>
        </pc:sldMkLst>
        <pc:spChg chg="mod">
          <ac:chgData name="井上 ゆき" userId="9a4db8be-3331-4665-be8a-3d7f16d5f375" providerId="ADAL" clId="{3B98244C-AD1C-4DB8-A1CE-0D7CDA09C107}" dt="2025-12-05T06:48:56.706" v="7510" actId="20577"/>
          <ac:spMkLst>
            <pc:docMk/>
            <pc:sldMk cId="480317065" sldId="784"/>
            <ac:spMk id="2" creationId="{45853975-0037-4EAD-89FC-ACF106CFBF75}"/>
          </ac:spMkLst>
        </pc:spChg>
        <pc:spChg chg="mod">
          <ac:chgData name="井上 ゆき" userId="9a4db8be-3331-4665-be8a-3d7f16d5f375" providerId="ADAL" clId="{3B98244C-AD1C-4DB8-A1CE-0D7CDA09C107}" dt="2025-12-09T01:50:13.917" v="9439" actId="20577"/>
          <ac:spMkLst>
            <pc:docMk/>
            <pc:sldMk cId="480317065" sldId="784"/>
            <ac:spMk id="6" creationId="{508CF40E-739E-490D-ADE4-2B5FD8A68122}"/>
          </ac:spMkLst>
        </pc:spChg>
      </pc:sldChg>
      <pc:sldChg chg="addSp delSp modSp del mod">
        <pc:chgData name="井上 ゆき" userId="9a4db8be-3331-4665-be8a-3d7f16d5f375" providerId="ADAL" clId="{3B98244C-AD1C-4DB8-A1CE-0D7CDA09C107}" dt="2025-12-08T09:34:10.002" v="8938" actId="2696"/>
        <pc:sldMkLst>
          <pc:docMk/>
          <pc:sldMk cId="1062443767" sldId="800"/>
        </pc:sldMkLst>
        <pc:spChg chg="add mod">
          <ac:chgData name="井上 ゆき" userId="9a4db8be-3331-4665-be8a-3d7f16d5f375" providerId="ADAL" clId="{3B98244C-AD1C-4DB8-A1CE-0D7CDA09C107}" dt="2025-12-08T02:48:49.097" v="8622" actId="14100"/>
          <ac:spMkLst>
            <pc:docMk/>
            <pc:sldMk cId="1062443767" sldId="800"/>
            <ac:spMk id="6" creationId="{DDE5D9CA-69DB-0B7C-9476-05BD1F40B43E}"/>
          </ac:spMkLst>
        </pc:spChg>
        <pc:graphicFrameChg chg="add mod modGraphic">
          <ac:chgData name="井上 ゆき" userId="9a4db8be-3331-4665-be8a-3d7f16d5f375" providerId="ADAL" clId="{3B98244C-AD1C-4DB8-A1CE-0D7CDA09C107}" dt="2025-12-08T02:38:03.643" v="8437" actId="207"/>
          <ac:graphicFrameMkLst>
            <pc:docMk/>
            <pc:sldMk cId="1062443767" sldId="800"/>
            <ac:graphicFrameMk id="4" creationId="{23D2C076-DF3B-7EB9-65F1-1759F963BE61}"/>
          </ac:graphicFrameMkLst>
        </pc:graphicFrameChg>
      </pc:sldChg>
      <pc:sldChg chg="addSp delSp modSp add mod">
        <pc:chgData name="井上 ゆき" userId="9a4db8be-3331-4665-be8a-3d7f16d5f375" providerId="ADAL" clId="{3B98244C-AD1C-4DB8-A1CE-0D7CDA09C107}" dt="2025-12-08T10:02:33.640" v="9436" actId="1076"/>
        <pc:sldMkLst>
          <pc:docMk/>
          <pc:sldMk cId="3266578541" sldId="800"/>
        </pc:sldMkLst>
        <pc:spChg chg="mod">
          <ac:chgData name="井上 ゆき" userId="9a4db8be-3331-4665-be8a-3d7f16d5f375" providerId="ADAL" clId="{3B98244C-AD1C-4DB8-A1CE-0D7CDA09C107}" dt="2025-12-08T10:02:30.931" v="9435" actId="1076"/>
          <ac:spMkLst>
            <pc:docMk/>
            <pc:sldMk cId="3266578541" sldId="800"/>
            <ac:spMk id="2" creationId="{53F16C87-0DBE-83A7-6000-38600E74C26A}"/>
          </ac:spMkLst>
        </pc:spChg>
        <pc:spChg chg="del">
          <ac:chgData name="井上 ゆき" userId="9a4db8be-3331-4665-be8a-3d7f16d5f375" providerId="ADAL" clId="{3B98244C-AD1C-4DB8-A1CE-0D7CDA09C107}" dt="2025-12-08T09:55:54.672" v="9431" actId="478"/>
          <ac:spMkLst>
            <pc:docMk/>
            <pc:sldMk cId="3266578541" sldId="800"/>
            <ac:spMk id="6" creationId="{DDE5D9CA-69DB-0B7C-9476-05BD1F40B43E}"/>
          </ac:spMkLst>
        </pc:spChg>
        <pc:graphicFrameChg chg="del modGraphic">
          <ac:chgData name="井上 ゆき" userId="9a4db8be-3331-4665-be8a-3d7f16d5f375" providerId="ADAL" clId="{3B98244C-AD1C-4DB8-A1CE-0D7CDA09C107}" dt="2025-12-08T09:55:49.250" v="9430" actId="478"/>
          <ac:graphicFrameMkLst>
            <pc:docMk/>
            <pc:sldMk cId="3266578541" sldId="800"/>
            <ac:graphicFrameMk id="4" creationId="{23D2C076-DF3B-7EB9-65F1-1759F963BE61}"/>
          </ac:graphicFrameMkLst>
        </pc:graphicFrameChg>
        <pc:graphicFrameChg chg="add mod">
          <ac:chgData name="井上 ゆき" userId="9a4db8be-3331-4665-be8a-3d7f16d5f375" providerId="ADAL" clId="{3B98244C-AD1C-4DB8-A1CE-0D7CDA09C107}" dt="2025-12-08T10:02:33.640" v="9436" actId="1076"/>
          <ac:graphicFrameMkLst>
            <pc:docMk/>
            <pc:sldMk cId="3266578541" sldId="800"/>
            <ac:graphicFrameMk id="9" creationId="{91C9820F-44ED-673D-BD8D-8AA4B12140C6}"/>
          </ac:graphicFrameMkLst>
        </pc:graphicFrameChg>
      </pc:sldChg>
      <pc:sldChg chg="modSp del mod ord">
        <pc:chgData name="井上 ゆき" userId="9a4db8be-3331-4665-be8a-3d7f16d5f375" providerId="ADAL" clId="{3B98244C-AD1C-4DB8-A1CE-0D7CDA09C107}" dt="2025-12-08T09:34:26.234" v="8940" actId="2696"/>
        <pc:sldMkLst>
          <pc:docMk/>
          <pc:sldMk cId="2046769617" sldId="804"/>
        </pc:sldMkLst>
        <pc:graphicFrameChg chg="mod modGraphic">
          <ac:chgData name="井上 ゆき" userId="9a4db8be-3331-4665-be8a-3d7f16d5f375" providerId="ADAL" clId="{3B98244C-AD1C-4DB8-A1CE-0D7CDA09C107}" dt="2025-12-08T02:45:08.974" v="8584" actId="20577"/>
          <ac:graphicFrameMkLst>
            <pc:docMk/>
            <pc:sldMk cId="2046769617" sldId="804"/>
            <ac:graphicFrameMk id="4" creationId="{AD480C12-824A-E1C5-2095-9A17E80DADC9}"/>
          </ac:graphicFrameMkLst>
        </pc:graphicFrameChg>
      </pc:sldChg>
      <pc:sldChg chg="modSp add mod">
        <pc:chgData name="井上 ゆき" userId="9a4db8be-3331-4665-be8a-3d7f16d5f375" providerId="ADAL" clId="{3B98244C-AD1C-4DB8-A1CE-0D7CDA09C107}" dt="2025-12-08T09:44:34.053" v="8949" actId="20577"/>
        <pc:sldMkLst>
          <pc:docMk/>
          <pc:sldMk cId="2178550647" sldId="804"/>
        </pc:sldMkLst>
        <pc:spChg chg="mod">
          <ac:chgData name="井上 ゆき" userId="9a4db8be-3331-4665-be8a-3d7f16d5f375" providerId="ADAL" clId="{3B98244C-AD1C-4DB8-A1CE-0D7CDA09C107}" dt="2025-12-08T09:44:34.053" v="8949" actId="20577"/>
          <ac:spMkLst>
            <pc:docMk/>
            <pc:sldMk cId="2178550647" sldId="804"/>
            <ac:spMk id="7" creationId="{D52D7312-8BDE-85D6-8481-6D67CB9FD405}"/>
          </ac:spMkLst>
        </pc:spChg>
      </pc:sldChg>
      <pc:sldChg chg="addSp delSp modSp new mod ord">
        <pc:chgData name="井上 ゆき" userId="9a4db8be-3331-4665-be8a-3d7f16d5f375" providerId="ADAL" clId="{3B98244C-AD1C-4DB8-A1CE-0D7CDA09C107}" dt="2025-12-08T09:44:30.550" v="8946"/>
        <pc:sldMkLst>
          <pc:docMk/>
          <pc:sldMk cId="673680177" sldId="837"/>
        </pc:sldMkLst>
        <pc:spChg chg="add del mod">
          <ac:chgData name="井上 ゆき" userId="9a4db8be-3331-4665-be8a-3d7f16d5f375" providerId="ADAL" clId="{3B98244C-AD1C-4DB8-A1CE-0D7CDA09C107}" dt="2025-12-08T02:33:29.378" v="8417" actId="478"/>
          <ac:spMkLst>
            <pc:docMk/>
            <pc:sldMk cId="673680177" sldId="837"/>
            <ac:spMk id="2" creationId="{67F83105-96EF-F2F8-005F-B47335496C6B}"/>
          </ac:spMkLst>
        </pc:spChg>
        <pc:spChg chg="add mod">
          <ac:chgData name="井上 ゆき" userId="9a4db8be-3331-4665-be8a-3d7f16d5f375" providerId="ADAL" clId="{3B98244C-AD1C-4DB8-A1CE-0D7CDA09C107}" dt="2025-12-05T04:52:15.161" v="6521" actId="20577"/>
          <ac:spMkLst>
            <pc:docMk/>
            <pc:sldMk cId="673680177" sldId="837"/>
            <ac:spMk id="5" creationId="{B9D458F7-5951-495C-4C38-E5D707E058DE}"/>
          </ac:spMkLst>
        </pc:spChg>
        <pc:spChg chg="add mod">
          <ac:chgData name="井上 ゆき" userId="9a4db8be-3331-4665-be8a-3d7f16d5f375" providerId="ADAL" clId="{3B98244C-AD1C-4DB8-A1CE-0D7CDA09C107}" dt="2025-12-05T04:55:02.835" v="6639"/>
          <ac:spMkLst>
            <pc:docMk/>
            <pc:sldMk cId="673680177" sldId="837"/>
            <ac:spMk id="9" creationId="{F67863AA-1CB1-8234-1BCB-5364ECC5840B}"/>
          </ac:spMkLst>
        </pc:spChg>
        <pc:graphicFrameChg chg="add mod modGraphic">
          <ac:chgData name="井上 ゆき" userId="9a4db8be-3331-4665-be8a-3d7f16d5f375" providerId="ADAL" clId="{3B98244C-AD1C-4DB8-A1CE-0D7CDA09C107}" dt="2025-12-05T08:04:34.821" v="8178" actId="207"/>
          <ac:graphicFrameMkLst>
            <pc:docMk/>
            <pc:sldMk cId="673680177" sldId="837"/>
            <ac:graphicFrameMk id="4" creationId="{0E8BC61A-CE54-09A5-593C-6B419EC843CC}"/>
          </ac:graphicFrameMkLst>
        </pc:graphicFrameChg>
      </pc:sldChg>
      <pc:sldChg chg="addSp delSp modSp new mod chgLayout">
        <pc:chgData name="井上 ゆき" userId="9a4db8be-3331-4665-be8a-3d7f16d5f375" providerId="ADAL" clId="{3B98244C-AD1C-4DB8-A1CE-0D7CDA09C107}" dt="2025-12-05T04:53:12.759" v="6529"/>
        <pc:sldMkLst>
          <pc:docMk/>
          <pc:sldMk cId="4173247399" sldId="838"/>
        </pc:sldMkLst>
        <pc:spChg chg="add mod ord">
          <ac:chgData name="井上 ゆき" userId="9a4db8be-3331-4665-be8a-3d7f16d5f375" providerId="ADAL" clId="{3B98244C-AD1C-4DB8-A1CE-0D7CDA09C107}" dt="2025-12-05T04:53:12.759" v="6529"/>
          <ac:spMkLst>
            <pc:docMk/>
            <pc:sldMk cId="4173247399" sldId="838"/>
            <ac:spMk id="4" creationId="{A7AE4085-41C5-741D-CB44-8E53C21826C6}"/>
          </ac:spMkLst>
        </pc:spChg>
      </pc:sldChg>
      <pc:sldChg chg="modSp add mod">
        <pc:chgData name="井上 ゆき" userId="9a4db8be-3331-4665-be8a-3d7f16d5f375" providerId="ADAL" clId="{3B98244C-AD1C-4DB8-A1CE-0D7CDA09C107}" dt="2025-12-05T07:12:10.332" v="7691" actId="20577"/>
        <pc:sldMkLst>
          <pc:docMk/>
          <pc:sldMk cId="4048392057" sldId="839"/>
        </pc:sldMkLst>
        <pc:spChg chg="mod">
          <ac:chgData name="井上 ゆき" userId="9a4db8be-3331-4665-be8a-3d7f16d5f375" providerId="ADAL" clId="{3B98244C-AD1C-4DB8-A1CE-0D7CDA09C107}" dt="2025-12-05T07:12:10.332" v="7691" actId="20577"/>
          <ac:spMkLst>
            <pc:docMk/>
            <pc:sldMk cId="4048392057" sldId="839"/>
            <ac:spMk id="4" creationId="{85436464-EBBC-90C5-8510-869395CC0AA5}"/>
          </ac:spMkLst>
        </pc:spChg>
      </pc:sldChg>
      <pc:sldChg chg="addSp delSp modSp new mod">
        <pc:chgData name="井上 ゆき" userId="9a4db8be-3331-4665-be8a-3d7f16d5f375" providerId="ADAL" clId="{3B98244C-AD1C-4DB8-A1CE-0D7CDA09C107}" dt="2025-12-08T09:52:49.469" v="9412" actId="1076"/>
        <pc:sldMkLst>
          <pc:docMk/>
          <pc:sldMk cId="2164056931" sldId="840"/>
        </pc:sldMkLst>
        <pc:spChg chg="mod">
          <ac:chgData name="井上 ゆき" userId="9a4db8be-3331-4665-be8a-3d7f16d5f375" providerId="ADAL" clId="{3B98244C-AD1C-4DB8-A1CE-0D7CDA09C107}" dt="2025-12-05T06:28:35.014" v="6886" actId="20577"/>
          <ac:spMkLst>
            <pc:docMk/>
            <pc:sldMk cId="2164056931" sldId="840"/>
            <ac:spMk id="2" creationId="{74D07061-06A1-0E04-8E78-19674AB6FB34}"/>
          </ac:spMkLst>
        </pc:spChg>
        <pc:spChg chg="add mod">
          <ac:chgData name="井上 ゆき" userId="9a4db8be-3331-4665-be8a-3d7f16d5f375" providerId="ADAL" clId="{3B98244C-AD1C-4DB8-A1CE-0D7CDA09C107}" dt="2025-12-05T06:50:59.182" v="7529" actId="20577"/>
          <ac:spMkLst>
            <pc:docMk/>
            <pc:sldMk cId="2164056931" sldId="840"/>
            <ac:spMk id="4" creationId="{FCF47F7B-9884-3503-3237-44EC1C2997B4}"/>
          </ac:spMkLst>
        </pc:spChg>
        <pc:spChg chg="add del mod">
          <ac:chgData name="井上 ゆき" userId="9a4db8be-3331-4665-be8a-3d7f16d5f375" providerId="ADAL" clId="{3B98244C-AD1C-4DB8-A1CE-0D7CDA09C107}" dt="2025-12-08T09:45:13.065" v="8952" actId="478"/>
          <ac:spMkLst>
            <pc:docMk/>
            <pc:sldMk cId="2164056931" sldId="840"/>
            <ac:spMk id="6" creationId="{DD180411-DC9A-B90C-C2F7-932606B43772}"/>
          </ac:spMkLst>
        </pc:spChg>
        <pc:spChg chg="add mod">
          <ac:chgData name="井上 ゆき" userId="9a4db8be-3331-4665-be8a-3d7f16d5f375" providerId="ADAL" clId="{3B98244C-AD1C-4DB8-A1CE-0D7CDA09C107}" dt="2025-12-08T09:50:22.316" v="9406" actId="6549"/>
          <ac:spMkLst>
            <pc:docMk/>
            <pc:sldMk cId="2164056931" sldId="840"/>
            <ac:spMk id="8" creationId="{A902FF97-55AE-4804-863B-E11FA8E10C4F}"/>
          </ac:spMkLst>
        </pc:spChg>
        <pc:picChg chg="add del mod">
          <ac:chgData name="井上 ゆき" userId="9a4db8be-3331-4665-be8a-3d7f16d5f375" providerId="ADAL" clId="{3B98244C-AD1C-4DB8-A1CE-0D7CDA09C107}" dt="2025-12-08T09:44:12.514" v="8944" actId="478"/>
          <ac:picMkLst>
            <pc:docMk/>
            <pc:sldMk cId="2164056931" sldId="840"/>
            <ac:picMk id="5" creationId="{F88E0055-5BED-AE5B-1B22-398460B641B0}"/>
          </ac:picMkLst>
        </pc:picChg>
        <pc:picChg chg="add del mod">
          <ac:chgData name="井上 ゆき" userId="9a4db8be-3331-4665-be8a-3d7f16d5f375" providerId="ADAL" clId="{3B98244C-AD1C-4DB8-A1CE-0D7CDA09C107}" dt="2025-12-08T09:46:07.547" v="9102" actId="478"/>
          <ac:picMkLst>
            <pc:docMk/>
            <pc:sldMk cId="2164056931" sldId="840"/>
            <ac:picMk id="7" creationId="{D8E1E21D-54A5-C593-2812-8CB809D42AFA}"/>
          </ac:picMkLst>
        </pc:picChg>
        <pc:picChg chg="add del mod">
          <ac:chgData name="井上 ゆき" userId="9a4db8be-3331-4665-be8a-3d7f16d5f375" providerId="ADAL" clId="{3B98244C-AD1C-4DB8-A1CE-0D7CDA09C107}" dt="2025-12-08T09:52:06.417" v="9407" actId="478"/>
          <ac:picMkLst>
            <pc:docMk/>
            <pc:sldMk cId="2164056931" sldId="840"/>
            <ac:picMk id="9" creationId="{E9D3C020-54B4-D452-55E0-7B6BA74D99DF}"/>
          </ac:picMkLst>
        </pc:picChg>
        <pc:picChg chg="add del mod">
          <ac:chgData name="井上 ゆき" userId="9a4db8be-3331-4665-be8a-3d7f16d5f375" providerId="ADAL" clId="{3B98244C-AD1C-4DB8-A1CE-0D7CDA09C107}" dt="2025-12-08T09:52:45.203" v="9410" actId="478"/>
          <ac:picMkLst>
            <pc:docMk/>
            <pc:sldMk cId="2164056931" sldId="840"/>
            <ac:picMk id="10" creationId="{C6F88AE4-344F-2D37-EE18-FED12DC9651A}"/>
          </ac:picMkLst>
        </pc:picChg>
        <pc:picChg chg="add mod">
          <ac:chgData name="井上 ゆき" userId="9a4db8be-3331-4665-be8a-3d7f16d5f375" providerId="ADAL" clId="{3B98244C-AD1C-4DB8-A1CE-0D7CDA09C107}" dt="2025-12-08T09:52:49.469" v="9412" actId="1076"/>
          <ac:picMkLst>
            <pc:docMk/>
            <pc:sldMk cId="2164056931" sldId="840"/>
            <ac:picMk id="11" creationId="{A4F8D3E4-CA14-626C-F8BD-D3AA082BA761}"/>
          </ac:picMkLst>
        </pc:picChg>
      </pc:sldChg>
      <pc:sldChg chg="addSp delSp modSp add mod">
        <pc:chgData name="井上 ゆき" userId="9a4db8be-3331-4665-be8a-3d7f16d5f375" providerId="ADAL" clId="{3B98244C-AD1C-4DB8-A1CE-0D7CDA09C107}" dt="2025-12-08T09:53:57.312" v="9420" actId="1076"/>
        <pc:sldMkLst>
          <pc:docMk/>
          <pc:sldMk cId="530907503" sldId="841"/>
        </pc:sldMkLst>
        <pc:spChg chg="mod">
          <ac:chgData name="井上 ゆき" userId="9a4db8be-3331-4665-be8a-3d7f16d5f375" providerId="ADAL" clId="{3B98244C-AD1C-4DB8-A1CE-0D7CDA09C107}" dt="2025-12-05T06:51:04.973" v="7536" actId="20577"/>
          <ac:spMkLst>
            <pc:docMk/>
            <pc:sldMk cId="530907503" sldId="841"/>
            <ac:spMk id="4" creationId="{426040AE-E223-6DBC-9F87-CB7A5AEA3E76}"/>
          </ac:spMkLst>
        </pc:spChg>
        <pc:spChg chg="add mod">
          <ac:chgData name="井上 ゆき" userId="9a4db8be-3331-4665-be8a-3d7f16d5f375" providerId="ADAL" clId="{3B98244C-AD1C-4DB8-A1CE-0D7CDA09C107}" dt="2025-12-05T06:31:37.262" v="7026" actId="1036"/>
          <ac:spMkLst>
            <pc:docMk/>
            <pc:sldMk cId="530907503" sldId="841"/>
            <ac:spMk id="7" creationId="{E78A2047-8DE5-90BB-DCF0-A44EEBD3246D}"/>
          </ac:spMkLst>
        </pc:spChg>
        <pc:graphicFrameChg chg="add mod">
          <ac:chgData name="井上 ゆき" userId="9a4db8be-3331-4665-be8a-3d7f16d5f375" providerId="ADAL" clId="{3B98244C-AD1C-4DB8-A1CE-0D7CDA09C107}" dt="2025-12-08T09:53:07.390" v="9416" actId="1076"/>
          <ac:graphicFrameMkLst>
            <pc:docMk/>
            <pc:sldMk cId="530907503" sldId="841"/>
            <ac:graphicFrameMk id="8" creationId="{FEC6822F-83B3-A446-4E12-65C28C1CD6BB}"/>
          </ac:graphicFrameMkLst>
        </pc:graphicFrameChg>
        <pc:graphicFrameChg chg="add mod">
          <ac:chgData name="井上 ゆき" userId="9a4db8be-3331-4665-be8a-3d7f16d5f375" providerId="ADAL" clId="{3B98244C-AD1C-4DB8-A1CE-0D7CDA09C107}" dt="2025-12-08T09:53:50.641" v="9418"/>
          <ac:graphicFrameMkLst>
            <pc:docMk/>
            <pc:sldMk cId="530907503" sldId="841"/>
            <ac:graphicFrameMk id="10" creationId="{6F1B04ED-1D2B-FA22-2E3E-71898331A334}"/>
          </ac:graphicFrameMkLst>
        </pc:graphicFrameChg>
        <pc:picChg chg="add">
          <ac:chgData name="井上 ゆき" userId="9a4db8be-3331-4665-be8a-3d7f16d5f375" providerId="ADAL" clId="{3B98244C-AD1C-4DB8-A1CE-0D7CDA09C107}" dt="2025-12-08T09:53:00.286" v="9414"/>
          <ac:picMkLst>
            <pc:docMk/>
            <pc:sldMk cId="530907503" sldId="841"/>
            <ac:picMk id="5" creationId="{15B3BA3B-DBEE-3509-D157-99D89252E655}"/>
          </ac:picMkLst>
        </pc:picChg>
        <pc:picChg chg="add del mod">
          <ac:chgData name="井上 ゆき" userId="9a4db8be-3331-4665-be8a-3d7f16d5f375" providerId="ADAL" clId="{3B98244C-AD1C-4DB8-A1CE-0D7CDA09C107}" dt="2025-12-08T09:52:52.188" v="9413" actId="478"/>
          <ac:picMkLst>
            <pc:docMk/>
            <pc:sldMk cId="530907503" sldId="841"/>
            <ac:picMk id="6" creationId="{4A790398-486C-9F74-E599-1C58047E36D1}"/>
          </ac:picMkLst>
        </pc:picChg>
        <pc:picChg chg="add del mod">
          <ac:chgData name="井上 ゆき" userId="9a4db8be-3331-4665-be8a-3d7f16d5f375" providerId="ADAL" clId="{3B98244C-AD1C-4DB8-A1CE-0D7CDA09C107}" dt="2025-12-08T09:53:09.312" v="9417" actId="478"/>
          <ac:picMkLst>
            <pc:docMk/>
            <pc:sldMk cId="530907503" sldId="841"/>
            <ac:picMk id="9" creationId="{6FBE9DC2-93B1-5F5B-DD8B-5254EAD0CCB6}"/>
          </ac:picMkLst>
        </pc:picChg>
        <pc:picChg chg="add mod">
          <ac:chgData name="井上 ゆき" userId="9a4db8be-3331-4665-be8a-3d7f16d5f375" providerId="ADAL" clId="{3B98244C-AD1C-4DB8-A1CE-0D7CDA09C107}" dt="2025-12-08T09:53:57.312" v="9420" actId="1076"/>
          <ac:picMkLst>
            <pc:docMk/>
            <pc:sldMk cId="530907503" sldId="841"/>
            <ac:picMk id="11" creationId="{83F50CE1-CD85-255A-EFDB-1E283876AA7F}"/>
          </ac:picMkLst>
        </pc:picChg>
      </pc:sldChg>
      <pc:sldChg chg="addSp delSp modSp add mod">
        <pc:chgData name="井上 ゆき" userId="9a4db8be-3331-4665-be8a-3d7f16d5f375" providerId="ADAL" clId="{3B98244C-AD1C-4DB8-A1CE-0D7CDA09C107}" dt="2025-12-08T09:55:21.890" v="9428" actId="1076"/>
        <pc:sldMkLst>
          <pc:docMk/>
          <pc:sldMk cId="1583532352" sldId="842"/>
        </pc:sldMkLst>
        <pc:spChg chg="mod">
          <ac:chgData name="井上 ゆき" userId="9a4db8be-3331-4665-be8a-3d7f16d5f375" providerId="ADAL" clId="{3B98244C-AD1C-4DB8-A1CE-0D7CDA09C107}" dt="2025-12-05T08:05:22.182" v="8236" actId="20577"/>
          <ac:spMkLst>
            <pc:docMk/>
            <pc:sldMk cId="1583532352" sldId="842"/>
            <ac:spMk id="4" creationId="{92B8CF0B-CF20-F5FD-C1B2-1394DEE4BD08}"/>
          </ac:spMkLst>
        </pc:spChg>
        <pc:spChg chg="mod">
          <ac:chgData name="井上 ゆき" userId="9a4db8be-3331-4665-be8a-3d7f16d5f375" providerId="ADAL" clId="{3B98244C-AD1C-4DB8-A1CE-0D7CDA09C107}" dt="2025-12-05T06:33:00.916" v="7055"/>
          <ac:spMkLst>
            <pc:docMk/>
            <pc:sldMk cId="1583532352" sldId="842"/>
            <ac:spMk id="7" creationId="{A26D0703-1ECC-6653-31B4-2D504215682C}"/>
          </ac:spMkLst>
        </pc:spChg>
        <pc:graphicFrameChg chg="add mod">
          <ac:chgData name="井上 ゆき" userId="9a4db8be-3331-4665-be8a-3d7f16d5f375" providerId="ADAL" clId="{3B98244C-AD1C-4DB8-A1CE-0D7CDA09C107}" dt="2025-12-08T09:54:41.202" v="9425" actId="1076"/>
          <ac:graphicFrameMkLst>
            <pc:docMk/>
            <pc:sldMk cId="1583532352" sldId="842"/>
            <ac:graphicFrameMk id="6" creationId="{37B7176F-EC3E-21B6-15E2-748F4DB57BB1}"/>
          </ac:graphicFrameMkLst>
        </pc:graphicFrameChg>
        <pc:picChg chg="add">
          <ac:chgData name="井上 ゆき" userId="9a4db8be-3331-4665-be8a-3d7f16d5f375" providerId="ADAL" clId="{3B98244C-AD1C-4DB8-A1CE-0D7CDA09C107}" dt="2025-12-08T09:54:36.727" v="9423"/>
          <ac:picMkLst>
            <pc:docMk/>
            <pc:sldMk cId="1583532352" sldId="842"/>
            <ac:picMk id="5" creationId="{CD838DCE-A94F-1FD8-0486-76D29BF42EB9}"/>
          </ac:picMkLst>
        </pc:picChg>
        <pc:picChg chg="add del mod">
          <ac:chgData name="井上 ゆき" userId="9a4db8be-3331-4665-be8a-3d7f16d5f375" providerId="ADAL" clId="{3B98244C-AD1C-4DB8-A1CE-0D7CDA09C107}" dt="2025-12-08T09:54:03.061" v="9421" actId="478"/>
          <ac:picMkLst>
            <pc:docMk/>
            <pc:sldMk cId="1583532352" sldId="842"/>
            <ac:picMk id="8" creationId="{63F73D1D-D9E7-A759-009D-8B18AA9B490D}"/>
          </ac:picMkLst>
        </pc:picChg>
        <pc:picChg chg="add mod">
          <ac:chgData name="井上 ゆき" userId="9a4db8be-3331-4665-be8a-3d7f16d5f375" providerId="ADAL" clId="{3B98244C-AD1C-4DB8-A1CE-0D7CDA09C107}" dt="2025-12-08T09:55:21.890" v="9428" actId="1076"/>
          <ac:picMkLst>
            <pc:docMk/>
            <pc:sldMk cId="1583532352" sldId="842"/>
            <ac:picMk id="9" creationId="{5D71AD58-E1CC-66A9-13F8-AA24FCBC6AE2}"/>
          </ac:picMkLst>
        </pc:picChg>
        <pc:picChg chg="add del mod">
          <ac:chgData name="井上 ゆき" userId="9a4db8be-3331-4665-be8a-3d7f16d5f375" providerId="ADAL" clId="{3B98244C-AD1C-4DB8-A1CE-0D7CDA09C107}" dt="2025-12-08T09:54:05.380" v="9422" actId="478"/>
          <ac:picMkLst>
            <pc:docMk/>
            <pc:sldMk cId="1583532352" sldId="842"/>
            <ac:picMk id="11" creationId="{C1109FE7-132D-3A3C-E3AA-487549D174FC}"/>
          </ac:picMkLst>
        </pc:picChg>
      </pc:sldChg>
      <pc:sldChg chg="addSp delSp modSp add mod">
        <pc:chgData name="井上 ゆき" userId="9a4db8be-3331-4665-be8a-3d7f16d5f375" providerId="ADAL" clId="{3B98244C-AD1C-4DB8-A1CE-0D7CDA09C107}" dt="2025-12-05T07:15:22.424" v="7793" actId="1076"/>
        <pc:sldMkLst>
          <pc:docMk/>
          <pc:sldMk cId="4290057516" sldId="844"/>
        </pc:sldMkLst>
        <pc:spChg chg="add mod">
          <ac:chgData name="井上 ゆき" userId="9a4db8be-3331-4665-be8a-3d7f16d5f375" providerId="ADAL" clId="{3B98244C-AD1C-4DB8-A1CE-0D7CDA09C107}" dt="2025-12-05T07:12:21.933" v="7703"/>
          <ac:spMkLst>
            <pc:docMk/>
            <pc:sldMk cId="4290057516" sldId="844"/>
            <ac:spMk id="5" creationId="{1DED4497-A2B7-D702-6A1E-50D25CE09B9F}"/>
          </ac:spMkLst>
        </pc:spChg>
        <pc:picChg chg="add mod">
          <ac:chgData name="井上 ゆき" userId="9a4db8be-3331-4665-be8a-3d7f16d5f375" providerId="ADAL" clId="{3B98244C-AD1C-4DB8-A1CE-0D7CDA09C107}" dt="2025-12-05T07:15:22.424" v="7793" actId="1076"/>
          <ac:picMkLst>
            <pc:docMk/>
            <pc:sldMk cId="4290057516" sldId="844"/>
            <ac:picMk id="6" creationId="{E2610284-1461-6E45-1A83-997B83A94096}"/>
          </ac:picMkLst>
        </pc:picChg>
      </pc:sldChg>
      <pc:sldChg chg="addSp delSp modSp add mod ord">
        <pc:chgData name="井上 ゆき" userId="9a4db8be-3331-4665-be8a-3d7f16d5f375" providerId="ADAL" clId="{3B98244C-AD1C-4DB8-A1CE-0D7CDA09C107}" dt="2025-12-05T07:15:07.171" v="7789" actId="1076"/>
        <pc:sldMkLst>
          <pc:docMk/>
          <pc:sldMk cId="3986842718" sldId="846"/>
        </pc:sldMkLst>
        <pc:spChg chg="mod">
          <ac:chgData name="井上 ゆき" userId="9a4db8be-3331-4665-be8a-3d7f16d5f375" providerId="ADAL" clId="{3B98244C-AD1C-4DB8-A1CE-0D7CDA09C107}" dt="2025-12-05T07:12:14.223" v="7700" actId="20577"/>
          <ac:spMkLst>
            <pc:docMk/>
            <pc:sldMk cId="3986842718" sldId="846"/>
            <ac:spMk id="7" creationId="{E2C93400-8470-9BEB-C8B0-7FD18EE96935}"/>
          </ac:spMkLst>
        </pc:spChg>
        <pc:picChg chg="add mod">
          <ac:chgData name="井上 ゆき" userId="9a4db8be-3331-4665-be8a-3d7f16d5f375" providerId="ADAL" clId="{3B98244C-AD1C-4DB8-A1CE-0D7CDA09C107}" dt="2025-12-05T07:15:07.171" v="7789" actId="1076"/>
          <ac:picMkLst>
            <pc:docMk/>
            <pc:sldMk cId="3986842718" sldId="846"/>
            <ac:picMk id="4" creationId="{24402E82-B22C-10AD-D471-4B7BB9715D6F}"/>
          </ac:picMkLst>
        </pc:picChg>
      </pc:sldChg>
      <pc:sldChg chg="addSp delSp modSp new mod">
        <pc:chgData name="井上 ゆき" userId="9a4db8be-3331-4665-be8a-3d7f16d5f375" providerId="ADAL" clId="{3B98244C-AD1C-4DB8-A1CE-0D7CDA09C107}" dt="2025-12-05T07:16:03.318" v="7802" actId="1076"/>
        <pc:sldMkLst>
          <pc:docMk/>
          <pc:sldMk cId="1352352489" sldId="848"/>
        </pc:sldMkLst>
        <pc:spChg chg="add mod">
          <ac:chgData name="井上 ゆき" userId="9a4db8be-3331-4665-be8a-3d7f16d5f375" providerId="ADAL" clId="{3B98244C-AD1C-4DB8-A1CE-0D7CDA09C107}" dt="2025-12-05T07:12:42.810" v="7705"/>
          <ac:spMkLst>
            <pc:docMk/>
            <pc:sldMk cId="1352352489" sldId="848"/>
            <ac:spMk id="4" creationId="{16DD9284-F3E2-C28A-4D75-41877DCFE663}"/>
          </ac:spMkLst>
        </pc:spChg>
        <pc:spChg chg="add mod">
          <ac:chgData name="井上 ゆき" userId="9a4db8be-3331-4665-be8a-3d7f16d5f375" providerId="ADAL" clId="{3B98244C-AD1C-4DB8-A1CE-0D7CDA09C107}" dt="2025-12-05T07:12:49.055" v="7722" actId="20577"/>
          <ac:spMkLst>
            <pc:docMk/>
            <pc:sldMk cId="1352352489" sldId="848"/>
            <ac:spMk id="5" creationId="{0A0E0191-9CC2-69A0-42A7-57945B091D23}"/>
          </ac:spMkLst>
        </pc:spChg>
        <pc:spChg chg="add mod">
          <ac:chgData name="井上 ゆき" userId="9a4db8be-3331-4665-be8a-3d7f16d5f375" providerId="ADAL" clId="{3B98244C-AD1C-4DB8-A1CE-0D7CDA09C107}" dt="2025-12-05T07:16:03.318" v="7802" actId="1076"/>
          <ac:spMkLst>
            <pc:docMk/>
            <pc:sldMk cId="1352352489" sldId="848"/>
            <ac:spMk id="7" creationId="{9190552A-94C9-98D1-7B1C-D2F7AC198818}"/>
          </ac:spMkLst>
        </pc:spChg>
        <pc:picChg chg="add mod ord">
          <ac:chgData name="井上 ゆき" userId="9a4db8be-3331-4665-be8a-3d7f16d5f375" providerId="ADAL" clId="{3B98244C-AD1C-4DB8-A1CE-0D7CDA09C107}" dt="2025-12-05T07:15:45.382" v="7797" actId="1076"/>
          <ac:picMkLst>
            <pc:docMk/>
            <pc:sldMk cId="1352352489" sldId="848"/>
            <ac:picMk id="8" creationId="{D3C3E5C3-98F4-129A-A332-93AE3E20B8EE}"/>
          </ac:picMkLst>
        </pc:picChg>
      </pc:sldChg>
      <pc:sldChg chg="addSp delSp modSp new mod">
        <pc:chgData name="井上 ゆき" userId="9a4db8be-3331-4665-be8a-3d7f16d5f375" providerId="ADAL" clId="{3B98244C-AD1C-4DB8-A1CE-0D7CDA09C107}" dt="2025-12-05T07:13:33.561" v="7730"/>
        <pc:sldMkLst>
          <pc:docMk/>
          <pc:sldMk cId="3253993839" sldId="849"/>
        </pc:sldMkLst>
        <pc:spChg chg="add mod">
          <ac:chgData name="井上 ゆき" userId="9a4db8be-3331-4665-be8a-3d7f16d5f375" providerId="ADAL" clId="{3B98244C-AD1C-4DB8-A1CE-0D7CDA09C107}" dt="2025-12-05T07:13:17.001" v="7726"/>
          <ac:spMkLst>
            <pc:docMk/>
            <pc:sldMk cId="3253993839" sldId="849"/>
            <ac:spMk id="4" creationId="{52E7FFB3-08F2-86DA-1D97-4B42CF442388}"/>
          </ac:spMkLst>
        </pc:spChg>
        <pc:spChg chg="add mod">
          <ac:chgData name="井上 ゆき" userId="9a4db8be-3331-4665-be8a-3d7f16d5f375" providerId="ADAL" clId="{3B98244C-AD1C-4DB8-A1CE-0D7CDA09C107}" dt="2025-12-05T07:13:17.001" v="7726"/>
          <ac:spMkLst>
            <pc:docMk/>
            <pc:sldMk cId="3253993839" sldId="849"/>
            <ac:spMk id="8" creationId="{D6B59F29-AD5B-14C9-9D3B-B1B88855E608}"/>
          </ac:spMkLst>
        </pc:spChg>
        <pc:spChg chg="add mod">
          <ac:chgData name="井上 ゆき" userId="9a4db8be-3331-4665-be8a-3d7f16d5f375" providerId="ADAL" clId="{3B98244C-AD1C-4DB8-A1CE-0D7CDA09C107}" dt="2025-12-05T07:13:17.001" v="7726"/>
          <ac:spMkLst>
            <pc:docMk/>
            <pc:sldMk cId="3253993839" sldId="849"/>
            <ac:spMk id="10" creationId="{983F12B5-05EA-EDAA-EAAB-78D4D0F49316}"/>
          </ac:spMkLst>
        </pc:spChg>
        <pc:spChg chg="add mod">
          <ac:chgData name="井上 ゆき" userId="9a4db8be-3331-4665-be8a-3d7f16d5f375" providerId="ADAL" clId="{3B98244C-AD1C-4DB8-A1CE-0D7CDA09C107}" dt="2025-12-05T07:13:17.001" v="7726"/>
          <ac:spMkLst>
            <pc:docMk/>
            <pc:sldMk cId="3253993839" sldId="849"/>
            <ac:spMk id="11" creationId="{F5C5F7FB-8BEA-EF9C-B92C-3B65E6092048}"/>
          </ac:spMkLst>
        </pc:spChg>
        <pc:spChg chg="add mod">
          <ac:chgData name="井上 ゆき" userId="9a4db8be-3331-4665-be8a-3d7f16d5f375" providerId="ADAL" clId="{3B98244C-AD1C-4DB8-A1CE-0D7CDA09C107}" dt="2025-12-05T07:13:25.802" v="7728"/>
          <ac:spMkLst>
            <pc:docMk/>
            <pc:sldMk cId="3253993839" sldId="849"/>
            <ac:spMk id="12" creationId="{347534ED-F94F-02DA-141B-900B95D3B485}"/>
          </ac:spMkLst>
        </pc:spChg>
        <pc:picChg chg="add mod">
          <ac:chgData name="井上 ゆき" userId="9a4db8be-3331-4665-be8a-3d7f16d5f375" providerId="ADAL" clId="{3B98244C-AD1C-4DB8-A1CE-0D7CDA09C107}" dt="2025-12-05T07:13:17.001" v="7726"/>
          <ac:picMkLst>
            <pc:docMk/>
            <pc:sldMk cId="3253993839" sldId="849"/>
            <ac:picMk id="5" creationId="{AE323CFC-20A1-E2B7-796E-3124304B9D76}"/>
          </ac:picMkLst>
        </pc:picChg>
        <pc:picChg chg="add mod">
          <ac:chgData name="井上 ゆき" userId="9a4db8be-3331-4665-be8a-3d7f16d5f375" providerId="ADAL" clId="{3B98244C-AD1C-4DB8-A1CE-0D7CDA09C107}" dt="2025-12-05T07:13:17.001" v="7726"/>
          <ac:picMkLst>
            <pc:docMk/>
            <pc:sldMk cId="3253993839" sldId="849"/>
            <ac:picMk id="6" creationId="{A7BBF569-24E4-EC84-BFFA-14362C83BD59}"/>
          </ac:picMkLst>
        </pc:picChg>
        <pc:picChg chg="add mod">
          <ac:chgData name="井上 ゆき" userId="9a4db8be-3331-4665-be8a-3d7f16d5f375" providerId="ADAL" clId="{3B98244C-AD1C-4DB8-A1CE-0D7CDA09C107}" dt="2025-12-05T07:13:17.001" v="7726"/>
          <ac:picMkLst>
            <pc:docMk/>
            <pc:sldMk cId="3253993839" sldId="849"/>
            <ac:picMk id="7" creationId="{1AABFE3E-BF8E-28AC-9B7E-F191F60DD544}"/>
          </ac:picMkLst>
        </pc:picChg>
        <pc:cxnChg chg="add mod">
          <ac:chgData name="井上 ゆき" userId="9a4db8be-3331-4665-be8a-3d7f16d5f375" providerId="ADAL" clId="{3B98244C-AD1C-4DB8-A1CE-0D7CDA09C107}" dt="2025-12-05T07:13:17.001" v="7726"/>
          <ac:cxnSpMkLst>
            <pc:docMk/>
            <pc:sldMk cId="3253993839" sldId="849"/>
            <ac:cxnSpMk id="9" creationId="{00869148-849D-DFF4-0ADE-FECA605D6DFC}"/>
          </ac:cxnSpMkLst>
        </pc:cxnChg>
      </pc:sldChg>
      <pc:sldChg chg="addSp delSp modSp new mod">
        <pc:chgData name="井上 ゆき" userId="9a4db8be-3331-4665-be8a-3d7f16d5f375" providerId="ADAL" clId="{3B98244C-AD1C-4DB8-A1CE-0D7CDA09C107}" dt="2025-12-05T07:14:45.584" v="7783" actId="1076"/>
        <pc:sldMkLst>
          <pc:docMk/>
          <pc:sldMk cId="3755675346" sldId="850"/>
        </pc:sldMkLst>
        <pc:spChg chg="add mod">
          <ac:chgData name="井上 ゆき" userId="9a4db8be-3331-4665-be8a-3d7f16d5f375" providerId="ADAL" clId="{3B98244C-AD1C-4DB8-A1CE-0D7CDA09C107}" dt="2025-12-05T07:13:58.182" v="7735"/>
          <ac:spMkLst>
            <pc:docMk/>
            <pc:sldMk cId="3755675346" sldId="850"/>
            <ac:spMk id="4" creationId="{274CE641-FC41-124E-3083-CF9484AFD965}"/>
          </ac:spMkLst>
        </pc:spChg>
        <pc:spChg chg="add mod">
          <ac:chgData name="井上 ゆき" userId="9a4db8be-3331-4665-be8a-3d7f16d5f375" providerId="ADAL" clId="{3B98244C-AD1C-4DB8-A1CE-0D7CDA09C107}" dt="2025-12-05T07:14:08.598" v="7773" actId="20577"/>
          <ac:spMkLst>
            <pc:docMk/>
            <pc:sldMk cId="3755675346" sldId="850"/>
            <ac:spMk id="5" creationId="{96DD20A9-D715-5AF7-3130-7A238337ACBF}"/>
          </ac:spMkLst>
        </pc:spChg>
        <pc:picChg chg="add mod">
          <ac:chgData name="井上 ゆき" userId="9a4db8be-3331-4665-be8a-3d7f16d5f375" providerId="ADAL" clId="{3B98244C-AD1C-4DB8-A1CE-0D7CDA09C107}" dt="2025-12-05T07:14:45.584" v="7783" actId="1076"/>
          <ac:picMkLst>
            <pc:docMk/>
            <pc:sldMk cId="3755675346" sldId="850"/>
            <ac:picMk id="7" creationId="{D30E3DD3-7A48-ECA4-2A5C-9964AFC03538}"/>
          </ac:picMkLst>
        </pc:picChg>
      </pc:sldChg>
      <pc:sldChg chg="addSp delSp modSp new mod">
        <pc:chgData name="井上 ゆき" userId="9a4db8be-3331-4665-be8a-3d7f16d5f375" providerId="ADAL" clId="{3B98244C-AD1C-4DB8-A1CE-0D7CDA09C107}" dt="2025-12-05T07:16:22.436" v="7805"/>
        <pc:sldMkLst>
          <pc:docMk/>
          <pc:sldMk cId="1654055994" sldId="851"/>
        </pc:sldMkLst>
        <pc:spChg chg="add mod">
          <ac:chgData name="井上 ゆき" userId="9a4db8be-3331-4665-be8a-3d7f16d5f375" providerId="ADAL" clId="{3B98244C-AD1C-4DB8-A1CE-0D7CDA09C107}" dt="2025-12-05T07:16:16.055" v="7803"/>
          <ac:spMkLst>
            <pc:docMk/>
            <pc:sldMk cId="1654055994" sldId="851"/>
            <ac:spMk id="4" creationId="{523035DA-F25C-345F-84DF-4FE3E944BCF7}"/>
          </ac:spMkLst>
        </pc:spChg>
        <pc:spChg chg="add mod">
          <ac:chgData name="井上 ゆき" userId="9a4db8be-3331-4665-be8a-3d7f16d5f375" providerId="ADAL" clId="{3B98244C-AD1C-4DB8-A1CE-0D7CDA09C107}" dt="2025-12-05T07:16:22.436" v="7805"/>
          <ac:spMkLst>
            <pc:docMk/>
            <pc:sldMk cId="1654055994" sldId="851"/>
            <ac:spMk id="5" creationId="{C112EE0E-1692-28D1-4B01-3418829C48FB}"/>
          </ac:spMkLst>
        </pc:spChg>
      </pc:sldChg>
      <pc:sldChg chg="addSp delSp modSp new mod">
        <pc:chgData name="井上 ゆき" userId="9a4db8be-3331-4665-be8a-3d7f16d5f375" providerId="ADAL" clId="{3B98244C-AD1C-4DB8-A1CE-0D7CDA09C107}" dt="2025-12-05T07:17:55.066" v="7874"/>
        <pc:sldMkLst>
          <pc:docMk/>
          <pc:sldMk cId="3368700596" sldId="852"/>
        </pc:sldMkLst>
        <pc:spChg chg="add mod">
          <ac:chgData name="井上 ゆき" userId="9a4db8be-3331-4665-be8a-3d7f16d5f375" providerId="ADAL" clId="{3B98244C-AD1C-4DB8-A1CE-0D7CDA09C107}" dt="2025-12-05T07:17:55.066" v="7874"/>
          <ac:spMkLst>
            <pc:docMk/>
            <pc:sldMk cId="3368700596" sldId="852"/>
            <ac:spMk id="5" creationId="{A1C3DD00-7CAC-2EA4-A321-CE6A36FB0BDB}"/>
          </ac:spMkLst>
        </pc:spChg>
        <pc:picChg chg="add mod">
          <ac:chgData name="井上 ゆき" userId="9a4db8be-3331-4665-be8a-3d7f16d5f375" providerId="ADAL" clId="{3B98244C-AD1C-4DB8-A1CE-0D7CDA09C107}" dt="2025-12-05T07:17:49.052" v="7872"/>
          <ac:picMkLst>
            <pc:docMk/>
            <pc:sldMk cId="3368700596" sldId="852"/>
            <ac:picMk id="4" creationId="{1B024D20-A95D-C3A0-12A6-D87CA99D2A98}"/>
          </ac:picMkLst>
        </pc:picChg>
      </pc:sldChg>
      <pc:sldChg chg="addSp delSp modSp add mod">
        <pc:chgData name="井上 ゆき" userId="9a4db8be-3331-4665-be8a-3d7f16d5f375" providerId="ADAL" clId="{3B98244C-AD1C-4DB8-A1CE-0D7CDA09C107}" dt="2025-12-05T07:13:43.740" v="7733"/>
        <pc:sldMkLst>
          <pc:docMk/>
          <pc:sldMk cId="2687985373" sldId="853"/>
        </pc:sldMkLst>
        <pc:spChg chg="add mod">
          <ac:chgData name="井上 ゆき" userId="9a4db8be-3331-4665-be8a-3d7f16d5f375" providerId="ADAL" clId="{3B98244C-AD1C-4DB8-A1CE-0D7CDA09C107}" dt="2025-12-05T07:13:43.740" v="7733"/>
          <ac:spMkLst>
            <pc:docMk/>
            <pc:sldMk cId="2687985373" sldId="853"/>
            <ac:spMk id="2" creationId="{71D0FC0F-7B3A-CB07-E41A-6A632AB285FC}"/>
          </ac:spMkLst>
        </pc:spChg>
        <pc:spChg chg="add mod">
          <ac:chgData name="井上 ゆき" userId="9a4db8be-3331-4665-be8a-3d7f16d5f375" providerId="ADAL" clId="{3B98244C-AD1C-4DB8-A1CE-0D7CDA09C107}" dt="2025-12-05T07:13:43.740" v="7733"/>
          <ac:spMkLst>
            <pc:docMk/>
            <pc:sldMk cId="2687985373" sldId="853"/>
            <ac:spMk id="13" creationId="{0E0462B0-DB08-A698-568A-CE5976E8F5ED}"/>
          </ac:spMkLst>
        </pc:spChg>
      </pc:sldChg>
      <pc:sldChg chg="addSp delSp modSp add mod">
        <pc:chgData name="井上 ゆき" userId="9a4db8be-3331-4665-be8a-3d7f16d5f375" providerId="ADAL" clId="{3B98244C-AD1C-4DB8-A1CE-0D7CDA09C107}" dt="2025-12-05T08:03:54.921" v="8096" actId="20577"/>
        <pc:sldMkLst>
          <pc:docMk/>
          <pc:sldMk cId="1194546988" sldId="854"/>
        </pc:sldMkLst>
        <pc:spChg chg="mod">
          <ac:chgData name="井上 ゆき" userId="9a4db8be-3331-4665-be8a-3d7f16d5f375" providerId="ADAL" clId="{3B98244C-AD1C-4DB8-A1CE-0D7CDA09C107}" dt="2025-12-05T08:03:54.921" v="8096" actId="20577"/>
          <ac:spMkLst>
            <pc:docMk/>
            <pc:sldMk cId="1194546988" sldId="854"/>
            <ac:spMk id="5" creationId="{5BC3DBD8-9061-2714-7792-C7429F719736}"/>
          </ac:spMkLst>
        </pc:spChg>
        <pc:picChg chg="add mod">
          <ac:chgData name="井上 ゆき" userId="9a4db8be-3331-4665-be8a-3d7f16d5f375" providerId="ADAL" clId="{3B98244C-AD1C-4DB8-A1CE-0D7CDA09C107}" dt="2025-12-05T07:16:56.883" v="7838" actId="1076"/>
          <ac:picMkLst>
            <pc:docMk/>
            <pc:sldMk cId="1194546988" sldId="854"/>
            <ac:picMk id="2" creationId="{58AD36F4-D9BC-A1CA-1F50-3BD855D68AE0}"/>
          </ac:picMkLst>
        </pc:picChg>
      </pc:sldChg>
      <pc:sldChg chg="addSp delSp modSp new mod">
        <pc:chgData name="井上 ゆき" userId="9a4db8be-3331-4665-be8a-3d7f16d5f375" providerId="ADAL" clId="{3B98244C-AD1C-4DB8-A1CE-0D7CDA09C107}" dt="2025-12-05T07:17:11.824" v="7842"/>
        <pc:sldMkLst>
          <pc:docMk/>
          <pc:sldMk cId="2370484740" sldId="855"/>
        </pc:sldMkLst>
        <pc:spChg chg="add mod">
          <ac:chgData name="井上 ゆき" userId="9a4db8be-3331-4665-be8a-3d7f16d5f375" providerId="ADAL" clId="{3B98244C-AD1C-4DB8-A1CE-0D7CDA09C107}" dt="2025-12-05T07:17:06.107" v="7840"/>
          <ac:spMkLst>
            <pc:docMk/>
            <pc:sldMk cId="2370484740" sldId="855"/>
            <ac:spMk id="4" creationId="{DBA713A9-CF07-42B1-C11C-91FD3F3A6D81}"/>
          </ac:spMkLst>
        </pc:spChg>
        <pc:spChg chg="add mod">
          <ac:chgData name="井上 ゆき" userId="9a4db8be-3331-4665-be8a-3d7f16d5f375" providerId="ADAL" clId="{3B98244C-AD1C-4DB8-A1CE-0D7CDA09C107}" dt="2025-12-05T07:17:06.107" v="7840"/>
          <ac:spMkLst>
            <pc:docMk/>
            <pc:sldMk cId="2370484740" sldId="855"/>
            <ac:spMk id="5" creationId="{7E5A74F7-EBCB-FC6A-13E2-164137A2B03B}"/>
          </ac:spMkLst>
        </pc:spChg>
        <pc:spChg chg="add mod">
          <ac:chgData name="井上 ゆき" userId="9a4db8be-3331-4665-be8a-3d7f16d5f375" providerId="ADAL" clId="{3B98244C-AD1C-4DB8-A1CE-0D7CDA09C107}" dt="2025-12-05T07:17:11.824" v="7842"/>
          <ac:spMkLst>
            <pc:docMk/>
            <pc:sldMk cId="2370484740" sldId="855"/>
            <ac:spMk id="6" creationId="{B83A9E92-1E34-B7A8-8381-010126CD701F}"/>
          </ac:spMkLst>
        </pc:spChg>
      </pc:sldChg>
      <pc:sldChg chg="addSp delSp modSp add mod">
        <pc:chgData name="井上 ゆき" userId="9a4db8be-3331-4665-be8a-3d7f16d5f375" providerId="ADAL" clId="{3B98244C-AD1C-4DB8-A1CE-0D7CDA09C107}" dt="2025-12-05T07:17:41.647" v="7871" actId="1076"/>
        <pc:sldMkLst>
          <pc:docMk/>
          <pc:sldMk cId="2876440549" sldId="856"/>
        </pc:sldMkLst>
        <pc:spChg chg="mod">
          <ac:chgData name="井上 ゆき" userId="9a4db8be-3331-4665-be8a-3d7f16d5f375" providerId="ADAL" clId="{3B98244C-AD1C-4DB8-A1CE-0D7CDA09C107}" dt="2025-12-05T07:17:24.968" v="7865" actId="20577"/>
          <ac:spMkLst>
            <pc:docMk/>
            <pc:sldMk cId="2876440549" sldId="856"/>
            <ac:spMk id="5" creationId="{FBBFB760-F8DD-1671-BB8B-18E5504D6FDD}"/>
          </ac:spMkLst>
        </pc:spChg>
        <pc:spChg chg="add mod">
          <ac:chgData name="井上 ゆき" userId="9a4db8be-3331-4665-be8a-3d7f16d5f375" providerId="ADAL" clId="{3B98244C-AD1C-4DB8-A1CE-0D7CDA09C107}" dt="2025-12-05T07:17:41.647" v="7871" actId="1076"/>
          <ac:spMkLst>
            <pc:docMk/>
            <pc:sldMk cId="2876440549" sldId="856"/>
            <ac:spMk id="7" creationId="{4AB14474-1782-1726-25E2-034828290F4C}"/>
          </ac:spMkLst>
        </pc:spChg>
        <pc:picChg chg="add mod">
          <ac:chgData name="井上 ゆき" userId="9a4db8be-3331-4665-be8a-3d7f16d5f375" providerId="ADAL" clId="{3B98244C-AD1C-4DB8-A1CE-0D7CDA09C107}" dt="2025-12-05T07:17:39.054" v="7870" actId="1076"/>
          <ac:picMkLst>
            <pc:docMk/>
            <pc:sldMk cId="2876440549" sldId="856"/>
            <ac:picMk id="6" creationId="{800206F9-2B23-8DB8-F430-96D5F15445E2}"/>
          </ac:picMkLst>
        </pc:picChg>
      </pc:sldChg>
      <pc:sldChg chg="addSp delSp modSp add mod">
        <pc:chgData name="井上 ゆき" userId="9a4db8be-3331-4665-be8a-3d7f16d5f375" providerId="ADAL" clId="{3B98244C-AD1C-4DB8-A1CE-0D7CDA09C107}" dt="2025-12-05T07:18:05.895" v="7877"/>
        <pc:sldMkLst>
          <pc:docMk/>
          <pc:sldMk cId="3350780388" sldId="857"/>
        </pc:sldMkLst>
        <pc:spChg chg="add mod">
          <ac:chgData name="井上 ゆき" userId="9a4db8be-3331-4665-be8a-3d7f16d5f375" providerId="ADAL" clId="{3B98244C-AD1C-4DB8-A1CE-0D7CDA09C107}" dt="2025-12-05T07:18:05.895" v="7877"/>
          <ac:spMkLst>
            <pc:docMk/>
            <pc:sldMk cId="3350780388" sldId="857"/>
            <ac:spMk id="2" creationId="{6E8D4242-F48E-9B3E-772C-10E25D3D90F5}"/>
          </ac:spMkLst>
        </pc:spChg>
        <pc:spChg chg="add mod">
          <ac:chgData name="井上 ゆき" userId="9a4db8be-3331-4665-be8a-3d7f16d5f375" providerId="ADAL" clId="{3B98244C-AD1C-4DB8-A1CE-0D7CDA09C107}" dt="2025-12-05T07:18:05.895" v="7877"/>
          <ac:spMkLst>
            <pc:docMk/>
            <pc:sldMk cId="3350780388" sldId="857"/>
            <ac:spMk id="6" creationId="{C5AD2BB8-16BC-4506-F9D5-5699A54327E4}"/>
          </ac:spMkLst>
        </pc:spChg>
      </pc:sldChg>
      <pc:sldChg chg="addSp delSp modSp new mod">
        <pc:chgData name="井上 ゆき" userId="9a4db8be-3331-4665-be8a-3d7f16d5f375" providerId="ADAL" clId="{3B98244C-AD1C-4DB8-A1CE-0D7CDA09C107}" dt="2025-12-05T07:18:36.392" v="7881"/>
        <pc:sldMkLst>
          <pc:docMk/>
          <pc:sldMk cId="612615437" sldId="858"/>
        </pc:sldMkLst>
        <pc:spChg chg="add mod">
          <ac:chgData name="井上 ゆき" userId="9a4db8be-3331-4665-be8a-3d7f16d5f375" providerId="ADAL" clId="{3B98244C-AD1C-4DB8-A1CE-0D7CDA09C107}" dt="2025-12-05T07:18:29.577" v="7879"/>
          <ac:spMkLst>
            <pc:docMk/>
            <pc:sldMk cId="612615437" sldId="858"/>
            <ac:spMk id="4" creationId="{0B15B4C9-36F2-D428-9FE9-35C1AAF4B1C0}"/>
          </ac:spMkLst>
        </pc:spChg>
        <pc:spChg chg="add mod">
          <ac:chgData name="井上 ゆき" userId="9a4db8be-3331-4665-be8a-3d7f16d5f375" providerId="ADAL" clId="{3B98244C-AD1C-4DB8-A1CE-0D7CDA09C107}" dt="2025-12-05T07:18:29.577" v="7879"/>
          <ac:spMkLst>
            <pc:docMk/>
            <pc:sldMk cId="612615437" sldId="858"/>
            <ac:spMk id="5" creationId="{67F1CE1F-F1E8-2210-E927-45E3DEB34B9C}"/>
          </ac:spMkLst>
        </pc:spChg>
        <pc:spChg chg="add mod">
          <ac:chgData name="井上 ゆき" userId="9a4db8be-3331-4665-be8a-3d7f16d5f375" providerId="ADAL" clId="{3B98244C-AD1C-4DB8-A1CE-0D7CDA09C107}" dt="2025-12-05T07:18:36.392" v="7881"/>
          <ac:spMkLst>
            <pc:docMk/>
            <pc:sldMk cId="612615437" sldId="858"/>
            <ac:spMk id="6" creationId="{0652FD42-0B80-F1A8-F123-C8C35B2A6973}"/>
          </ac:spMkLst>
        </pc:spChg>
      </pc:sldChg>
      <pc:sldChg chg="addSp delSp modSp add mod">
        <pc:chgData name="井上 ゆき" userId="9a4db8be-3331-4665-be8a-3d7f16d5f375" providerId="ADAL" clId="{3B98244C-AD1C-4DB8-A1CE-0D7CDA09C107}" dt="2025-12-05T07:18:47.350" v="7884"/>
        <pc:sldMkLst>
          <pc:docMk/>
          <pc:sldMk cId="1557393333" sldId="859"/>
        </pc:sldMkLst>
        <pc:spChg chg="add mod">
          <ac:chgData name="井上 ゆき" userId="9a4db8be-3331-4665-be8a-3d7f16d5f375" providerId="ADAL" clId="{3B98244C-AD1C-4DB8-A1CE-0D7CDA09C107}" dt="2025-12-05T07:18:47.350" v="7884"/>
          <ac:spMkLst>
            <pc:docMk/>
            <pc:sldMk cId="1557393333" sldId="859"/>
            <ac:spMk id="2" creationId="{2217F271-DF03-67C3-592E-F209E1588FC7}"/>
          </ac:spMkLst>
        </pc:spChg>
      </pc:sldChg>
    </pc:docChg>
  </pc:docChgLst>
  <pc:docChgLst>
    <pc:chgData name="元廣 沙織" userId="c17baaea-7faa-44c2-be1f-b4a8a77c0ed1" providerId="ADAL" clId="{7AA07729-AD28-4152-BC66-2A01925024C6}"/>
    <pc:docChg chg="modSld">
      <pc:chgData name="元廣 沙織" userId="c17baaea-7faa-44c2-be1f-b4a8a77c0ed1" providerId="ADAL" clId="{7AA07729-AD28-4152-BC66-2A01925024C6}" dt="2025-12-05T07:55:47.948" v="2" actId="20577"/>
      <pc:docMkLst>
        <pc:docMk/>
      </pc:docMkLst>
      <pc:sldChg chg="modSp mod">
        <pc:chgData name="元廣 沙織" userId="c17baaea-7faa-44c2-be1f-b4a8a77c0ed1" providerId="ADAL" clId="{7AA07729-AD28-4152-BC66-2A01925024C6}" dt="2025-12-05T07:55:47.948" v="2" actId="20577"/>
        <pc:sldMkLst>
          <pc:docMk/>
          <pc:sldMk cId="2876440549" sldId="856"/>
        </pc:sldMkLst>
        <pc:spChg chg="mod">
          <ac:chgData name="元廣 沙織" userId="c17baaea-7faa-44c2-be1f-b4a8a77c0ed1" providerId="ADAL" clId="{7AA07729-AD28-4152-BC66-2A01925024C6}" dt="2025-12-05T07:55:47.948" v="2" actId="20577"/>
          <ac:spMkLst>
            <pc:docMk/>
            <pc:sldMk cId="2876440549" sldId="856"/>
            <ac:spMk id="5" creationId="{FBBFB760-F8DD-1671-BB8B-18E5504D6FD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6CA9A1-49A5-4813-BE73-64411D697E83}" type="datetimeFigureOut">
              <a:rPr kumimoji="1" lang="ja-JP" altLang="en-US" smtClean="0"/>
              <a:t>2025/12/9</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218005-AB2E-4230-9CBF-EC876F8C3946}" type="datetimeFigureOut">
              <a:rPr kumimoji="1" lang="ja-JP" altLang="en-US" smtClean="0"/>
              <a:t>2025/12/9</a:t>
            </a:fld>
            <a:endParaRPr kumimoji="1" lang="ja-JP" altLang="en-US"/>
          </a:p>
        </p:txBody>
      </p:sp>
      <p:sp>
        <p:nvSpPr>
          <p:cNvPr id="4" name="スライド イメージ プレースホルダー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AF6E3972-898B-454C-95F2-E930BA80A49A}" type="slidenum">
              <a:rPr kumimoji="1" lang="ja-JP" altLang="en-US" smtClean="0"/>
              <a:t>0</a:t>
            </a:fld>
            <a:endParaRPr kumimoji="1" lang="ja-JP" altLang="en-US"/>
          </a:p>
        </p:txBody>
      </p:sp>
    </p:spTree>
    <p:extLst>
      <p:ext uri="{BB962C8B-B14F-4D97-AF65-F5344CB8AC3E}">
        <p14:creationId xmlns:p14="http://schemas.microsoft.com/office/powerpoint/2010/main" val="403210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2</a:t>
            </a:fld>
            <a:endParaRPr kumimoji="1" lang="ja-JP" altLang="en-US"/>
          </a:p>
        </p:txBody>
      </p:sp>
    </p:spTree>
    <p:extLst>
      <p:ext uri="{BB962C8B-B14F-4D97-AF65-F5344CB8AC3E}">
        <p14:creationId xmlns:p14="http://schemas.microsoft.com/office/powerpoint/2010/main" val="1443599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作業期間を工数として見積条件とする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n-ea"/>
                <a:cs typeface="メイリオ" pitchFamily="50" charset="-128"/>
              </a:rPr>
              <a:t>対応可否は</a:t>
            </a:r>
            <a:r>
              <a:rPr lang="en-US" altLang="ja-JP" sz="1200" dirty="0">
                <a:latin typeface="+mn-ea"/>
                <a:cs typeface="メイリオ" pitchFamily="50" charset="-128"/>
              </a:rPr>
              <a:t>EXE</a:t>
            </a:r>
            <a:r>
              <a:rPr lang="ja-JP" altLang="en-US" sz="1200" dirty="0">
                <a:latin typeface="+mn-ea"/>
                <a:cs typeface="メイリオ" pitchFamily="50" charset="-128"/>
              </a:rPr>
              <a:t>様と協議して対応いたします。→</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様と対応可否について協議致します。に変更</a:t>
            </a:r>
            <a:endParaRPr lang="en-US" altLang="ja-JP" sz="1200" dirty="0">
              <a:latin typeface="+mn-ea"/>
              <a:cs typeface="メイリオ" pitchFamily="50" charset="-128"/>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3</a:t>
            </a:fld>
            <a:endParaRPr kumimoji="1" lang="ja-JP" altLang="en-US"/>
          </a:p>
        </p:txBody>
      </p:sp>
    </p:spTree>
    <p:extLst>
      <p:ext uri="{BB962C8B-B14F-4D97-AF65-F5344CB8AC3E}">
        <p14:creationId xmlns:p14="http://schemas.microsoft.com/office/powerpoint/2010/main" val="3598924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lnSpc>
                <a:spcPct val="140000"/>
              </a:lnSpc>
              <a:spcBef>
                <a:spcPct val="0"/>
              </a:spcBef>
              <a:spcAft>
                <a:spcPts val="600"/>
              </a:spcAft>
            </a:pPr>
            <a:r>
              <a:rPr kumimoji="1" lang="ja-JP" altLang="en-US" sz="1200" dirty="0">
                <a:solidFill>
                  <a:srgbClr val="4D4D4D"/>
                </a:solidFill>
                <a:latin typeface="メイリオ" pitchFamily="50" charset="-128"/>
                <a:ea typeface="メイリオ" pitchFamily="50" charset="-128"/>
                <a:cs typeface="メイリオ" pitchFamily="50" charset="-128"/>
              </a:rPr>
              <a:t>設計書の反映分入れる</a:t>
            </a:r>
            <a:endParaRPr kumimoji="1" lang="en-US" altLang="ja-JP" sz="1200" dirty="0">
              <a:solidFill>
                <a:srgbClr val="4D4D4D"/>
              </a:solidFill>
              <a:latin typeface="メイリオ" pitchFamily="50" charset="-128"/>
              <a:ea typeface="メイリオ" pitchFamily="50" charset="-128"/>
              <a:cs typeface="メイリオ" pitchFamily="50" charset="-128"/>
            </a:endParaRPr>
          </a:p>
          <a:p>
            <a:pPr algn="just">
              <a:lnSpc>
                <a:spcPct val="140000"/>
              </a:lnSpc>
              <a:spcBef>
                <a:spcPct val="0"/>
              </a:spcBef>
              <a:spcAft>
                <a:spcPts val="600"/>
              </a:spcAft>
            </a:pPr>
            <a:r>
              <a:rPr kumimoji="1" lang="ja-JP" altLang="en-US" sz="1200" dirty="0">
                <a:solidFill>
                  <a:srgbClr val="4D4D4D"/>
                </a:solidFill>
                <a:latin typeface="メイリオ" pitchFamily="50" charset="-128"/>
                <a:ea typeface="メイリオ" pitchFamily="50" charset="-128"/>
                <a:cs typeface="メイリオ" pitchFamily="50" charset="-128"/>
              </a:rPr>
              <a:t>移行のフォーマットに合わせる</a:t>
            </a:r>
          </a:p>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6</a:t>
            </a:fld>
            <a:endParaRPr kumimoji="1" lang="ja-JP" altLang="en-US"/>
          </a:p>
        </p:txBody>
      </p:sp>
    </p:spTree>
    <p:extLst>
      <p:ext uri="{BB962C8B-B14F-4D97-AF65-F5344CB8AC3E}">
        <p14:creationId xmlns:p14="http://schemas.microsoft.com/office/powerpoint/2010/main" val="689669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7</a:t>
            </a:fld>
            <a:endParaRPr kumimoji="1" lang="ja-JP" altLang="en-US"/>
          </a:p>
        </p:txBody>
      </p:sp>
    </p:spTree>
    <p:extLst>
      <p:ext uri="{BB962C8B-B14F-4D97-AF65-F5344CB8AC3E}">
        <p14:creationId xmlns:p14="http://schemas.microsoft.com/office/powerpoint/2010/main" val="3449906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3096601"/>
            <a:ext cx="8280400" cy="664797"/>
          </a:xfrm>
        </p:spPr>
        <p:txBody>
          <a:bodyPr wrap="square">
            <a:spAutoFit/>
          </a:bodyPr>
          <a:lstStyle>
            <a:lvl1pPr algn="ctr">
              <a:lnSpc>
                <a:spcPct val="120000"/>
              </a:lnSpc>
              <a:defRPr sz="3600" b="1"/>
            </a:lvl1pPr>
          </a:lstStyle>
          <a:p>
            <a:endParaRPr kumimoji="1" lang="ja-JP" altLang="en-US"/>
          </a:p>
        </p:txBody>
      </p:sp>
      <p:sp>
        <p:nvSpPr>
          <p:cNvPr id="8" name="フッター プレースホルダー 3"/>
          <p:cNvSpPr>
            <a:spLocks noGrp="1"/>
          </p:cNvSpPr>
          <p:nvPr>
            <p:ph type="ftr" sz="quarter" idx="3"/>
          </p:nvPr>
        </p:nvSpPr>
        <p:spPr>
          <a:xfrm>
            <a:off x="92460" y="6575112"/>
            <a:ext cx="632346" cy="202260"/>
          </a:xfrm>
          <a:prstGeom prst="rect">
            <a:avLst/>
          </a:prstGeom>
          <a:solidFill>
            <a:schemeClr val="bg1"/>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263435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spTree>
      <p:nvGrpSpPr>
        <p:cNvPr id="1" name=""/>
        <p:cNvGrpSpPr/>
        <p:nvPr/>
      </p:nvGrpSpPr>
      <p:grpSpPr>
        <a:xfrm>
          <a:off x="0" y="0"/>
          <a:ext cx="0" cy="0"/>
          <a:chOff x="0" y="0"/>
          <a:chExt cx="0" cy="0"/>
        </a:xfrm>
      </p:grpSpPr>
      <p:sp>
        <p:nvSpPr>
          <p:cNvPr id="6" name="Rectangle 6"/>
          <p:cNvSpPr>
            <a:spLocks noChangeArrowheads="1"/>
          </p:cNvSpPr>
          <p:nvPr userDrawn="1"/>
        </p:nvSpPr>
        <p:spPr bwMode="gray">
          <a:xfrm>
            <a:off x="0" y="0"/>
            <a:ext cx="18923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gray">
          <a:xfrm>
            <a:off x="2361600" y="1051200"/>
            <a:ext cx="6731600" cy="396044"/>
          </a:xfrm>
        </p:spPr>
        <p:txBody>
          <a:bodyPr/>
          <a:lstStyle>
            <a:lvl1pPr>
              <a:defRPr>
                <a:solidFill>
                  <a:schemeClr val="tx2"/>
                </a:solidFill>
              </a:defRPr>
            </a:lvl1pPr>
          </a:lstStyle>
          <a:p>
            <a:r>
              <a:rPr kumimoji="1" lang="ja-JP" altLang="en-US"/>
              <a:t>マスター タイトルの書式設定</a:t>
            </a: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09392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中扉">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bg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a:xfrm>
            <a:off x="632520" y="2988884"/>
            <a:ext cx="8640960" cy="844229"/>
          </a:xfrm>
          <a:ln w="6350">
            <a:solidFill>
              <a:schemeClr val="tx2"/>
            </a:solidFill>
          </a:ln>
        </p:spPr>
        <p:txBody>
          <a:bodyPr wrap="square" lIns="180000" tIns="180000" rIns="180000" bIns="144000">
            <a:spAutoFit/>
          </a:bodyPr>
          <a:lstStyle>
            <a:lvl1pPr algn="ctr">
              <a:lnSpc>
                <a:spcPct val="120000"/>
              </a:lnSpc>
              <a:defRPr sz="2800">
                <a:solidFill>
                  <a:schemeClr val="tx2"/>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solidFill>
        </p:spPr>
        <p:txBody>
          <a:bodyPr lIns="0" tIns="36000" rIns="0" bIns="18000" anchor="ctr" anchorCtr="0"/>
          <a:lstStyle>
            <a:lvl1pPr algn="ctr">
              <a:lnSpc>
                <a:spcPct val="120000"/>
              </a:lnSpc>
              <a:defRPr sz="800">
                <a:solidFill>
                  <a:schemeClr val="tx2"/>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2"/>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26988676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a:lvl1pPr>
          </a:lstStyle>
          <a:p>
            <a:r>
              <a:rPr kumimoji="1" lang="ja-JP" altLang="en-US"/>
              <a:t>マスター タイトルの書式設定</a:t>
            </a:r>
          </a:p>
        </p:txBody>
      </p:sp>
      <p:sp>
        <p:nvSpPr>
          <p:cNvPr id="7" name="Rectangle 10"/>
          <p:cNvSpPr>
            <a:spLocks noChangeArrowheads="1"/>
          </p:cNvSpPr>
          <p:nvPr userDrawn="1"/>
        </p:nvSpPr>
        <p:spPr bwMode="auto">
          <a:xfrm>
            <a:off x="0" y="639763"/>
            <a:ext cx="9906000" cy="36512"/>
          </a:xfrm>
          <a:prstGeom prst="rect">
            <a:avLst/>
          </a:prstGeom>
          <a:solidFill>
            <a:schemeClr val="bg1">
              <a:lumMod val="85000"/>
            </a:schemeClr>
          </a:solidFill>
          <a:ln>
            <a:noFill/>
          </a:ln>
          <a:effectLst/>
        </p:spPr>
        <p:txBody>
          <a:bodyPr wrap="none" lIns="0" tIns="0" rIns="0" bIns="0" anchor="ctr">
            <a:noAutofit/>
          </a:bodyPr>
          <a:lstStyle/>
          <a:p>
            <a:endParaRPr lang="ja-JP" altLang="en-US"/>
          </a:p>
        </p:txBody>
      </p:sp>
      <p:sp>
        <p:nvSpPr>
          <p:cNvPr id="8"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9"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156010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補足#1">
    <p:spTree>
      <p:nvGrpSpPr>
        <p:cNvPr id="1" name=""/>
        <p:cNvGrpSpPr/>
        <p:nvPr/>
      </p:nvGrpSpPr>
      <p:grpSpPr>
        <a:xfrm>
          <a:off x="0" y="0"/>
          <a:ext cx="0" cy="0"/>
          <a:chOff x="0" y="0"/>
          <a:chExt cx="0" cy="0"/>
        </a:xfrm>
      </p:grpSpPr>
      <p:sp>
        <p:nvSpPr>
          <p:cNvPr id="8" name="角丸四角形 7"/>
          <p:cNvSpPr/>
          <p:nvPr userDrawn="1"/>
        </p:nvSpPr>
        <p:spPr bwMode="auto">
          <a:xfrm>
            <a:off x="0" y="1"/>
            <a:ext cx="9906000" cy="656692"/>
          </a:xfrm>
          <a:prstGeom prst="roundRect">
            <a:avLst>
              <a:gd name="adj" fmla="val 0"/>
            </a:avLst>
          </a:prstGeom>
          <a:solidFill>
            <a:schemeClr val="tx1">
              <a:alpha val="80000"/>
            </a:schemeClr>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chemeClr val="bg1"/>
              </a:solidFill>
              <a:latin typeface="メイリオ" pitchFamily="50" charset="-128"/>
              <a:ea typeface="メイリオ" pitchFamily="50" charset="-128"/>
              <a:cs typeface="メイリオ" pitchFamily="50" charset="-128"/>
            </a:endParaRP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2" name="タイトル 11"/>
          <p:cNvSpPr>
            <a:spLocks noGrp="1"/>
          </p:cNvSpPr>
          <p:nvPr>
            <p:ph type="title"/>
          </p:nvPr>
        </p:nvSpPr>
        <p:spPr bwMode="white"/>
        <p:txBody>
          <a:bodyPr/>
          <a:lstStyle>
            <a:lvl1pPr>
              <a:lnSpc>
                <a:spcPct val="110000"/>
              </a:lnSpc>
              <a:defRPr sz="2400">
                <a:solidFill>
                  <a:schemeClr val="bg1"/>
                </a:solidFill>
              </a:defRPr>
            </a:lvl1pPr>
          </a:lstStyle>
          <a:p>
            <a:r>
              <a:rPr kumimoji="1" lang="ja-JP" altLang="en-US"/>
              <a:t>マスター タイトルの書式設定</a:t>
            </a:r>
          </a:p>
        </p:txBody>
      </p:sp>
      <p:sp>
        <p:nvSpPr>
          <p:cNvPr id="6"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36182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補足#2">
    <p:spTree>
      <p:nvGrpSpPr>
        <p:cNvPr id="1" name=""/>
        <p:cNvGrpSpPr/>
        <p:nvPr/>
      </p:nvGrpSpPr>
      <p:grpSpPr>
        <a:xfrm>
          <a:off x="0" y="0"/>
          <a:ext cx="0" cy="0"/>
          <a:chOff x="0" y="0"/>
          <a:chExt cx="0" cy="0"/>
        </a:xfrm>
      </p:grpSpPr>
      <p:sp>
        <p:nvSpPr>
          <p:cNvPr id="2" name="タイトル 1"/>
          <p:cNvSpPr>
            <a:spLocks noGrp="1"/>
          </p:cNvSpPr>
          <p:nvPr>
            <p:ph type="title"/>
          </p:nvPr>
        </p:nvSpPr>
        <p:spPr>
          <a:xfrm>
            <a:off x="308484" y="404664"/>
            <a:ext cx="9253028" cy="396044"/>
          </a:xfrm>
        </p:spPr>
        <p:txBody>
          <a:bodyPr/>
          <a:lstStyle>
            <a:lvl1pPr algn="ctr">
              <a:defRPr b="0">
                <a:solidFill>
                  <a:schemeClr val="tx2"/>
                </a:solidFill>
              </a:defRPr>
            </a:lvl1pPr>
          </a:lstStyle>
          <a:p>
            <a:r>
              <a:rPr kumimoji="1" lang="ja-JP" altLang="en-US"/>
              <a:t>マスター タイトルの書式設定</a:t>
            </a:r>
          </a:p>
        </p:txBody>
      </p:sp>
      <p:sp>
        <p:nvSpPr>
          <p:cNvPr id="13" name="フッター プレースホルダー 3"/>
          <p:cNvSpPr>
            <a:spLocks noGrp="1"/>
          </p:cNvSpPr>
          <p:nvPr>
            <p:ph type="ftr" sz="quarter" idx="3"/>
          </p:nvPr>
        </p:nvSpPr>
        <p:spPr>
          <a:xfrm>
            <a:off x="272480" y="6381328"/>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329264" y="641224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1" name="角丸四角形 6"/>
          <p:cNvSpPr/>
          <p:nvPr userDrawn="1"/>
        </p:nvSpPr>
        <p:spPr bwMode="auto">
          <a:xfrm>
            <a:off x="0" y="0"/>
            <a:ext cx="9912016" cy="6858000"/>
          </a:xfrm>
          <a:custGeom>
            <a:avLst/>
            <a:gdLst/>
            <a:ahLst/>
            <a:cxnLst/>
            <a:rect l="l" t="t" r="r" b="b"/>
            <a:pathLst>
              <a:path w="9903600" h="6858000">
                <a:moveTo>
                  <a:pt x="183240" y="144000"/>
                </a:moveTo>
                <a:cubicBezTo>
                  <a:pt x="162231" y="144000"/>
                  <a:pt x="145200" y="161031"/>
                  <a:pt x="145200" y="182040"/>
                </a:cubicBezTo>
                <a:lnTo>
                  <a:pt x="145200" y="6675960"/>
                </a:lnTo>
                <a:cubicBezTo>
                  <a:pt x="145200" y="6696969"/>
                  <a:pt x="162231" y="6714000"/>
                  <a:pt x="183240" y="6714000"/>
                </a:cubicBezTo>
                <a:lnTo>
                  <a:pt x="9722760" y="6714000"/>
                </a:lnTo>
                <a:cubicBezTo>
                  <a:pt x="9743769" y="6714000"/>
                  <a:pt x="9760800" y="6696969"/>
                  <a:pt x="9760800" y="6675960"/>
                </a:cubicBezTo>
                <a:lnTo>
                  <a:pt x="9760800" y="182040"/>
                </a:lnTo>
                <a:cubicBezTo>
                  <a:pt x="9760800" y="161031"/>
                  <a:pt x="9743769" y="144000"/>
                  <a:pt x="9722760" y="144000"/>
                </a:cubicBezTo>
                <a:close/>
                <a:moveTo>
                  <a:pt x="0" y="0"/>
                </a:moveTo>
                <a:lnTo>
                  <a:pt x="9903600" y="0"/>
                </a:lnTo>
                <a:lnTo>
                  <a:pt x="9903600" y="6858000"/>
                </a:lnTo>
                <a:lnTo>
                  <a:pt x="0" y="6858000"/>
                </a:lnTo>
                <a:close/>
              </a:path>
            </a:pathLst>
          </a:custGeom>
          <a:solidFill>
            <a:schemeClr val="tx2"/>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13026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ブランク（ベースカラー）">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メイリオ" pitchFamily="50" charset="-128"/>
                <a:ea typeface="メイリオ" pitchFamily="50" charset="-128"/>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36634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ブランク（メインカラー）">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06267437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ブランク（ブラック）">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rgbClr val="000000"/>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400698693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ガイド位置">
    <p:spTree>
      <p:nvGrpSpPr>
        <p:cNvPr id="1" name=""/>
        <p:cNvGrpSpPr/>
        <p:nvPr/>
      </p:nvGrpSpPr>
      <p:grpSpPr>
        <a:xfrm>
          <a:off x="0" y="0"/>
          <a:ext cx="0" cy="0"/>
          <a:chOff x="0" y="0"/>
          <a:chExt cx="0" cy="0"/>
        </a:xfrm>
      </p:grpSpPr>
      <p:cxnSp>
        <p:nvCxnSpPr>
          <p:cNvPr id="27" name="直線コネクタ 26"/>
          <p:cNvCxnSpPr/>
          <p:nvPr userDrawn="1"/>
        </p:nvCxnSpPr>
        <p:spPr>
          <a:xfrm flipV="1">
            <a:off x="8128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userDrawn="1"/>
        </p:nvCxnSpPr>
        <p:spPr>
          <a:xfrm flipV="1">
            <a:off x="49530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userDrawn="1"/>
        </p:nvCxnSpPr>
        <p:spPr>
          <a:xfrm flipV="1">
            <a:off x="3405188" y="-1"/>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flipV="1">
            <a:off x="6491288"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userDrawn="1"/>
        </p:nvCxnSpPr>
        <p:spPr>
          <a:xfrm flipV="1">
            <a:off x="90932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userDrawn="1"/>
        </p:nvCxnSpPr>
        <p:spPr>
          <a:xfrm flipH="1">
            <a:off x="0" y="656691"/>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userDrawn="1"/>
        </p:nvCxnSpPr>
        <p:spPr>
          <a:xfrm flipH="1">
            <a:off x="0" y="1881187"/>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userDrawn="1"/>
        </p:nvCxnSpPr>
        <p:spPr>
          <a:xfrm flipH="1">
            <a:off x="0" y="3428999"/>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userDrawn="1"/>
        </p:nvCxnSpPr>
        <p:spPr>
          <a:xfrm flipH="1">
            <a:off x="-13109" y="4976812"/>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userDrawn="1"/>
        </p:nvCxnSpPr>
        <p:spPr>
          <a:xfrm flipH="1">
            <a:off x="0" y="6201308"/>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7" name="AutoShape 33"/>
          <p:cNvSpPr>
            <a:spLocks noChangeArrowheads="1"/>
          </p:cNvSpPr>
          <p:nvPr userDrawn="1"/>
        </p:nvSpPr>
        <p:spPr bwMode="gray">
          <a:xfrm>
            <a:off x="4988942" y="3248980"/>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メイリオ" pitchFamily="50" charset="-128"/>
              </a:rPr>
              <a:t>0cm</a:t>
            </a:r>
          </a:p>
        </p:txBody>
      </p:sp>
      <p:sp>
        <p:nvSpPr>
          <p:cNvPr id="38" name="AutoShape 33"/>
          <p:cNvSpPr>
            <a:spLocks noChangeArrowheads="1"/>
          </p:cNvSpPr>
          <p:nvPr userDrawn="1"/>
        </p:nvSpPr>
        <p:spPr bwMode="gray">
          <a:xfrm>
            <a:off x="4989004" y="171527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39" name="AutoShape 33"/>
          <p:cNvSpPr>
            <a:spLocks noChangeArrowheads="1"/>
          </p:cNvSpPr>
          <p:nvPr userDrawn="1"/>
        </p:nvSpPr>
        <p:spPr bwMode="gray">
          <a:xfrm>
            <a:off x="236476" y="356393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0" name="AutoShape 33"/>
          <p:cNvSpPr>
            <a:spLocks noChangeArrowheads="1"/>
          </p:cNvSpPr>
          <p:nvPr userDrawn="1"/>
        </p:nvSpPr>
        <p:spPr bwMode="gray">
          <a:xfrm>
            <a:off x="4989004" y="602128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1" name="AutoShape 33"/>
          <p:cNvSpPr>
            <a:spLocks noChangeArrowheads="1"/>
          </p:cNvSpPr>
          <p:nvPr userDrawn="1"/>
        </p:nvSpPr>
        <p:spPr bwMode="gray">
          <a:xfrm>
            <a:off x="4989004" y="468891"/>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2" name="AutoShape 33"/>
          <p:cNvSpPr>
            <a:spLocks noChangeArrowheads="1"/>
          </p:cNvSpPr>
          <p:nvPr userDrawn="1"/>
        </p:nvSpPr>
        <p:spPr bwMode="gray">
          <a:xfrm>
            <a:off x="2828764" y="3573016"/>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3" name="AutoShape 33"/>
          <p:cNvSpPr>
            <a:spLocks noChangeArrowheads="1"/>
          </p:cNvSpPr>
          <p:nvPr userDrawn="1"/>
        </p:nvSpPr>
        <p:spPr bwMode="gray">
          <a:xfrm>
            <a:off x="437693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0cm</a:t>
            </a:r>
          </a:p>
        </p:txBody>
      </p:sp>
      <p:sp>
        <p:nvSpPr>
          <p:cNvPr id="44" name="AutoShape 33"/>
          <p:cNvSpPr>
            <a:spLocks noChangeArrowheads="1"/>
          </p:cNvSpPr>
          <p:nvPr userDrawn="1"/>
        </p:nvSpPr>
        <p:spPr bwMode="gray">
          <a:xfrm>
            <a:off x="5925108"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5" name="AutoShape 33"/>
          <p:cNvSpPr>
            <a:spLocks noChangeArrowheads="1"/>
          </p:cNvSpPr>
          <p:nvPr userDrawn="1"/>
        </p:nvSpPr>
        <p:spPr bwMode="gray">
          <a:xfrm>
            <a:off x="851739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6" name="AutoShape 33"/>
          <p:cNvSpPr>
            <a:spLocks noChangeArrowheads="1"/>
          </p:cNvSpPr>
          <p:nvPr userDrawn="1"/>
        </p:nvSpPr>
        <p:spPr bwMode="gray">
          <a:xfrm>
            <a:off x="4989004" y="482537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8" name="タイトル 1"/>
          <p:cNvSpPr>
            <a:spLocks noGrp="1"/>
          </p:cNvSpPr>
          <p:nvPr>
            <p:ph type="title"/>
          </p:nvPr>
        </p:nvSpPr>
        <p:spPr bwMode="gray">
          <a:xfrm>
            <a:off x="272480" y="152636"/>
            <a:ext cx="9361040" cy="396044"/>
          </a:xfrm>
        </p:spPr>
        <p:txBody>
          <a:bodyPr/>
          <a:lstStyle>
            <a:lvl1pPr>
              <a:defRPr>
                <a:solidFill>
                  <a:schemeClr val="tx1"/>
                </a:solidFill>
              </a:defRPr>
            </a:lvl1pPr>
          </a:lstStyle>
          <a:p>
            <a:r>
              <a:rPr kumimoji="1" lang="ja-JP" altLang="en-US"/>
              <a:t>マスター タイトルの書式設定</a:t>
            </a:r>
          </a:p>
        </p:txBody>
      </p:sp>
      <p:sp>
        <p:nvSpPr>
          <p:cNvPr id="49"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26"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2244655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tif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272480" y="152636"/>
            <a:ext cx="9361040" cy="396044"/>
          </a:xfrm>
          <a:prstGeom prst="rect">
            <a:avLst/>
          </a:prstGeom>
        </p:spPr>
        <p:txBody>
          <a:bodyPr vert="horz" lIns="0" tIns="0" rIns="0" bIns="0" rtlCol="0" anchor="ctr">
            <a:noAutofit/>
          </a:bodyPr>
          <a:lstStyle/>
          <a:p>
            <a:r>
              <a:rPr kumimoji="1" lang="ja-JP" altLang="en-US"/>
              <a:t>マスター タイトルの書式設定</a:t>
            </a:r>
          </a:p>
        </p:txBody>
      </p:sp>
      <p:pic>
        <p:nvPicPr>
          <p:cNvPr id="2050" name="Picture 2" descr="\\ts01\disk8\サイプレス\サイプレスロゴ\TIFFファイル\cypress_mono1.tif"/>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608576" y="6633356"/>
            <a:ext cx="688848" cy="161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298996"/>
      </p:ext>
    </p:extLst>
  </p:cSld>
  <p:clrMap bg1="lt1" tx1="dk1" bg2="lt2" tx2="dk2" accent1="accent1" accent2="accent2" accent3="accent3" accent4="accent4" accent5="accent5" accent6="accent6" hlink="hlink" folHlink="folHlink"/>
  <p:sldLayoutIdLst>
    <p:sldLayoutId id="2147483724" r:id="rId1"/>
    <p:sldLayoutId id="2147483663" r:id="rId2"/>
    <p:sldLayoutId id="2147483712" r:id="rId3"/>
    <p:sldLayoutId id="2147483725" r:id="rId4"/>
    <p:sldLayoutId id="2147483698" r:id="rId5"/>
    <p:sldLayoutId id="2147483714" r:id="rId6"/>
    <p:sldLayoutId id="2147483699" r:id="rId7"/>
    <p:sldLayoutId id="2147483700" r:id="rId8"/>
    <p:sldLayoutId id="2147483726" r:id="rId9"/>
    <p:sldLayoutId id="2147483716" r:id="rId10"/>
  </p:sldLayoutIdLst>
  <p:hf sldNum="0" hdr="0" ftr="0" dt="0"/>
  <p:txStyles>
    <p:titleStyle>
      <a:lvl1pPr algn="l" defTabSz="914400" rtl="0" eaLnBrk="1" latinLnBrk="0" hangingPunct="1">
        <a:spcBef>
          <a:spcPct val="0"/>
        </a:spcBef>
        <a:buNone/>
        <a:defRPr kumimoji="1" sz="2400" kern="1200">
          <a:solidFill>
            <a:schemeClr val="tx1"/>
          </a:solidFill>
          <a:latin typeface="+mj-ea"/>
          <a:ea typeface="+mj-ea"/>
          <a:cs typeface="メイリオ" pitchFamily="50" charset="-128"/>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1204180"/>
            <a:ext cx="8280400" cy="3994940"/>
          </a:xfrm>
        </p:spPr>
        <p:txBody>
          <a:bodyPr anchor="t" anchorCtr="0">
            <a:spAutoFit/>
          </a:bodyPr>
          <a:lstStyle/>
          <a:p>
            <a:pPr>
              <a:lnSpc>
                <a:spcPct val="110000"/>
              </a:lnSpc>
            </a:pPr>
            <a:r>
              <a:rPr lang="ja-JP" altLang="en-US" sz="4000" dirty="0"/>
              <a:t>御見積書</a:t>
            </a:r>
            <a:br>
              <a:rPr lang="en-US" altLang="ja-JP" sz="4000" dirty="0"/>
            </a:br>
            <a:br>
              <a:rPr lang="en-US" altLang="ja-JP" sz="2400" b="0" dirty="0"/>
            </a:br>
            <a:r>
              <a:rPr lang="ja-JP" altLang="ja-JP" dirty="0"/>
              <a:t>海上入出荷計画業務システム</a:t>
            </a:r>
            <a:br>
              <a:rPr lang="en-US" altLang="ja-JP" dirty="0"/>
            </a:br>
            <a:r>
              <a:rPr lang="ja-JP" altLang="ja-JP" dirty="0"/>
              <a:t>（千葉）</a:t>
            </a:r>
            <a:br>
              <a:rPr lang="en-US" altLang="ja-JP" dirty="0"/>
            </a:br>
            <a:r>
              <a:rPr lang="ja-JP" altLang="ja-JP" dirty="0"/>
              <a:t>機能追加対応</a:t>
            </a:r>
            <a:r>
              <a:rPr lang="ja-JP" altLang="en-US" sz="4000" dirty="0"/>
              <a:t>　</a:t>
            </a:r>
            <a:br>
              <a:rPr lang="en-US" altLang="ja-JP" sz="4000" dirty="0"/>
            </a:br>
            <a:r>
              <a:rPr lang="ja-JP" altLang="en-US" sz="4000" dirty="0"/>
              <a:t>見積　</a:t>
            </a:r>
            <a:br>
              <a:rPr lang="en-US" altLang="ja-JP" sz="2000" b="0" dirty="0"/>
            </a:br>
            <a:r>
              <a:rPr lang="en-US" altLang="ja-JP" sz="2000" dirty="0"/>
              <a:t>2025.12.05 Rev.1.0</a:t>
            </a:r>
            <a:endParaRPr kumimoji="1" lang="ja-JP" altLang="en-US" sz="1200" b="0" dirty="0"/>
          </a:p>
        </p:txBody>
      </p:sp>
      <p:sp>
        <p:nvSpPr>
          <p:cNvPr id="8" name="AutoShape 3"/>
          <p:cNvSpPr>
            <a:spLocks noChangeArrowheads="1"/>
          </p:cNvSpPr>
          <p:nvPr/>
        </p:nvSpPr>
        <p:spPr bwMode="auto">
          <a:xfrm>
            <a:off x="812800" y="1016732"/>
            <a:ext cx="8280399" cy="320088"/>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ct val="140000"/>
              </a:lnSpc>
              <a:spcAft>
                <a:spcPts val="1200"/>
              </a:spcAft>
            </a:pPr>
            <a:r>
              <a:rPr lang="ja-JP" altLang="en-US" sz="1600">
                <a:latin typeface="メイリオ" pitchFamily="50" charset="-128"/>
                <a:ea typeface="メイリオ" pitchFamily="50" charset="-128"/>
                <a:cs typeface="メイリオ" pitchFamily="50" charset="-128"/>
              </a:rPr>
              <a:t>　</a:t>
            </a:r>
            <a:endParaRPr lang="en-US" altLang="ja-JP" sz="1600">
              <a:latin typeface="メイリオ" pitchFamily="50" charset="-128"/>
              <a:ea typeface="メイリオ" pitchFamily="50" charset="-128"/>
              <a:cs typeface="メイリオ" pitchFamily="50" charset="-128"/>
            </a:endParaRPr>
          </a:p>
        </p:txBody>
      </p:sp>
      <p:sp>
        <p:nvSpPr>
          <p:cNvPr id="49" name="直角三角形 48"/>
          <p:cNvSpPr/>
          <p:nvPr/>
        </p:nvSpPr>
        <p:spPr bwMode="auto">
          <a:xfrm flipH="1">
            <a:off x="9285287" y="6237288"/>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50" name="直角三角形 49"/>
          <p:cNvSpPr/>
          <p:nvPr/>
        </p:nvSpPr>
        <p:spPr bwMode="auto">
          <a:xfrm flipV="1">
            <a:off x="0" y="0"/>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pic>
        <p:nvPicPr>
          <p:cNvPr id="1029" name="Picture 5" descr="\\ts01\disk8\サイプレス\サイプレスロゴ\TIFFファイル\cypress_mono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256" y="5339172"/>
            <a:ext cx="2755900" cy="646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226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7AE4085-41C5-741D-CB44-8E53C21826C6}"/>
              </a:ext>
            </a:extLst>
          </p:cNvPr>
          <p:cNvSpPr>
            <a:spLocks noGrp="1"/>
          </p:cNvSpPr>
          <p:nvPr>
            <p:ph type="title"/>
          </p:nvPr>
        </p:nvSpPr>
        <p:spPr/>
        <p:txBody>
          <a:bodyPr/>
          <a:lstStyle/>
          <a:p>
            <a:r>
              <a:rPr lang="ja-JP" altLang="en-US" dirty="0"/>
              <a:t>１．見積概要</a:t>
            </a:r>
          </a:p>
        </p:txBody>
      </p:sp>
    </p:spTree>
    <p:extLst>
      <p:ext uri="{BB962C8B-B14F-4D97-AF65-F5344CB8AC3E}">
        <p14:creationId xmlns:p14="http://schemas.microsoft.com/office/powerpoint/2010/main" val="417324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1-1.</a:t>
            </a:r>
            <a:r>
              <a:rPr kumimoji="1" lang="ja-JP" altLang="en-US" dirty="0"/>
              <a:t>本書の内容（見積範囲）</a:t>
            </a:r>
          </a:p>
        </p:txBody>
      </p:sp>
      <p:sp>
        <p:nvSpPr>
          <p:cNvPr id="265" name="AutoShape 3"/>
          <p:cNvSpPr>
            <a:spLocks noChangeArrowheads="1"/>
          </p:cNvSpPr>
          <p:nvPr/>
        </p:nvSpPr>
        <p:spPr bwMode="auto">
          <a:xfrm>
            <a:off x="488504" y="908720"/>
            <a:ext cx="9073008" cy="76944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本書は「海上入出荷計画業務システム（千葉）における機能追加」部分の見積仕様書です。</a:t>
            </a:r>
            <a:endParaRPr lang="en-US" altLang="ja-JP" sz="2400" b="1" dirty="0">
              <a:latin typeface="+mn-ea"/>
              <a:cs typeface="メイリオ" pitchFamily="50" charset="-128"/>
            </a:endParaRPr>
          </a:p>
        </p:txBody>
      </p:sp>
      <p:sp>
        <p:nvSpPr>
          <p:cNvPr id="5" name="AutoShape 3"/>
          <p:cNvSpPr>
            <a:spLocks noChangeArrowheads="1"/>
          </p:cNvSpPr>
          <p:nvPr/>
        </p:nvSpPr>
        <p:spPr bwMode="auto">
          <a:xfrm>
            <a:off x="812800" y="1988840"/>
            <a:ext cx="8460680" cy="1846659"/>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457200" lvl="0" indent="-457200" algn="just">
              <a:spcAft>
                <a:spcPts val="1200"/>
              </a:spcAft>
              <a:buFont typeface="+mj-ea"/>
              <a:buAutoNum type="circleNumDbPlain"/>
            </a:pPr>
            <a:r>
              <a:rPr lang="ja-JP" altLang="en-US" sz="2000" dirty="0">
                <a:latin typeface="+mn-ea"/>
                <a:cs typeface="メイリオ" pitchFamily="50" charset="-128"/>
              </a:rPr>
              <a:t>弊社における設計・プログラム開発（改造）・テストを本書における見積範囲とします。</a:t>
            </a:r>
            <a:endParaRPr lang="en-US" altLang="ja-JP" sz="2000" dirty="0">
              <a:latin typeface="+mn-ea"/>
              <a:cs typeface="メイリオ" pitchFamily="50" charset="-128"/>
            </a:endParaRPr>
          </a:p>
          <a:p>
            <a:pPr marL="457200" lvl="0" indent="-457200" algn="just">
              <a:spcAft>
                <a:spcPts val="1200"/>
              </a:spcAft>
              <a:buFont typeface="+mj-ea"/>
              <a:buAutoNum type="circleNumDbPlain"/>
            </a:pPr>
            <a:r>
              <a:rPr lang="ja-JP" altLang="en-US" sz="2000" dirty="0">
                <a:solidFill>
                  <a:schemeClr val="accent3"/>
                </a:solidFill>
                <a:latin typeface="+mn-ea"/>
                <a:cs typeface="メイリオ" pitchFamily="50" charset="-128"/>
              </a:rPr>
              <a:t>出張経費は本見積対象外です。</a:t>
            </a:r>
            <a:endParaRPr lang="en-US" altLang="ja-JP" sz="2000" dirty="0">
              <a:solidFill>
                <a:schemeClr val="accent3"/>
              </a:solidFill>
              <a:latin typeface="+mn-ea"/>
              <a:cs typeface="メイリオ" pitchFamily="50" charset="-128"/>
            </a:endParaRPr>
          </a:p>
          <a:p>
            <a:pPr marL="457200" lvl="0" indent="-457200" algn="just">
              <a:spcAft>
                <a:spcPts val="1200"/>
              </a:spcAft>
              <a:buFont typeface="+mj-ea"/>
              <a:buAutoNum type="circleNumDbPlain"/>
            </a:pPr>
            <a:r>
              <a:rPr lang="ja-JP" altLang="en-US" sz="2000" dirty="0">
                <a:latin typeface="+mn-ea"/>
                <a:cs typeface="メイリオ" pitchFamily="50" charset="-128"/>
              </a:rPr>
              <a:t>本見積対象外とした項目については、今後具体的な内容が決まり次第お見積りいたします。</a:t>
            </a:r>
            <a:endParaRPr lang="en-US" altLang="ja-JP" sz="2000" dirty="0">
              <a:latin typeface="+mn-ea"/>
              <a:cs typeface="メイリオ" pitchFamily="50" charset="-128"/>
            </a:endParaRPr>
          </a:p>
        </p:txBody>
      </p:sp>
    </p:spTree>
    <p:extLst>
      <p:ext uri="{BB962C8B-B14F-4D97-AF65-F5344CB8AC3E}">
        <p14:creationId xmlns:p14="http://schemas.microsoft.com/office/powerpoint/2010/main" val="1028638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53975-0037-4EAD-89FC-ACF106CFBF75}"/>
              </a:ext>
            </a:extLst>
          </p:cNvPr>
          <p:cNvSpPr>
            <a:spLocks noGrp="1"/>
          </p:cNvSpPr>
          <p:nvPr>
            <p:ph type="title"/>
          </p:nvPr>
        </p:nvSpPr>
        <p:spPr/>
        <p:txBody>
          <a:bodyPr/>
          <a:lstStyle/>
          <a:p>
            <a:r>
              <a:rPr lang="en-US" altLang="ja-JP" dirty="0"/>
              <a:t>1-2.</a:t>
            </a:r>
            <a:r>
              <a:rPr lang="ja-JP" altLang="en-US" dirty="0"/>
              <a:t>見積条件</a:t>
            </a:r>
            <a:endParaRPr kumimoji="1" lang="ja-JP" altLang="en-US" dirty="0"/>
          </a:p>
        </p:txBody>
      </p:sp>
      <p:sp>
        <p:nvSpPr>
          <p:cNvPr id="6" name="AutoShape 3">
            <a:extLst>
              <a:ext uri="{FF2B5EF4-FFF2-40B4-BE49-F238E27FC236}">
                <a16:creationId xmlns:a16="http://schemas.microsoft.com/office/drawing/2014/main" id="{508CF40E-739E-490D-ADE4-2B5FD8A68122}"/>
              </a:ext>
            </a:extLst>
          </p:cNvPr>
          <p:cNvSpPr>
            <a:spLocks noChangeArrowheads="1"/>
          </p:cNvSpPr>
          <p:nvPr/>
        </p:nvSpPr>
        <p:spPr bwMode="auto">
          <a:xfrm>
            <a:off x="895322" y="1016732"/>
            <a:ext cx="8198137" cy="377154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228600" indent="-228600" algn="just">
              <a:lnSpc>
                <a:spcPts val="1400"/>
              </a:lnSpc>
              <a:spcAft>
                <a:spcPts val="600"/>
              </a:spcAft>
              <a:buFont typeface="+mj-ea"/>
              <a:buAutoNum type="arabicPeriod"/>
            </a:pPr>
            <a:r>
              <a:rPr lang="ja-JP" altLang="en-US" sz="1200" dirty="0">
                <a:latin typeface="+mn-ea"/>
                <a:cs typeface="メイリオ" pitchFamily="50" charset="-128"/>
              </a:rPr>
              <a:t>ソース</a:t>
            </a:r>
            <a:endParaRPr lang="en-US" altLang="ja-JP" sz="1200" dirty="0">
              <a:latin typeface="+mn-ea"/>
              <a:cs typeface="メイリオ" pitchFamily="50" charset="-128"/>
            </a:endParaRPr>
          </a:p>
          <a:p>
            <a:pPr marL="628650" lvl="1" indent="-17145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千葉</a:t>
            </a:r>
            <a:r>
              <a:rPr lang="en-US" altLang="ja-JP" sz="1200" dirty="0">
                <a:latin typeface="+mn-ea"/>
                <a:cs typeface="メイリオ" pitchFamily="50" charset="-128"/>
              </a:rPr>
              <a:t>(32bit)</a:t>
            </a:r>
            <a:r>
              <a:rPr lang="ja-JP" altLang="en-US" sz="1200" dirty="0">
                <a:latin typeface="+mn-ea"/>
                <a:cs typeface="メイリオ" pitchFamily="50" charset="-128"/>
              </a:rPr>
              <a:t>ではなく、北海道・愛知版（</a:t>
            </a:r>
            <a:r>
              <a:rPr lang="en-US" altLang="ja-JP" sz="1200" dirty="0">
                <a:latin typeface="+mn-ea"/>
                <a:cs typeface="メイリオ" pitchFamily="50" charset="-128"/>
              </a:rPr>
              <a:t>64bit)</a:t>
            </a:r>
            <a:r>
              <a:rPr lang="ja-JP" altLang="en-US" sz="1200" dirty="0">
                <a:latin typeface="+mn-ea"/>
                <a:cs typeface="メイリオ" pitchFamily="50" charset="-128"/>
              </a:rPr>
              <a:t>をベースに改造することを前提としております。</a:t>
            </a: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作業場所</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原則的に弊社姉崎事務所とさせて頂きます。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現地常駐は行わず、弊社姉崎事務所からのリモート接続対応とさせて頂きます。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作業期間</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作業期間を</a:t>
            </a:r>
            <a:r>
              <a:rPr lang="en-US" altLang="ja-JP" sz="1200" dirty="0">
                <a:latin typeface="+mn-ea"/>
                <a:cs typeface="メイリオ" pitchFamily="50" charset="-128"/>
              </a:rPr>
              <a:t>7.2</a:t>
            </a:r>
            <a:r>
              <a:rPr lang="ja-JP" altLang="en-US" sz="1200" dirty="0">
                <a:latin typeface="+mn-ea"/>
                <a:cs typeface="メイリオ" pitchFamily="50" charset="-128"/>
              </a:rPr>
              <a:t>か月と想定してます。作業期間を超える場合は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a:t>
            </a:r>
            <a:r>
              <a:rPr lang="ja-JP" altLang="en-US" sz="1200">
                <a:latin typeface="+mn-ea"/>
                <a:cs typeface="メイリオ" pitchFamily="50" charset="-128"/>
              </a:rPr>
              <a:t>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lt"/>
              <a:buAutoNum type="arabicPeriod"/>
            </a:pPr>
            <a:r>
              <a:rPr lang="ja-JP" altLang="en-US" sz="1200" dirty="0">
                <a:latin typeface="+mn-ea"/>
                <a:cs typeface="メイリオ" pitchFamily="50" charset="-128"/>
              </a:rPr>
              <a:t>見積条件</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マスタの整備による遅延で、作業期間を超える場合は、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エンジン側のスケジュールの構築遅延で、作業期間を超える場合は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エンジン側の要件で大幅に改造が生じ、作業期間を超える場合は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lvl="1" algn="just">
              <a:lnSpc>
                <a:spcPts val="1400"/>
              </a:lnSpc>
              <a:spcAft>
                <a:spcPts val="600"/>
              </a:spcAft>
            </a:pPr>
            <a:endParaRPr lang="en-US" altLang="ja-JP" sz="1200" dirty="0">
              <a:latin typeface="+mn-ea"/>
              <a:cs typeface="メイリオ" pitchFamily="50" charset="-128"/>
            </a:endParaRPr>
          </a:p>
        </p:txBody>
      </p:sp>
    </p:spTree>
    <p:extLst>
      <p:ext uri="{BB962C8B-B14F-4D97-AF65-F5344CB8AC3E}">
        <p14:creationId xmlns:p14="http://schemas.microsoft.com/office/powerpoint/2010/main" val="48031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E8BC61A-CE54-09A5-593C-6B419EC843CC}"/>
              </a:ext>
            </a:extLst>
          </p:cNvPr>
          <p:cNvGraphicFramePr>
            <a:graphicFrameLocks noGrp="1"/>
          </p:cNvGraphicFramePr>
          <p:nvPr>
            <p:extLst>
              <p:ext uri="{D42A27DB-BD31-4B8C-83A1-F6EECF244321}">
                <p14:modId xmlns:p14="http://schemas.microsoft.com/office/powerpoint/2010/main" val="1408732921"/>
              </p:ext>
            </p:extLst>
          </p:nvPr>
        </p:nvGraphicFramePr>
        <p:xfrm>
          <a:off x="332483" y="1471541"/>
          <a:ext cx="9335457" cy="3093720"/>
        </p:xfrm>
        <a:graphic>
          <a:graphicData uri="http://schemas.openxmlformats.org/drawingml/2006/table">
            <a:tbl>
              <a:tblPr>
                <a:tableStyleId>{5C22544A-7EE6-4342-B048-85BDC9FD1C3A}</a:tableStyleId>
              </a:tblPr>
              <a:tblGrid>
                <a:gridCol w="510228">
                  <a:extLst>
                    <a:ext uri="{9D8B030D-6E8A-4147-A177-3AD203B41FA5}">
                      <a16:colId xmlns:a16="http://schemas.microsoft.com/office/drawing/2014/main" val="20000"/>
                    </a:ext>
                  </a:extLst>
                </a:gridCol>
                <a:gridCol w="2495868">
                  <a:extLst>
                    <a:ext uri="{9D8B030D-6E8A-4147-A177-3AD203B41FA5}">
                      <a16:colId xmlns:a16="http://schemas.microsoft.com/office/drawing/2014/main" val="1372820904"/>
                    </a:ext>
                  </a:extLst>
                </a:gridCol>
                <a:gridCol w="4614796">
                  <a:extLst>
                    <a:ext uri="{9D8B030D-6E8A-4147-A177-3AD203B41FA5}">
                      <a16:colId xmlns:a16="http://schemas.microsoft.com/office/drawing/2014/main" val="20001"/>
                    </a:ext>
                  </a:extLst>
                </a:gridCol>
                <a:gridCol w="1714565">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検討課題</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備考</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71450">
                <a:tc>
                  <a:txBody>
                    <a:bodyPr/>
                    <a:lstStyle/>
                    <a:p>
                      <a:pPr algn="r" fontAlgn="ctr"/>
                      <a:r>
                        <a:rPr lang="en-US" altLang="ja-JP" sz="1050" b="0" i="0" u="none" strike="noStrike">
                          <a:solidFill>
                            <a:srgbClr val="000000"/>
                          </a:solidFill>
                          <a:effectLst/>
                          <a:latin typeface="+mn-ea"/>
                          <a:ea typeface="+mn-ea"/>
                        </a:rPr>
                        <a:t>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連日の仮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繰り結果が横並びで一覧として表示され、どの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の状況と、どの船をどの日にずらすと回せそうかの相談を、画面共有できる。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71450">
                <a:tc>
                  <a:txBody>
                    <a:bodyPr/>
                    <a:lstStyle/>
                    <a:p>
                      <a:pPr algn="r" fontAlgn="ctr"/>
                      <a:r>
                        <a:rPr lang="ja-JP" altLang="en-US" sz="1050" b="0" i="0" u="none" strike="noStrike">
                          <a:solidFill>
                            <a:srgbClr val="000000"/>
                          </a:solidFill>
                          <a:effectLst/>
                          <a:latin typeface="+mn-ea"/>
                          <a:ea typeface="+mn-ea"/>
                        </a:rPr>
                        <a:t>２</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船マスタ機能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船独自の制約を入力できる備考欄を追加することで、都度確認する手間を省く。</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1" i="0" u="none" strike="noStrike" dirty="0">
                          <a:solidFill>
                            <a:srgbClr val="FF0000"/>
                          </a:solidFill>
                          <a:effectLst/>
                          <a:latin typeface="メイリオ" panose="020B0604030504040204" pitchFamily="50" charset="-128"/>
                          <a:ea typeface="メイリオ" panose="020B0604030504040204" pitchFamily="50" charset="-128"/>
                        </a:rPr>
                        <a:t>愛知で大部分実装済み</a:t>
                      </a:r>
                      <a:endParaRPr lang="en-US" altLang="ja-JP" sz="1050" b="1" i="0" u="none" strike="noStrike" dirty="0">
                        <a:solidFill>
                          <a:srgbClr val="FF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488038"/>
                  </a:ext>
                </a:extLst>
              </a:tr>
              <a:tr h="171450">
                <a:tc>
                  <a:txBody>
                    <a:bodyPr/>
                    <a:lstStyle/>
                    <a:p>
                      <a:pPr algn="r" fontAlgn="ctr"/>
                      <a:r>
                        <a:rPr lang="ja-JP" altLang="en-US" sz="1050" b="0" i="0" u="none" strike="noStrike">
                          <a:solidFill>
                            <a:srgbClr val="000000"/>
                          </a:solidFill>
                          <a:effectLst/>
                          <a:latin typeface="+mn-ea"/>
                          <a:ea typeface="+mn-ea"/>
                        </a:rPr>
                        <a:t>３</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ガントチャート機能メンテナンス機能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最適化処理を解除したうえで、着桟～荷役時間・荷役後～離桟時間、荷役時間のバーを手動で自由に動かせる機能があると、意図した計画を表示でき、関係者説明の手間がかかる。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ja-JP" alt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703346"/>
                  </a:ext>
                </a:extLst>
              </a:tr>
              <a:tr h="0">
                <a:tc>
                  <a:txBody>
                    <a:bodyPr/>
                    <a:lstStyle/>
                    <a:p>
                      <a:pPr algn="r" fontAlgn="ctr"/>
                      <a:r>
                        <a:rPr lang="ja-JP" altLang="en-US" sz="1050" b="0" i="0" u="none" strike="noStrike">
                          <a:solidFill>
                            <a:srgbClr val="000000"/>
                          </a:solidFill>
                          <a:effectLst/>
                          <a:latin typeface="+mn-ea"/>
                          <a:ea typeface="+mn-ea"/>
                        </a:rPr>
                        <a:t>４</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工事制約表示</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機能、ダッシュボード画面、ガントチャート画面にその日の工事制約が常時表示されることで、制約を考慮した調整の共有化ができる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r" fontAlgn="ctr"/>
                      <a:r>
                        <a:rPr lang="ja-JP" altLang="en-US" sz="1050" b="0" i="0" u="none" strike="noStrike">
                          <a:solidFill>
                            <a:srgbClr val="000000"/>
                          </a:solidFill>
                          <a:effectLst/>
                          <a:latin typeface="+mn-ea"/>
                          <a:ea typeface="+mn-ea"/>
                        </a:rPr>
                        <a:t>５</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ガントチャート背景</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ガントチャート画面の背景の色にて着桟可能時間を識別することで、担当以外にも視覚的に着桟可能時間不可時間を識別できる。なお、各バースの着桟不可時間の管理は、マスタで手動変更可能とする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algn="r" fontAlgn="ctr"/>
                      <a:r>
                        <a:rPr lang="en-US" altLang="ja-JP" sz="1050" b="0" i="0" u="none" strike="noStrike" dirty="0">
                          <a:solidFill>
                            <a:srgbClr val="000000"/>
                          </a:solidFill>
                          <a:effectLst/>
                          <a:latin typeface="+mn-ea"/>
                          <a:ea typeface="+mn-ea"/>
                        </a:rPr>
                        <a:t>6</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帳票</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帳票出力機能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北海道・愛知版対応で実施するため、対象外</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313178300"/>
                  </a:ext>
                </a:extLst>
              </a:tr>
            </a:tbl>
          </a:graphicData>
        </a:graphic>
      </p:graphicFrame>
      <p:sp>
        <p:nvSpPr>
          <p:cNvPr id="5" name="AutoShape 3">
            <a:extLst>
              <a:ext uri="{FF2B5EF4-FFF2-40B4-BE49-F238E27FC236}">
                <a16:creationId xmlns:a16="http://schemas.microsoft.com/office/drawing/2014/main" id="{B9D458F7-5951-495C-4C38-E5D707E058DE}"/>
              </a:ext>
            </a:extLst>
          </p:cNvPr>
          <p:cNvSpPr>
            <a:spLocks noChangeArrowheads="1"/>
          </p:cNvSpPr>
          <p:nvPr/>
        </p:nvSpPr>
        <p:spPr bwMode="auto">
          <a:xfrm>
            <a:off x="332483" y="9468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dirty="0">
                <a:latin typeface="+mn-ea"/>
                <a:cs typeface="メイリオ" pitchFamily="50" charset="-128"/>
              </a:rPr>
              <a:t>海上入出荷計画業務システム（千葉）の改善機能改造の範囲を下表に示す。</a:t>
            </a:r>
            <a:endParaRPr lang="en-US" altLang="ja-JP" sz="2000" b="1" dirty="0">
              <a:latin typeface="+mn-ea"/>
              <a:cs typeface="メイリオ" pitchFamily="50" charset="-128"/>
            </a:endParaRPr>
          </a:p>
        </p:txBody>
      </p:sp>
      <p:sp>
        <p:nvSpPr>
          <p:cNvPr id="9" name="タイトル 1">
            <a:extLst>
              <a:ext uri="{FF2B5EF4-FFF2-40B4-BE49-F238E27FC236}">
                <a16:creationId xmlns:a16="http://schemas.microsoft.com/office/drawing/2014/main" id="{F67863AA-1CB1-8234-1BCB-5364ECC5840B}"/>
              </a:ext>
            </a:extLst>
          </p:cNvPr>
          <p:cNvSpPr>
            <a:spLocks noGrp="1"/>
          </p:cNvSpPr>
          <p:nvPr>
            <p:ph type="title"/>
          </p:nvPr>
        </p:nvSpPr>
        <p:spPr>
          <a:xfrm>
            <a:off x="272480" y="152636"/>
            <a:ext cx="9361040" cy="396044"/>
          </a:xfrm>
        </p:spPr>
        <p:txBody>
          <a:bodyPr/>
          <a:lstStyle/>
          <a:p>
            <a:r>
              <a:rPr kumimoji="1" lang="en-US" altLang="ja-JP" dirty="0"/>
              <a:t>1-3.</a:t>
            </a:r>
            <a:r>
              <a:rPr kumimoji="1" lang="ja-JP" altLang="en-US" dirty="0"/>
              <a:t>改造範囲</a:t>
            </a:r>
          </a:p>
        </p:txBody>
      </p:sp>
    </p:spTree>
    <p:extLst>
      <p:ext uri="{BB962C8B-B14F-4D97-AF65-F5344CB8AC3E}">
        <p14:creationId xmlns:p14="http://schemas.microsoft.com/office/powerpoint/2010/main" val="673680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AD480C12-824A-E1C5-2095-9A17E80DADC9}"/>
              </a:ext>
            </a:extLst>
          </p:cNvPr>
          <p:cNvGraphicFramePr>
            <a:graphicFrameLocks noGrp="1"/>
          </p:cNvGraphicFramePr>
          <p:nvPr/>
        </p:nvGraphicFramePr>
        <p:xfrm>
          <a:off x="623746" y="1038533"/>
          <a:ext cx="8505967" cy="1529280"/>
        </p:xfrm>
        <a:graphic>
          <a:graphicData uri="http://schemas.openxmlformats.org/drawingml/2006/table">
            <a:tbl>
              <a:tblPr>
                <a:tableStyleId>{5C22544A-7EE6-4342-B048-85BDC9FD1C3A}</a:tableStyleId>
              </a:tblPr>
              <a:tblGrid>
                <a:gridCol w="542546">
                  <a:extLst>
                    <a:ext uri="{9D8B030D-6E8A-4147-A177-3AD203B41FA5}">
                      <a16:colId xmlns:a16="http://schemas.microsoft.com/office/drawing/2014/main" val="3794791739"/>
                    </a:ext>
                  </a:extLst>
                </a:gridCol>
                <a:gridCol w="4203258">
                  <a:extLst>
                    <a:ext uri="{9D8B030D-6E8A-4147-A177-3AD203B41FA5}">
                      <a16:colId xmlns:a16="http://schemas.microsoft.com/office/drawing/2014/main" val="1340540472"/>
                    </a:ext>
                  </a:extLst>
                </a:gridCol>
                <a:gridCol w="3760163">
                  <a:extLst>
                    <a:ext uri="{9D8B030D-6E8A-4147-A177-3AD203B41FA5}">
                      <a16:colId xmlns:a16="http://schemas.microsoft.com/office/drawing/2014/main" val="2213560828"/>
                    </a:ext>
                  </a:extLst>
                </a:gridCol>
              </a:tblGrid>
              <a:tr h="238125">
                <a:tc>
                  <a:txBody>
                    <a:bodyPr/>
                    <a:lstStyle/>
                    <a:p>
                      <a:pPr algn="ctr" fontAlgn="ctr"/>
                      <a:r>
                        <a:rPr lang="en-US" altLang="ja-JP" sz="1200" b="0" i="0" u="none" strike="noStrike">
                          <a:solidFill>
                            <a:srgbClr val="000000"/>
                          </a:solidFill>
                          <a:effectLst/>
                          <a:latin typeface="+mn-ea"/>
                          <a:ea typeface="+mn-ea"/>
                        </a:rPr>
                        <a:t>No.</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納品物</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説明</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29439347"/>
                  </a:ext>
                </a:extLst>
              </a:tr>
              <a:tr h="238125">
                <a:tc>
                  <a:txBody>
                    <a:bodyPr/>
                    <a:lstStyle/>
                    <a:p>
                      <a:pPr algn="r" fontAlgn="ctr"/>
                      <a:r>
                        <a:rPr lang="en-US" altLang="ja-JP" sz="1200" b="0" i="0" u="none" strike="noStrike" dirty="0">
                          <a:solidFill>
                            <a:srgbClr val="000000"/>
                          </a:solidFill>
                          <a:effectLst/>
                          <a:latin typeface="+mn-ea"/>
                          <a:ea typeface="+mn-ea"/>
                        </a:rPr>
                        <a:t>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ソース及びファイル</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5343848"/>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２</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基本設計書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0805215"/>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３</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詳細設計書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1069142"/>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n-ea"/>
                          <a:ea typeface="+mn-ea"/>
                        </a:rPr>
                        <a:t>４</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システムテスト試験結果</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8030237"/>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n-ea"/>
                          <a:ea typeface="+mn-ea"/>
                        </a:rPr>
                        <a:t>5</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結合テスト結果</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08019"/>
                  </a:ext>
                </a:extLst>
              </a:tr>
            </a:tbl>
          </a:graphicData>
        </a:graphic>
      </p:graphicFrame>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納品物件</a:t>
            </a:r>
            <a:endParaRPr kumimoji="1" lang="ja-JP" altLang="en-US" dirty="0"/>
          </a:p>
        </p:txBody>
      </p:sp>
    </p:spTree>
    <p:extLst>
      <p:ext uri="{BB962C8B-B14F-4D97-AF65-F5344CB8AC3E}">
        <p14:creationId xmlns:p14="http://schemas.microsoft.com/office/powerpoint/2010/main" val="217855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005220F8-2B1D-ED43-34AB-480DA28294F3}"/>
              </a:ext>
            </a:extLst>
          </p:cNvPr>
          <p:cNvSpPr txBox="1"/>
          <p:nvPr/>
        </p:nvSpPr>
        <p:spPr>
          <a:xfrm>
            <a:off x="8193360" y="675463"/>
            <a:ext cx="1338828" cy="400110"/>
          </a:xfrm>
          <a:prstGeom prst="rect">
            <a:avLst/>
          </a:prstGeom>
          <a:noFill/>
        </p:spPr>
        <p:txBody>
          <a:bodyPr wrap="none" rtlCol="0">
            <a:spAutoFit/>
          </a:bodyPr>
          <a:lstStyle/>
          <a:p>
            <a:r>
              <a:rPr lang="ja-JP" altLang="en-US" sz="1000"/>
              <a:t>　工数の単位は人月</a:t>
            </a:r>
            <a:endParaRPr lang="en-US" altLang="ja-JP" sz="1000"/>
          </a:p>
          <a:p>
            <a:r>
              <a:rPr lang="ja-JP" altLang="en-US" sz="1000"/>
              <a:t>　金額の単位は千円</a:t>
            </a:r>
            <a:endParaRPr lang="en-US" altLang="ja-JP" sz="1000"/>
          </a:p>
        </p:txBody>
      </p:sp>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改造見積</a:t>
            </a:r>
            <a:endParaRPr kumimoji="1" lang="ja-JP" altLang="en-US" dirty="0"/>
          </a:p>
        </p:txBody>
      </p:sp>
      <p:sp>
        <p:nvSpPr>
          <p:cNvPr id="2" name="テキスト ボックス 1">
            <a:extLst>
              <a:ext uri="{FF2B5EF4-FFF2-40B4-BE49-F238E27FC236}">
                <a16:creationId xmlns:a16="http://schemas.microsoft.com/office/drawing/2014/main" id="{53F16C87-0DBE-83A7-6000-38600E74C26A}"/>
              </a:ext>
            </a:extLst>
          </p:cNvPr>
          <p:cNvSpPr txBox="1"/>
          <p:nvPr/>
        </p:nvSpPr>
        <p:spPr>
          <a:xfrm>
            <a:off x="766696" y="5885014"/>
            <a:ext cx="9300573" cy="400110"/>
          </a:xfrm>
          <a:prstGeom prst="rect">
            <a:avLst/>
          </a:prstGeom>
          <a:noFill/>
        </p:spPr>
        <p:txBody>
          <a:bodyPr wrap="square" rtlCol="0">
            <a:spAutoFit/>
          </a:bodyPr>
          <a:lstStyle/>
          <a:p>
            <a:endParaRPr kumimoji="1" lang="en-US" altLang="ja-JP" sz="1000" b="1" dirty="0">
              <a:solidFill>
                <a:schemeClr val="accent3"/>
              </a:solidFill>
            </a:endParaRPr>
          </a:p>
          <a:p>
            <a:r>
              <a:rPr kumimoji="1" lang="en-US" altLang="ja-JP" sz="1000" dirty="0"/>
              <a:t>※</a:t>
            </a:r>
            <a:r>
              <a:rPr kumimoji="1" lang="ja-JP" altLang="en-US" sz="1000" dirty="0"/>
              <a:t>お客様からの要請指示による移動、出張にかかる費用（交通費・宿泊費）は別途実費請求いたします。</a:t>
            </a:r>
            <a:endParaRPr kumimoji="1" lang="en-US" altLang="ja-JP" sz="1000" dirty="0"/>
          </a:p>
        </p:txBody>
      </p:sp>
      <p:sp>
        <p:nvSpPr>
          <p:cNvPr id="8" name="AutoShape 3">
            <a:extLst>
              <a:ext uri="{FF2B5EF4-FFF2-40B4-BE49-F238E27FC236}">
                <a16:creationId xmlns:a16="http://schemas.microsoft.com/office/drawing/2014/main" id="{59B3A9F7-31CA-04AB-7FAE-B99D12283C49}"/>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改造見積を下表に示します。</a:t>
            </a:r>
            <a:endParaRPr lang="en-US" altLang="ja-JP" sz="2400" b="1" dirty="0">
              <a:latin typeface="+mn-ea"/>
              <a:cs typeface="メイリオ" pitchFamily="50" charset="-128"/>
            </a:endParaRPr>
          </a:p>
        </p:txBody>
      </p:sp>
      <p:graphicFrame>
        <p:nvGraphicFramePr>
          <p:cNvPr id="9" name="オブジェクト 8">
            <a:extLst>
              <a:ext uri="{FF2B5EF4-FFF2-40B4-BE49-F238E27FC236}">
                <a16:creationId xmlns:a16="http://schemas.microsoft.com/office/drawing/2014/main" id="{91C9820F-44ED-673D-BD8D-8AA4B12140C6}"/>
              </a:ext>
            </a:extLst>
          </p:cNvPr>
          <p:cNvGraphicFramePr>
            <a:graphicFrameLocks noChangeAspect="1"/>
          </p:cNvGraphicFramePr>
          <p:nvPr>
            <p:extLst>
              <p:ext uri="{D42A27DB-BD31-4B8C-83A1-F6EECF244321}">
                <p14:modId xmlns:p14="http://schemas.microsoft.com/office/powerpoint/2010/main" val="2269557456"/>
              </p:ext>
            </p:extLst>
          </p:nvPr>
        </p:nvGraphicFramePr>
        <p:xfrm>
          <a:off x="650875" y="1382713"/>
          <a:ext cx="8783638" cy="3371850"/>
        </p:xfrm>
        <a:graphic>
          <a:graphicData uri="http://schemas.openxmlformats.org/presentationml/2006/ole">
            <mc:AlternateContent xmlns:mc="http://schemas.openxmlformats.org/markup-compatibility/2006">
              <mc:Choice xmlns:v="urn:schemas-microsoft-com:vml" Requires="v">
                <p:oleObj name="Worksheet" r:id="rId3" imgW="9594999" imgH="3683078" progId="Excel.Sheet.12">
                  <p:embed/>
                </p:oleObj>
              </mc:Choice>
              <mc:Fallback>
                <p:oleObj name="Worksheet" r:id="rId3" imgW="9594999" imgH="3683078" progId="Excel.Sheet.12">
                  <p:embed/>
                  <p:pic>
                    <p:nvPicPr>
                      <p:cNvPr id="9" name="オブジェクト 8">
                        <a:extLst>
                          <a:ext uri="{FF2B5EF4-FFF2-40B4-BE49-F238E27FC236}">
                            <a16:creationId xmlns:a16="http://schemas.microsoft.com/office/drawing/2014/main" id="{91C9820F-44ED-673D-BD8D-8AA4B12140C6}"/>
                          </a:ext>
                        </a:extLst>
                      </p:cNvPr>
                      <p:cNvPicPr/>
                      <p:nvPr/>
                    </p:nvPicPr>
                    <p:blipFill>
                      <a:blip r:embed="rId4"/>
                      <a:stretch>
                        <a:fillRect/>
                      </a:stretch>
                    </p:blipFill>
                    <p:spPr>
                      <a:xfrm>
                        <a:off x="650875" y="1382713"/>
                        <a:ext cx="8783638" cy="3371850"/>
                      </a:xfrm>
                      <a:prstGeom prst="rect">
                        <a:avLst/>
                      </a:prstGeom>
                    </p:spPr>
                  </p:pic>
                </p:oleObj>
              </mc:Fallback>
            </mc:AlternateContent>
          </a:graphicData>
        </a:graphic>
      </p:graphicFrame>
    </p:spTree>
    <p:extLst>
      <p:ext uri="{BB962C8B-B14F-4D97-AF65-F5344CB8AC3E}">
        <p14:creationId xmlns:p14="http://schemas.microsoft.com/office/powerpoint/2010/main" val="326657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D07061-06A1-0E04-8E78-19674AB6FB34}"/>
              </a:ext>
            </a:extLst>
          </p:cNvPr>
          <p:cNvSpPr>
            <a:spLocks noGrp="1"/>
          </p:cNvSpPr>
          <p:nvPr>
            <p:ph type="title"/>
          </p:nvPr>
        </p:nvSpPr>
        <p:spPr/>
        <p:txBody>
          <a:bodyPr/>
          <a:lstStyle/>
          <a:p>
            <a:r>
              <a:rPr lang="en-US" altLang="ja-JP" dirty="0"/>
              <a:t>1-5.</a:t>
            </a:r>
            <a:r>
              <a:rPr lang="ja-JP" altLang="en-US" dirty="0"/>
              <a:t>改造見積詳細</a:t>
            </a:r>
            <a:endParaRPr kumimoji="1" lang="ja-JP" altLang="en-US" dirty="0"/>
          </a:p>
        </p:txBody>
      </p:sp>
      <p:sp>
        <p:nvSpPr>
          <p:cNvPr id="4" name="AutoShape 3">
            <a:extLst>
              <a:ext uri="{FF2B5EF4-FFF2-40B4-BE49-F238E27FC236}">
                <a16:creationId xmlns:a16="http://schemas.microsoft.com/office/drawing/2014/main" id="{FCF47F7B-9884-3503-3237-44EC1C2997B4}"/>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１．仮</a:t>
            </a:r>
            <a:r>
              <a:rPr lang="en-US" altLang="ja-JP" sz="2400" b="1" dirty="0">
                <a:latin typeface="+mn-ea"/>
                <a:cs typeface="メイリオ" pitchFamily="50" charset="-128"/>
              </a:rPr>
              <a:t>BT</a:t>
            </a:r>
            <a:r>
              <a:rPr lang="ja-JP" altLang="en-US" sz="2400" b="1" dirty="0">
                <a:latin typeface="+mn-ea"/>
                <a:cs typeface="メイリオ" pitchFamily="50" charset="-128"/>
              </a:rPr>
              <a:t>繰り機能</a:t>
            </a:r>
            <a:endParaRPr lang="en-US" altLang="ja-JP" sz="2400" b="1" dirty="0">
              <a:latin typeface="+mn-ea"/>
              <a:cs typeface="メイリオ" pitchFamily="50" charset="-128"/>
            </a:endParaRPr>
          </a:p>
        </p:txBody>
      </p:sp>
      <p:sp>
        <p:nvSpPr>
          <p:cNvPr id="8" name="四角形: 角を丸くする 7">
            <a:extLst>
              <a:ext uri="{FF2B5EF4-FFF2-40B4-BE49-F238E27FC236}">
                <a16:creationId xmlns:a16="http://schemas.microsoft.com/office/drawing/2014/main" id="{A902FF97-55AE-4804-863B-E11FA8E10C4F}"/>
              </a:ext>
            </a:extLst>
          </p:cNvPr>
          <p:cNvSpPr/>
          <p:nvPr/>
        </p:nvSpPr>
        <p:spPr bwMode="auto">
          <a:xfrm>
            <a:off x="606192" y="4607807"/>
            <a:ext cx="8344862" cy="949913"/>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lang="ja-JP" altLang="en-US" sz="1400" dirty="0">
                <a:solidFill>
                  <a:schemeClr val="tx2"/>
                </a:solidFill>
                <a:latin typeface="メイリオ" pitchFamily="50" charset="-128"/>
                <a:ea typeface="メイリオ" pitchFamily="50" charset="-128"/>
                <a:cs typeface="メイリオ" pitchFamily="50" charset="-128"/>
              </a:rPr>
              <a:t>本件は、不確定要素（現在千葉側と調整中で、エンジン回りが調整中）があるため、</a:t>
            </a:r>
            <a:endParaRPr lang="en-US" altLang="ja-JP" sz="1400" dirty="0">
              <a:solidFill>
                <a:schemeClr val="tx2"/>
              </a:solidFill>
              <a:latin typeface="メイリオ" pitchFamily="50" charset="-128"/>
              <a:ea typeface="メイリオ" pitchFamily="50" charset="-128"/>
              <a:cs typeface="メイリオ" pitchFamily="50" charset="-128"/>
            </a:endParaRPr>
          </a:p>
          <a:p>
            <a:pPr algn="just">
              <a:lnSpc>
                <a:spcPct val="140000"/>
              </a:lnSpc>
              <a:spcBef>
                <a:spcPct val="0"/>
              </a:spcBef>
              <a:spcAft>
                <a:spcPts val="600"/>
              </a:spcAft>
            </a:pPr>
            <a:r>
              <a:rPr lang="ja-JP" altLang="en-US" sz="1400" dirty="0">
                <a:solidFill>
                  <a:schemeClr val="tx2"/>
                </a:solidFill>
                <a:latin typeface="メイリオ" pitchFamily="50" charset="-128"/>
                <a:ea typeface="メイリオ" pitchFamily="50" charset="-128"/>
                <a:cs typeface="メイリオ" pitchFamily="50" charset="-128"/>
              </a:rPr>
              <a:t>その部分を設計部分、開発部分（スケジュールボード（検討用）</a:t>
            </a:r>
            <a:r>
              <a:rPr lang="en-US" altLang="ja-JP" sz="1400" dirty="0">
                <a:solidFill>
                  <a:schemeClr val="tx2"/>
                </a:solidFill>
                <a:latin typeface="メイリオ" pitchFamily="50" charset="-128"/>
                <a:ea typeface="メイリオ" pitchFamily="50" charset="-128"/>
                <a:cs typeface="メイリオ" pitchFamily="50" charset="-128"/>
              </a:rPr>
              <a:t>/</a:t>
            </a:r>
            <a:r>
              <a:rPr lang="ja-JP" altLang="en-US" sz="1400" dirty="0">
                <a:solidFill>
                  <a:schemeClr val="tx2"/>
                </a:solidFill>
                <a:latin typeface="メイリオ" pitchFamily="50" charset="-128"/>
                <a:ea typeface="メイリオ" pitchFamily="50" charset="-128"/>
                <a:cs typeface="メイリオ" pitchFamily="50" charset="-128"/>
              </a:rPr>
              <a:t>エンジン連携）</a:t>
            </a:r>
            <a:r>
              <a:rPr lang="en-US" altLang="ja-JP" sz="1400" dirty="0">
                <a:solidFill>
                  <a:schemeClr val="tx2"/>
                </a:solidFill>
                <a:latin typeface="メイリオ" pitchFamily="50" charset="-128"/>
                <a:ea typeface="メイリオ" pitchFamily="50" charset="-128"/>
                <a:cs typeface="メイリオ" pitchFamily="50" charset="-128"/>
              </a:rPr>
              <a:t>1.3</a:t>
            </a:r>
            <a:r>
              <a:rPr lang="ja-JP" altLang="en-US" sz="1400" dirty="0">
                <a:solidFill>
                  <a:schemeClr val="tx2"/>
                </a:solidFill>
                <a:latin typeface="メイリオ" pitchFamily="50" charset="-128"/>
                <a:ea typeface="メイリオ" pitchFamily="50" charset="-128"/>
                <a:cs typeface="メイリオ" pitchFamily="50" charset="-128"/>
              </a:rPr>
              <a:t>倍にしている。</a:t>
            </a:r>
            <a:endParaRPr lang="en-US" altLang="ja-JP" sz="1400" dirty="0">
              <a:solidFill>
                <a:schemeClr val="tx2"/>
              </a:solidFill>
              <a:latin typeface="メイリオ" pitchFamily="50" charset="-128"/>
              <a:ea typeface="メイリオ" pitchFamily="50" charset="-128"/>
              <a:cs typeface="メイリオ" pitchFamily="50" charset="-128"/>
            </a:endParaRPr>
          </a:p>
        </p:txBody>
      </p:sp>
      <p:pic>
        <p:nvPicPr>
          <p:cNvPr id="11" name="図 10">
            <a:extLst>
              <a:ext uri="{FF2B5EF4-FFF2-40B4-BE49-F238E27FC236}">
                <a16:creationId xmlns:a16="http://schemas.microsoft.com/office/drawing/2014/main" id="{A4F8D3E4-CA14-626C-F8BD-D3AA082BA761}"/>
              </a:ext>
            </a:extLst>
          </p:cNvPr>
          <p:cNvPicPr>
            <a:picLocks noChangeAspect="1"/>
          </p:cNvPicPr>
          <p:nvPr/>
        </p:nvPicPr>
        <p:blipFill>
          <a:blip r:embed="rId3"/>
          <a:stretch>
            <a:fillRect/>
          </a:stretch>
        </p:blipFill>
        <p:spPr>
          <a:xfrm>
            <a:off x="664915" y="1448382"/>
            <a:ext cx="7829550" cy="2921000"/>
          </a:xfrm>
          <a:prstGeom prst="rect">
            <a:avLst/>
          </a:prstGeom>
        </p:spPr>
      </p:pic>
    </p:spTree>
    <p:extLst>
      <p:ext uri="{BB962C8B-B14F-4D97-AF65-F5344CB8AC3E}">
        <p14:creationId xmlns:p14="http://schemas.microsoft.com/office/powerpoint/2010/main" val="2164056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3FE61-36B0-4CF7-7B04-DE347EC408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F5916A-56D1-E27A-58A0-3A0EF2EB821D}"/>
              </a:ext>
            </a:extLst>
          </p:cNvPr>
          <p:cNvSpPr>
            <a:spLocks noGrp="1"/>
          </p:cNvSpPr>
          <p:nvPr>
            <p:ph type="title"/>
          </p:nvPr>
        </p:nvSpPr>
        <p:spPr/>
        <p:txBody>
          <a:bodyPr/>
          <a:lstStyle/>
          <a:p>
            <a:r>
              <a:rPr lang="en-US" altLang="ja-JP" dirty="0"/>
              <a:t>1-5.</a:t>
            </a:r>
            <a:r>
              <a:rPr lang="ja-JP" altLang="en-US" dirty="0"/>
              <a:t>改造見積詳細</a:t>
            </a:r>
            <a:endParaRPr kumimoji="1" lang="ja-JP" altLang="en-US" dirty="0"/>
          </a:p>
        </p:txBody>
      </p:sp>
      <p:sp>
        <p:nvSpPr>
          <p:cNvPr id="4" name="AutoShape 3">
            <a:extLst>
              <a:ext uri="{FF2B5EF4-FFF2-40B4-BE49-F238E27FC236}">
                <a16:creationId xmlns:a16="http://schemas.microsoft.com/office/drawing/2014/main" id="{426040AE-E223-6DBC-9F87-CB7A5AEA3E76}"/>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2</a:t>
            </a:r>
            <a:r>
              <a:rPr lang="ja-JP" altLang="en-US" sz="2400" b="1" dirty="0">
                <a:latin typeface="+mn-ea"/>
                <a:cs typeface="メイリオ" pitchFamily="50" charset="-128"/>
              </a:rPr>
              <a:t>．船マスタ機能</a:t>
            </a:r>
            <a:endParaRPr lang="en-US" altLang="ja-JP" sz="2400" b="1" dirty="0">
              <a:latin typeface="+mn-ea"/>
              <a:cs typeface="メイリオ" pitchFamily="50" charset="-128"/>
            </a:endParaRPr>
          </a:p>
        </p:txBody>
      </p:sp>
      <p:sp>
        <p:nvSpPr>
          <p:cNvPr id="7" name="AutoShape 3">
            <a:extLst>
              <a:ext uri="{FF2B5EF4-FFF2-40B4-BE49-F238E27FC236}">
                <a16:creationId xmlns:a16="http://schemas.microsoft.com/office/drawing/2014/main" id="{E78A2047-8DE5-90BB-DCF0-A44EEBD3246D}"/>
              </a:ext>
            </a:extLst>
          </p:cNvPr>
          <p:cNvSpPr>
            <a:spLocks noChangeArrowheads="1"/>
          </p:cNvSpPr>
          <p:nvPr/>
        </p:nvSpPr>
        <p:spPr bwMode="auto">
          <a:xfrm>
            <a:off x="488504" y="2553818"/>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3</a:t>
            </a:r>
            <a:r>
              <a:rPr lang="ja-JP" altLang="en-US" sz="2400" b="1" dirty="0">
                <a:latin typeface="+mn-ea"/>
                <a:cs typeface="メイリオ" pitchFamily="50" charset="-128"/>
              </a:rPr>
              <a:t>．ガントチャート機能のメンテナンス</a:t>
            </a:r>
            <a:endParaRPr lang="en-US" altLang="ja-JP" sz="2400" b="1" dirty="0">
              <a:latin typeface="+mn-ea"/>
              <a:cs typeface="メイリオ" pitchFamily="50" charset="-128"/>
            </a:endParaRPr>
          </a:p>
        </p:txBody>
      </p:sp>
      <p:graphicFrame>
        <p:nvGraphicFramePr>
          <p:cNvPr id="8" name="オブジェクト 7">
            <a:extLst>
              <a:ext uri="{FF2B5EF4-FFF2-40B4-BE49-F238E27FC236}">
                <a16:creationId xmlns:a16="http://schemas.microsoft.com/office/drawing/2014/main" id="{FEC6822F-83B3-A446-4E12-65C28C1CD6BB}"/>
              </a:ext>
            </a:extLst>
          </p:cNvPr>
          <p:cNvGraphicFramePr>
            <a:graphicFrameLocks noChangeAspect="1"/>
          </p:cNvGraphicFramePr>
          <p:nvPr>
            <p:extLst>
              <p:ext uri="{D42A27DB-BD31-4B8C-83A1-F6EECF244321}">
                <p14:modId xmlns:p14="http://schemas.microsoft.com/office/powerpoint/2010/main" val="2550076470"/>
              </p:ext>
            </p:extLst>
          </p:nvPr>
        </p:nvGraphicFramePr>
        <p:xfrm>
          <a:off x="852648" y="1364546"/>
          <a:ext cx="7823200" cy="742950"/>
        </p:xfrm>
        <a:graphic>
          <a:graphicData uri="http://schemas.openxmlformats.org/presentationml/2006/ole">
            <mc:AlternateContent xmlns:mc="http://schemas.openxmlformats.org/markup-compatibility/2006">
              <mc:Choice xmlns:v="urn:schemas-microsoft-com:vml" Requires="v">
                <p:oleObj name="Worksheet" r:id="rId2" imgW="7823142" imgH="743037" progId="Excel.Sheet.12">
                  <p:embed/>
                </p:oleObj>
              </mc:Choice>
              <mc:Fallback>
                <p:oleObj name="Worksheet" r:id="rId2" imgW="7823142" imgH="743037" progId="Excel.Sheet.12">
                  <p:embed/>
                  <p:pic>
                    <p:nvPicPr>
                      <p:cNvPr id="8" name="オブジェクト 7">
                        <a:extLst>
                          <a:ext uri="{FF2B5EF4-FFF2-40B4-BE49-F238E27FC236}">
                            <a16:creationId xmlns:a16="http://schemas.microsoft.com/office/drawing/2014/main" id="{FEC6822F-83B3-A446-4E12-65C28C1CD6BB}"/>
                          </a:ext>
                        </a:extLst>
                      </p:cNvPr>
                      <p:cNvPicPr/>
                      <p:nvPr/>
                    </p:nvPicPr>
                    <p:blipFill>
                      <a:blip r:embed="rId3"/>
                      <a:stretch>
                        <a:fillRect/>
                      </a:stretch>
                    </p:blipFill>
                    <p:spPr>
                      <a:xfrm>
                        <a:off x="852648" y="1364546"/>
                        <a:ext cx="7823200" cy="742950"/>
                      </a:xfrm>
                      <a:prstGeom prst="rect">
                        <a:avLst/>
                      </a:prstGeom>
                    </p:spPr>
                  </p:pic>
                </p:oleObj>
              </mc:Fallback>
            </mc:AlternateContent>
          </a:graphicData>
        </a:graphic>
      </p:graphicFrame>
      <p:pic>
        <p:nvPicPr>
          <p:cNvPr id="11" name="図 10">
            <a:extLst>
              <a:ext uri="{FF2B5EF4-FFF2-40B4-BE49-F238E27FC236}">
                <a16:creationId xmlns:a16="http://schemas.microsoft.com/office/drawing/2014/main" id="{83F50CE1-CD85-255A-EFDB-1E283876AA7F}"/>
              </a:ext>
            </a:extLst>
          </p:cNvPr>
          <p:cNvPicPr>
            <a:picLocks noChangeAspect="1"/>
          </p:cNvPicPr>
          <p:nvPr/>
        </p:nvPicPr>
        <p:blipFill>
          <a:blip r:embed="rId4"/>
          <a:stretch>
            <a:fillRect/>
          </a:stretch>
        </p:blipFill>
        <p:spPr>
          <a:xfrm>
            <a:off x="846298" y="3131831"/>
            <a:ext cx="7829550" cy="1231900"/>
          </a:xfrm>
          <a:prstGeom prst="rect">
            <a:avLst/>
          </a:prstGeom>
        </p:spPr>
      </p:pic>
    </p:spTree>
    <p:extLst>
      <p:ext uri="{BB962C8B-B14F-4D97-AF65-F5344CB8AC3E}">
        <p14:creationId xmlns:p14="http://schemas.microsoft.com/office/powerpoint/2010/main" val="530907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D0ACE-7F84-1685-3A62-E6D08BC653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CDCD3F-2F51-CE4F-C6EF-269050FBDF79}"/>
              </a:ext>
            </a:extLst>
          </p:cNvPr>
          <p:cNvSpPr>
            <a:spLocks noGrp="1"/>
          </p:cNvSpPr>
          <p:nvPr>
            <p:ph type="title"/>
          </p:nvPr>
        </p:nvSpPr>
        <p:spPr/>
        <p:txBody>
          <a:bodyPr/>
          <a:lstStyle/>
          <a:p>
            <a:r>
              <a:rPr lang="en-US" altLang="ja-JP" dirty="0"/>
              <a:t>1-5.</a:t>
            </a:r>
            <a:r>
              <a:rPr lang="ja-JP" altLang="en-US" dirty="0"/>
              <a:t>改造見積詳細</a:t>
            </a:r>
            <a:endParaRPr kumimoji="1" lang="ja-JP" altLang="en-US" dirty="0"/>
          </a:p>
        </p:txBody>
      </p:sp>
      <p:sp>
        <p:nvSpPr>
          <p:cNvPr id="4" name="AutoShape 3">
            <a:extLst>
              <a:ext uri="{FF2B5EF4-FFF2-40B4-BE49-F238E27FC236}">
                <a16:creationId xmlns:a16="http://schemas.microsoft.com/office/drawing/2014/main" id="{92B8CF0B-CF20-F5FD-C1B2-1394DEE4BD08}"/>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4</a:t>
            </a:r>
            <a:r>
              <a:rPr lang="ja-JP" altLang="en-US" sz="2400" b="1" dirty="0">
                <a:latin typeface="+mn-ea"/>
                <a:cs typeface="メイリオ" pitchFamily="50" charset="-128"/>
              </a:rPr>
              <a:t>．</a:t>
            </a:r>
            <a:r>
              <a:rPr lang="zh-TW" altLang="en-US" sz="2400" b="1" dirty="0">
                <a:latin typeface="+mn-ea"/>
                <a:cs typeface="メイリオ" pitchFamily="50" charset="-128"/>
              </a:rPr>
              <a:t>工事</a:t>
            </a:r>
            <a:r>
              <a:rPr lang="ja-JP" altLang="en-US" sz="2400" b="1" dirty="0">
                <a:latin typeface="+mn-ea"/>
                <a:cs typeface="メイリオ" pitchFamily="50" charset="-128"/>
              </a:rPr>
              <a:t>制約表示</a:t>
            </a:r>
            <a:endParaRPr lang="en-US" altLang="ja-JP" sz="2400" b="1" dirty="0">
              <a:latin typeface="+mn-ea"/>
              <a:cs typeface="メイリオ" pitchFamily="50" charset="-128"/>
            </a:endParaRPr>
          </a:p>
        </p:txBody>
      </p:sp>
      <p:sp>
        <p:nvSpPr>
          <p:cNvPr id="7" name="AutoShape 3">
            <a:extLst>
              <a:ext uri="{FF2B5EF4-FFF2-40B4-BE49-F238E27FC236}">
                <a16:creationId xmlns:a16="http://schemas.microsoft.com/office/drawing/2014/main" id="{A26D0703-1ECC-6653-31B4-2D504215682C}"/>
              </a:ext>
            </a:extLst>
          </p:cNvPr>
          <p:cNvSpPr>
            <a:spLocks noChangeArrowheads="1"/>
          </p:cNvSpPr>
          <p:nvPr/>
        </p:nvSpPr>
        <p:spPr bwMode="auto">
          <a:xfrm>
            <a:off x="560512" y="3044279"/>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5.</a:t>
            </a:r>
            <a:r>
              <a:rPr lang="ja-JP" altLang="en-US" sz="2400" b="1" dirty="0">
                <a:latin typeface="+mn-ea"/>
                <a:cs typeface="メイリオ" pitchFamily="50" charset="-128"/>
              </a:rPr>
              <a:t>ガントチャート背景</a:t>
            </a:r>
            <a:endParaRPr lang="en-US" altLang="ja-JP" sz="2400" b="1" dirty="0">
              <a:latin typeface="+mn-ea"/>
              <a:cs typeface="メイリオ" pitchFamily="50" charset="-128"/>
            </a:endParaRPr>
          </a:p>
        </p:txBody>
      </p:sp>
      <p:graphicFrame>
        <p:nvGraphicFramePr>
          <p:cNvPr id="6" name="オブジェクト 5">
            <a:extLst>
              <a:ext uri="{FF2B5EF4-FFF2-40B4-BE49-F238E27FC236}">
                <a16:creationId xmlns:a16="http://schemas.microsoft.com/office/drawing/2014/main" id="{37B7176F-EC3E-21B6-15E2-748F4DB57BB1}"/>
              </a:ext>
            </a:extLst>
          </p:cNvPr>
          <p:cNvGraphicFramePr>
            <a:graphicFrameLocks noChangeAspect="1"/>
          </p:cNvGraphicFramePr>
          <p:nvPr>
            <p:extLst>
              <p:ext uri="{D42A27DB-BD31-4B8C-83A1-F6EECF244321}">
                <p14:modId xmlns:p14="http://schemas.microsoft.com/office/powerpoint/2010/main" val="1428587315"/>
              </p:ext>
            </p:extLst>
          </p:nvPr>
        </p:nvGraphicFramePr>
        <p:xfrm>
          <a:off x="731007" y="1500770"/>
          <a:ext cx="7823200" cy="984250"/>
        </p:xfrm>
        <a:graphic>
          <a:graphicData uri="http://schemas.openxmlformats.org/presentationml/2006/ole">
            <mc:AlternateContent xmlns:mc="http://schemas.openxmlformats.org/markup-compatibility/2006">
              <mc:Choice xmlns:v="urn:schemas-microsoft-com:vml" Requires="v">
                <p:oleObj name="Worksheet" r:id="rId2" imgW="7823142" imgH="984202" progId="Excel.Sheet.12">
                  <p:embed/>
                </p:oleObj>
              </mc:Choice>
              <mc:Fallback>
                <p:oleObj name="Worksheet" r:id="rId2" imgW="7823142" imgH="984202" progId="Excel.Sheet.12">
                  <p:embed/>
                  <p:pic>
                    <p:nvPicPr>
                      <p:cNvPr id="6" name="オブジェクト 5">
                        <a:extLst>
                          <a:ext uri="{FF2B5EF4-FFF2-40B4-BE49-F238E27FC236}">
                            <a16:creationId xmlns:a16="http://schemas.microsoft.com/office/drawing/2014/main" id="{37B7176F-EC3E-21B6-15E2-748F4DB57BB1}"/>
                          </a:ext>
                        </a:extLst>
                      </p:cNvPr>
                      <p:cNvPicPr/>
                      <p:nvPr/>
                    </p:nvPicPr>
                    <p:blipFill>
                      <a:blip r:embed="rId3"/>
                      <a:stretch>
                        <a:fillRect/>
                      </a:stretch>
                    </p:blipFill>
                    <p:spPr>
                      <a:xfrm>
                        <a:off x="731007" y="1500770"/>
                        <a:ext cx="7823200" cy="984250"/>
                      </a:xfrm>
                      <a:prstGeom prst="rect">
                        <a:avLst/>
                      </a:prstGeom>
                    </p:spPr>
                  </p:pic>
                </p:oleObj>
              </mc:Fallback>
            </mc:AlternateContent>
          </a:graphicData>
        </a:graphic>
      </p:graphicFrame>
      <p:pic>
        <p:nvPicPr>
          <p:cNvPr id="9" name="図 8">
            <a:extLst>
              <a:ext uri="{FF2B5EF4-FFF2-40B4-BE49-F238E27FC236}">
                <a16:creationId xmlns:a16="http://schemas.microsoft.com/office/drawing/2014/main" id="{5D71AD58-E1CC-66A9-13F8-AA24FCBC6AE2}"/>
              </a:ext>
            </a:extLst>
          </p:cNvPr>
          <p:cNvPicPr>
            <a:picLocks noChangeAspect="1"/>
          </p:cNvPicPr>
          <p:nvPr/>
        </p:nvPicPr>
        <p:blipFill>
          <a:blip r:embed="rId4"/>
          <a:stretch>
            <a:fillRect/>
          </a:stretch>
        </p:blipFill>
        <p:spPr>
          <a:xfrm>
            <a:off x="724657" y="3524733"/>
            <a:ext cx="7829550" cy="990600"/>
          </a:xfrm>
          <a:prstGeom prst="rect">
            <a:avLst/>
          </a:prstGeom>
        </p:spPr>
      </p:pic>
    </p:spTree>
    <p:extLst>
      <p:ext uri="{BB962C8B-B14F-4D97-AF65-F5344CB8AC3E}">
        <p14:creationId xmlns:p14="http://schemas.microsoft.com/office/powerpoint/2010/main" val="1583532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B6F1-7A76-7CA1-3A2B-36B42689C11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436464-EBBC-90C5-8510-869395CC0AA5}"/>
              </a:ext>
            </a:extLst>
          </p:cNvPr>
          <p:cNvSpPr>
            <a:spLocks noGrp="1"/>
          </p:cNvSpPr>
          <p:nvPr>
            <p:ph type="title"/>
          </p:nvPr>
        </p:nvSpPr>
        <p:spPr/>
        <p:txBody>
          <a:bodyPr/>
          <a:lstStyle/>
          <a:p>
            <a:r>
              <a:rPr lang="en-US" altLang="ja-JP" dirty="0"/>
              <a:t>2</a:t>
            </a:r>
            <a:r>
              <a:rPr lang="ja-JP" altLang="en-US" dirty="0"/>
              <a:t>．改造要件詳細</a:t>
            </a:r>
          </a:p>
        </p:txBody>
      </p:sp>
    </p:spTree>
    <p:extLst>
      <p:ext uri="{BB962C8B-B14F-4D97-AF65-F5344CB8AC3E}">
        <p14:creationId xmlns:p14="http://schemas.microsoft.com/office/powerpoint/2010/main" val="4048392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41A07-B3B2-5DFE-B7C1-D1EE5D863CA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E2C93400-8470-9BEB-C8B0-7FD18EE96935}"/>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424B14E8-92CE-7768-2A7A-391FFEF9DA61}"/>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１．仮</a:t>
            </a:r>
            <a:r>
              <a:rPr lang="en-US" altLang="ja-JP" sz="2400" b="1" dirty="0">
                <a:latin typeface="+mn-ea"/>
                <a:cs typeface="メイリオ" pitchFamily="50" charset="-128"/>
              </a:rPr>
              <a:t>BT</a:t>
            </a:r>
            <a:r>
              <a:rPr lang="ja-JP" altLang="en-US" sz="2400" b="1" dirty="0">
                <a:latin typeface="+mn-ea"/>
                <a:cs typeface="メイリオ" pitchFamily="50" charset="-128"/>
              </a:rPr>
              <a:t>繰り機能</a:t>
            </a:r>
            <a:endParaRPr lang="en-US" altLang="ja-JP" sz="2400" b="1" dirty="0">
              <a:latin typeface="+mn-ea"/>
              <a:cs typeface="メイリオ" pitchFamily="50" charset="-128"/>
            </a:endParaRPr>
          </a:p>
        </p:txBody>
      </p:sp>
      <p:pic>
        <p:nvPicPr>
          <p:cNvPr id="4" name="図 3">
            <a:extLst>
              <a:ext uri="{FF2B5EF4-FFF2-40B4-BE49-F238E27FC236}">
                <a16:creationId xmlns:a16="http://schemas.microsoft.com/office/drawing/2014/main" id="{24402E82-B22C-10AD-D471-4B7BB9715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242253"/>
            <a:ext cx="7374769" cy="5529475"/>
          </a:xfrm>
          <a:prstGeom prst="rect">
            <a:avLst/>
          </a:prstGeom>
        </p:spPr>
      </p:pic>
    </p:spTree>
    <p:extLst>
      <p:ext uri="{BB962C8B-B14F-4D97-AF65-F5344CB8AC3E}">
        <p14:creationId xmlns:p14="http://schemas.microsoft.com/office/powerpoint/2010/main" val="3986842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A9703-D3BD-E478-C1D1-507D229E08AF}"/>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1DED4497-A2B7-D702-6A1E-50D25CE09B9F}"/>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pic>
        <p:nvPicPr>
          <p:cNvPr id="6" name="図 5">
            <a:extLst>
              <a:ext uri="{FF2B5EF4-FFF2-40B4-BE49-F238E27FC236}">
                <a16:creationId xmlns:a16="http://schemas.microsoft.com/office/drawing/2014/main" id="{E2610284-1461-6E45-1A83-997B83A94096}"/>
              </a:ext>
              <a:ext uri="{147F2762-F138-4A5C-976F-8EAC2B608ADB}">
                <a16:predDERef xmlns:a16="http://schemas.microsoft.com/office/drawing/2014/main" pred="{C9F5D7BD-1802-78C1-51A1-99049FD62774}"/>
              </a:ext>
            </a:extLst>
          </p:cNvPr>
          <p:cNvPicPr>
            <a:picLocks noChangeAspect="1"/>
          </p:cNvPicPr>
          <p:nvPr/>
        </p:nvPicPr>
        <p:blipFill>
          <a:blip r:embed="rId2"/>
          <a:stretch>
            <a:fillRect/>
          </a:stretch>
        </p:blipFill>
        <p:spPr>
          <a:xfrm>
            <a:off x="733953" y="1105784"/>
            <a:ext cx="7012068" cy="4929379"/>
          </a:xfrm>
          <a:prstGeom prst="rect">
            <a:avLst/>
          </a:prstGeom>
        </p:spPr>
      </p:pic>
    </p:spTree>
    <p:extLst>
      <p:ext uri="{BB962C8B-B14F-4D97-AF65-F5344CB8AC3E}">
        <p14:creationId xmlns:p14="http://schemas.microsoft.com/office/powerpoint/2010/main" val="4290057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B15B4C9-36F2-D428-9FE9-35C1AAF4B1C0}"/>
              </a:ext>
            </a:extLst>
          </p:cNvPr>
          <p:cNvSpPr txBox="1"/>
          <p:nvPr/>
        </p:nvSpPr>
        <p:spPr>
          <a:xfrm>
            <a:off x="533400" y="1114426"/>
            <a:ext cx="8986838" cy="2092881"/>
          </a:xfrm>
          <a:prstGeom prst="rect">
            <a:avLst/>
          </a:prstGeom>
          <a:noFill/>
        </p:spPr>
        <p:txBody>
          <a:bodyPr wrap="square" rtlCol="0">
            <a:spAutoFit/>
          </a:bodyPr>
          <a:lstStyle/>
          <a:p>
            <a:r>
              <a:rPr lang="ja-JP" altLang="en-US" b="1" dirty="0"/>
              <a:t>＜開発内容＞</a:t>
            </a:r>
            <a:endParaRPr lang="en-US" altLang="ja-JP" b="1" dirty="0"/>
          </a:p>
          <a:p>
            <a:r>
              <a:rPr lang="en-US" altLang="ja-JP" sz="1400" dirty="0"/>
              <a:t>※</a:t>
            </a:r>
            <a:r>
              <a:rPr lang="ja-JP" altLang="en-US" sz="1400" dirty="0"/>
              <a:t>最適化処理なし</a:t>
            </a:r>
          </a:p>
          <a:p>
            <a:r>
              <a:rPr lang="ja-JP" altLang="en-US" sz="1400" dirty="0"/>
              <a:t>・仮</a:t>
            </a:r>
            <a:r>
              <a:rPr lang="en-US" altLang="ja-JP" sz="1400" dirty="0"/>
              <a:t>BT</a:t>
            </a:r>
            <a:r>
              <a:rPr lang="ja-JP" altLang="en-US" sz="1400" dirty="0"/>
              <a:t>繰り画面の複数日分並列化 </a:t>
            </a:r>
          </a:p>
          <a:p>
            <a:r>
              <a:rPr lang="ja-JP" altLang="en-US" sz="1400" dirty="0"/>
              <a:t>　仮</a:t>
            </a:r>
            <a:r>
              <a:rPr lang="en-US" altLang="ja-JP" sz="1400" dirty="0"/>
              <a:t>BT</a:t>
            </a:r>
            <a:r>
              <a:rPr lang="ja-JP" altLang="en-US" sz="1400" dirty="0"/>
              <a:t>繰りシステムは固定日で確認のみの為、現状別途担当がエクセルで先々の</a:t>
            </a:r>
            <a:r>
              <a:rPr lang="en-US" altLang="ja-JP" sz="1400" dirty="0"/>
              <a:t>BT</a:t>
            </a:r>
            <a:r>
              <a:rPr lang="ja-JP" altLang="en-US" sz="1400" dirty="0"/>
              <a:t>繰り管理を実施している。</a:t>
            </a:r>
            <a:r>
              <a:rPr lang="en-US" altLang="ja-JP" sz="1400" dirty="0"/>
              <a:t>(</a:t>
            </a:r>
            <a:r>
              <a:rPr lang="ja-JP" altLang="en-US" sz="1400" dirty="0"/>
              <a:t>このオーダーを翌日にずらす、このオーダーはキャンセルになる等</a:t>
            </a:r>
            <a:r>
              <a:rPr lang="en-US" altLang="ja-JP" sz="1400" dirty="0"/>
              <a:t>)</a:t>
            </a:r>
          </a:p>
          <a:p>
            <a:r>
              <a:rPr lang="ja-JP" altLang="en-US" sz="1400" dirty="0"/>
              <a:t>　しかし、オーダー変更の都度、オフラス画面を見て手入力して管理しているので非効率。</a:t>
            </a:r>
          </a:p>
          <a:p>
            <a:r>
              <a:rPr lang="ja-JP" altLang="en-US" sz="1400" dirty="0"/>
              <a:t>　仮</a:t>
            </a:r>
            <a:r>
              <a:rPr lang="en-US" altLang="ja-JP" sz="1400" dirty="0"/>
              <a:t>BT</a:t>
            </a:r>
            <a:r>
              <a:rPr lang="ja-JP" altLang="en-US" sz="1400" dirty="0"/>
              <a:t>繰りの機能を複数日分並列化することにより、その手間が省ける。</a:t>
            </a:r>
          </a:p>
          <a:p>
            <a:r>
              <a:rPr lang="ja-JP" altLang="en-US" sz="1400" dirty="0"/>
              <a:t>　開発する際は、エクセルのようなずらしたり、戻したりする手軽さをどうするかが課題になると推測。</a:t>
            </a:r>
          </a:p>
          <a:p>
            <a:endParaRPr kumimoji="1" lang="ja-JP" altLang="en-US" sz="1400" dirty="0"/>
          </a:p>
        </p:txBody>
      </p:sp>
      <p:sp>
        <p:nvSpPr>
          <p:cNvPr id="5" name="テキスト ボックス 4">
            <a:extLst>
              <a:ext uri="{FF2B5EF4-FFF2-40B4-BE49-F238E27FC236}">
                <a16:creationId xmlns:a16="http://schemas.microsoft.com/office/drawing/2014/main" id="{67F1CE1F-F1E8-2210-E927-45E3DEB34B9C}"/>
              </a:ext>
            </a:extLst>
          </p:cNvPr>
          <p:cNvSpPr txBox="1"/>
          <p:nvPr/>
        </p:nvSpPr>
        <p:spPr>
          <a:xfrm>
            <a:off x="533400" y="3333751"/>
            <a:ext cx="8986838" cy="2523768"/>
          </a:xfrm>
          <a:prstGeom prst="rect">
            <a:avLst/>
          </a:prstGeom>
          <a:noFill/>
        </p:spPr>
        <p:txBody>
          <a:bodyPr wrap="square" rtlCol="0">
            <a:spAutoFit/>
          </a:bodyPr>
          <a:lstStyle/>
          <a:p>
            <a:r>
              <a:rPr lang="ja-JP" altLang="en-US" b="1" dirty="0"/>
              <a:t>＜仕様＞</a:t>
            </a:r>
            <a:endParaRPr lang="en-US" altLang="ja-JP" b="1" dirty="0"/>
          </a:p>
          <a:p>
            <a:r>
              <a:rPr lang="ja-JP" altLang="en-US" sz="1400" dirty="0"/>
              <a:t>・表示する期間は</a:t>
            </a:r>
            <a:r>
              <a:rPr lang="en-US" altLang="ja-JP" sz="1400" dirty="0"/>
              <a:t>1</a:t>
            </a:r>
            <a:r>
              <a:rPr lang="ja-JP" altLang="en-US" sz="1400" dirty="0"/>
              <a:t>か月分</a:t>
            </a:r>
          </a:p>
          <a:p>
            <a:r>
              <a:rPr lang="ja-JP" altLang="en-US" sz="1400" dirty="0"/>
              <a:t>・オーダを手動で日付・時間移動できるようにする。移動したオーダが自動で変更されないようにするため最適化（着桟時刻や離桟時刻の計算含む）は不要。</a:t>
            </a:r>
          </a:p>
          <a:p>
            <a:r>
              <a:rPr lang="ja-JP" altLang="en-US" sz="1400" dirty="0"/>
              <a:t>・移動後も最適化はしないけどオーダ変更（日付・数量）は取り込んでほしい。</a:t>
            </a:r>
          </a:p>
          <a:p>
            <a:r>
              <a:rPr lang="ja-JP" altLang="en-US" sz="1400" dirty="0"/>
              <a:t>船名・日付・油種・削除・追加。</a:t>
            </a:r>
          </a:p>
          <a:p>
            <a:r>
              <a:rPr lang="ja-JP" altLang="en-US" sz="1400" dirty="0"/>
              <a:t>・初期を含め最適化処理は不要。</a:t>
            </a:r>
          </a:p>
          <a:p>
            <a:r>
              <a:rPr lang="ja-JP" altLang="en-US" sz="1400" dirty="0"/>
              <a:t>・オフラスの差分オーダは確認できて指定して取り込む機能は必要</a:t>
            </a:r>
          </a:p>
          <a:p>
            <a:r>
              <a:rPr lang="ja-JP" altLang="en-US" sz="1400" dirty="0"/>
              <a:t>・オーダのロック機能は日単位やオーダ単位に必要</a:t>
            </a:r>
          </a:p>
          <a:p>
            <a:r>
              <a:rPr lang="ja-JP" altLang="en-US" sz="1400" dirty="0"/>
              <a:t>・メモ欄は画面で入力した内容が表示されるようにする</a:t>
            </a:r>
          </a:p>
          <a:p>
            <a:r>
              <a:rPr lang="ja-JP" altLang="en-US" sz="1400" dirty="0"/>
              <a:t>・初期オーダは自動でオフラスから</a:t>
            </a:r>
            <a:r>
              <a:rPr lang="en-US" altLang="ja-JP" sz="1400" dirty="0"/>
              <a:t>15</a:t>
            </a:r>
            <a:r>
              <a:rPr lang="ja-JP" altLang="en-US" sz="1400" dirty="0"/>
              <a:t>分毎に取り込み</a:t>
            </a:r>
            <a:r>
              <a:rPr lang="en-US" altLang="ja-JP" sz="1400" dirty="0"/>
              <a:t>NA</a:t>
            </a:r>
            <a:r>
              <a:rPr lang="ja-JP" altLang="en-US" sz="1400" dirty="0"/>
              <a:t>に表示</a:t>
            </a:r>
            <a:endParaRPr kumimoji="1" lang="ja-JP" altLang="en-US" sz="1400" dirty="0"/>
          </a:p>
        </p:txBody>
      </p:sp>
      <p:sp>
        <p:nvSpPr>
          <p:cNvPr id="6" name="タイトル 1">
            <a:extLst>
              <a:ext uri="{FF2B5EF4-FFF2-40B4-BE49-F238E27FC236}">
                <a16:creationId xmlns:a16="http://schemas.microsoft.com/office/drawing/2014/main" id="{0652FD42-0B80-F1A8-F123-C8C35B2A6973}"/>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612615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6933E-F90F-0F58-EDEE-65EBD6EEC448}"/>
            </a:ext>
          </a:extLst>
        </p:cNvPr>
        <p:cNvGrpSpPr/>
        <p:nvPr/>
      </p:nvGrpSpPr>
      <p:grpSpPr>
        <a:xfrm>
          <a:off x="0" y="0"/>
          <a:ext cx="0" cy="0"/>
          <a:chOff x="0" y="0"/>
          <a:chExt cx="0" cy="0"/>
        </a:xfrm>
      </p:grpSpPr>
      <p:sp>
        <p:nvSpPr>
          <p:cNvPr id="6" name="タイトル 1">
            <a:extLst>
              <a:ext uri="{FF2B5EF4-FFF2-40B4-BE49-F238E27FC236}">
                <a16:creationId xmlns:a16="http://schemas.microsoft.com/office/drawing/2014/main" id="{8355CFC8-40AC-9F48-79B5-95EAED0A0514}"/>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2" name="テキスト ボックス 1">
            <a:extLst>
              <a:ext uri="{FF2B5EF4-FFF2-40B4-BE49-F238E27FC236}">
                <a16:creationId xmlns:a16="http://schemas.microsoft.com/office/drawing/2014/main" id="{2217F271-DF03-67C3-592E-F209E1588FC7}"/>
              </a:ext>
            </a:extLst>
          </p:cNvPr>
          <p:cNvSpPr txBox="1"/>
          <p:nvPr/>
        </p:nvSpPr>
        <p:spPr>
          <a:xfrm>
            <a:off x="533400" y="1114426"/>
            <a:ext cx="8986838" cy="4247317"/>
          </a:xfrm>
          <a:prstGeom prst="rect">
            <a:avLst/>
          </a:prstGeom>
          <a:noFill/>
        </p:spPr>
        <p:txBody>
          <a:bodyPr wrap="square" rtlCol="0">
            <a:spAutoFit/>
          </a:bodyPr>
          <a:lstStyle/>
          <a:p>
            <a:r>
              <a:rPr lang="ja-JP" altLang="en-US" b="1" dirty="0"/>
              <a:t>＜条件＞</a:t>
            </a:r>
            <a:endParaRPr lang="en-US" altLang="ja-JP" b="1" dirty="0"/>
          </a:p>
          <a:p>
            <a:r>
              <a:rPr lang="ja-JP" altLang="en-US" sz="1400" dirty="0"/>
              <a:t>○オーダーの更新周期は</a:t>
            </a:r>
            <a:r>
              <a:rPr lang="en-US" altLang="ja-JP" sz="1400" dirty="0"/>
              <a:t>15</a:t>
            </a:r>
            <a:r>
              <a:rPr lang="ja-JP" altLang="en-US" sz="1400" dirty="0"/>
              <a:t>分毎</a:t>
            </a:r>
          </a:p>
          <a:p>
            <a:endParaRPr lang="ja-JP" altLang="en-US" sz="1400" dirty="0"/>
          </a:p>
          <a:p>
            <a:r>
              <a:rPr lang="ja-JP" altLang="en-US" sz="1400" dirty="0"/>
              <a:t>○更新時以下条件のオーダーは</a:t>
            </a:r>
            <a:r>
              <a:rPr lang="en-US" altLang="ja-JP" sz="1400" dirty="0"/>
              <a:t>N/A</a:t>
            </a:r>
            <a:r>
              <a:rPr lang="ja-JP" altLang="en-US" sz="1400" dirty="0"/>
              <a:t>に表示する</a:t>
            </a:r>
          </a:p>
          <a:p>
            <a:r>
              <a:rPr lang="ja-JP" altLang="en-US" sz="1400" dirty="0"/>
              <a:t>　・荷役日が変更になる場合（オーダー管理</a:t>
            </a:r>
            <a:r>
              <a:rPr lang="en-US" altLang="ja-JP" sz="1400" dirty="0"/>
              <a:t>No</a:t>
            </a:r>
            <a:r>
              <a:rPr lang="ja-JP" altLang="en-US" sz="1400" dirty="0"/>
              <a:t>で判別）</a:t>
            </a:r>
          </a:p>
          <a:p>
            <a:r>
              <a:rPr lang="ja-JP" altLang="en-US" sz="1400" dirty="0"/>
              <a:t>　・船名変更で指定していたバースで荷役ができない場合（オーダー管理</a:t>
            </a:r>
            <a:r>
              <a:rPr lang="en-US" altLang="ja-JP" sz="1400" dirty="0"/>
              <a:t>No</a:t>
            </a:r>
            <a:r>
              <a:rPr lang="ja-JP" altLang="en-US" sz="1400" dirty="0"/>
              <a:t>で判別）</a:t>
            </a:r>
          </a:p>
          <a:p>
            <a:r>
              <a:rPr lang="ja-JP" altLang="en-US" sz="1400" dirty="0"/>
              <a:t>　・油種変更で指定していたバースで荷役ができない場合（オーダー管理</a:t>
            </a:r>
            <a:r>
              <a:rPr lang="en-US" altLang="ja-JP" sz="1400" dirty="0"/>
              <a:t>No</a:t>
            </a:r>
            <a:r>
              <a:rPr lang="ja-JP" altLang="en-US" sz="1400" dirty="0"/>
              <a:t>で判別）</a:t>
            </a:r>
          </a:p>
          <a:p>
            <a:r>
              <a:rPr lang="ja-JP" altLang="en-US" sz="1400" dirty="0"/>
              <a:t>　・新規で取り込まれるオーダー</a:t>
            </a:r>
          </a:p>
          <a:p>
            <a:endParaRPr lang="ja-JP" altLang="en-US" sz="1400" dirty="0"/>
          </a:p>
          <a:p>
            <a:r>
              <a:rPr lang="ja-JP" altLang="en-US" sz="1400" dirty="0"/>
              <a:t>○更新時上記の変更に該当しないオーダーは更新後も同じバースに表示する（オーダー管理</a:t>
            </a:r>
            <a:r>
              <a:rPr lang="en-US" altLang="ja-JP" sz="1400" dirty="0"/>
              <a:t>No</a:t>
            </a:r>
            <a:r>
              <a:rPr lang="ja-JP" altLang="en-US" sz="1400" dirty="0"/>
              <a:t>で判別）</a:t>
            </a:r>
          </a:p>
          <a:p>
            <a:endParaRPr lang="ja-JP" altLang="en-US" sz="1400" dirty="0"/>
          </a:p>
          <a:p>
            <a:r>
              <a:rPr lang="ja-JP" altLang="en-US" sz="1400" dirty="0"/>
              <a:t>○メモ欄の記載内容と手入力オーダーは、更新しない</a:t>
            </a:r>
          </a:p>
          <a:p>
            <a:r>
              <a:rPr lang="ja-JP" altLang="en-US" sz="1400" dirty="0"/>
              <a:t>　</a:t>
            </a:r>
            <a:r>
              <a:rPr lang="en-US" altLang="ja-JP" sz="1400" dirty="0"/>
              <a:t>※</a:t>
            </a:r>
            <a:r>
              <a:rPr lang="ja-JP" altLang="en-US" sz="1400" dirty="0"/>
              <a:t>手入力オーダーはオフラスから取り込んだオーダーと判別できるようにする</a:t>
            </a:r>
          </a:p>
          <a:p>
            <a:endParaRPr lang="ja-JP" altLang="en-US" sz="1400" dirty="0"/>
          </a:p>
          <a:p>
            <a:r>
              <a:rPr lang="ja-JP" altLang="en-US" sz="1400" dirty="0"/>
              <a:t>○オフラスから取り込み、編集したオーダーについては「本決定」状態のように</a:t>
            </a:r>
          </a:p>
          <a:p>
            <a:r>
              <a:rPr lang="ja-JP" altLang="en-US" sz="1400" dirty="0"/>
              <a:t>　オーダー更新されないロックをかける機能をつける</a:t>
            </a:r>
          </a:p>
          <a:p>
            <a:r>
              <a:rPr lang="ja-JP" altLang="en-US" sz="1400" dirty="0"/>
              <a:t>　</a:t>
            </a:r>
            <a:r>
              <a:rPr lang="en-US" altLang="ja-JP" sz="1400" dirty="0"/>
              <a:t>※</a:t>
            </a:r>
            <a:r>
              <a:rPr lang="ja-JP" altLang="en-US" sz="1400" dirty="0"/>
              <a:t>更新時オーダー管理</a:t>
            </a:r>
            <a:r>
              <a:rPr lang="en-US" altLang="ja-JP" sz="1400" dirty="0"/>
              <a:t>No</a:t>
            </a:r>
            <a:r>
              <a:rPr lang="ja-JP" altLang="en-US" sz="1400" dirty="0"/>
              <a:t>で更新が取り込まれていないことは、色等で判別できるようにする</a:t>
            </a:r>
          </a:p>
          <a:p>
            <a:r>
              <a:rPr lang="ja-JP" altLang="en-US" sz="1400" dirty="0"/>
              <a:t>　</a:t>
            </a:r>
            <a:r>
              <a:rPr lang="en-US" altLang="ja-JP" sz="1400" dirty="0"/>
              <a:t>※</a:t>
            </a:r>
            <a:r>
              <a:rPr lang="ja-JP" altLang="en-US" sz="1400" dirty="0"/>
              <a:t>オーダー単位で「本決定」→「仮決定」のようにオーダー更新がされる状態にもどすことができる</a:t>
            </a:r>
          </a:p>
          <a:p>
            <a:endParaRPr kumimoji="1" lang="ja-JP" altLang="en-US" sz="1400" dirty="0"/>
          </a:p>
        </p:txBody>
      </p:sp>
    </p:spTree>
    <p:extLst>
      <p:ext uri="{BB962C8B-B14F-4D97-AF65-F5344CB8AC3E}">
        <p14:creationId xmlns:p14="http://schemas.microsoft.com/office/powerpoint/2010/main" val="1557393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D3C3E5C3-98F4-129A-A332-93AE3E20B8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504" y="1293441"/>
            <a:ext cx="6705156" cy="5043443"/>
          </a:xfrm>
          <a:prstGeom prst="rect">
            <a:avLst/>
          </a:prstGeom>
        </p:spPr>
      </p:pic>
      <p:sp>
        <p:nvSpPr>
          <p:cNvPr id="4" name="タイトル 1">
            <a:extLst>
              <a:ext uri="{FF2B5EF4-FFF2-40B4-BE49-F238E27FC236}">
                <a16:creationId xmlns:a16="http://schemas.microsoft.com/office/drawing/2014/main" id="{16DD9284-F3E2-C28A-4D75-41877DCFE663}"/>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0A0E0191-9CC2-69A0-42A7-57945B091D23}"/>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２．船マスタ機能</a:t>
            </a:r>
            <a:endParaRPr lang="en-US" altLang="ja-JP" sz="2400" b="1" dirty="0">
              <a:latin typeface="+mn-ea"/>
              <a:cs typeface="メイリオ" pitchFamily="50" charset="-128"/>
            </a:endParaRPr>
          </a:p>
        </p:txBody>
      </p:sp>
      <p:sp>
        <p:nvSpPr>
          <p:cNvPr id="7" name="四角形: 角を丸くする 6">
            <a:extLst>
              <a:ext uri="{FF2B5EF4-FFF2-40B4-BE49-F238E27FC236}">
                <a16:creationId xmlns:a16="http://schemas.microsoft.com/office/drawing/2014/main" id="{9190552A-94C9-98D1-7B1C-D2F7AC198818}"/>
              </a:ext>
            </a:extLst>
          </p:cNvPr>
          <p:cNvSpPr/>
          <p:nvPr/>
        </p:nvSpPr>
        <p:spPr bwMode="auto">
          <a:xfrm>
            <a:off x="7247943" y="4373927"/>
            <a:ext cx="2353257" cy="196295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表示場所</a:t>
            </a:r>
            <a:endParaRPr lang="en-US" altLang="ja-JP" sz="900" dirty="0">
              <a:solidFill>
                <a:srgbClr val="4D4D4D"/>
              </a:solidFill>
              <a:latin typeface="メイリオ" pitchFamily="50" charset="-128"/>
              <a:ea typeface="メイリオ" pitchFamily="50" charset="-128"/>
              <a:cs typeface="メイリオ" pitchFamily="50" charset="-128"/>
            </a:endParaRPr>
          </a:p>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１．船情報画面に追加</a:t>
            </a:r>
          </a:p>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２．バース繰りパラメータ画面に上記船情報画面のボタン追加して表示できるように</a:t>
            </a:r>
          </a:p>
          <a:p>
            <a:pPr algn="just">
              <a:lnSpc>
                <a:spcPct val="140000"/>
              </a:lnSpc>
              <a:spcBef>
                <a:spcPct val="0"/>
              </a:spcBef>
              <a:spcAft>
                <a:spcPts val="600"/>
              </a:spcAft>
            </a:pPr>
            <a:r>
              <a:rPr lang="ja-JP" altLang="en-US" sz="900" dirty="0">
                <a:solidFill>
                  <a:schemeClr val="tx2"/>
                </a:solidFill>
                <a:latin typeface="メイリオ" pitchFamily="50" charset="-128"/>
                <a:ea typeface="メイリオ" pitchFamily="50" charset="-128"/>
                <a:cs typeface="メイリオ" pitchFamily="50" charset="-128"/>
              </a:rPr>
              <a:t>３．オーダリスト画面の船名にマウスオーバー時</a:t>
            </a:r>
            <a:endParaRPr kumimoji="1" lang="ja-JP" altLang="en-US" sz="900" dirty="0">
              <a:solidFill>
                <a:schemeClr val="tx2"/>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352352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52E7FFB3-08F2-86DA-1D97-4B42CF442388}"/>
              </a:ext>
            </a:extLst>
          </p:cNvPr>
          <p:cNvSpPr/>
          <p:nvPr/>
        </p:nvSpPr>
        <p:spPr bwMode="auto">
          <a:xfrm>
            <a:off x="342900" y="774367"/>
            <a:ext cx="1752600" cy="575343"/>
          </a:xfrm>
          <a:prstGeom prst="roundRect">
            <a:avLst/>
          </a:prstGeom>
          <a:solidFill>
            <a:schemeClr val="tx2"/>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ctr">
              <a:lnSpc>
                <a:spcPct val="140000"/>
              </a:lnSpc>
              <a:spcBef>
                <a:spcPct val="0"/>
              </a:spcBef>
              <a:spcAft>
                <a:spcPts val="600"/>
              </a:spcAft>
            </a:pPr>
            <a:r>
              <a:rPr kumimoji="1" lang="ja-JP" altLang="en-US" sz="1600" dirty="0">
                <a:solidFill>
                  <a:schemeClr val="bg1"/>
                </a:solidFill>
                <a:latin typeface="メイリオ" pitchFamily="50" charset="-128"/>
                <a:ea typeface="メイリオ" pitchFamily="50" charset="-128"/>
                <a:cs typeface="メイリオ" pitchFamily="50" charset="-128"/>
              </a:rPr>
              <a:t>愛知版</a:t>
            </a:r>
          </a:p>
        </p:txBody>
      </p:sp>
      <p:pic>
        <p:nvPicPr>
          <p:cNvPr id="5" name="図 4">
            <a:extLst>
              <a:ext uri="{FF2B5EF4-FFF2-40B4-BE49-F238E27FC236}">
                <a16:creationId xmlns:a16="http://schemas.microsoft.com/office/drawing/2014/main" id="{AE323CFC-20A1-E2B7-796E-3124304B9D76}"/>
              </a:ext>
            </a:extLst>
          </p:cNvPr>
          <p:cNvPicPr>
            <a:picLocks noChangeAspect="1"/>
          </p:cNvPicPr>
          <p:nvPr/>
        </p:nvPicPr>
        <p:blipFill>
          <a:blip r:embed="rId2"/>
          <a:stretch>
            <a:fillRect/>
          </a:stretch>
        </p:blipFill>
        <p:spPr>
          <a:xfrm>
            <a:off x="342900" y="3056622"/>
            <a:ext cx="6086475" cy="3488205"/>
          </a:xfrm>
          <a:prstGeom prst="rect">
            <a:avLst/>
          </a:prstGeom>
        </p:spPr>
      </p:pic>
      <p:pic>
        <p:nvPicPr>
          <p:cNvPr id="6" name="図 5">
            <a:extLst>
              <a:ext uri="{FF2B5EF4-FFF2-40B4-BE49-F238E27FC236}">
                <a16:creationId xmlns:a16="http://schemas.microsoft.com/office/drawing/2014/main" id="{A7BBF569-24E4-EC84-BFFA-14362C83BD59}"/>
              </a:ext>
            </a:extLst>
          </p:cNvPr>
          <p:cNvPicPr>
            <a:picLocks noChangeAspect="1"/>
          </p:cNvPicPr>
          <p:nvPr/>
        </p:nvPicPr>
        <p:blipFill>
          <a:blip r:embed="rId3"/>
          <a:stretch>
            <a:fillRect/>
          </a:stretch>
        </p:blipFill>
        <p:spPr>
          <a:xfrm>
            <a:off x="342900" y="1376441"/>
            <a:ext cx="3681412" cy="1548598"/>
          </a:xfrm>
          <a:prstGeom prst="rect">
            <a:avLst/>
          </a:prstGeom>
        </p:spPr>
      </p:pic>
      <p:pic>
        <p:nvPicPr>
          <p:cNvPr id="7" name="図 6">
            <a:extLst>
              <a:ext uri="{FF2B5EF4-FFF2-40B4-BE49-F238E27FC236}">
                <a16:creationId xmlns:a16="http://schemas.microsoft.com/office/drawing/2014/main" id="{1AABFE3E-BF8E-28AC-9B7E-F191F60DD544}"/>
              </a:ext>
            </a:extLst>
          </p:cNvPr>
          <p:cNvPicPr>
            <a:picLocks noChangeAspect="1"/>
          </p:cNvPicPr>
          <p:nvPr/>
        </p:nvPicPr>
        <p:blipFill>
          <a:blip r:embed="rId4"/>
          <a:srcRect l="22572"/>
          <a:stretch>
            <a:fillRect/>
          </a:stretch>
        </p:blipFill>
        <p:spPr>
          <a:xfrm>
            <a:off x="4024312" y="1632811"/>
            <a:ext cx="4110038" cy="1291775"/>
          </a:xfrm>
          <a:prstGeom prst="rect">
            <a:avLst/>
          </a:prstGeom>
        </p:spPr>
      </p:pic>
      <p:sp>
        <p:nvSpPr>
          <p:cNvPr id="8" name="正方形/長方形 7">
            <a:extLst>
              <a:ext uri="{FF2B5EF4-FFF2-40B4-BE49-F238E27FC236}">
                <a16:creationId xmlns:a16="http://schemas.microsoft.com/office/drawing/2014/main" id="{D6B59F29-AD5B-14C9-9D3B-B1B88855E608}"/>
              </a:ext>
            </a:extLst>
          </p:cNvPr>
          <p:cNvSpPr/>
          <p:nvPr/>
        </p:nvSpPr>
        <p:spPr bwMode="auto">
          <a:xfrm>
            <a:off x="6629400" y="1690688"/>
            <a:ext cx="1390650" cy="1233898"/>
          </a:xfrm>
          <a:prstGeom prst="rect">
            <a:avLst/>
          </a:prstGeom>
          <a:no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cxnSp>
        <p:nvCxnSpPr>
          <p:cNvPr id="9" name="コネクタ: カギ線 8">
            <a:extLst>
              <a:ext uri="{FF2B5EF4-FFF2-40B4-BE49-F238E27FC236}">
                <a16:creationId xmlns:a16="http://schemas.microsoft.com/office/drawing/2014/main" id="{00869148-849D-DFF4-0ADE-FECA605D6DFC}"/>
              </a:ext>
            </a:extLst>
          </p:cNvPr>
          <p:cNvCxnSpPr>
            <a:cxnSpLocks/>
            <a:stCxn id="8" idx="2"/>
            <a:endCxn id="10" idx="3"/>
          </p:cNvCxnSpPr>
          <p:nvPr/>
        </p:nvCxnSpPr>
        <p:spPr>
          <a:xfrm rot="5400000">
            <a:off x="5878901" y="3303610"/>
            <a:ext cx="1824848" cy="1066800"/>
          </a:xfrm>
          <a:prstGeom prst="bentConnector2">
            <a:avLst/>
          </a:prstGeom>
          <a:ln w="19050"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0" name="正方形/長方形 9">
            <a:extLst>
              <a:ext uri="{FF2B5EF4-FFF2-40B4-BE49-F238E27FC236}">
                <a16:creationId xmlns:a16="http://schemas.microsoft.com/office/drawing/2014/main" id="{983F12B5-05EA-EDAA-EAAB-78D4D0F49316}"/>
              </a:ext>
            </a:extLst>
          </p:cNvPr>
          <p:cNvSpPr/>
          <p:nvPr/>
        </p:nvSpPr>
        <p:spPr bwMode="auto">
          <a:xfrm>
            <a:off x="5486401" y="3245705"/>
            <a:ext cx="771524" cy="3007457"/>
          </a:xfrm>
          <a:prstGeom prst="rect">
            <a:avLst/>
          </a:prstGeom>
          <a:no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1" name="吹き出し: 線 10">
            <a:extLst>
              <a:ext uri="{FF2B5EF4-FFF2-40B4-BE49-F238E27FC236}">
                <a16:creationId xmlns:a16="http://schemas.microsoft.com/office/drawing/2014/main" id="{F5C5F7FB-8BEA-EF9C-B92C-3B65E6092048}"/>
              </a:ext>
            </a:extLst>
          </p:cNvPr>
          <p:cNvSpPr/>
          <p:nvPr/>
        </p:nvSpPr>
        <p:spPr bwMode="auto">
          <a:xfrm>
            <a:off x="7572376" y="4876717"/>
            <a:ext cx="1628774" cy="419994"/>
          </a:xfrm>
          <a:prstGeom prst="borderCallout1">
            <a:avLst>
              <a:gd name="adj1" fmla="val 18750"/>
              <a:gd name="adj2" fmla="val -8333"/>
              <a:gd name="adj3" fmla="val -32485"/>
              <a:gd name="adj4" fmla="val -16204"/>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kumimoji="1" lang="ja-JP" altLang="en-US" sz="1100" dirty="0">
                <a:solidFill>
                  <a:srgbClr val="4D4D4D"/>
                </a:solidFill>
                <a:latin typeface="メイリオ" pitchFamily="50" charset="-128"/>
                <a:ea typeface="メイリオ" pitchFamily="50" charset="-128"/>
                <a:cs typeface="メイリオ" pitchFamily="50" charset="-128"/>
              </a:rPr>
              <a:t>変更すると連動する</a:t>
            </a:r>
          </a:p>
        </p:txBody>
      </p:sp>
      <p:sp>
        <p:nvSpPr>
          <p:cNvPr id="12" name="タイトル 1">
            <a:extLst>
              <a:ext uri="{FF2B5EF4-FFF2-40B4-BE49-F238E27FC236}">
                <a16:creationId xmlns:a16="http://schemas.microsoft.com/office/drawing/2014/main" id="{347534ED-F94F-02DA-141B-900B95D3B485}"/>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3253993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366AA-1614-A70E-E9C6-7CE418D00585}"/>
            </a:ext>
          </a:extLst>
        </p:cNvPr>
        <p:cNvGrpSpPr/>
        <p:nvPr/>
      </p:nvGrpSpPr>
      <p:grpSpPr>
        <a:xfrm>
          <a:off x="0" y="0"/>
          <a:ext cx="0" cy="0"/>
          <a:chOff x="0" y="0"/>
          <a:chExt cx="0" cy="0"/>
        </a:xfrm>
      </p:grpSpPr>
      <p:sp>
        <p:nvSpPr>
          <p:cNvPr id="12" name="タイトル 1">
            <a:extLst>
              <a:ext uri="{FF2B5EF4-FFF2-40B4-BE49-F238E27FC236}">
                <a16:creationId xmlns:a16="http://schemas.microsoft.com/office/drawing/2014/main" id="{686687DF-11F5-65C0-C66E-77B1F41EE95D}"/>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2" name="テキスト ボックス 1">
            <a:extLst>
              <a:ext uri="{FF2B5EF4-FFF2-40B4-BE49-F238E27FC236}">
                <a16:creationId xmlns:a16="http://schemas.microsoft.com/office/drawing/2014/main" id="{71D0FC0F-7B3A-CB07-E41A-6A632AB285FC}"/>
              </a:ext>
            </a:extLst>
          </p:cNvPr>
          <p:cNvSpPr txBox="1"/>
          <p:nvPr/>
        </p:nvSpPr>
        <p:spPr>
          <a:xfrm>
            <a:off x="533400" y="1114426"/>
            <a:ext cx="8986838" cy="1446550"/>
          </a:xfrm>
          <a:prstGeom prst="rect">
            <a:avLst/>
          </a:prstGeom>
          <a:noFill/>
        </p:spPr>
        <p:txBody>
          <a:bodyPr wrap="square" rtlCol="0">
            <a:spAutoFit/>
          </a:bodyPr>
          <a:lstStyle/>
          <a:p>
            <a:r>
              <a:rPr lang="ja-JP" altLang="en-US" b="1" dirty="0"/>
              <a:t>＜開発内容＞</a:t>
            </a:r>
            <a:endParaRPr lang="en-US" altLang="ja-JP" b="1" dirty="0"/>
          </a:p>
          <a:p>
            <a:r>
              <a:rPr lang="en-US" altLang="ja-JP" sz="1400" dirty="0"/>
              <a:t>※</a:t>
            </a:r>
            <a:r>
              <a:rPr lang="ja-JP" altLang="en-US" sz="1400" dirty="0"/>
              <a:t>最適化処理なし</a:t>
            </a:r>
          </a:p>
          <a:p>
            <a:r>
              <a:rPr lang="ja-JP" altLang="en-US" sz="1400" dirty="0"/>
              <a:t>・船マスタへの備考欄追加</a:t>
            </a:r>
          </a:p>
          <a:p>
            <a:r>
              <a:rPr lang="ja-JP" altLang="en-US" sz="1400" dirty="0"/>
              <a:t>　オフラスや通常のマスタでは管理できない、船固有の特記等を記載できる。　　</a:t>
            </a:r>
          </a:p>
          <a:p>
            <a:r>
              <a:rPr lang="ja-JP" altLang="en-US" sz="1400" dirty="0"/>
              <a:t>　現状、船や代理店に毎回確認したりしている為、その手間が省ける。</a:t>
            </a:r>
          </a:p>
          <a:p>
            <a:r>
              <a:rPr lang="ja-JP" altLang="en-US" sz="1400" dirty="0"/>
              <a:t>　（</a:t>
            </a:r>
            <a:r>
              <a:rPr lang="en-US" altLang="ja-JP" sz="1400" dirty="0"/>
              <a:t>2JT</a:t>
            </a:r>
            <a:r>
              <a:rPr lang="ja-JP" altLang="en-US" sz="1400" dirty="0"/>
              <a:t>で灯油・ガソリン合積み可、</a:t>
            </a:r>
            <a:r>
              <a:rPr lang="en-US" altLang="ja-JP" sz="1400" dirty="0"/>
              <a:t>5BT</a:t>
            </a:r>
            <a:r>
              <a:rPr lang="ja-JP" altLang="en-US" sz="1400" dirty="0"/>
              <a:t>着桟可否、レジューサー使用による着桟</a:t>
            </a:r>
            <a:r>
              <a:rPr lang="en-US" altLang="ja-JP" sz="1400" dirty="0"/>
              <a:t>BT</a:t>
            </a:r>
            <a:r>
              <a:rPr lang="ja-JP" altLang="en-US" sz="1400" dirty="0"/>
              <a:t>制約有無　など）</a:t>
            </a:r>
            <a:endParaRPr kumimoji="1" lang="ja-JP" altLang="en-US" sz="1400" dirty="0"/>
          </a:p>
        </p:txBody>
      </p:sp>
      <p:sp>
        <p:nvSpPr>
          <p:cNvPr id="13" name="テキスト ボックス 12">
            <a:extLst>
              <a:ext uri="{FF2B5EF4-FFF2-40B4-BE49-F238E27FC236}">
                <a16:creationId xmlns:a16="http://schemas.microsoft.com/office/drawing/2014/main" id="{0E0462B0-DB08-A698-568A-CE5976E8F5ED}"/>
              </a:ext>
            </a:extLst>
          </p:cNvPr>
          <p:cNvSpPr txBox="1"/>
          <p:nvPr/>
        </p:nvSpPr>
        <p:spPr>
          <a:xfrm>
            <a:off x="533400" y="3333751"/>
            <a:ext cx="8986838" cy="1446550"/>
          </a:xfrm>
          <a:prstGeom prst="rect">
            <a:avLst/>
          </a:prstGeom>
          <a:noFill/>
        </p:spPr>
        <p:txBody>
          <a:bodyPr wrap="square" rtlCol="0">
            <a:spAutoFit/>
          </a:bodyPr>
          <a:lstStyle/>
          <a:p>
            <a:r>
              <a:rPr lang="ja-JP" altLang="en-US" b="1" dirty="0"/>
              <a:t>＜仕様＞</a:t>
            </a:r>
            <a:endParaRPr lang="en-US" altLang="ja-JP" b="1" dirty="0"/>
          </a:p>
          <a:p>
            <a:r>
              <a:rPr lang="ja-JP" altLang="en-US" sz="1400" dirty="0"/>
              <a:t>・桁数は最大全角</a:t>
            </a:r>
            <a:r>
              <a:rPr lang="en-US" altLang="ja-JP" sz="1400" dirty="0"/>
              <a:t>50</a:t>
            </a:r>
            <a:r>
              <a:rPr lang="ja-JP" altLang="en-US" sz="1400" dirty="0"/>
              <a:t>文字</a:t>
            </a:r>
          </a:p>
          <a:p>
            <a:r>
              <a:rPr lang="ja-JP" altLang="en-US" sz="1400" dirty="0"/>
              <a:t>・備考情報の表示は以下の場所</a:t>
            </a:r>
          </a:p>
          <a:p>
            <a:r>
              <a:rPr lang="ja-JP" altLang="en-US" sz="1400" dirty="0"/>
              <a:t>１．船情報画面に追加</a:t>
            </a:r>
          </a:p>
          <a:p>
            <a:r>
              <a:rPr lang="ja-JP" altLang="en-US" sz="1400" dirty="0"/>
              <a:t>２．バース繰りパラメータ画面に上記船情報画面のボタン追加して表示できるように</a:t>
            </a:r>
          </a:p>
          <a:p>
            <a:r>
              <a:rPr lang="ja-JP" altLang="en-US" sz="1400" dirty="0"/>
              <a:t>３．オーダリスト画面の船名にマウスオーバー時</a:t>
            </a:r>
            <a:endParaRPr kumimoji="1" lang="ja-JP" altLang="en-US" sz="1400" dirty="0"/>
          </a:p>
        </p:txBody>
      </p:sp>
    </p:spTree>
    <p:extLst>
      <p:ext uri="{BB962C8B-B14F-4D97-AF65-F5344CB8AC3E}">
        <p14:creationId xmlns:p14="http://schemas.microsoft.com/office/powerpoint/2010/main" val="2687985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274CE641-FC41-124E-3083-CF9484AFD965}"/>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96DD20A9-D715-5AF7-3130-7A238337ACBF}"/>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3</a:t>
            </a:r>
            <a:r>
              <a:rPr lang="ja-JP" altLang="en-US" sz="2400" b="1" dirty="0">
                <a:latin typeface="+mn-ea"/>
                <a:cs typeface="メイリオ" pitchFamily="50" charset="-128"/>
              </a:rPr>
              <a:t>．ガントチャートメンテナンス機能</a:t>
            </a:r>
            <a:endParaRPr lang="en-US" altLang="ja-JP" sz="2400" b="1" dirty="0">
              <a:latin typeface="+mn-ea"/>
              <a:cs typeface="メイリオ" pitchFamily="50" charset="-128"/>
            </a:endParaRPr>
          </a:p>
        </p:txBody>
      </p:sp>
      <p:pic>
        <p:nvPicPr>
          <p:cNvPr id="7" name="図 6">
            <a:extLst>
              <a:ext uri="{FF2B5EF4-FFF2-40B4-BE49-F238E27FC236}">
                <a16:creationId xmlns:a16="http://schemas.microsoft.com/office/drawing/2014/main" id="{D30E3DD3-7A48-ECA4-2A5C-9964AFC03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994" y="1293441"/>
            <a:ext cx="7404881" cy="5550452"/>
          </a:xfrm>
          <a:prstGeom prst="rect">
            <a:avLst/>
          </a:prstGeom>
        </p:spPr>
      </p:pic>
    </p:spTree>
    <p:extLst>
      <p:ext uri="{BB962C8B-B14F-4D97-AF65-F5344CB8AC3E}">
        <p14:creationId xmlns:p14="http://schemas.microsoft.com/office/powerpoint/2010/main" val="3755675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23035DA-F25C-345F-84DF-4FE3E944BCF7}"/>
              </a:ext>
            </a:extLst>
          </p:cNvPr>
          <p:cNvSpPr txBox="1"/>
          <p:nvPr/>
        </p:nvSpPr>
        <p:spPr>
          <a:xfrm>
            <a:off x="533400" y="1114426"/>
            <a:ext cx="8986838" cy="1661993"/>
          </a:xfrm>
          <a:prstGeom prst="rect">
            <a:avLst/>
          </a:prstGeom>
          <a:noFill/>
        </p:spPr>
        <p:txBody>
          <a:bodyPr wrap="square" rtlCol="0">
            <a:spAutoFit/>
          </a:bodyPr>
          <a:lstStyle/>
          <a:p>
            <a:r>
              <a:rPr lang="ja-JP" altLang="en-US" b="1" dirty="0"/>
              <a:t>＜開発内容＞</a:t>
            </a:r>
            <a:endParaRPr lang="en-US" altLang="ja-JP" b="1" dirty="0"/>
          </a:p>
          <a:p>
            <a:r>
              <a:rPr lang="ja-JP" altLang="en-US" sz="1400" dirty="0"/>
              <a:t>・手動ガントチャート作成機能 </a:t>
            </a:r>
          </a:p>
          <a:p>
            <a:r>
              <a:rPr lang="ja-JP" altLang="en-US" sz="1400" dirty="0"/>
              <a:t>　現状、様々な不具合や最適化前提の設定がうまくいかないことにより、ガントチャート画面に実際の計画と差異が大きくなっている。</a:t>
            </a:r>
          </a:p>
          <a:p>
            <a:r>
              <a:rPr lang="ja-JP" altLang="en-US" sz="1400" dirty="0"/>
              <a:t>　しかし、混雑状況を関係者に共有するためにガントチャート機能は活用したいため、最適化処理機能を自由に切り離すことができ、着桟～荷役前間時間・荷役後～離桟間時間、荷役時間のバーを手動で自由に動かせる機能があると意図した計画を表示でき関係者説明の手間が省ける</a:t>
            </a:r>
            <a:endParaRPr kumimoji="1" lang="ja-JP" altLang="en-US" sz="1400" dirty="0"/>
          </a:p>
        </p:txBody>
      </p:sp>
      <p:sp>
        <p:nvSpPr>
          <p:cNvPr id="5" name="タイトル 1">
            <a:extLst>
              <a:ext uri="{FF2B5EF4-FFF2-40B4-BE49-F238E27FC236}">
                <a16:creationId xmlns:a16="http://schemas.microsoft.com/office/drawing/2014/main" id="{C112EE0E-1692-28D1-4B01-3418829C48FB}"/>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1654055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C8546-4C00-140F-9C96-AEB245A9A6FB}"/>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017DAECA-0B60-CDB3-2121-14E7CC8CD8ED}"/>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5BC3DBD8-9061-2714-7792-C7429F719736}"/>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4</a:t>
            </a:r>
            <a:r>
              <a:rPr lang="ja-JP" altLang="en-US" sz="2400" b="1" dirty="0">
                <a:latin typeface="+mn-ea"/>
                <a:cs typeface="メイリオ" pitchFamily="50" charset="-128"/>
              </a:rPr>
              <a:t>．工事制約表示</a:t>
            </a:r>
            <a:endParaRPr lang="en-US" altLang="ja-JP" sz="2400" b="1" dirty="0">
              <a:latin typeface="+mn-ea"/>
              <a:cs typeface="メイリオ" pitchFamily="50" charset="-128"/>
            </a:endParaRPr>
          </a:p>
        </p:txBody>
      </p:sp>
      <p:pic>
        <p:nvPicPr>
          <p:cNvPr id="2" name="図 1">
            <a:extLst>
              <a:ext uri="{FF2B5EF4-FFF2-40B4-BE49-F238E27FC236}">
                <a16:creationId xmlns:a16="http://schemas.microsoft.com/office/drawing/2014/main" id="{58AD36F4-D9BC-A1CA-1F50-3BD855D68A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305208"/>
            <a:ext cx="6639364" cy="4980963"/>
          </a:xfrm>
          <a:prstGeom prst="rect">
            <a:avLst/>
          </a:prstGeom>
        </p:spPr>
      </p:pic>
    </p:spTree>
    <p:extLst>
      <p:ext uri="{BB962C8B-B14F-4D97-AF65-F5344CB8AC3E}">
        <p14:creationId xmlns:p14="http://schemas.microsoft.com/office/powerpoint/2010/main" val="1194546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BA713A9-CF07-42B1-C11C-91FD3F3A6D81}"/>
              </a:ext>
            </a:extLst>
          </p:cNvPr>
          <p:cNvSpPr txBox="1"/>
          <p:nvPr/>
        </p:nvSpPr>
        <p:spPr>
          <a:xfrm>
            <a:off x="533400" y="1114426"/>
            <a:ext cx="8986838" cy="1015663"/>
          </a:xfrm>
          <a:prstGeom prst="rect">
            <a:avLst/>
          </a:prstGeom>
          <a:noFill/>
        </p:spPr>
        <p:txBody>
          <a:bodyPr wrap="square" rtlCol="0">
            <a:spAutoFit/>
          </a:bodyPr>
          <a:lstStyle/>
          <a:p>
            <a:r>
              <a:rPr lang="ja-JP" altLang="en-US" b="1" dirty="0"/>
              <a:t>＜開発内容＞</a:t>
            </a:r>
            <a:endParaRPr lang="en-US" altLang="ja-JP" b="1" dirty="0"/>
          </a:p>
          <a:p>
            <a:r>
              <a:rPr lang="ja-JP" altLang="en-US" sz="1400" dirty="0"/>
              <a:t>・工事制約の常時表示</a:t>
            </a:r>
          </a:p>
          <a:p>
            <a:r>
              <a:rPr lang="ja-JP" altLang="en-US" sz="1400" dirty="0"/>
              <a:t>　仮</a:t>
            </a:r>
            <a:r>
              <a:rPr lang="en-US" altLang="ja-JP" sz="1400" dirty="0"/>
              <a:t>BT</a:t>
            </a:r>
            <a:r>
              <a:rPr lang="ja-JP" altLang="en-US" sz="1400" dirty="0"/>
              <a:t>機能、ダッシュボード画面、ガントチャート画面、その日の工事制約が常時表示されることで、制約を考慮した調整の共有化ができる</a:t>
            </a:r>
            <a:endParaRPr kumimoji="1" lang="ja-JP" altLang="en-US" sz="1400" dirty="0"/>
          </a:p>
        </p:txBody>
      </p:sp>
      <p:sp>
        <p:nvSpPr>
          <p:cNvPr id="5" name="テキスト ボックス 4">
            <a:extLst>
              <a:ext uri="{FF2B5EF4-FFF2-40B4-BE49-F238E27FC236}">
                <a16:creationId xmlns:a16="http://schemas.microsoft.com/office/drawing/2014/main" id="{7E5A74F7-EBCB-FC6A-13E2-164137A2B03B}"/>
              </a:ext>
            </a:extLst>
          </p:cNvPr>
          <p:cNvSpPr txBox="1"/>
          <p:nvPr/>
        </p:nvSpPr>
        <p:spPr>
          <a:xfrm>
            <a:off x="533400" y="3062642"/>
            <a:ext cx="8986838" cy="800219"/>
          </a:xfrm>
          <a:prstGeom prst="rect">
            <a:avLst/>
          </a:prstGeom>
          <a:noFill/>
        </p:spPr>
        <p:txBody>
          <a:bodyPr wrap="square" rtlCol="0">
            <a:spAutoFit/>
          </a:bodyPr>
          <a:lstStyle/>
          <a:p>
            <a:r>
              <a:rPr lang="ja-JP" altLang="en-US" b="1" dirty="0"/>
              <a:t>＜仕様＞</a:t>
            </a:r>
            <a:endParaRPr lang="en-US" altLang="ja-JP" b="1" dirty="0"/>
          </a:p>
          <a:p>
            <a:r>
              <a:rPr lang="ja-JP" altLang="en-US" sz="1400" dirty="0"/>
              <a:t>・日別でバース、工事名称、制約内容を表示</a:t>
            </a:r>
          </a:p>
          <a:p>
            <a:r>
              <a:rPr lang="ja-JP" altLang="en-US" sz="1400" dirty="0"/>
              <a:t>・サブウィンドウ表示で閉じたり再表示できるようにする</a:t>
            </a:r>
            <a:endParaRPr kumimoji="1" lang="ja-JP" altLang="en-US" sz="1400" dirty="0"/>
          </a:p>
        </p:txBody>
      </p:sp>
      <p:sp>
        <p:nvSpPr>
          <p:cNvPr id="6" name="タイトル 1">
            <a:extLst>
              <a:ext uri="{FF2B5EF4-FFF2-40B4-BE49-F238E27FC236}">
                <a16:creationId xmlns:a16="http://schemas.microsoft.com/office/drawing/2014/main" id="{B83A9E92-1E34-B7A8-8381-010126CD701F}"/>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2370484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CAA4-EFA2-D269-9868-9E22217857CC}"/>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BBA67574-928D-398C-8D24-58D1A166CDDD}"/>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FBBFB760-F8DD-1671-BB8B-18E5504D6FDD}"/>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5</a:t>
            </a:r>
            <a:r>
              <a:rPr lang="ja-JP" altLang="en-US" sz="2400" b="1" dirty="0">
                <a:latin typeface="+mn-ea"/>
                <a:cs typeface="メイリオ" pitchFamily="50" charset="-128"/>
              </a:rPr>
              <a:t>．ガントチャート背景</a:t>
            </a:r>
            <a:endParaRPr lang="en-US" altLang="ja-JP" sz="2400" b="1" dirty="0">
              <a:latin typeface="+mn-ea"/>
              <a:cs typeface="メイリオ" pitchFamily="50" charset="-128"/>
            </a:endParaRPr>
          </a:p>
        </p:txBody>
      </p:sp>
      <p:pic>
        <p:nvPicPr>
          <p:cNvPr id="6" name="図 5">
            <a:extLst>
              <a:ext uri="{FF2B5EF4-FFF2-40B4-BE49-F238E27FC236}">
                <a16:creationId xmlns:a16="http://schemas.microsoft.com/office/drawing/2014/main" id="{800206F9-2B23-8DB8-F430-96D5F1544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423186"/>
            <a:ext cx="7067614" cy="5297637"/>
          </a:xfrm>
          <a:prstGeom prst="rect">
            <a:avLst/>
          </a:prstGeom>
        </p:spPr>
      </p:pic>
      <p:sp>
        <p:nvSpPr>
          <p:cNvPr id="7" name="四角形: 角を丸くする 6">
            <a:extLst>
              <a:ext uri="{FF2B5EF4-FFF2-40B4-BE49-F238E27FC236}">
                <a16:creationId xmlns:a16="http://schemas.microsoft.com/office/drawing/2014/main" id="{4AB14474-1782-1726-25E2-034828290F4C}"/>
              </a:ext>
            </a:extLst>
          </p:cNvPr>
          <p:cNvSpPr/>
          <p:nvPr/>
        </p:nvSpPr>
        <p:spPr bwMode="auto">
          <a:xfrm>
            <a:off x="6316441" y="5672418"/>
            <a:ext cx="3127945" cy="42040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・早出対応時間も登録したいです。</a:t>
            </a:r>
            <a:endParaRPr kumimoji="1" lang="ja-JP" altLang="en-US" sz="900" dirty="0">
              <a:solidFill>
                <a:schemeClr val="tx2"/>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876440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1B024D20-A95D-C3A0-12A6-D87CA99D2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450" y="820782"/>
            <a:ext cx="7701149" cy="5819542"/>
          </a:xfrm>
          <a:prstGeom prst="rect">
            <a:avLst/>
          </a:prstGeom>
        </p:spPr>
      </p:pic>
      <p:sp>
        <p:nvSpPr>
          <p:cNvPr id="5" name="タイトル 1">
            <a:extLst>
              <a:ext uri="{FF2B5EF4-FFF2-40B4-BE49-F238E27FC236}">
                <a16:creationId xmlns:a16="http://schemas.microsoft.com/office/drawing/2014/main" id="{A1C3DD00-7CAC-2EA4-A321-CE6A36FB0BDB}"/>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3368700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75720-C365-6ACB-82B9-BADAA56E31A0}"/>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210AE9C1-07CC-D587-DC05-08FEF8CEBC1E}"/>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2" name="テキスト ボックス 1">
            <a:extLst>
              <a:ext uri="{FF2B5EF4-FFF2-40B4-BE49-F238E27FC236}">
                <a16:creationId xmlns:a16="http://schemas.microsoft.com/office/drawing/2014/main" id="{6E8D4242-F48E-9B3E-772C-10E25D3D90F5}"/>
              </a:ext>
            </a:extLst>
          </p:cNvPr>
          <p:cNvSpPr txBox="1"/>
          <p:nvPr/>
        </p:nvSpPr>
        <p:spPr>
          <a:xfrm>
            <a:off x="533400" y="1114426"/>
            <a:ext cx="8986838" cy="1015663"/>
          </a:xfrm>
          <a:prstGeom prst="rect">
            <a:avLst/>
          </a:prstGeom>
          <a:noFill/>
        </p:spPr>
        <p:txBody>
          <a:bodyPr wrap="square" rtlCol="0">
            <a:spAutoFit/>
          </a:bodyPr>
          <a:lstStyle/>
          <a:p>
            <a:r>
              <a:rPr lang="ja-JP" altLang="en-US" b="1" dirty="0"/>
              <a:t>＜開発内容＞</a:t>
            </a:r>
            <a:endParaRPr lang="en-US" altLang="ja-JP" b="1" dirty="0"/>
          </a:p>
          <a:p>
            <a:r>
              <a:rPr lang="ja-JP" altLang="en-US" sz="1400" dirty="0"/>
              <a:t>・ガントチャート画面の背景色変更</a:t>
            </a:r>
          </a:p>
          <a:p>
            <a:r>
              <a:rPr lang="ja-JP" altLang="en-US" sz="1400" dirty="0"/>
              <a:t>　業務課配船担当以外、バース毎に着桟可能時間があることを知らない方が多く毎回説明に時間を要している。着桟可能時間以降は桟橋毎に暗い色に背景を変え、視覚的に着桟可能時間を不可時間を識別したい</a:t>
            </a:r>
            <a:endParaRPr kumimoji="1" lang="ja-JP" altLang="en-US" sz="1400" dirty="0"/>
          </a:p>
        </p:txBody>
      </p:sp>
      <p:sp>
        <p:nvSpPr>
          <p:cNvPr id="6" name="テキスト ボックス 5">
            <a:extLst>
              <a:ext uri="{FF2B5EF4-FFF2-40B4-BE49-F238E27FC236}">
                <a16:creationId xmlns:a16="http://schemas.microsoft.com/office/drawing/2014/main" id="{C5AD2BB8-16BC-4506-F9D5-5699A54327E4}"/>
              </a:ext>
            </a:extLst>
          </p:cNvPr>
          <p:cNvSpPr txBox="1"/>
          <p:nvPr/>
        </p:nvSpPr>
        <p:spPr>
          <a:xfrm>
            <a:off x="533400" y="3062642"/>
            <a:ext cx="8986838" cy="2954655"/>
          </a:xfrm>
          <a:prstGeom prst="rect">
            <a:avLst/>
          </a:prstGeom>
          <a:noFill/>
        </p:spPr>
        <p:txBody>
          <a:bodyPr wrap="square" rtlCol="0">
            <a:spAutoFit/>
          </a:bodyPr>
          <a:lstStyle/>
          <a:p>
            <a:r>
              <a:rPr lang="ja-JP" altLang="en-US" b="1" dirty="0"/>
              <a:t>＜仕様＞</a:t>
            </a:r>
            <a:endParaRPr lang="en-US" altLang="ja-JP" b="1" dirty="0"/>
          </a:p>
          <a:p>
            <a:r>
              <a:rPr lang="ja-JP" altLang="en-US" sz="1400" dirty="0"/>
              <a:t>・マスタで設定できるように</a:t>
            </a:r>
          </a:p>
          <a:p>
            <a:endParaRPr lang="ja-JP" altLang="en-US" sz="1400" dirty="0"/>
          </a:p>
          <a:p>
            <a:r>
              <a:rPr lang="en-US" altLang="ja-JP" sz="1400" dirty="0"/>
              <a:t>【</a:t>
            </a:r>
            <a:r>
              <a:rPr lang="ja-JP" altLang="en-US" sz="1400" dirty="0"/>
              <a:t>ガントチャート背景マスタ</a:t>
            </a:r>
            <a:r>
              <a:rPr lang="en-US" altLang="ja-JP" sz="1400" dirty="0"/>
              <a:t>】</a:t>
            </a:r>
          </a:p>
          <a:p>
            <a:r>
              <a:rPr lang="ja-JP" altLang="en-US" sz="1400" dirty="0"/>
              <a:t>・グレーで表示する早出対応時間も登録する</a:t>
            </a:r>
          </a:p>
          <a:p>
            <a:r>
              <a:rPr lang="ja-JP" altLang="en-US" sz="1400" dirty="0"/>
              <a:t>・「通年」で登録した場合、システム内部的には「</a:t>
            </a:r>
            <a:r>
              <a:rPr lang="en-US" altLang="ja-JP" sz="1400" dirty="0"/>
              <a:t>1900/1/1</a:t>
            </a:r>
            <a:r>
              <a:rPr lang="ja-JP" altLang="en-US" sz="1400" dirty="0"/>
              <a:t>」～「</a:t>
            </a:r>
            <a:r>
              <a:rPr lang="en-US" altLang="ja-JP" sz="1400" dirty="0"/>
              <a:t>2999/12/31</a:t>
            </a:r>
            <a:r>
              <a:rPr lang="ja-JP" altLang="en-US" sz="1400" dirty="0"/>
              <a:t>」などとする</a:t>
            </a:r>
          </a:p>
          <a:p>
            <a:r>
              <a:rPr lang="ja-JP" altLang="en-US" sz="1400" dirty="0"/>
              <a:t>・登録時に日付が重複した場合は全てエラーとする。</a:t>
            </a:r>
          </a:p>
          <a:p>
            <a:r>
              <a:rPr lang="ja-JP" altLang="en-US" sz="1400" dirty="0"/>
              <a:t>「通年」の登録がある場合は登録不可。</a:t>
            </a:r>
          </a:p>
          <a:p>
            <a:r>
              <a:rPr lang="ja-JP" altLang="en-US" sz="1400" dirty="0"/>
              <a:t>・登録する時間の単位は</a:t>
            </a:r>
            <a:r>
              <a:rPr lang="en-US" altLang="ja-JP" sz="1400" dirty="0"/>
              <a:t>15</a:t>
            </a:r>
            <a:r>
              <a:rPr lang="ja-JP" altLang="en-US" sz="1400" dirty="0"/>
              <a:t>分単位とする</a:t>
            </a:r>
          </a:p>
          <a:p>
            <a:r>
              <a:rPr lang="ja-JP" altLang="en-US" sz="1400" dirty="0"/>
              <a:t>・登録は月単位で問題なし。</a:t>
            </a:r>
          </a:p>
          <a:p>
            <a:r>
              <a:rPr lang="ja-JP" altLang="en-US" sz="1400" dirty="0"/>
              <a:t>・年の登録はしない。</a:t>
            </a:r>
          </a:p>
          <a:p>
            <a:r>
              <a:rPr lang="ja-JP" altLang="en-US" sz="1400" dirty="0"/>
              <a:t>　年度毎に登録している期間の時間を変更していく運用にする。</a:t>
            </a:r>
          </a:p>
          <a:p>
            <a:r>
              <a:rPr lang="ja-JP" altLang="en-US" sz="1400" dirty="0"/>
              <a:t>・検索機能は不要</a:t>
            </a:r>
            <a:endParaRPr kumimoji="1" lang="ja-JP" altLang="en-US" sz="1400" dirty="0"/>
          </a:p>
        </p:txBody>
      </p:sp>
    </p:spTree>
    <p:extLst>
      <p:ext uri="{BB962C8B-B14F-4D97-AF65-F5344CB8AC3E}">
        <p14:creationId xmlns:p14="http://schemas.microsoft.com/office/powerpoint/2010/main" val="3350780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946D17F-D2B9-41BC-87BE-A6CE962A5BD0}"/>
              </a:ext>
            </a:extLst>
          </p:cNvPr>
          <p:cNvSpPr>
            <a:spLocks noGrp="1"/>
          </p:cNvSpPr>
          <p:nvPr>
            <p:ph type="ctrTitle"/>
          </p:nvPr>
        </p:nvSpPr>
        <p:spPr>
          <a:xfrm>
            <a:off x="812800" y="3110451"/>
            <a:ext cx="8280400" cy="637097"/>
          </a:xfrm>
        </p:spPr>
        <p:txBody>
          <a:bodyPr/>
          <a:lstStyle/>
          <a:p>
            <a:r>
              <a:rPr kumimoji="1" lang="ja-JP" altLang="en-US"/>
              <a:t>以上</a:t>
            </a:r>
          </a:p>
        </p:txBody>
      </p:sp>
    </p:spTree>
    <p:extLst>
      <p:ext uri="{BB962C8B-B14F-4D97-AF65-F5344CB8AC3E}">
        <p14:creationId xmlns:p14="http://schemas.microsoft.com/office/powerpoint/2010/main" val="1278332205"/>
      </p:ext>
    </p:extLst>
  </p:cSld>
  <p:clrMapOvr>
    <a:masterClrMapping/>
  </p:clrMapOvr>
</p:sld>
</file>

<file path=ppt/theme/theme1.xml><?xml version="1.0" encoding="utf-8"?>
<a:theme xmlns:a="http://schemas.openxmlformats.org/drawingml/2006/main" name="PowerPoint Design">
  <a:themeElements>
    <a:clrScheme name="PowerPoint Design 2017">
      <a:dk1>
        <a:srgbClr val="4D4D4D"/>
      </a:dk1>
      <a:lt1>
        <a:srgbClr val="FFFFFF"/>
      </a:lt1>
      <a:dk2>
        <a:srgbClr val="0071BC"/>
      </a:dk2>
      <a:lt2>
        <a:srgbClr val="E2F1FA"/>
      </a:lt2>
      <a:accent1>
        <a:srgbClr val="00395E"/>
      </a:accent1>
      <a:accent2>
        <a:srgbClr val="0071BC"/>
      </a:accent2>
      <a:accent3>
        <a:srgbClr val="FF5050"/>
      </a:accent3>
      <a:accent4>
        <a:srgbClr val="FF9596"/>
      </a:accent4>
      <a:accent5>
        <a:srgbClr val="EAEAEA"/>
      </a:accent5>
      <a:accent6>
        <a:srgbClr val="AFAFAF"/>
      </a:accent6>
      <a:hlink>
        <a:srgbClr val="2FADFF"/>
      </a:hlink>
      <a:folHlink>
        <a:srgbClr val="00395E"/>
      </a:folHlink>
    </a:clrScheme>
    <a:fontScheme name="PowerPoint Design">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solidFill>
            <a:schemeClr val="tx1"/>
          </a:solidFill>
        </a:ln>
        <a:effectLst/>
      </a:spPr>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defPPr algn="just">
          <a:lnSpc>
            <a:spcPct val="140000"/>
          </a:lnSpc>
          <a:spcBef>
            <a:spcPct val="0"/>
          </a:spcBef>
          <a:spcAft>
            <a:spcPts val="600"/>
          </a:spcAft>
          <a:defRPr kumimoji="1" sz="1600" dirty="0" smtClean="0">
            <a:solidFill>
              <a:srgbClr val="4D4D4D"/>
            </a:solidFill>
            <a:latin typeface="メイリオ" pitchFamily="50" charset="-128"/>
            <a:ea typeface="メイリオ" pitchFamily="50" charset="-128"/>
            <a:cs typeface="メイリオ" pitchFamily="50"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3890BE-2534-4BC3-B2B9-472646B4C2F4}">
  <ds:schemaRefs>
    <ds:schemaRef ds:uri="http://schemas.microsoft.com/office/2006/documentManagement/types"/>
    <ds:schemaRef ds:uri="http://schemas.openxmlformats.org/package/2006/metadata/core-properties"/>
    <ds:schemaRef ds:uri="http://purl.org/dc/terms/"/>
    <ds:schemaRef ds:uri="http://www.w3.org/XML/1998/namespace"/>
    <ds:schemaRef ds:uri="http://purl.org/dc/dcmitype/"/>
    <ds:schemaRef ds:uri="http://schemas.microsoft.com/office/infopath/2007/PartnerControls"/>
    <ds:schemaRef ds:uri="http://schemas.microsoft.com/office/2006/metadata/properties"/>
    <ds:schemaRef ds:uri="b18a18ac-cd84-4b43-ba64-64797f156433"/>
    <ds:schemaRef ds:uri="9b706657-abf8-4c5a-8f3a-fbe1d0d02aba"/>
    <ds:schemaRef ds:uri="http://purl.org/dc/elements/1.1/"/>
  </ds:schemaRefs>
</ds:datastoreItem>
</file>

<file path=customXml/itemProps2.xml><?xml version="1.0" encoding="utf-8"?>
<ds:datastoreItem xmlns:ds="http://schemas.openxmlformats.org/officeDocument/2006/customXml" ds:itemID="{67E8DEEE-DDFF-47D5-A930-B9D3D7C24600}">
  <ds:schemaRefs>
    <ds:schemaRef ds:uri="http://schemas.microsoft.com/sharepoint/v3/contenttype/forms"/>
  </ds:schemaRefs>
</ds:datastoreItem>
</file>

<file path=customXml/itemProps3.xml><?xml version="1.0" encoding="utf-8"?>
<ds:datastoreItem xmlns:ds="http://schemas.openxmlformats.org/officeDocument/2006/customXml" ds:itemID="{278E5FA2-AC1E-4701-A76C-7A19A0433321}"/>
</file>

<file path=docProps/app.xml><?xml version="1.0" encoding="utf-8"?>
<Properties xmlns="http://schemas.openxmlformats.org/officeDocument/2006/extended-properties" xmlns:vt="http://schemas.openxmlformats.org/officeDocument/2006/docPropsVTypes">
  <Template/>
  <TotalTime>547</TotalTime>
  <Words>1886</Words>
  <Application>Microsoft Office PowerPoint</Application>
  <PresentationFormat>A4 210 x 297 mm</PresentationFormat>
  <Paragraphs>189</Paragraphs>
  <Slides>26</Slides>
  <Notes>5</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2</vt:i4>
      </vt:variant>
      <vt:variant>
        <vt:lpstr>スライド タイトル</vt:lpstr>
      </vt:variant>
      <vt:variant>
        <vt:i4>26</vt:i4>
      </vt:variant>
    </vt:vector>
  </HeadingPairs>
  <TitlesOfParts>
    <vt:vector size="32" baseType="lpstr">
      <vt:lpstr>メイリオ</vt:lpstr>
      <vt:lpstr>Arial</vt:lpstr>
      <vt:lpstr>Calibri</vt:lpstr>
      <vt:lpstr>PowerPoint Design</vt:lpstr>
      <vt:lpstr>Microsoft Excel ワークシート</vt:lpstr>
      <vt:lpstr>Worksheet</vt:lpstr>
      <vt:lpstr>御見積書  海上入出荷計画業務システム （千葉） 機能追加対応　 見積　 2025.12.05 Rev.1.0</vt:lpstr>
      <vt:lpstr>１．見積概要</vt:lpstr>
      <vt:lpstr>1-1.本書の内容（見積範囲）</vt:lpstr>
      <vt:lpstr>1-2.見積条件</vt:lpstr>
      <vt:lpstr>1-3.改造範囲</vt:lpstr>
      <vt:lpstr>1-4.納品物件</vt:lpstr>
      <vt:lpstr>1-4.改造見積</vt:lpstr>
      <vt:lpstr>1-5.改造見積詳細</vt:lpstr>
      <vt:lpstr>1-5.改造見積詳細</vt:lpstr>
      <vt:lpstr>1-5.改造見積詳細</vt:lpstr>
      <vt:lpstr>2．改造要件詳細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以上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Design デザイン・テンプレート</dc:title>
  <dc:creator>鈴木　春人</dc:creator>
  <cp:lastModifiedBy>井上 ゆき</cp:lastModifiedBy>
  <cp:revision>9</cp:revision>
  <dcterms:created xsi:type="dcterms:W3CDTF">2013-06-19T15:30:58Z</dcterms:created>
  <dcterms:modified xsi:type="dcterms:W3CDTF">2025-12-09T11:19:46Z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