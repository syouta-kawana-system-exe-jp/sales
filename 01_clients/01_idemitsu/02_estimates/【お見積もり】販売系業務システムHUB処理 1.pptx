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7"/>
  </p:notesMasterIdLst>
  <p:handoutMasterIdLst>
    <p:handoutMasterId r:id="rId18"/>
  </p:handoutMasterIdLst>
  <p:sldIdLst>
    <p:sldId id="714" r:id="rId5"/>
    <p:sldId id="756" r:id="rId6"/>
    <p:sldId id="937" r:id="rId7"/>
    <p:sldId id="766" r:id="rId8"/>
    <p:sldId id="938" r:id="rId9"/>
    <p:sldId id="929" r:id="rId10"/>
    <p:sldId id="765" r:id="rId11"/>
    <p:sldId id="939" r:id="rId12"/>
    <p:sldId id="940" r:id="rId13"/>
    <p:sldId id="923" r:id="rId14"/>
    <p:sldId id="767" r:id="rId15"/>
    <p:sldId id="74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AF2D4"/>
    <a:srgbClr val="0000FF"/>
    <a:srgbClr val="FFFFFF"/>
    <a:srgbClr val="9A3B5D"/>
    <a:srgbClr val="FDEDDA"/>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EBEE81-C447-4A10-8F4F-8E5D2BE21CF7}" v="75" dt="2025-04-25T10:27:58.581"/>
    <p1510:client id="{56CA300B-D49E-4F45-AFDD-BD4DAF566AAD}" v="211" dt="2025-04-25T00:43:22.224"/>
    <p1510:client id="{8CAA3E6C-DA47-4CA9-B05F-FDB81B969CEA}" v="61" dt="2025-04-25T10:34:16.31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ldChg>
      <pc:sldChg chg="modSp">
        <pc:chgData name="吉田諒" userId="S::ryou.yoshida@system-exe.jp::48113613-5467-405d-9628-39cdc2d8c52c" providerId="AD" clId="Web-{F86F8821-50EF-48AC-B316-4E4303A74403}" dt="2024-01-29T12:24:30.104" v="1033"/>
        <pc:sldMkLst>
          <pc:docMk/>
          <pc:sldMk cId="1072167564" sldId="754"/>
        </pc:sldMkLst>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ldChg>
      <pc:sldChg chg="delSp modSp">
        <pc:chgData name="吉田諒" userId="S::ryou.yoshida@system-exe.jp::48113613-5467-405d-9628-39cdc2d8c52c" providerId="AD" clId="Web-{F86F8821-50EF-48AC-B316-4E4303A74403}" dt="2024-01-29T11:27:47.716" v="321"/>
        <pc:sldMkLst>
          <pc:docMk/>
          <pc:sldMk cId="3560606343" sldId="766"/>
        </pc:sldMkLst>
      </pc:sldChg>
      <pc:sldChg chg="modSp">
        <pc:chgData name="吉田諒" userId="S::ryou.yoshida@system-exe.jp::48113613-5467-405d-9628-39cdc2d8c52c" providerId="AD" clId="Web-{F86F8821-50EF-48AC-B316-4E4303A74403}" dt="2024-01-29T12:27:50.702" v="1079" actId="20577"/>
        <pc:sldMkLst>
          <pc:docMk/>
          <pc:sldMk cId="2410374903" sldId="767"/>
        </pc:sldMkLst>
      </pc:sldChg>
      <pc:sldChg chg="modSp add replId">
        <pc:chgData name="吉田諒" userId="S::ryou.yoshida@system-exe.jp::48113613-5467-405d-9628-39cdc2d8c52c" providerId="AD" clId="Web-{F86F8821-50EF-48AC-B316-4E4303A74403}" dt="2024-01-29T11:21:15.741" v="149" actId="20577"/>
        <pc:sldMkLst>
          <pc:docMk/>
          <pc:sldMk cId="729124589" sldId="768"/>
        </pc:sldMkLst>
      </pc:sldChg>
      <pc:sldChg chg="modSp add replId">
        <pc:chgData name="吉田諒" userId="S::ryou.yoshida@system-exe.jp::48113613-5467-405d-9628-39cdc2d8c52c" providerId="AD" clId="Web-{F86F8821-50EF-48AC-B316-4E4303A74403}" dt="2024-01-29T12:22:05.132" v="1007"/>
        <pc:sldMkLst>
          <pc:docMk/>
          <pc:sldMk cId="3692000709" sldId="769"/>
        </pc:sldMkLst>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ldChg>
      <pc:sldChg chg="modSp mod">
        <pc:chgData name="髙浦祐朗" userId="d6d860fe-bc64-411b-9605-a16d1ba875f6" providerId="ADAL" clId="{7CAA7045-2BC6-4F13-8909-735798C0D3C7}" dt="2024-01-29T11:36:03.475" v="226"/>
        <pc:sldMkLst>
          <pc:docMk/>
          <pc:sldMk cId="5311539" sldId="752"/>
        </pc:sldMkLst>
      </pc:sldChg>
      <pc:sldChg chg="modSp mod">
        <pc:chgData name="髙浦祐朗" userId="d6d860fe-bc64-411b-9605-a16d1ba875f6" providerId="ADAL" clId="{7CAA7045-2BC6-4F13-8909-735798C0D3C7}" dt="2024-01-29T11:53:49.834" v="548"/>
        <pc:sldMkLst>
          <pc:docMk/>
          <pc:sldMk cId="1072167564" sldId="754"/>
        </pc:sldMkLst>
      </pc:sldChg>
      <pc:sldChg chg="modSp mod">
        <pc:chgData name="髙浦祐朗" userId="d6d860fe-bc64-411b-9605-a16d1ba875f6" providerId="ADAL" clId="{7CAA7045-2BC6-4F13-8909-735798C0D3C7}" dt="2024-01-29T11:54:07.527" v="550" actId="113"/>
        <pc:sldMkLst>
          <pc:docMk/>
          <pc:sldMk cId="3773316736" sldId="756"/>
        </pc:sldMkLst>
      </pc:sldChg>
      <pc:sldChg chg="modSp mod">
        <pc:chgData name="髙浦祐朗" userId="d6d860fe-bc64-411b-9605-a16d1ba875f6" providerId="ADAL" clId="{7CAA7045-2BC6-4F13-8909-735798C0D3C7}" dt="2024-01-29T11:42:51.068" v="427" actId="20577"/>
        <pc:sldMkLst>
          <pc:docMk/>
          <pc:sldMk cId="3660799615" sldId="757"/>
        </pc:sldMkLst>
      </pc:sldChg>
      <pc:sldChg chg="modSp mod">
        <pc:chgData name="髙浦祐朗" userId="d6d860fe-bc64-411b-9605-a16d1ba875f6" providerId="ADAL" clId="{7CAA7045-2BC6-4F13-8909-735798C0D3C7}" dt="2024-01-29T11:35:20.220" v="215" actId="14734"/>
        <pc:sldMkLst>
          <pc:docMk/>
          <pc:sldMk cId="1395438993" sldId="765"/>
        </pc:sldMkLst>
      </pc:sldChg>
      <pc:sldChg chg="modSp mod">
        <pc:chgData name="髙浦祐朗" userId="d6d860fe-bc64-411b-9605-a16d1ba875f6" providerId="ADAL" clId="{7CAA7045-2BC6-4F13-8909-735798C0D3C7}" dt="2024-01-29T11:50:18.117" v="455" actId="20577"/>
        <pc:sldMkLst>
          <pc:docMk/>
          <pc:sldMk cId="3560606343" sldId="766"/>
        </pc:sldMkLst>
      </pc:sldChg>
      <pc:sldChg chg="modSp mod">
        <pc:chgData name="髙浦祐朗" userId="d6d860fe-bc64-411b-9605-a16d1ba875f6" providerId="ADAL" clId="{7CAA7045-2BC6-4F13-8909-735798C0D3C7}" dt="2024-01-29T11:51:09.599" v="456" actId="20577"/>
        <pc:sldMkLst>
          <pc:docMk/>
          <pc:sldMk cId="2410374903" sldId="767"/>
        </pc:sldMkLst>
      </pc:sldChg>
      <pc:sldChg chg="modSp mod">
        <pc:chgData name="髙浦祐朗" userId="d6d860fe-bc64-411b-9605-a16d1ba875f6" providerId="ADAL" clId="{7CAA7045-2BC6-4F13-8909-735798C0D3C7}" dt="2024-01-29T11:43:08.505" v="431"/>
        <pc:sldMkLst>
          <pc:docMk/>
          <pc:sldMk cId="729124589" sldId="768"/>
        </pc:sldMkLst>
      </pc:sldChg>
    </pc:docChg>
  </pc:docChgLst>
  <pc:docChgLst>
    <pc:chgData name="髙浦祐朗" userId="d6d860fe-bc64-411b-9605-a16d1ba875f6" providerId="ADAL" clId="{56CA300B-D49E-4F45-AFDD-BD4DAF566AAD}"/>
    <pc:docChg chg="undo redo custSel modSld">
      <pc:chgData name="髙浦祐朗" userId="d6d860fe-bc64-411b-9605-a16d1ba875f6" providerId="ADAL" clId="{56CA300B-D49E-4F45-AFDD-BD4DAF566AAD}" dt="2025-04-25T00:43:22.224" v="975"/>
      <pc:docMkLst>
        <pc:docMk/>
      </pc:docMkLst>
      <pc:sldChg chg="modSp mod">
        <pc:chgData name="髙浦祐朗" userId="d6d860fe-bc64-411b-9605-a16d1ba875f6" providerId="ADAL" clId="{56CA300B-D49E-4F45-AFDD-BD4DAF566AAD}" dt="2025-04-25T00:41:58.630" v="964" actId="20577"/>
        <pc:sldMkLst>
          <pc:docMk/>
          <pc:sldMk cId="3201888243" sldId="714"/>
        </pc:sldMkLst>
        <pc:spChg chg="mod">
          <ac:chgData name="髙浦祐朗" userId="d6d860fe-bc64-411b-9605-a16d1ba875f6" providerId="ADAL" clId="{56CA300B-D49E-4F45-AFDD-BD4DAF566AAD}" dt="2025-04-25T00:41:58.630" v="964" actId="20577"/>
          <ac:spMkLst>
            <pc:docMk/>
            <pc:sldMk cId="3201888243" sldId="714"/>
            <ac:spMk id="3" creationId="{00000000-0000-0000-0000-000000000000}"/>
          </ac:spMkLst>
        </pc:spChg>
        <pc:spChg chg="mod">
          <ac:chgData name="髙浦祐朗" userId="d6d860fe-bc64-411b-9605-a16d1ba875f6" providerId="ADAL" clId="{56CA300B-D49E-4F45-AFDD-BD4DAF566AAD}" dt="2025-04-25T00:41:45.371" v="952"/>
          <ac:spMkLst>
            <pc:docMk/>
            <pc:sldMk cId="3201888243" sldId="714"/>
            <ac:spMk id="4" creationId="{00000000-0000-0000-0000-000000000000}"/>
          </ac:spMkLst>
        </pc:spChg>
      </pc:sldChg>
      <pc:sldChg chg="delSp modSp mod">
        <pc:chgData name="髙浦祐朗" userId="d6d860fe-bc64-411b-9605-a16d1ba875f6" providerId="ADAL" clId="{56CA300B-D49E-4F45-AFDD-BD4DAF566AAD}" dt="2025-04-25T00:40:44.651" v="922"/>
        <pc:sldMkLst>
          <pc:docMk/>
          <pc:sldMk cId="3773316736" sldId="756"/>
        </pc:sldMkLst>
        <pc:spChg chg="del">
          <ac:chgData name="髙浦祐朗" userId="d6d860fe-bc64-411b-9605-a16d1ba875f6" providerId="ADAL" clId="{56CA300B-D49E-4F45-AFDD-BD4DAF566AAD}" dt="2025-04-24T23:50:00.077" v="0" actId="478"/>
          <ac:spMkLst>
            <pc:docMk/>
            <pc:sldMk cId="3773316736" sldId="756"/>
            <ac:spMk id="3" creationId="{F25B0BCC-C2F7-5FDB-F7C8-7670B07D8432}"/>
          </ac:spMkLst>
        </pc:spChg>
        <pc:spChg chg="mod">
          <ac:chgData name="髙浦祐朗" userId="d6d860fe-bc64-411b-9605-a16d1ba875f6" providerId="ADAL" clId="{56CA300B-D49E-4F45-AFDD-BD4DAF566AAD}" dt="2025-04-25T00:40:44.651" v="922"/>
          <ac:spMkLst>
            <pc:docMk/>
            <pc:sldMk cId="3773316736" sldId="756"/>
            <ac:spMk id="13" creationId="{B8B3A81D-32E4-C28F-0D4C-EB7D2165E764}"/>
          </ac:spMkLst>
        </pc:spChg>
      </pc:sldChg>
      <pc:sldChg chg="modSp mod">
        <pc:chgData name="髙浦祐朗" userId="d6d860fe-bc64-411b-9605-a16d1ba875f6" providerId="ADAL" clId="{56CA300B-D49E-4F45-AFDD-BD4DAF566AAD}" dt="2025-04-25T00:39:50.604" v="902"/>
        <pc:sldMkLst>
          <pc:docMk/>
          <pc:sldMk cId="2410374903" sldId="767"/>
        </pc:sldMkLst>
        <pc:spChg chg="mod">
          <ac:chgData name="髙浦祐朗" userId="d6d860fe-bc64-411b-9605-a16d1ba875f6" providerId="ADAL" clId="{56CA300B-D49E-4F45-AFDD-BD4DAF566AAD}" dt="2025-04-25T00:39:50.604" v="902"/>
          <ac:spMkLst>
            <pc:docMk/>
            <pc:sldMk cId="2410374903" sldId="767"/>
            <ac:spMk id="5" creationId="{97E6FBE8-190C-40F0-AA01-14695A77D734}"/>
          </ac:spMkLst>
        </pc:spChg>
      </pc:sldChg>
      <pc:sldChg chg="addSp delSp modSp mod">
        <pc:chgData name="髙浦祐朗" userId="d6d860fe-bc64-411b-9605-a16d1ba875f6" providerId="ADAL" clId="{56CA300B-D49E-4F45-AFDD-BD4DAF566AAD}" dt="2025-04-25T00:43:22.224" v="975"/>
        <pc:sldMkLst>
          <pc:docMk/>
          <pc:sldMk cId="2399073518" sldId="929"/>
        </pc:sldMkLst>
        <pc:spChg chg="mod">
          <ac:chgData name="髙浦祐朗" userId="d6d860fe-bc64-411b-9605-a16d1ba875f6" providerId="ADAL" clId="{56CA300B-D49E-4F45-AFDD-BD4DAF566AAD}" dt="2025-04-25T00:14:12.844" v="685" actId="2711"/>
          <ac:spMkLst>
            <pc:docMk/>
            <pc:sldMk cId="2399073518" sldId="929"/>
            <ac:spMk id="3" creationId="{00000000-0000-0000-0000-000000000000}"/>
          </ac:spMkLst>
        </pc:spChg>
        <pc:spChg chg="del">
          <ac:chgData name="髙浦祐朗" userId="d6d860fe-bc64-411b-9605-a16d1ba875f6" providerId="ADAL" clId="{56CA300B-D49E-4F45-AFDD-BD4DAF566AAD}" dt="2025-04-24T23:53:39.257" v="79" actId="478"/>
          <ac:spMkLst>
            <pc:docMk/>
            <pc:sldMk cId="2399073518" sldId="929"/>
            <ac:spMk id="4" creationId="{1943BE27-4DC2-1FA1-7E49-EE97E83F590A}"/>
          </ac:spMkLst>
        </pc:spChg>
        <pc:spChg chg="del mod topLvl">
          <ac:chgData name="髙浦祐朗" userId="d6d860fe-bc64-411b-9605-a16d1ba875f6" providerId="ADAL" clId="{56CA300B-D49E-4F45-AFDD-BD4DAF566AAD}" dt="2025-04-25T00:32:21.943" v="746" actId="478"/>
          <ac:spMkLst>
            <pc:docMk/>
            <pc:sldMk cId="2399073518" sldId="929"/>
            <ac:spMk id="12" creationId="{9CDC1ECF-6891-9AD6-0BAA-D0F1446BA241}"/>
          </ac:spMkLst>
        </pc:spChg>
        <pc:spChg chg="mod topLvl">
          <ac:chgData name="髙浦祐朗" userId="d6d860fe-bc64-411b-9605-a16d1ba875f6" providerId="ADAL" clId="{56CA300B-D49E-4F45-AFDD-BD4DAF566AAD}" dt="2025-04-25T00:35:04.217" v="840" actId="14100"/>
          <ac:spMkLst>
            <pc:docMk/>
            <pc:sldMk cId="2399073518" sldId="929"/>
            <ac:spMk id="13" creationId="{CD59A250-DD61-850E-95BB-0BB5F6C208E1}"/>
          </ac:spMkLst>
        </pc:spChg>
        <pc:spChg chg="mod">
          <ac:chgData name="髙浦祐朗" userId="d6d860fe-bc64-411b-9605-a16d1ba875f6" providerId="ADAL" clId="{56CA300B-D49E-4F45-AFDD-BD4DAF566AAD}" dt="2025-04-24T23:56:32.398" v="85"/>
          <ac:spMkLst>
            <pc:docMk/>
            <pc:sldMk cId="2399073518" sldId="929"/>
            <ac:spMk id="19" creationId="{BC9B272A-446A-3576-A0E6-D8B79CB959CA}"/>
          </ac:spMkLst>
        </pc:spChg>
        <pc:spChg chg="mod">
          <ac:chgData name="髙浦祐朗" userId="d6d860fe-bc64-411b-9605-a16d1ba875f6" providerId="ADAL" clId="{56CA300B-D49E-4F45-AFDD-BD4DAF566AAD}" dt="2025-04-25T00:33:13.107" v="773"/>
          <ac:spMkLst>
            <pc:docMk/>
            <pc:sldMk cId="2399073518" sldId="929"/>
            <ac:spMk id="20" creationId="{C81F1BDC-1456-C128-1FF5-5CAF46F05458}"/>
          </ac:spMkLst>
        </pc:spChg>
        <pc:spChg chg="mod">
          <ac:chgData name="髙浦祐朗" userId="d6d860fe-bc64-411b-9605-a16d1ba875f6" providerId="ADAL" clId="{56CA300B-D49E-4F45-AFDD-BD4DAF566AAD}" dt="2025-04-25T00:33:13.107" v="773"/>
          <ac:spMkLst>
            <pc:docMk/>
            <pc:sldMk cId="2399073518" sldId="929"/>
            <ac:spMk id="23" creationId="{273E1C7E-691B-ECD1-D1E2-E65E7269249E}"/>
          </ac:spMkLst>
        </pc:spChg>
        <pc:spChg chg="mod">
          <ac:chgData name="髙浦祐朗" userId="d6d860fe-bc64-411b-9605-a16d1ba875f6" providerId="ADAL" clId="{56CA300B-D49E-4F45-AFDD-BD4DAF566AAD}" dt="2025-04-25T00:33:13.107" v="773"/>
          <ac:spMkLst>
            <pc:docMk/>
            <pc:sldMk cId="2399073518" sldId="929"/>
            <ac:spMk id="25" creationId="{E1CD0273-4201-BF14-10E6-945A1A3C0302}"/>
          </ac:spMkLst>
        </pc:spChg>
        <pc:spChg chg="mod">
          <ac:chgData name="髙浦祐朗" userId="d6d860fe-bc64-411b-9605-a16d1ba875f6" providerId="ADAL" clId="{56CA300B-D49E-4F45-AFDD-BD4DAF566AAD}" dt="2025-04-24T23:56:55.925" v="103"/>
          <ac:spMkLst>
            <pc:docMk/>
            <pc:sldMk cId="2399073518" sldId="929"/>
            <ac:spMk id="26" creationId="{2739018C-A453-9633-6AC1-CD6144A1460D}"/>
          </ac:spMkLst>
        </pc:spChg>
        <pc:spChg chg="mod">
          <ac:chgData name="髙浦祐朗" userId="d6d860fe-bc64-411b-9605-a16d1ba875f6" providerId="ADAL" clId="{56CA300B-D49E-4F45-AFDD-BD4DAF566AAD}" dt="2025-04-25T00:43:14.119" v="967"/>
          <ac:spMkLst>
            <pc:docMk/>
            <pc:sldMk cId="2399073518" sldId="929"/>
            <ac:spMk id="36" creationId="{10B0CD7D-A6F3-7E6D-328C-5A37E0631B7A}"/>
          </ac:spMkLst>
        </pc:spChg>
        <pc:spChg chg="mod">
          <ac:chgData name="髙浦祐朗" userId="d6d860fe-bc64-411b-9605-a16d1ba875f6" providerId="ADAL" clId="{56CA300B-D49E-4F45-AFDD-BD4DAF566AAD}" dt="2025-04-25T00:33:13.107" v="773"/>
          <ac:spMkLst>
            <pc:docMk/>
            <pc:sldMk cId="2399073518" sldId="929"/>
            <ac:spMk id="41" creationId="{54B29FD9-13A9-1B44-2C4A-FAB271741041}"/>
          </ac:spMkLst>
        </pc:spChg>
        <pc:spChg chg="mod">
          <ac:chgData name="髙浦祐朗" userId="d6d860fe-bc64-411b-9605-a16d1ba875f6" providerId="ADAL" clId="{56CA300B-D49E-4F45-AFDD-BD4DAF566AAD}" dt="2025-04-25T00:33:13.107" v="773"/>
          <ac:spMkLst>
            <pc:docMk/>
            <pc:sldMk cId="2399073518" sldId="929"/>
            <ac:spMk id="43" creationId="{9EF06EB2-6768-8BE5-BC4B-7A7B5F0AD655}"/>
          </ac:spMkLst>
        </pc:spChg>
        <pc:spChg chg="mod">
          <ac:chgData name="髙浦祐朗" userId="d6d860fe-bc64-411b-9605-a16d1ba875f6" providerId="ADAL" clId="{56CA300B-D49E-4F45-AFDD-BD4DAF566AAD}" dt="2025-04-25T00:33:13.107" v="773"/>
          <ac:spMkLst>
            <pc:docMk/>
            <pc:sldMk cId="2399073518" sldId="929"/>
            <ac:spMk id="47" creationId="{561F929B-7271-4933-994F-F5DB77836B6F}"/>
          </ac:spMkLst>
        </pc:spChg>
        <pc:spChg chg="mod">
          <ac:chgData name="髙浦祐朗" userId="d6d860fe-bc64-411b-9605-a16d1ba875f6" providerId="ADAL" clId="{56CA300B-D49E-4F45-AFDD-BD4DAF566AAD}" dt="2025-04-25T00:33:24.433" v="787"/>
          <ac:spMkLst>
            <pc:docMk/>
            <pc:sldMk cId="2399073518" sldId="929"/>
            <ac:spMk id="49" creationId="{46FFE437-06D5-A0B0-871D-ACA9E5735DEB}"/>
          </ac:spMkLst>
        </pc:spChg>
        <pc:spChg chg="mod">
          <ac:chgData name="髙浦祐朗" userId="d6d860fe-bc64-411b-9605-a16d1ba875f6" providerId="ADAL" clId="{56CA300B-D49E-4F45-AFDD-BD4DAF566AAD}" dt="2025-04-24T23:56:43.364" v="88"/>
          <ac:spMkLst>
            <pc:docMk/>
            <pc:sldMk cId="2399073518" sldId="929"/>
            <ac:spMk id="55" creationId="{D0A35059-8416-A539-CCAD-988529B59C1A}"/>
          </ac:spMkLst>
        </pc:spChg>
        <pc:spChg chg="mod">
          <ac:chgData name="髙浦祐朗" userId="d6d860fe-bc64-411b-9605-a16d1ba875f6" providerId="ADAL" clId="{56CA300B-D49E-4F45-AFDD-BD4DAF566AAD}" dt="2025-04-25T00:43:22.224" v="975"/>
          <ac:spMkLst>
            <pc:docMk/>
            <pc:sldMk cId="2399073518" sldId="929"/>
            <ac:spMk id="56" creationId="{B33320F2-ECBE-F668-5B32-2B19462871C0}"/>
          </ac:spMkLst>
        </pc:spChg>
        <pc:grpChg chg="add del mod">
          <ac:chgData name="髙浦祐朗" userId="d6d860fe-bc64-411b-9605-a16d1ba875f6" providerId="ADAL" clId="{56CA300B-D49E-4F45-AFDD-BD4DAF566AAD}" dt="2025-04-25T00:32:21.943" v="746" actId="478"/>
          <ac:grpSpMkLst>
            <pc:docMk/>
            <pc:sldMk cId="2399073518" sldId="929"/>
            <ac:grpSpMk id="9" creationId="{A6B06080-4FFB-1770-943B-4DDDA84D6389}"/>
          </ac:grpSpMkLst>
        </pc:grpChg>
        <pc:grpChg chg="add mod">
          <ac:chgData name="髙浦祐朗" userId="d6d860fe-bc64-411b-9605-a16d1ba875f6" providerId="ADAL" clId="{56CA300B-D49E-4F45-AFDD-BD4DAF566AAD}" dt="2025-04-25T00:33:13.107" v="773"/>
          <ac:grpSpMkLst>
            <pc:docMk/>
            <pc:sldMk cId="2399073518" sldId="929"/>
            <ac:grpSpMk id="14" creationId="{92C4256F-9837-4847-7EEB-2E986D630049}"/>
          </ac:grpSpMkLst>
        </pc:grpChg>
        <pc:grpChg chg="mod">
          <ac:chgData name="髙浦祐朗" userId="d6d860fe-bc64-411b-9605-a16d1ba875f6" providerId="ADAL" clId="{56CA300B-D49E-4F45-AFDD-BD4DAF566AAD}" dt="2025-04-24T23:56:27.367" v="82" actId="1076"/>
          <ac:grpSpMkLst>
            <pc:docMk/>
            <pc:sldMk cId="2399073518" sldId="929"/>
            <ac:grpSpMk id="17" creationId="{7D6E0C23-69C7-6A70-C9ED-9BC927D3D9DC}"/>
          </ac:grpSpMkLst>
        </pc:grpChg>
        <pc:grpChg chg="add mod">
          <ac:chgData name="髙浦祐朗" userId="d6d860fe-bc64-411b-9605-a16d1ba875f6" providerId="ADAL" clId="{56CA300B-D49E-4F45-AFDD-BD4DAF566AAD}" dt="2025-04-25T00:33:13.107" v="773"/>
          <ac:grpSpMkLst>
            <pc:docMk/>
            <pc:sldMk cId="2399073518" sldId="929"/>
            <ac:grpSpMk id="24" creationId="{BA2B1C1B-A634-57D7-B175-CB2A272EF4B3}"/>
          </ac:grpSpMkLst>
        </pc:grpChg>
        <pc:grpChg chg="mod">
          <ac:chgData name="髙浦祐朗" userId="d6d860fe-bc64-411b-9605-a16d1ba875f6" providerId="ADAL" clId="{56CA300B-D49E-4F45-AFDD-BD4DAF566AAD}" dt="2025-04-24T23:57:15.822" v="134" actId="1038"/>
          <ac:grpSpMkLst>
            <pc:docMk/>
            <pc:sldMk cId="2399073518" sldId="929"/>
            <ac:grpSpMk id="30" creationId="{65C2D6D4-217D-3CE0-4521-AB8F849BC4BC}"/>
          </ac:grpSpMkLst>
        </pc:grpChg>
        <pc:grpChg chg="mod">
          <ac:chgData name="髙浦祐朗" userId="d6d860fe-bc64-411b-9605-a16d1ba875f6" providerId="ADAL" clId="{56CA300B-D49E-4F45-AFDD-BD4DAF566AAD}" dt="2025-04-25T00:32:04.319" v="744" actId="1076"/>
          <ac:grpSpMkLst>
            <pc:docMk/>
            <pc:sldMk cId="2399073518" sldId="929"/>
            <ac:grpSpMk id="34" creationId="{44BCAC98-61A1-442A-2978-FB1E7AF56816}"/>
          </ac:grpSpMkLst>
        </pc:grpChg>
        <pc:grpChg chg="mod">
          <ac:chgData name="髙浦祐朗" userId="d6d860fe-bc64-411b-9605-a16d1ba875f6" providerId="ADAL" clId="{56CA300B-D49E-4F45-AFDD-BD4DAF566AAD}" dt="2025-04-25T00:37:09.825" v="851" actId="1076"/>
          <ac:grpSpMkLst>
            <pc:docMk/>
            <pc:sldMk cId="2399073518" sldId="929"/>
            <ac:grpSpMk id="38" creationId="{D7AA0D1B-AFDF-1367-DA18-9EE6FFBC3596}"/>
          </ac:grpSpMkLst>
        </pc:grpChg>
        <pc:grpChg chg="add mod">
          <ac:chgData name="髙浦祐朗" userId="d6d860fe-bc64-411b-9605-a16d1ba875f6" providerId="ADAL" clId="{56CA300B-D49E-4F45-AFDD-BD4DAF566AAD}" dt="2025-04-25T00:33:13.107" v="773"/>
          <ac:grpSpMkLst>
            <pc:docMk/>
            <pc:sldMk cId="2399073518" sldId="929"/>
            <ac:grpSpMk id="42" creationId="{30EE1FB3-BD98-8E70-EECB-1B4758C53BBF}"/>
          </ac:grpSpMkLst>
        </pc:grpChg>
        <pc:grpChg chg="mod">
          <ac:chgData name="髙浦祐朗" userId="d6d860fe-bc64-411b-9605-a16d1ba875f6" providerId="ADAL" clId="{56CA300B-D49E-4F45-AFDD-BD4DAF566AAD}" dt="2025-04-25T00:36:43.281" v="847" actId="465"/>
          <ac:grpSpMkLst>
            <pc:docMk/>
            <pc:sldMk cId="2399073518" sldId="929"/>
            <ac:grpSpMk id="44" creationId="{A44B6757-E569-194B-6AFF-0F61EF39B78C}"/>
          </ac:grpSpMkLst>
        </pc:grpChg>
        <pc:grpChg chg="add mod">
          <ac:chgData name="髙浦祐朗" userId="d6d860fe-bc64-411b-9605-a16d1ba875f6" providerId="ADAL" clId="{56CA300B-D49E-4F45-AFDD-BD4DAF566AAD}" dt="2025-04-25T00:36:49.079" v="848" actId="555"/>
          <ac:grpSpMkLst>
            <pc:docMk/>
            <pc:sldMk cId="2399073518" sldId="929"/>
            <ac:grpSpMk id="48" creationId="{63D0B6AB-78EF-9223-C238-787D305E1570}"/>
          </ac:grpSpMkLst>
        </pc:grpChg>
        <pc:grpChg chg="mod">
          <ac:chgData name="髙浦祐朗" userId="d6d860fe-bc64-411b-9605-a16d1ba875f6" providerId="ADAL" clId="{56CA300B-D49E-4F45-AFDD-BD4DAF566AAD}" dt="2025-04-25T00:36:49.079" v="848" actId="555"/>
          <ac:grpSpMkLst>
            <pc:docMk/>
            <pc:sldMk cId="2399073518" sldId="929"/>
            <ac:grpSpMk id="50" creationId="{D7AA0D1B-AFDF-1367-DA18-9EE6FFBC3596}"/>
          </ac:grpSpMkLst>
        </pc:grpChg>
        <pc:cxnChg chg="add mod">
          <ac:chgData name="髙浦祐朗" userId="d6d860fe-bc64-411b-9605-a16d1ba875f6" providerId="ADAL" clId="{56CA300B-D49E-4F45-AFDD-BD4DAF566AAD}" dt="2025-04-25T00:36:43.281" v="847" actId="465"/>
          <ac:cxnSpMkLst>
            <pc:docMk/>
            <pc:sldMk cId="2399073518" sldId="929"/>
            <ac:cxnSpMk id="5" creationId="{B2D34154-7DF5-BBB2-1D07-512476AA582A}"/>
          </ac:cxnSpMkLst>
        </pc:cxnChg>
        <pc:cxnChg chg="mod">
          <ac:chgData name="髙浦祐朗" userId="d6d860fe-bc64-411b-9605-a16d1ba875f6" providerId="ADAL" clId="{56CA300B-D49E-4F45-AFDD-BD4DAF566AAD}" dt="2025-04-24T23:56:27.367" v="82" actId="1076"/>
          <ac:cxnSpMkLst>
            <pc:docMk/>
            <pc:sldMk cId="2399073518" sldId="929"/>
            <ac:cxnSpMk id="16" creationId="{A189C288-EA60-B222-B80F-882125DAEF80}"/>
          </ac:cxnSpMkLst>
        </pc:cxnChg>
        <pc:cxnChg chg="mod">
          <ac:chgData name="髙浦祐朗" userId="d6d860fe-bc64-411b-9605-a16d1ba875f6" providerId="ADAL" clId="{56CA300B-D49E-4F45-AFDD-BD4DAF566AAD}" dt="2025-04-25T00:36:43.281" v="847" actId="465"/>
          <ac:cxnSpMkLst>
            <pc:docMk/>
            <pc:sldMk cId="2399073518" sldId="929"/>
            <ac:cxnSpMk id="33" creationId="{3E36A9D1-620F-F185-F028-0AFC6E5D9989}"/>
          </ac:cxnSpMkLst>
        </pc:cxnChg>
        <pc:cxnChg chg="mod">
          <ac:chgData name="髙浦祐朗" userId="d6d860fe-bc64-411b-9605-a16d1ba875f6" providerId="ADAL" clId="{56CA300B-D49E-4F45-AFDD-BD4DAF566AAD}" dt="2025-04-25T00:36:49.079" v="848" actId="555"/>
          <ac:cxnSpMkLst>
            <pc:docMk/>
            <pc:sldMk cId="2399073518" sldId="929"/>
            <ac:cxnSpMk id="37" creationId="{1D74C627-C1B1-F67F-A7BE-2CFA25DCE2DB}"/>
          </ac:cxnSpMkLst>
        </pc:cxnChg>
        <pc:cxnChg chg="add del mod">
          <ac:chgData name="髙浦祐朗" userId="d6d860fe-bc64-411b-9605-a16d1ba875f6" providerId="ADAL" clId="{56CA300B-D49E-4F45-AFDD-BD4DAF566AAD}" dt="2025-04-25T00:33:57.152" v="821" actId="478"/>
          <ac:cxnSpMkLst>
            <pc:docMk/>
            <pc:sldMk cId="2399073518" sldId="929"/>
            <ac:cxnSpMk id="57" creationId="{82E968FA-C3BB-08D7-FB95-D9D7D24EB6D9}"/>
          </ac:cxnSpMkLst>
        </pc:cxnChg>
        <pc:cxnChg chg="del mod">
          <ac:chgData name="髙浦祐朗" userId="d6d860fe-bc64-411b-9605-a16d1ba875f6" providerId="ADAL" clId="{56CA300B-D49E-4F45-AFDD-BD4DAF566AAD}" dt="2025-04-24T23:57:30.227" v="136" actId="478"/>
          <ac:cxnSpMkLst>
            <pc:docMk/>
            <pc:sldMk cId="2399073518" sldId="929"/>
            <ac:cxnSpMk id="59" creationId="{3E36A9D1-620F-F185-F028-0AFC6E5D9989}"/>
          </ac:cxnSpMkLst>
        </pc:cxnChg>
        <pc:cxnChg chg="add mod">
          <ac:chgData name="髙浦祐朗" userId="d6d860fe-bc64-411b-9605-a16d1ba875f6" providerId="ADAL" clId="{56CA300B-D49E-4F45-AFDD-BD4DAF566AAD}" dt="2025-04-25T00:36:09.236" v="846" actId="1582"/>
          <ac:cxnSpMkLst>
            <pc:docMk/>
            <pc:sldMk cId="2399073518" sldId="929"/>
            <ac:cxnSpMk id="63" creationId="{077AFA45-25EC-ECBA-6A98-48BFD93187EB}"/>
          </ac:cxnSpMkLst>
        </pc:cxnChg>
      </pc:sldChg>
      <pc:sldChg chg="modSp mod">
        <pc:chgData name="髙浦祐朗" userId="d6d860fe-bc64-411b-9605-a16d1ba875f6" providerId="ADAL" clId="{56CA300B-D49E-4F45-AFDD-BD4DAF566AAD}" dt="2025-04-25T00:13:27.995" v="684" actId="1035"/>
        <pc:sldMkLst>
          <pc:docMk/>
          <pc:sldMk cId="1898261703" sldId="937"/>
        </pc:sldMkLst>
        <pc:graphicFrameChg chg="mod modGraphic">
          <ac:chgData name="髙浦祐朗" userId="d6d860fe-bc64-411b-9605-a16d1ba875f6" providerId="ADAL" clId="{56CA300B-D49E-4F45-AFDD-BD4DAF566AAD}" dt="2025-04-25T00:13:27.995" v="684" actId="1035"/>
          <ac:graphicFrameMkLst>
            <pc:docMk/>
            <pc:sldMk cId="1898261703" sldId="937"/>
            <ac:graphicFrameMk id="6" creationId="{7EA67BC9-C2F2-62DB-3B83-EEFEB4A413BD}"/>
          </ac:graphicFrameMkLst>
        </pc:graphicFrameChg>
        <pc:graphicFrameChg chg="mod modGraphic">
          <ac:chgData name="髙浦祐朗" userId="d6d860fe-bc64-411b-9605-a16d1ba875f6" providerId="ADAL" clId="{56CA300B-D49E-4F45-AFDD-BD4DAF566AAD}" dt="2025-04-25T00:13:27.995" v="684" actId="1035"/>
          <ac:graphicFrameMkLst>
            <pc:docMk/>
            <pc:sldMk cId="1898261703" sldId="937"/>
            <ac:graphicFrameMk id="7" creationId="{2864E947-18B0-4839-AED3-D416F628DDF0}"/>
          </ac:graphicFrameMkLst>
        </pc:graphicFrameChg>
      </pc:sldChg>
      <pc:sldChg chg="modSp mod">
        <pc:chgData name="髙浦祐朗" userId="d6d860fe-bc64-411b-9605-a16d1ba875f6" providerId="ADAL" clId="{56CA300B-D49E-4F45-AFDD-BD4DAF566AAD}" dt="2025-04-25T00:18:02.017" v="696" actId="6549"/>
        <pc:sldMkLst>
          <pc:docMk/>
          <pc:sldMk cId="3860199019" sldId="938"/>
        </pc:sldMkLst>
        <pc:graphicFrameChg chg="modGraphic">
          <ac:chgData name="髙浦祐朗" userId="d6d860fe-bc64-411b-9605-a16d1ba875f6" providerId="ADAL" clId="{56CA300B-D49E-4F45-AFDD-BD4DAF566AAD}" dt="2025-04-25T00:18:02.017" v="696" actId="6549"/>
          <ac:graphicFrameMkLst>
            <pc:docMk/>
            <pc:sldMk cId="3860199019" sldId="938"/>
            <ac:graphicFrameMk id="6" creationId="{1B9651D0-1C8B-452E-8B2F-91E497A82D84}"/>
          </ac:graphicFrameMkLst>
        </pc:graphicFrameChg>
      </pc:sldChg>
    </pc:docChg>
  </pc:docChgLst>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ldChg>
    </pc:docChg>
  </pc:docChgLst>
  <pc:docChgLst>
    <pc:chgData name="福田一希" userId="S::kazuki.fukuda@system-exe.jp::fdfbe5ba-eec8-4756-aa2a-cf5b9de944cd" providerId="AD" clId="Web-{1EB47845-9194-49E0-AE6C-8B6E59A91325}"/>
    <pc:docChg chg="modSld">
      <pc:chgData name="福田一希" userId="S::kazuki.fukuda@system-exe.jp::fdfbe5ba-eec8-4756-aa2a-cf5b9de944cd" providerId="AD" clId="Web-{1EB47845-9194-49E0-AE6C-8B6E59A91325}" dt="2024-11-14T06:27:55.099" v="0"/>
      <pc:docMkLst>
        <pc:docMk/>
      </pc:docMkLst>
      <pc:sldChg chg="modSp">
        <pc:chgData name="福田一希" userId="S::kazuki.fukuda@system-exe.jp::fdfbe5ba-eec8-4756-aa2a-cf5b9de944cd" providerId="AD" clId="Web-{1EB47845-9194-49E0-AE6C-8B6E59A91325}" dt="2024-11-14T06:27:55.099" v="0"/>
        <pc:sldMkLst>
          <pc:docMk/>
          <pc:sldMk cId="286748565" sldId="927"/>
        </pc:sldMkLst>
      </pc:sldChg>
    </pc:docChg>
  </pc:docChgLst>
  <pc:docChgLst>
    <pc:chgData name="福田一希" userId="S::kazuki.fukuda@system-exe.jp::fdfbe5ba-eec8-4756-aa2a-cf5b9de944cd" providerId="AD" clId="Web-{40F0A14A-1B3A-4DD8-A80B-19859D4D7F2B}"/>
    <pc:docChg chg="modSld">
      <pc:chgData name="福田一希" userId="S::kazuki.fukuda@system-exe.jp::fdfbe5ba-eec8-4756-aa2a-cf5b9de944cd" providerId="AD" clId="Web-{40F0A14A-1B3A-4DD8-A80B-19859D4D7F2B}" dt="2025-03-27T09:52:42.889" v="83"/>
      <pc:docMkLst>
        <pc:docMk/>
      </pc:docMkLst>
      <pc:sldChg chg="modSp">
        <pc:chgData name="福田一希" userId="S::kazuki.fukuda@system-exe.jp::fdfbe5ba-eec8-4756-aa2a-cf5b9de944cd" providerId="AD" clId="Web-{40F0A14A-1B3A-4DD8-A80B-19859D4D7F2B}" dt="2025-03-27T09:52:42.889" v="83"/>
        <pc:sldMkLst>
          <pc:docMk/>
          <pc:sldMk cId="1395438993" sldId="765"/>
        </pc:sldMkLst>
        <pc:graphicFrameChg chg="mod modGraphic">
          <ac:chgData name="福田一希" userId="S::kazuki.fukuda@system-exe.jp::fdfbe5ba-eec8-4756-aa2a-cf5b9de944cd" providerId="AD" clId="Web-{40F0A14A-1B3A-4DD8-A80B-19859D4D7F2B}" dt="2025-03-27T09:52:42.889" v="83"/>
          <ac:graphicFrameMkLst>
            <pc:docMk/>
            <pc:sldMk cId="1395438993" sldId="765"/>
            <ac:graphicFrameMk id="7" creationId="{2864E947-18B0-4839-AED3-D416F628DDF0}"/>
          </ac:graphicFrameMkLst>
        </pc:graphicFrameChg>
      </pc:sldChg>
      <pc:sldChg chg="modSp">
        <pc:chgData name="福田一希" userId="S::kazuki.fukuda@system-exe.jp::fdfbe5ba-eec8-4756-aa2a-cf5b9de944cd" providerId="AD" clId="Web-{40F0A14A-1B3A-4DD8-A80B-19859D4D7F2B}" dt="2025-03-27T09:49:47.213" v="30" actId="1076"/>
        <pc:sldMkLst>
          <pc:docMk/>
          <pc:sldMk cId="3560606343" sldId="766"/>
        </pc:sldMkLst>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ldChg>
      <pc:sldChg chg="modSp mod">
        <pc:chgData name="桐山 隆" userId="da3612ff-52da-4b11-b7b0-175c66f446ec" providerId="ADAL" clId="{D2FA51C0-F1C3-462E-8962-EE1A728CD707}" dt="2022-03-25T01:29:56.797" v="55"/>
        <pc:sldMkLst>
          <pc:docMk/>
          <pc:sldMk cId="160659096" sldId="761"/>
        </pc:sldMkLst>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ldChg>
    </pc:docChg>
  </pc:docChgLst>
  <pc:docChgLst>
    <pc:chgData name="髙浦祐朗" userId="d6d860fe-bc64-411b-9605-a16d1ba875f6" providerId="ADAL" clId="{3CFAE578-F013-489A-BE3A-6C301E0DA003}"/>
    <pc:docChg chg="undo custSel modSld">
      <pc:chgData name="髙浦祐朗" userId="d6d860fe-bc64-411b-9605-a16d1ba875f6" providerId="ADAL" clId="{3CFAE578-F013-489A-BE3A-6C301E0DA003}" dt="2024-11-14T06:29:52.021" v="44" actId="12"/>
      <pc:docMkLst>
        <pc:docMk/>
      </pc:docMkLst>
      <pc:sldChg chg="modSp mod">
        <pc:chgData name="髙浦祐朗" userId="d6d860fe-bc64-411b-9605-a16d1ba875f6" providerId="ADAL" clId="{3CFAE578-F013-489A-BE3A-6C301E0DA003}" dt="2024-11-14T06:29:52.021" v="44" actId="12"/>
        <pc:sldMkLst>
          <pc:docMk/>
          <pc:sldMk cId="2410374903" sldId="767"/>
        </pc:sldMkLst>
      </pc:sldChg>
      <pc:sldChg chg="modSp mod">
        <pc:chgData name="髙浦祐朗" userId="d6d860fe-bc64-411b-9605-a16d1ba875f6" providerId="ADAL" clId="{3CFAE578-F013-489A-BE3A-6C301E0DA003}" dt="2024-11-14T06:13:22.947" v="43"/>
        <pc:sldMkLst>
          <pc:docMk/>
          <pc:sldMk cId="2399073518" sldId="929"/>
        </pc:sldMkLst>
      </pc:sldChg>
    </pc:docChg>
  </pc:docChgLst>
  <pc:docChgLst>
    <pc:chgData name="川名翔太" userId="902a1c22-1104-4fc2-ba41-1ee47f89ed5e" providerId="ADAL" clId="{1BEBEE81-C447-4A10-8F4F-8E5D2BE21CF7}"/>
    <pc:docChg chg="undo custSel modSld">
      <pc:chgData name="川名翔太" userId="902a1c22-1104-4fc2-ba41-1ee47f89ed5e" providerId="ADAL" clId="{1BEBEE81-C447-4A10-8F4F-8E5D2BE21CF7}" dt="2025-04-25T10:27:58.581" v="74" actId="20577"/>
      <pc:docMkLst>
        <pc:docMk/>
      </pc:docMkLst>
      <pc:sldChg chg="addSp delSp modSp mod">
        <pc:chgData name="川名翔太" userId="902a1c22-1104-4fc2-ba41-1ee47f89ed5e" providerId="ADAL" clId="{1BEBEE81-C447-4A10-8F4F-8E5D2BE21CF7}" dt="2025-04-25T10:27:58.581" v="74" actId="20577"/>
        <pc:sldMkLst>
          <pc:docMk/>
          <pc:sldMk cId="2410374903" sldId="767"/>
        </pc:sldMkLst>
        <pc:spChg chg="del">
          <ac:chgData name="川名翔太" userId="902a1c22-1104-4fc2-ba41-1ee47f89ed5e" providerId="ADAL" clId="{1BEBEE81-C447-4A10-8F4F-8E5D2BE21CF7}" dt="2025-04-25T10:25:57.503" v="0" actId="478"/>
          <ac:spMkLst>
            <pc:docMk/>
            <pc:sldMk cId="2410374903" sldId="767"/>
            <ac:spMk id="5" creationId="{97E6FBE8-190C-40F0-AA01-14695A77D734}"/>
          </ac:spMkLst>
        </pc:spChg>
        <pc:spChg chg="add del mod">
          <ac:chgData name="川名翔太" userId="902a1c22-1104-4fc2-ba41-1ee47f89ed5e" providerId="ADAL" clId="{1BEBEE81-C447-4A10-8F4F-8E5D2BE21CF7}" dt="2025-04-25T10:26:02.084" v="3" actId="478"/>
          <ac:spMkLst>
            <pc:docMk/>
            <pc:sldMk cId="2410374903" sldId="767"/>
            <ac:spMk id="8" creationId="{4BB6B0C2-DB55-B8F1-CB75-796CDB35A1DC}"/>
          </ac:spMkLst>
        </pc:spChg>
        <pc:spChg chg="add mod">
          <ac:chgData name="川名翔太" userId="902a1c22-1104-4fc2-ba41-1ee47f89ed5e" providerId="ADAL" clId="{1BEBEE81-C447-4A10-8F4F-8E5D2BE21CF7}" dt="2025-04-25T10:26:00.447" v="2"/>
          <ac:spMkLst>
            <pc:docMk/>
            <pc:sldMk cId="2410374903" sldId="767"/>
            <ac:spMk id="9" creationId="{9F24AEE3-16AC-813E-EB5A-09063A3B3B3A}"/>
          </ac:spMkLst>
        </pc:spChg>
        <pc:spChg chg="add mod">
          <ac:chgData name="川名翔太" userId="902a1c22-1104-4fc2-ba41-1ee47f89ed5e" providerId="ADAL" clId="{1BEBEE81-C447-4A10-8F4F-8E5D2BE21CF7}" dt="2025-04-25T10:27:58.581" v="74" actId="20577"/>
          <ac:spMkLst>
            <pc:docMk/>
            <pc:sldMk cId="2410374903" sldId="767"/>
            <ac:spMk id="10" creationId="{B6204572-4A93-ED9C-A12C-3A437310DF98}"/>
          </ac:spMkLst>
        </pc:spChg>
      </pc:sldChg>
    </pc:docChg>
  </pc:docChgLst>
  <pc:docChgLst>
    <pc:chgData name="髙浦祐朗" userId="d6d860fe-bc64-411b-9605-a16d1ba875f6" providerId="ADAL" clId="{657898E6-BA57-4939-A42A-5B289DF83BA8}"/>
    <pc:docChg chg="modSld">
      <pc:chgData name="髙浦祐朗" userId="d6d860fe-bc64-411b-9605-a16d1ba875f6" providerId="ADAL" clId="{657898E6-BA57-4939-A42A-5B289DF83BA8}" dt="2025-04-14T02:30:18.175" v="296" actId="20577"/>
      <pc:docMkLst>
        <pc:docMk/>
      </pc:docMkLst>
      <pc:sldChg chg="modSp mod">
        <pc:chgData name="髙浦祐朗" userId="d6d860fe-bc64-411b-9605-a16d1ba875f6" providerId="ADAL" clId="{657898E6-BA57-4939-A42A-5B289DF83BA8}" dt="2025-04-14T02:30:18.175" v="296" actId="20577"/>
        <pc:sldMkLst>
          <pc:docMk/>
          <pc:sldMk cId="3773316736" sldId="756"/>
        </pc:sldMkLst>
        <pc:spChg chg="mod">
          <ac:chgData name="髙浦祐朗" userId="d6d860fe-bc64-411b-9605-a16d1ba875f6" providerId="ADAL" clId="{657898E6-BA57-4939-A42A-5B289DF83BA8}" dt="2025-04-14T02:30:18.175" v="296" actId="20577"/>
          <ac:spMkLst>
            <pc:docMk/>
            <pc:sldMk cId="3773316736" sldId="756"/>
            <ac:spMk id="13" creationId="{B8B3A81D-32E4-C28F-0D4C-EB7D2165E764}"/>
          </ac:spMkLst>
        </pc:spChg>
      </pc:sldChg>
    </pc:docChg>
  </pc:docChgLst>
  <pc:docChgLst>
    <pc:chgData name="髙浦祐朗" userId="d6d860fe-bc64-411b-9605-a16d1ba875f6" providerId="ADAL" clId="{5409C2BA-C2FD-4738-BE61-A0F02FB7E697}"/>
    <pc:docChg chg="custSel modSld">
      <pc:chgData name="髙浦祐朗" userId="d6d860fe-bc64-411b-9605-a16d1ba875f6" providerId="ADAL" clId="{5409C2BA-C2FD-4738-BE61-A0F02FB7E697}" dt="2025-03-27T07:12:53.067" v="2" actId="207"/>
      <pc:docMkLst>
        <pc:docMk/>
      </pc:docMkLst>
      <pc:sldChg chg="modSp mod">
        <pc:chgData name="髙浦祐朗" userId="d6d860fe-bc64-411b-9605-a16d1ba875f6" providerId="ADAL" clId="{5409C2BA-C2FD-4738-BE61-A0F02FB7E697}" dt="2025-03-27T07:12:53.067" v="2" actId="207"/>
        <pc:sldMkLst>
          <pc:docMk/>
          <pc:sldMk cId="286748565" sldId="927"/>
        </pc:sldMkLst>
      </pc:sldChg>
      <pc:sldChg chg="modSp mod">
        <pc:chgData name="髙浦祐朗" userId="d6d860fe-bc64-411b-9605-a16d1ba875f6" providerId="ADAL" clId="{5409C2BA-C2FD-4738-BE61-A0F02FB7E697}" dt="2025-03-27T07:11:40.640" v="0" actId="404"/>
        <pc:sldMkLst>
          <pc:docMk/>
          <pc:sldMk cId="2399073518" sldId="929"/>
        </pc:sldMkLst>
        <pc:spChg chg="mod">
          <ac:chgData name="髙浦祐朗" userId="d6d860fe-bc64-411b-9605-a16d1ba875f6" providerId="ADAL" clId="{5409C2BA-C2FD-4738-BE61-A0F02FB7E697}" dt="2025-03-27T07:11:40.640" v="0" actId="404"/>
          <ac:spMkLst>
            <pc:docMk/>
            <pc:sldMk cId="2399073518" sldId="929"/>
            <ac:spMk id="32" creationId="{00370C48-0D59-524A-9275-25857EAF2FCD}"/>
          </ac:spMkLst>
        </pc:spChg>
      </pc:sldChg>
    </pc:docChg>
  </pc:docChgLst>
  <pc:docChgLst>
    <pc:chgData name="福田一希" userId="S::kazuki.fukuda@system-exe.jp::fdfbe5ba-eec8-4756-aa2a-cf5b9de944cd" providerId="AD" clId="Web-{93ECA78E-94E3-4035-86A5-B2F4F669F2E6}"/>
    <pc:docChg chg="modSld">
      <pc:chgData name="福田一希" userId="S::kazuki.fukuda@system-exe.jp::fdfbe5ba-eec8-4756-aa2a-cf5b9de944cd" providerId="AD" clId="Web-{93ECA78E-94E3-4035-86A5-B2F4F669F2E6}" dt="2025-04-14T02:37:55.470" v="1" actId="20577"/>
      <pc:docMkLst>
        <pc:docMk/>
      </pc:docMkLst>
      <pc:sldChg chg="modSp">
        <pc:chgData name="福田一希" userId="S::kazuki.fukuda@system-exe.jp::fdfbe5ba-eec8-4756-aa2a-cf5b9de944cd" providerId="AD" clId="Web-{93ECA78E-94E3-4035-86A5-B2F4F669F2E6}" dt="2025-04-14T02:37:55.470" v="1" actId="20577"/>
        <pc:sldMkLst>
          <pc:docMk/>
          <pc:sldMk cId="3773316736" sldId="756"/>
        </pc:sldMkLst>
        <pc:spChg chg="mod">
          <ac:chgData name="福田一希" userId="S::kazuki.fukuda@system-exe.jp::fdfbe5ba-eec8-4756-aa2a-cf5b9de944cd" providerId="AD" clId="Web-{93ECA78E-94E3-4035-86A5-B2F4F669F2E6}" dt="2025-04-14T02:37:55.470" v="1" actId="20577"/>
          <ac:spMkLst>
            <pc:docMk/>
            <pc:sldMk cId="3773316736" sldId="756"/>
            <ac:spMk id="13" creationId="{B8B3A81D-32E4-C28F-0D4C-EB7D2165E764}"/>
          </ac:spMkLst>
        </pc:spChg>
      </pc:sldChg>
    </pc:docChg>
  </pc:docChgLst>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ldChg>
      <pc:sldChg chg="modSp mod">
        <pc:chgData name="髙浦祐朗" userId="d6d860fe-bc64-411b-9605-a16d1ba875f6" providerId="ADAL" clId="{DB867282-9B14-4BC1-835F-34C67E84B083}" dt="2024-01-29T12:31:32.651" v="86"/>
        <pc:sldMkLst>
          <pc:docMk/>
          <pc:sldMk cId="1072167564" sldId="754"/>
        </pc:sldMkLst>
      </pc:sldChg>
      <pc:sldChg chg="modSp mod">
        <pc:chgData name="髙浦祐朗" userId="d6d860fe-bc64-411b-9605-a16d1ba875f6" providerId="ADAL" clId="{DB867282-9B14-4BC1-835F-34C67E84B083}" dt="2024-01-29T12:28:00.980" v="0" actId="20577"/>
        <pc:sldMkLst>
          <pc:docMk/>
          <pc:sldMk cId="3773316736" sldId="756"/>
        </pc:sldMkLst>
      </pc:sldChg>
      <pc:sldChg chg="modSp mod">
        <pc:chgData name="髙浦祐朗" userId="d6d860fe-bc64-411b-9605-a16d1ba875f6" providerId="ADAL" clId="{DB867282-9B14-4BC1-835F-34C67E84B083}" dt="2024-01-29T12:31:39.615" v="90"/>
        <pc:sldMkLst>
          <pc:docMk/>
          <pc:sldMk cId="3692000709" sldId="769"/>
        </pc:sldMkLst>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ldChg>
      <pc:sldChg chg="modSp mod">
        <pc:chgData name="本吉史明" userId="0172166b-71c8-4fba-9a75-a345433b7af6" providerId="ADAL" clId="{CCC4954D-894C-42DD-8E58-25EE4D4C96D4}" dt="2022-03-25T09:31:30.194" v="3006"/>
        <pc:sldMkLst>
          <pc:docMk/>
          <pc:sldMk cId="2251576925" sldId="748"/>
        </pc:sldMkLst>
      </pc:sldChg>
      <pc:sldChg chg="modSp mod">
        <pc:chgData name="本吉史明" userId="0172166b-71c8-4fba-9a75-a345433b7af6" providerId="ADAL" clId="{CCC4954D-894C-42DD-8E58-25EE4D4C96D4}" dt="2022-03-24T07:16:05.489" v="1716" actId="20577"/>
        <pc:sldMkLst>
          <pc:docMk/>
          <pc:sldMk cId="3325638293" sldId="749"/>
        </pc:sldMkLst>
      </pc:sldChg>
      <pc:sldChg chg="modSp mod">
        <pc:chgData name="本吉史明" userId="0172166b-71c8-4fba-9a75-a345433b7af6" providerId="ADAL" clId="{CCC4954D-894C-42DD-8E58-25EE4D4C96D4}" dt="2022-03-24T10:43:42.269" v="2430" actId="20577"/>
        <pc:sldMkLst>
          <pc:docMk/>
          <pc:sldMk cId="5311539" sldId="752"/>
        </pc:sldMkLst>
      </pc:sldChg>
      <pc:sldChg chg="modSp mod">
        <pc:chgData name="本吉史明" userId="0172166b-71c8-4fba-9a75-a345433b7af6" providerId="ADAL" clId="{CCC4954D-894C-42DD-8E58-25EE4D4C96D4}" dt="2022-03-24T10:47:05.012" v="2634" actId="14734"/>
        <pc:sldMkLst>
          <pc:docMk/>
          <pc:sldMk cId="1072167564" sldId="754"/>
        </pc:sldMkLst>
      </pc:sldChg>
      <pc:sldChg chg="addSp modSp mod">
        <pc:chgData name="本吉史明" userId="0172166b-71c8-4fba-9a75-a345433b7af6" providerId="ADAL" clId="{CCC4954D-894C-42DD-8E58-25EE4D4C96D4}" dt="2022-03-24T10:38:05.116" v="2389" actId="14100"/>
        <pc:sldMkLst>
          <pc:docMk/>
          <pc:sldMk cId="3830098465" sldId="758"/>
        </pc:sldMkLst>
      </pc:sldChg>
      <pc:sldChg chg="modSp mod">
        <pc:chgData name="本吉史明" userId="0172166b-71c8-4fba-9a75-a345433b7af6" providerId="ADAL" clId="{CCC4954D-894C-42DD-8E58-25EE4D4C96D4}" dt="2022-03-24T10:44:09.846" v="2458" actId="6549"/>
        <pc:sldMkLst>
          <pc:docMk/>
          <pc:sldMk cId="4225344044" sldId="762"/>
        </pc:sldMkLst>
      </pc:sldChg>
      <pc:sldChg chg="modSp mod">
        <pc:chgData name="本吉史明" userId="0172166b-71c8-4fba-9a75-a345433b7af6" providerId="ADAL" clId="{CCC4954D-894C-42DD-8E58-25EE4D4C96D4}" dt="2022-03-24T10:44:12.117" v="2459" actId="6549"/>
        <pc:sldMkLst>
          <pc:docMk/>
          <pc:sldMk cId="3581102778" sldId="763"/>
        </pc:sldMkLst>
      </pc:sldChg>
      <pc:sldChg chg="modSp mod">
        <pc:chgData name="本吉史明" userId="0172166b-71c8-4fba-9a75-a345433b7af6" providerId="ADAL" clId="{CCC4954D-894C-42DD-8E58-25EE4D4C96D4}" dt="2022-03-24T10:44:15.210" v="2460" actId="6549"/>
        <pc:sldMkLst>
          <pc:docMk/>
          <pc:sldMk cId="23999133" sldId="764"/>
        </pc:sldMkLst>
      </pc:sldChg>
      <pc:sldChg chg="modSp mod">
        <pc:chgData name="本吉史明" userId="0172166b-71c8-4fba-9a75-a345433b7af6" providerId="ADAL" clId="{CCC4954D-894C-42DD-8E58-25EE4D4C96D4}" dt="2022-03-24T10:44:17.568" v="2461" actId="6549"/>
        <pc:sldMkLst>
          <pc:docMk/>
          <pc:sldMk cId="1395438993" sldId="765"/>
        </pc:sldMkLst>
      </pc:sldChg>
      <pc:sldChg chg="modSp mod">
        <pc:chgData name="本吉史明" userId="0172166b-71c8-4fba-9a75-a345433b7af6" providerId="ADAL" clId="{CCC4954D-894C-42DD-8E58-25EE4D4C96D4}" dt="2022-03-25T07:00:17.285" v="2955" actId="14100"/>
        <pc:sldMkLst>
          <pc:docMk/>
          <pc:sldMk cId="3560606343" sldId="766"/>
        </pc:sldMkLst>
      </pc:sldChg>
      <pc:sldChg chg="modSp new mod">
        <pc:chgData name="本吉史明" userId="0172166b-71c8-4fba-9a75-a345433b7af6" providerId="ADAL" clId="{CCC4954D-894C-42DD-8E58-25EE4D4C96D4}" dt="2022-03-25T07:01:34.210" v="2974" actId="14100"/>
        <pc:sldMkLst>
          <pc:docMk/>
          <pc:sldMk cId="2410374903" sldId="767"/>
        </pc:sldMkLst>
      </pc:sldChg>
    </pc:docChg>
  </pc:docChgLst>
  <pc:docChgLst>
    <pc:chgData name="髙浦祐朗" userId="d6d860fe-bc64-411b-9605-a16d1ba875f6" providerId="ADAL" clId="{8CAA3E6C-DA47-4CA9-B05F-FDB81B969CEA}"/>
    <pc:docChg chg="undo custSel modSld">
      <pc:chgData name="髙浦祐朗" userId="d6d860fe-bc64-411b-9605-a16d1ba875f6" providerId="ADAL" clId="{8CAA3E6C-DA47-4CA9-B05F-FDB81B969CEA}" dt="2025-04-25T10:34:16.312" v="65" actId="20577"/>
      <pc:docMkLst>
        <pc:docMk/>
      </pc:docMkLst>
      <pc:sldChg chg="addSp modSp mod">
        <pc:chgData name="髙浦祐朗" userId="d6d860fe-bc64-411b-9605-a16d1ba875f6" providerId="ADAL" clId="{8CAA3E6C-DA47-4CA9-B05F-FDB81B969CEA}" dt="2025-04-25T10:24:38.194" v="5" actId="14100"/>
        <pc:sldMkLst>
          <pc:docMk/>
          <pc:sldMk cId="2410374903" sldId="767"/>
        </pc:sldMkLst>
        <pc:spChg chg="add mod">
          <ac:chgData name="髙浦祐朗" userId="d6d860fe-bc64-411b-9605-a16d1ba875f6" providerId="ADAL" clId="{8CAA3E6C-DA47-4CA9-B05F-FDB81B969CEA}" dt="2025-04-25T10:24:38.194" v="5" actId="14100"/>
          <ac:spMkLst>
            <pc:docMk/>
            <pc:sldMk cId="2410374903" sldId="767"/>
            <ac:spMk id="4" creationId="{C7B2CFCF-47D2-19F8-9151-AF0C79131679}"/>
          </ac:spMkLst>
        </pc:spChg>
      </pc:sldChg>
      <pc:sldChg chg="delSp modSp mod">
        <pc:chgData name="髙浦祐朗" userId="d6d860fe-bc64-411b-9605-a16d1ba875f6" providerId="ADAL" clId="{8CAA3E6C-DA47-4CA9-B05F-FDB81B969CEA}" dt="2025-04-25T10:34:16.312" v="65" actId="20577"/>
        <pc:sldMkLst>
          <pc:docMk/>
          <pc:sldMk cId="2453405637" sldId="923"/>
        </pc:sldMkLst>
        <pc:spChg chg="del">
          <ac:chgData name="髙浦祐朗" userId="d6d860fe-bc64-411b-9605-a16d1ba875f6" providerId="ADAL" clId="{8CAA3E6C-DA47-4CA9-B05F-FDB81B969CEA}" dt="2025-04-25T10:28:54.972" v="10" actId="478"/>
          <ac:spMkLst>
            <pc:docMk/>
            <pc:sldMk cId="2453405637" sldId="923"/>
            <ac:spMk id="3" creationId="{01D53284-8A60-E7A1-63FB-48DF963D31E4}"/>
          </ac:spMkLst>
        </pc:spChg>
        <pc:graphicFrameChg chg="mod modGraphic">
          <ac:chgData name="髙浦祐朗" userId="d6d860fe-bc64-411b-9605-a16d1ba875f6" providerId="ADAL" clId="{8CAA3E6C-DA47-4CA9-B05F-FDB81B969CEA}" dt="2025-04-25T10:34:16.312" v="65" actId="20577"/>
          <ac:graphicFrameMkLst>
            <pc:docMk/>
            <pc:sldMk cId="2453405637" sldId="923"/>
            <ac:graphicFrameMk id="9" creationId="{BBA8B256-12B2-6E8C-50F9-31564ECC0266}"/>
          </ac:graphicFrameMkLst>
        </pc:graphicFrameChg>
      </pc:sldChg>
      <pc:sldChg chg="modSp mod">
        <pc:chgData name="髙浦祐朗" userId="d6d860fe-bc64-411b-9605-a16d1ba875f6" providerId="ADAL" clId="{8CAA3E6C-DA47-4CA9-B05F-FDB81B969CEA}" dt="2025-04-25T10:28:21.866" v="9" actId="20577"/>
        <pc:sldMkLst>
          <pc:docMk/>
          <pc:sldMk cId="2399073518" sldId="929"/>
        </pc:sldMkLst>
        <pc:spChg chg="mod">
          <ac:chgData name="髙浦祐朗" userId="d6d860fe-bc64-411b-9605-a16d1ba875f6" providerId="ADAL" clId="{8CAA3E6C-DA47-4CA9-B05F-FDB81B969CEA}" dt="2025-04-25T10:28:21.866" v="9" actId="20577"/>
          <ac:spMkLst>
            <pc:docMk/>
            <pc:sldMk cId="2399073518" sldId="929"/>
            <ac:spMk id="36" creationId="{10B0CD7D-A6F3-7E6D-328C-5A37E0631B7A}"/>
          </ac:spMkLst>
        </pc:spChg>
      </pc:sldChg>
    </pc:docChg>
  </pc:docChgLst>
  <pc:docChgLst>
    <pc:chgData name="福田一希" userId="S::kazuki.fukuda@system-exe.jp::fdfbe5ba-eec8-4756-aa2a-cf5b9de944cd" providerId="AD" clId="Web-{AE78397D-7AE7-42D1-9771-AB5E99AC60EA}"/>
    <pc:docChg chg="modSld">
      <pc:chgData name="福田一希" userId="S::kazuki.fukuda@system-exe.jp::fdfbe5ba-eec8-4756-aa2a-cf5b9de944cd" providerId="AD" clId="Web-{AE78397D-7AE7-42D1-9771-AB5E99AC60EA}" dt="2025-04-14T02:36:58.667" v="25" actId="20577"/>
      <pc:docMkLst>
        <pc:docMk/>
      </pc:docMkLst>
      <pc:sldChg chg="modSp">
        <pc:chgData name="福田一希" userId="S::kazuki.fukuda@system-exe.jp::fdfbe5ba-eec8-4756-aa2a-cf5b9de944cd" providerId="AD" clId="Web-{AE78397D-7AE7-42D1-9771-AB5E99AC60EA}" dt="2025-04-14T02:36:58.667" v="25" actId="20577"/>
        <pc:sldMkLst>
          <pc:docMk/>
          <pc:sldMk cId="3773316736" sldId="756"/>
        </pc:sldMkLst>
        <pc:spChg chg="mod">
          <ac:chgData name="福田一希" userId="S::kazuki.fukuda@system-exe.jp::fdfbe5ba-eec8-4756-aa2a-cf5b9de944cd" providerId="AD" clId="Web-{AE78397D-7AE7-42D1-9771-AB5E99AC60EA}" dt="2025-04-14T02:36:58.667" v="25" actId="20577"/>
          <ac:spMkLst>
            <pc:docMk/>
            <pc:sldMk cId="3773316736" sldId="756"/>
            <ac:spMk id="13" creationId="{B8B3A81D-32E4-C28F-0D4C-EB7D2165E76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2025/4/25</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2025/4/25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3</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2025/4/28</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2025/4/28</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2025/4/28</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2025/4/28</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ft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kumimoji="1" lang="ja-JP" altLang="en-US" sz="4400"/>
              <a:t>お見積もり</a:t>
            </a:r>
            <a:r>
              <a:rPr kumimoji="1" lang="en-US" altLang="ja-JP" sz="2800"/>
              <a:t>(</a:t>
            </a:r>
            <a:r>
              <a:rPr kumimoji="1" lang="ja-JP" altLang="en-US" sz="2800"/>
              <a:t>第</a:t>
            </a:r>
            <a:r>
              <a:rPr lang="en-US" altLang="ja-JP" sz="2800"/>
              <a:t>1</a:t>
            </a:r>
            <a:r>
              <a:rPr kumimoji="1" lang="en-US" altLang="ja-JP" sz="2800"/>
              <a:t>.0</a:t>
            </a:r>
            <a:r>
              <a:rPr kumimoji="1" lang="ja-JP" altLang="en-US" sz="2800"/>
              <a:t>版）</a:t>
            </a:r>
            <a:endParaRPr kumimoji="1" lang="ja-JP" altLang="en-US" sz="4400"/>
          </a:p>
        </p:txBody>
      </p:sp>
      <p:sp>
        <p:nvSpPr>
          <p:cNvPr id="4" name="サブタイトル 3"/>
          <p:cNvSpPr>
            <a:spLocks noGrp="1"/>
          </p:cNvSpPr>
          <p:nvPr>
            <p:ph type="subTitle" idx="1"/>
          </p:nvPr>
        </p:nvSpPr>
        <p:spPr>
          <a:xfrm>
            <a:off x="576000" y="2562045"/>
            <a:ext cx="8640000" cy="701955"/>
          </a:xfrm>
        </p:spPr>
        <p:txBody>
          <a:bodyPr>
            <a:normAutofit fontScale="92500"/>
          </a:bodyPr>
          <a:lstStyle/>
          <a:p>
            <a:r>
              <a:rPr kumimoji="1" lang="ja-JP" altLang="en-US" sz="3200"/>
              <a:t>販売系業務システム</a:t>
            </a:r>
            <a:r>
              <a:rPr kumimoji="1" lang="en-US" altLang="ja-JP" sz="3200"/>
              <a:t>HUB</a:t>
            </a:r>
            <a:r>
              <a:rPr kumimoji="1" lang="ja-JP" altLang="en-US" sz="3200"/>
              <a:t>処理における開発支援</a:t>
            </a:r>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a:t>2025/4/28</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en-US" altLang="ja-JP">
                <a:latin typeface="游明朝" panose="02020400000000000000" pitchFamily="18" charset="-128"/>
                <a:ea typeface="游明朝" panose="02020400000000000000" pitchFamily="18" charset="-128"/>
              </a:rPr>
              <a:t>1. </a:t>
            </a:r>
            <a:r>
              <a:rPr kumimoji="1" lang="ja-JP" altLang="en-US">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2025/4/28</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latin typeface="Meiryo UI" panose="020B0604030504040204" pitchFamily="50" charset="-128"/>
                <a:ea typeface="Meiryo UI" panose="020B0604030504040204" pitchFamily="50" charset="-128"/>
              </a:rPr>
              <a:t>本資料は下記の別資料に基づき、「販売系業務システム</a:t>
            </a:r>
            <a:r>
              <a:rPr lang="en-US" altLang="ja-JP">
                <a:solidFill>
                  <a:srgbClr val="000000"/>
                </a:solidFill>
                <a:latin typeface="Meiryo UI" panose="020B0604030504040204" pitchFamily="50" charset="-128"/>
                <a:ea typeface="Meiryo UI" panose="020B0604030504040204" pitchFamily="50" charset="-128"/>
              </a:rPr>
              <a:t>HUB</a:t>
            </a:r>
            <a:r>
              <a:rPr lang="ja-JP" altLang="en-US">
                <a:solidFill>
                  <a:srgbClr val="000000"/>
                </a:solidFill>
                <a:latin typeface="Meiryo UI" panose="020B0604030504040204" pitchFamily="50" charset="-128"/>
                <a:ea typeface="Meiryo UI" panose="020B0604030504040204" pitchFamily="50" charset="-128"/>
              </a:rPr>
              <a:t>処理」における</a:t>
            </a:r>
            <a:r>
              <a:rPr lang="en-US" altLang="ja-JP">
                <a:solidFill>
                  <a:srgbClr val="000000"/>
                </a:solidFill>
                <a:latin typeface="Meiryo UI" panose="020B0604030504040204" pitchFamily="50" charset="-128"/>
                <a:ea typeface="Meiryo UI" panose="020B0604030504040204" pitchFamily="50" charset="-128"/>
              </a:rPr>
              <a:t>JCC</a:t>
            </a:r>
            <a:r>
              <a:rPr lang="ja-JP" altLang="en-US">
                <a:solidFill>
                  <a:srgbClr val="000000"/>
                </a:solidFill>
                <a:latin typeface="Meiryo UI" panose="020B0604030504040204" pitchFamily="50" charset="-128"/>
                <a:ea typeface="Meiryo UI" panose="020B0604030504040204" pitchFamily="50" charset="-128"/>
              </a:rPr>
              <a:t>様（ジャノメクレディア社）が担当される開発工程（製造・単体テスト・結合テスト）部分を弊社が担当した際のお見積もり資料です。</a:t>
            </a:r>
            <a:br>
              <a:rPr lang="en-US" altLang="ja-JP">
                <a:solidFill>
                  <a:srgbClr val="000000"/>
                </a:solidFill>
                <a:latin typeface="Meiryo UI" panose="020B0604030504040204" pitchFamily="50" charset="-128"/>
                <a:ea typeface="Meiryo UI" panose="020B0604030504040204" pitchFamily="50" charset="-128"/>
              </a:rPr>
            </a:br>
            <a:endParaRPr lang="en-US" altLang="ja-JP">
              <a:solidFill>
                <a:srgbClr val="000000"/>
              </a:solidFill>
              <a:latin typeface="Meiryo UI" panose="020B0604030504040204" pitchFamily="50" charset="-128"/>
              <a:ea typeface="Meiryo UI" panose="020B0604030504040204" pitchFamily="50" charset="-128"/>
            </a:endParaRPr>
          </a:p>
          <a:p>
            <a:r>
              <a:rPr lang="en-US" altLang="ja-JP">
                <a:solidFill>
                  <a:srgbClr val="000000"/>
                </a:solidFill>
                <a:latin typeface="Meiryo UI" panose="020B0604030504040204" pitchFamily="50" charset="-128"/>
                <a:ea typeface="Meiryo UI" panose="020B0604030504040204" pitchFamily="50" charset="-128"/>
              </a:rPr>
              <a:t>※</a:t>
            </a:r>
            <a:r>
              <a:rPr lang="ja-JP" altLang="en-US">
                <a:solidFill>
                  <a:srgbClr val="000000"/>
                </a:solidFill>
                <a:latin typeface="Meiryo UI" panose="020B0604030504040204" pitchFamily="50" charset="-128"/>
                <a:ea typeface="Meiryo UI" panose="020B0604030504040204" pitchFamily="50" charset="-128"/>
              </a:rPr>
              <a:t>要件定義、基本設計、詳細設計までは</a:t>
            </a:r>
            <a:r>
              <a:rPr lang="en-US" altLang="ja-JP">
                <a:solidFill>
                  <a:srgbClr val="000000"/>
                </a:solidFill>
                <a:latin typeface="Meiryo UI" panose="020B0604030504040204" pitchFamily="50" charset="-128"/>
                <a:ea typeface="Meiryo UI" panose="020B0604030504040204" pitchFamily="50" charset="-128"/>
              </a:rPr>
              <a:t>JCC</a:t>
            </a:r>
            <a:r>
              <a:rPr lang="ja-JP" altLang="en-US">
                <a:solidFill>
                  <a:srgbClr val="000000"/>
                </a:solidFill>
                <a:latin typeface="Meiryo UI" panose="020B0604030504040204" pitchFamily="50" charset="-128"/>
                <a:ea typeface="Meiryo UI" panose="020B0604030504040204" pitchFamily="50" charset="-128"/>
              </a:rPr>
              <a:t>様が担当されます。</a:t>
            </a:r>
            <a:endParaRPr lang="en-US" altLang="ja-JP">
              <a:solidFill>
                <a:srgbClr val="000000"/>
              </a:solidFill>
              <a:latin typeface="Meiryo UI" panose="020B0604030504040204" pitchFamily="50" charset="-128"/>
              <a:ea typeface="Meiryo UI" panose="020B0604030504040204" pitchFamily="50" charset="-128"/>
            </a:endParaRPr>
          </a:p>
          <a:p>
            <a:endParaRPr lang="en-US" altLang="ja-JP">
              <a:solidFill>
                <a:srgbClr val="000000"/>
              </a:solidFill>
              <a:latin typeface="Meiryo UI" panose="020B0604030504040204" pitchFamily="50" charset="-128"/>
              <a:ea typeface="Meiryo UI" panose="020B0604030504040204" pitchFamily="50" charset="-128"/>
            </a:endParaRPr>
          </a:p>
          <a:p>
            <a:r>
              <a:rPr lang="en-US" altLang="ja-JP">
                <a:solidFill>
                  <a:srgbClr val="000000"/>
                </a:solidFill>
                <a:latin typeface="Meiryo UI" panose="020B0604030504040204" pitchFamily="50" charset="-128"/>
                <a:ea typeface="Meiryo UI" panose="020B0604030504040204" pitchFamily="50" charset="-128"/>
              </a:rPr>
              <a:t>[</a:t>
            </a:r>
            <a:r>
              <a:rPr lang="ja-JP" altLang="en-US">
                <a:solidFill>
                  <a:srgbClr val="000000"/>
                </a:solidFill>
                <a:latin typeface="Meiryo UI" panose="020B0604030504040204" pitchFamily="50" charset="-128"/>
                <a:ea typeface="Meiryo UI" panose="020B0604030504040204" pitchFamily="50" charset="-128"/>
              </a:rPr>
              <a:t>別資料</a:t>
            </a:r>
            <a:r>
              <a:rPr lang="en-US" altLang="ja-JP">
                <a:solidFill>
                  <a:srgbClr val="000000"/>
                </a:solidFill>
                <a:latin typeface="Meiryo UI" panose="020B0604030504040204" pitchFamily="50" charset="-128"/>
                <a:ea typeface="Meiryo UI" panose="020B0604030504040204" pitchFamily="50" charset="-128"/>
              </a:rPr>
              <a:t>]</a:t>
            </a:r>
          </a:p>
          <a:p>
            <a:r>
              <a:rPr lang="ja-JP" altLang="en-US">
                <a:solidFill>
                  <a:srgbClr val="000000"/>
                </a:solidFill>
                <a:latin typeface="Meiryo UI" panose="020B0604030504040204" pitchFamily="50" charset="-128"/>
                <a:ea typeface="Meiryo UI" panose="020B0604030504040204" pitchFamily="50" charset="-128"/>
              </a:rPr>
              <a:t>　</a:t>
            </a:r>
            <a:r>
              <a:rPr lang="ja-JP" altLang="en-US" sz="1600">
                <a:solidFill>
                  <a:srgbClr val="000000"/>
                </a:solidFill>
                <a:latin typeface="Meiryo UI" panose="020B0604030504040204" pitchFamily="50" charset="-128"/>
                <a:ea typeface="Meiryo UI" panose="020B0604030504040204" pitchFamily="50" charset="-128"/>
              </a:rPr>
              <a:t>・ </a:t>
            </a:r>
            <a:r>
              <a:rPr lang="en-US" altLang="ja-JP" sz="1600">
                <a:latin typeface="Meiryo UI" panose="020B0604030504040204" pitchFamily="50" charset="-128"/>
                <a:ea typeface="Meiryo UI" panose="020B0604030504040204" pitchFamily="50" charset="-128"/>
              </a:rPr>
              <a:t>20240930_</a:t>
            </a:r>
            <a:r>
              <a:rPr lang="ja-JP" altLang="en-US" sz="1600">
                <a:latin typeface="Meiryo UI" panose="020B0604030504040204" pitchFamily="50" charset="-128"/>
                <a:ea typeface="Meiryo UI" panose="020B0604030504040204" pitchFamily="50" charset="-128"/>
              </a:rPr>
              <a:t>アーキテクチャカタログ</a:t>
            </a:r>
            <a:r>
              <a:rPr lang="en-US" altLang="ja-JP" sz="1600">
                <a:latin typeface="Meiryo UI" panose="020B0604030504040204" pitchFamily="50" charset="-128"/>
                <a:ea typeface="Meiryo UI" panose="020B0604030504040204" pitchFamily="50" charset="-128"/>
              </a:rPr>
              <a:t>.pptx</a:t>
            </a:r>
          </a:p>
          <a:p>
            <a:r>
              <a:rPr lang="ja-JP" altLang="en-US" sz="1600">
                <a:latin typeface="Meiryo UI" panose="020B0604030504040204" pitchFamily="50" charset="-128"/>
                <a:ea typeface="Meiryo UI" panose="020B0604030504040204" pitchFamily="50" charset="-128"/>
              </a:rPr>
              <a:t>　・</a:t>
            </a:r>
            <a:r>
              <a:rPr lang="en-US" altLang="ja-JP" sz="1600">
                <a:latin typeface="Meiryo UI" panose="020B0604030504040204" pitchFamily="50" charset="-128"/>
                <a:ea typeface="Meiryo UI" panose="020B0604030504040204" pitchFamily="50" charset="-128"/>
              </a:rPr>
              <a:t>【</a:t>
            </a:r>
            <a:r>
              <a:rPr lang="ja-JP" altLang="en-US" sz="1600">
                <a:latin typeface="Meiryo UI" panose="020B0604030504040204" pitchFamily="50" charset="-128"/>
                <a:ea typeface="Meiryo UI" panose="020B0604030504040204" pitchFamily="50" charset="-128"/>
              </a:rPr>
              <a:t>データ連携技術検証及びデータ連携方式検討</a:t>
            </a:r>
            <a:r>
              <a:rPr lang="en-US" altLang="ja-JP" sz="1600">
                <a:latin typeface="Meiryo UI" panose="020B0604030504040204" pitchFamily="50" charset="-128"/>
                <a:ea typeface="Meiryo UI" panose="020B0604030504040204" pitchFamily="50" charset="-128"/>
              </a:rPr>
              <a:t>】</a:t>
            </a:r>
            <a:r>
              <a:rPr lang="ja-JP" altLang="en-US" sz="1600">
                <a:latin typeface="Meiryo UI" panose="020B0604030504040204" pitchFamily="50" charset="-128"/>
                <a:ea typeface="Meiryo UI" panose="020B0604030504040204" pitchFamily="50" charset="-128"/>
              </a:rPr>
              <a:t>データ連携方式選定ガイドライン</a:t>
            </a:r>
            <a:r>
              <a:rPr lang="en-US" altLang="ja-JP" sz="1600">
                <a:latin typeface="Meiryo UI" panose="020B0604030504040204" pitchFamily="50" charset="-128"/>
                <a:ea typeface="Meiryo UI" panose="020B0604030504040204" pitchFamily="50" charset="-128"/>
              </a:rPr>
              <a:t>_20231225_v1.2.pptx</a:t>
            </a:r>
          </a:p>
          <a:p>
            <a:r>
              <a:rPr lang="ja-JP" altLang="en-US" sz="1600">
                <a:latin typeface="Meiryo UI" panose="020B0604030504040204" pitchFamily="50" charset="-128"/>
                <a:ea typeface="Meiryo UI" panose="020B0604030504040204" pitchFamily="50" charset="-128"/>
              </a:rPr>
              <a:t>　・</a:t>
            </a:r>
            <a:r>
              <a:rPr lang="en-US" altLang="ja-JP" sz="1600">
                <a:latin typeface="Meiryo UI" panose="020B0604030504040204" pitchFamily="50" charset="-128"/>
                <a:ea typeface="Meiryo UI" panose="020B0604030504040204" pitchFamily="50" charset="-128"/>
              </a:rPr>
              <a:t>20241004_【</a:t>
            </a:r>
            <a:r>
              <a:rPr lang="ja-JP" altLang="en-US" sz="1600">
                <a:latin typeface="Meiryo UI" panose="020B0604030504040204" pitchFamily="50" charset="-128"/>
                <a:ea typeface="Meiryo UI" panose="020B0604030504040204" pitchFamily="50" charset="-128"/>
              </a:rPr>
              <a:t>重点課題報告会</a:t>
            </a:r>
            <a:r>
              <a:rPr lang="en-US" altLang="ja-JP" sz="1600">
                <a:latin typeface="Meiryo UI" panose="020B0604030504040204" pitchFamily="50" charset="-128"/>
                <a:ea typeface="Meiryo UI" panose="020B0604030504040204" pitchFamily="50" charset="-128"/>
              </a:rPr>
              <a:t>】</a:t>
            </a:r>
            <a:r>
              <a:rPr lang="ja-JP" altLang="en-US" sz="1600">
                <a:latin typeface="Meiryo UI" panose="020B0604030504040204" pitchFamily="50" charset="-128"/>
                <a:ea typeface="Meiryo UI" panose="020B0604030504040204" pitchFamily="50" charset="-128"/>
              </a:rPr>
              <a:t>次期アーキ戦略</a:t>
            </a:r>
            <a:r>
              <a:rPr lang="en-US" altLang="ja-JP" sz="1600">
                <a:latin typeface="Meiryo UI" panose="020B0604030504040204" pitchFamily="50" charset="-128"/>
                <a:ea typeface="Meiryo UI" panose="020B0604030504040204" pitchFamily="50" charset="-128"/>
              </a:rPr>
              <a:t>_</a:t>
            </a:r>
            <a:r>
              <a:rPr lang="ja-JP" altLang="en-US" sz="1600">
                <a:latin typeface="Meiryo UI" panose="020B0604030504040204" pitchFamily="50" charset="-128"/>
                <a:ea typeface="Meiryo UI" panose="020B0604030504040204" pitchFamily="50" charset="-128"/>
              </a:rPr>
              <a:t>抜粋</a:t>
            </a:r>
            <a:r>
              <a:rPr lang="en-US" altLang="ja-JP" sz="1600">
                <a:latin typeface="Meiryo UI" panose="020B0604030504040204" pitchFamily="50" charset="-128"/>
                <a:ea typeface="Meiryo UI" panose="020B0604030504040204" pitchFamily="50" charset="-128"/>
              </a:rPr>
              <a:t>.pptx</a:t>
            </a:r>
          </a:p>
          <a:p>
            <a:endParaRPr lang="en-US" altLang="ja-JP" sz="1600">
              <a:latin typeface="Meiryo UI" panose="020B0604030504040204" pitchFamily="50" charset="-128"/>
              <a:ea typeface="Meiryo UI" panose="020B0604030504040204" pitchFamily="50" charset="-128"/>
            </a:endParaRPr>
          </a:p>
          <a:p>
            <a:endParaRPr lang="en-US" altLang="ja-JP" sz="16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2. </a:t>
            </a:r>
            <a:r>
              <a:rPr lang="ja-JP" altLang="en-US">
                <a:latin typeface="游明朝" panose="02020400000000000000" pitchFamily="18" charset="-128"/>
                <a:ea typeface="游明朝" panose="02020400000000000000" pitchFamily="18" charset="-128"/>
              </a:rPr>
              <a:t>対象機能</a:t>
            </a:r>
            <a:endParaRPr kumimoji="1" lang="ja-JP" altLang="en-US"/>
          </a:p>
        </p:txBody>
      </p:sp>
      <p:sp>
        <p:nvSpPr>
          <p:cNvPr id="3" name="日付プレースホルダー 2"/>
          <p:cNvSpPr>
            <a:spLocks noGrp="1"/>
          </p:cNvSpPr>
          <p:nvPr>
            <p:ph type="dt" sz="half" idx="10"/>
          </p:nvPr>
        </p:nvSpPr>
        <p:spPr/>
        <p:txBody>
          <a:bodyPr/>
          <a:lstStyle/>
          <a:p>
            <a:r>
              <a:rPr lang="en-US" altLang="ja-JP"/>
              <a:t>2025/4/28</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272359377"/>
              </p:ext>
            </p:extLst>
          </p:nvPr>
        </p:nvGraphicFramePr>
        <p:xfrm>
          <a:off x="393566" y="891175"/>
          <a:ext cx="5436000" cy="4998720"/>
        </p:xfrm>
        <a:graphic>
          <a:graphicData uri="http://schemas.openxmlformats.org/drawingml/2006/table">
            <a:tbl>
              <a:tblPr firstRow="1" bandRow="1">
                <a:tableStyleId>{69012ECD-51FC-41F1-AA8D-1B2483CD663E}</a:tableStyleId>
              </a:tblPr>
              <a:tblGrid>
                <a:gridCol w="360000">
                  <a:extLst>
                    <a:ext uri="{9D8B030D-6E8A-4147-A177-3AD203B41FA5}">
                      <a16:colId xmlns:a16="http://schemas.microsoft.com/office/drawing/2014/main" val="820809534"/>
                    </a:ext>
                  </a:extLst>
                </a:gridCol>
                <a:gridCol w="1439999">
                  <a:extLst>
                    <a:ext uri="{9D8B030D-6E8A-4147-A177-3AD203B41FA5}">
                      <a16:colId xmlns:a16="http://schemas.microsoft.com/office/drawing/2014/main" val="2667349602"/>
                    </a:ext>
                  </a:extLst>
                </a:gridCol>
                <a:gridCol w="2628000">
                  <a:extLst>
                    <a:ext uri="{9D8B030D-6E8A-4147-A177-3AD203B41FA5}">
                      <a16:colId xmlns:a16="http://schemas.microsoft.com/office/drawing/2014/main" val="922789385"/>
                    </a:ext>
                  </a:extLst>
                </a:gridCol>
                <a:gridCol w="1008001">
                  <a:extLst>
                    <a:ext uri="{9D8B030D-6E8A-4147-A177-3AD203B41FA5}">
                      <a16:colId xmlns:a16="http://schemas.microsoft.com/office/drawing/2014/main" val="618303197"/>
                    </a:ext>
                  </a:extLst>
                </a:gridCol>
              </a:tblGrid>
              <a:tr h="249072">
                <a:tc>
                  <a:txBody>
                    <a:bodyPr/>
                    <a:lstStyle/>
                    <a:p>
                      <a:pPr algn="ctr"/>
                      <a:r>
                        <a:rPr kumimoji="1" lang="en-US" altLang="ja-JP" sz="1400">
                          <a:solidFill>
                            <a:srgbClr val="FFFFFF"/>
                          </a:solidFill>
                          <a:latin typeface="Meiryo UI" panose="020B0604030504040204" pitchFamily="50" charset="-128"/>
                          <a:ea typeface="Meiryo UI" panose="020B0604030504040204" pitchFamily="50" charset="-128"/>
                        </a:rPr>
                        <a:t>No</a:t>
                      </a:r>
                      <a:endParaRPr kumimoji="1" lang="ja-JP" altLang="en-US" sz="1400">
                        <a:solidFill>
                          <a:srgbClr val="FFFFFF"/>
                        </a:solidFill>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r>
                        <a:rPr kumimoji="1" lang="ja-JP" altLang="en-US" sz="1400">
                          <a:solidFill>
                            <a:srgbClr val="FFFFFF"/>
                          </a:solidFill>
                          <a:latin typeface="Meiryo UI" panose="020B0604030504040204" pitchFamily="50" charset="-128"/>
                          <a:ea typeface="Meiryo UI" panose="020B0604030504040204" pitchFamily="50" charset="-128"/>
                        </a:rPr>
                        <a:t>機能名</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400">
                          <a:solidFill>
                            <a:srgbClr val="FFFFFF"/>
                          </a:solidFill>
                          <a:latin typeface="Meiryo UI" panose="020B0604030504040204" pitchFamily="50" charset="-128"/>
                          <a:ea typeface="Meiryo UI" panose="020B0604030504040204" pitchFamily="50" charset="-128"/>
                        </a:rPr>
                        <a:t>詳細設計書受領予定日</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19457">
                <a:tc rowSpan="6">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1</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共通</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　</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　</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　</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　</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　</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アーキテクチャ</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開発環境・把握・構築</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1645606"/>
                  </a:ext>
                </a:extLst>
              </a:tr>
              <a:tr h="358498">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Azure</a:t>
                      </a:r>
                      <a:r>
                        <a:rPr lang="ja-JP" altLang="en-US" sz="1400" b="0" i="0" u="none" strike="noStrike">
                          <a:solidFill>
                            <a:srgbClr val="000000"/>
                          </a:solidFill>
                          <a:effectLst/>
                          <a:latin typeface="Meiryo UI" panose="020B0604030504040204" pitchFamily="50" charset="-128"/>
                          <a:ea typeface="Meiryo UI" panose="020B0604030504040204" pitchFamily="50" charset="-128"/>
                        </a:rPr>
                        <a:t>環境構築</a:t>
                      </a:r>
                      <a:endParaRPr lang="en-US" altLang="ja-JP" sz="1400" b="0" i="0" u="none" strike="noStrike">
                        <a:solidFill>
                          <a:srgbClr val="000000"/>
                        </a:solidFill>
                        <a:effectLst/>
                        <a:latin typeface="Meiryo UI" panose="020B0604030504040204" pitchFamily="50" charset="-128"/>
                        <a:ea typeface="Meiryo UI" panose="020B0604030504040204" pitchFamily="50" charset="-128"/>
                      </a:endParaRP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（データレイク含む）</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6388114"/>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DB</a:t>
                      </a:r>
                      <a:r>
                        <a:rPr lang="ja-JP" altLang="en-US" sz="1400" b="0" i="0" u="none" strike="noStrike">
                          <a:solidFill>
                            <a:srgbClr val="000000"/>
                          </a:solidFill>
                          <a:effectLst/>
                          <a:latin typeface="Meiryo UI" panose="020B0604030504040204" pitchFamily="50" charset="-128"/>
                          <a:ea typeface="Meiryo UI" panose="020B0604030504040204" pitchFamily="50" charset="-128"/>
                        </a:rPr>
                        <a:t>環境構築</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1907826"/>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結合テスト計画作成</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0956466"/>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A-AUTO</a:t>
                      </a:r>
                      <a:r>
                        <a:rPr lang="ja-JP" altLang="en-US" sz="1400" b="0" i="0" u="none" strike="noStrike">
                          <a:solidFill>
                            <a:srgbClr val="000000"/>
                          </a:solidFill>
                          <a:effectLst/>
                          <a:latin typeface="Meiryo UI" panose="020B0604030504040204" pitchFamily="50" charset="-128"/>
                          <a:ea typeface="Meiryo UI" panose="020B0604030504040204" pitchFamily="50" charset="-128"/>
                        </a:rPr>
                        <a:t>設定</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7059681"/>
                  </a:ext>
                </a:extLst>
              </a:tr>
              <a:tr h="219457">
                <a:tc rowSpan="4">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2</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4">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セルイン作成</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セルイン</a:t>
                      </a:r>
                      <a:r>
                        <a:rPr lang="en-US" sz="1400" b="0" i="0" u="none" strike="noStrike">
                          <a:solidFill>
                            <a:srgbClr val="000000"/>
                          </a:solidFill>
                          <a:effectLst/>
                          <a:latin typeface="Meiryo UI" panose="020B0604030504040204" pitchFamily="50" charset="-128"/>
                          <a:ea typeface="Meiryo UI" panose="020B0604030504040204" pitchFamily="50" charset="-128"/>
                        </a:rPr>
                        <a:t>TBL</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5/12</a:t>
                      </a:r>
                      <a:endParaRPr 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44071558"/>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売上原価伝送データ</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6/13</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08375217"/>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販売実績数量価格推移表 </a:t>
                      </a:r>
                      <a:r>
                        <a:rPr lang="en-US" altLang="zh-TW" sz="14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a:solidFill>
                            <a:srgbClr val="000000"/>
                          </a:solidFill>
                          <a:effectLst/>
                          <a:latin typeface="Meiryo UI" panose="020B0604030504040204" pitchFamily="50" charset="-128"/>
                          <a:ea typeface="Meiryo UI" panose="020B0604030504040204" pitchFamily="50" charset="-128"/>
                        </a:rPr>
                        <a:t>5/30</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9373560"/>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セルインデータ伝送</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6/30</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0000265"/>
                  </a:ext>
                </a:extLst>
              </a:tr>
              <a:tr h="219457">
                <a:tc rowSpan="2">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3</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セルアウト作成</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chemeClr val="tx1"/>
                          </a:solidFill>
                          <a:effectLst/>
                          <a:latin typeface="Meiryo UI" panose="020B0604030504040204" pitchFamily="50" charset="-128"/>
                          <a:ea typeface="Meiryo UI" panose="020B0604030504040204" pitchFamily="50" charset="-128"/>
                        </a:rPr>
                        <a:t>府県別市況テーブル作成</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chemeClr val="tx1"/>
                          </a:solidFill>
                          <a:effectLst/>
                          <a:latin typeface="Meiryo UI" panose="020B0604030504040204" pitchFamily="50" charset="-128"/>
                          <a:ea typeface="Meiryo UI" panose="020B0604030504040204" pitchFamily="50" charset="-128"/>
                        </a:rPr>
                        <a:t>5/7</a:t>
                      </a:r>
                      <a:endParaRPr lang="ja-JP" altLang="en-US" sz="1400" b="0" i="0" u="none" strike="noStrike">
                        <a:solidFill>
                          <a:schemeClr val="tx1"/>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3146910"/>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ｍｙｄｏ情報データ伝送</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5/9</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26372244"/>
                  </a:ext>
                </a:extLst>
              </a:tr>
              <a:tr h="219457">
                <a:tc rowSpan="2">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4</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自動仕入</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自動仕入連携（</a:t>
                      </a:r>
                      <a:r>
                        <a:rPr lang="en-US" altLang="zh-TW" sz="1400" b="0" i="0" u="none" strike="noStrike">
                          <a:solidFill>
                            <a:srgbClr val="000000"/>
                          </a:solidFill>
                          <a:effectLst/>
                          <a:latin typeface="Meiryo UI" panose="020B0604030504040204" pitchFamily="50" charset="-128"/>
                          <a:ea typeface="Meiryo UI" panose="020B0604030504040204" pitchFamily="50" charset="-128"/>
                        </a:rPr>
                        <a:t>ICC</a:t>
                      </a:r>
                      <a:r>
                        <a:rPr lang="zh-TW" altLang="en-US" sz="14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a:solidFill>
                            <a:srgbClr val="000000"/>
                          </a:solidFill>
                          <a:effectLst/>
                          <a:latin typeface="Meiryo UI" panose="020B0604030504040204" pitchFamily="50" charset="-128"/>
                          <a:ea typeface="Meiryo UI" panose="020B0604030504040204" pitchFamily="50" charset="-128"/>
                        </a:rPr>
                        <a:t>5/22</a:t>
                      </a:r>
                      <a:endParaRPr lang="zh-TW"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3932749"/>
                  </a:ext>
                </a:extLst>
              </a:tr>
              <a:tr h="219457">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自動仕入連携（</a:t>
                      </a:r>
                      <a:r>
                        <a:rPr lang="en-US" altLang="zh-TW" sz="1400" b="0" i="0" u="none" strike="noStrike">
                          <a:solidFill>
                            <a:srgbClr val="000000"/>
                          </a:solidFill>
                          <a:effectLst/>
                          <a:latin typeface="Meiryo UI" panose="020B0604030504040204" pitchFamily="50" charset="-128"/>
                          <a:ea typeface="Meiryo UI" panose="020B0604030504040204" pitchFamily="50" charset="-128"/>
                        </a:rPr>
                        <a:t>ITC</a:t>
                      </a:r>
                      <a:r>
                        <a:rPr lang="zh-TW" altLang="en-US" sz="14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a:solidFill>
                            <a:srgbClr val="000000"/>
                          </a:solidFill>
                          <a:effectLst/>
                          <a:latin typeface="Meiryo UI" panose="020B0604030504040204" pitchFamily="50" charset="-128"/>
                          <a:ea typeface="Meiryo UI" panose="020B0604030504040204" pitchFamily="50" charset="-128"/>
                        </a:rPr>
                        <a:t>5/22</a:t>
                      </a:r>
                      <a:endParaRPr lang="zh-TW"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7935604"/>
                  </a:ext>
                </a:extLst>
              </a:tr>
            </a:tbl>
          </a:graphicData>
        </a:graphic>
      </p:graphicFrame>
      <p:graphicFrame>
        <p:nvGraphicFramePr>
          <p:cNvPr id="6" name="表 5">
            <a:extLst>
              <a:ext uri="{FF2B5EF4-FFF2-40B4-BE49-F238E27FC236}">
                <a16:creationId xmlns:a16="http://schemas.microsoft.com/office/drawing/2014/main" id="{7EA67BC9-C2F2-62DB-3B83-EEFEB4A413BD}"/>
              </a:ext>
            </a:extLst>
          </p:cNvPr>
          <p:cNvGraphicFramePr>
            <a:graphicFrameLocks noGrp="1"/>
          </p:cNvGraphicFramePr>
          <p:nvPr>
            <p:extLst>
              <p:ext uri="{D42A27DB-BD31-4B8C-83A1-F6EECF244321}">
                <p14:modId xmlns:p14="http://schemas.microsoft.com/office/powerpoint/2010/main" val="3977146349"/>
              </p:ext>
            </p:extLst>
          </p:nvPr>
        </p:nvGraphicFramePr>
        <p:xfrm>
          <a:off x="6191251" y="891175"/>
          <a:ext cx="5760000" cy="5573535"/>
        </p:xfrm>
        <a:graphic>
          <a:graphicData uri="http://schemas.openxmlformats.org/drawingml/2006/table">
            <a:tbl>
              <a:tblPr firstRow="1" bandRow="1">
                <a:tableStyleId>{69012ECD-51FC-41F1-AA8D-1B2483CD663E}</a:tableStyleId>
              </a:tblPr>
              <a:tblGrid>
                <a:gridCol w="360000">
                  <a:extLst>
                    <a:ext uri="{9D8B030D-6E8A-4147-A177-3AD203B41FA5}">
                      <a16:colId xmlns:a16="http://schemas.microsoft.com/office/drawing/2014/main" val="820809534"/>
                    </a:ext>
                  </a:extLst>
                </a:gridCol>
                <a:gridCol w="1764000">
                  <a:extLst>
                    <a:ext uri="{9D8B030D-6E8A-4147-A177-3AD203B41FA5}">
                      <a16:colId xmlns:a16="http://schemas.microsoft.com/office/drawing/2014/main" val="2667349602"/>
                    </a:ext>
                  </a:extLst>
                </a:gridCol>
                <a:gridCol w="2628000">
                  <a:extLst>
                    <a:ext uri="{9D8B030D-6E8A-4147-A177-3AD203B41FA5}">
                      <a16:colId xmlns:a16="http://schemas.microsoft.com/office/drawing/2014/main" val="922789385"/>
                    </a:ext>
                  </a:extLst>
                </a:gridCol>
                <a:gridCol w="1008000">
                  <a:extLst>
                    <a:ext uri="{9D8B030D-6E8A-4147-A177-3AD203B41FA5}">
                      <a16:colId xmlns:a16="http://schemas.microsoft.com/office/drawing/2014/main" val="2711035555"/>
                    </a:ext>
                  </a:extLst>
                </a:gridCol>
              </a:tblGrid>
              <a:tr h="212621">
                <a:tc>
                  <a:txBody>
                    <a:bodyPr/>
                    <a:lstStyle/>
                    <a:p>
                      <a:pPr algn="ctr"/>
                      <a:r>
                        <a:rPr kumimoji="1" lang="en-US" altLang="ja-JP" sz="1400">
                          <a:solidFill>
                            <a:srgbClr val="FFFFFF"/>
                          </a:solidFill>
                          <a:latin typeface="Meiryo UI" panose="020B0604030504040204" pitchFamily="50" charset="-128"/>
                          <a:ea typeface="Meiryo UI" panose="020B0604030504040204" pitchFamily="50" charset="-128"/>
                        </a:rPr>
                        <a:t>No</a:t>
                      </a:r>
                      <a:endParaRPr kumimoji="1" lang="ja-JP" altLang="en-US" sz="1400">
                        <a:solidFill>
                          <a:srgbClr val="FFFFFF"/>
                        </a:solidFill>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r>
                        <a:rPr kumimoji="1" lang="ja-JP" altLang="en-US" sz="1400">
                          <a:solidFill>
                            <a:srgbClr val="FFFFFF"/>
                          </a:solidFill>
                          <a:latin typeface="Meiryo UI" panose="020B0604030504040204" pitchFamily="50" charset="-128"/>
                          <a:ea typeface="Meiryo UI" panose="020B0604030504040204" pitchFamily="50" charset="-128"/>
                        </a:rPr>
                        <a:t>機能名</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solidFill>
                            <a:srgbClr val="FFFFFF"/>
                          </a:solidFill>
                          <a:latin typeface="Meiryo UI" panose="020B0604030504040204" pitchFamily="50" charset="-128"/>
                          <a:ea typeface="Meiryo UI" panose="020B0604030504040204" pitchFamily="50" charset="-128"/>
                        </a:rPr>
                        <a:t>詳細設計書受領予定日</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12621">
                <a:tc rowSpan="4">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5</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POS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処理料・利用料</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POS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処理料出クレ決済用データ</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5/16</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0956480"/>
                  </a:ext>
                </a:extLst>
              </a:tr>
              <a:tr h="212621">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POS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利用料機伝</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6/11</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6840244"/>
                  </a:ext>
                </a:extLst>
              </a:tr>
              <a:tr h="212621">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POS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処理料機伝</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5/29</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201004"/>
                  </a:ext>
                </a:extLst>
              </a:tr>
              <a:tr h="212621">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ＰＯＳ処理料各種確認リスト</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5/16</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3209525"/>
                  </a:ext>
                </a:extLst>
              </a:tr>
              <a:tr h="361455">
                <a:tc rowSpan="2">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6</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エントリ向け</a:t>
                      </a:r>
                      <a:r>
                        <a:rPr lang="en-US" altLang="ja-JP" sz="1400" b="0" i="0" u="none" strike="noStrike">
                          <a:solidFill>
                            <a:srgbClr val="000000"/>
                          </a:solidFill>
                          <a:effectLst/>
                          <a:latin typeface="Meiryo UI" panose="020B0604030504040204" pitchFamily="50" charset="-128"/>
                          <a:ea typeface="Meiryo UI" panose="020B0604030504040204" pitchFamily="50" charset="-128"/>
                        </a:rPr>
                        <a:t>_</a:t>
                      </a:r>
                      <a:r>
                        <a:rPr lang="ja-JP" altLang="en-US" sz="1400" b="0" i="0" u="none" strike="noStrike">
                          <a:solidFill>
                            <a:srgbClr val="000000"/>
                          </a:solidFill>
                          <a:effectLst/>
                          <a:latin typeface="Meiryo UI" panose="020B0604030504040204" pitchFamily="50" charset="-128"/>
                          <a:ea typeface="Meiryo UI" panose="020B0604030504040204" pitchFamily="50" charset="-128"/>
                        </a:rPr>
                        <a:t>まいどプラス発券</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ja-JP" sz="1400" b="0" i="0" u="none" strike="noStrike" err="1">
                          <a:solidFill>
                            <a:srgbClr val="000000"/>
                          </a:solidFill>
                          <a:effectLst/>
                          <a:latin typeface="Meiryo UI" panose="020B0604030504040204" pitchFamily="50" charset="-128"/>
                          <a:ea typeface="Meiryo UI" panose="020B0604030504040204" pitchFamily="50" charset="-128"/>
                        </a:rPr>
                        <a:t>Mydo</a:t>
                      </a:r>
                      <a:r>
                        <a:rPr lang="ja-JP" altLang="en-US" sz="1400" b="0" i="0" u="none" strike="noStrike">
                          <a:solidFill>
                            <a:srgbClr val="000000"/>
                          </a:solidFill>
                          <a:effectLst/>
                          <a:latin typeface="Meiryo UI" panose="020B0604030504040204" pitchFamily="50" charset="-128"/>
                          <a:ea typeface="Meiryo UI" panose="020B0604030504040204" pitchFamily="50" charset="-128"/>
                        </a:rPr>
                        <a:t>プラス発券実績</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5/2</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5622391"/>
                  </a:ext>
                </a:extLst>
              </a:tr>
              <a:tr h="212621">
                <a:tc vMerge="1">
                  <a:txBody>
                    <a:bodyPr/>
                    <a:lstStyle/>
                    <a:p>
                      <a:pPr algn="ct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MYDOPlus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発券実績</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5/2</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019336"/>
                  </a:ext>
                </a:extLst>
              </a:tr>
              <a:tr h="361455">
                <a:tc rowSpan="5">
                  <a:txBody>
                    <a:bodyPr/>
                    <a:lstStyle/>
                    <a:p>
                      <a:pPr algn="ctr"/>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7</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ｱｽﾄﾓｽ入出荷</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入出荷共通入力（日次）</a:t>
                      </a:r>
                      <a:r>
                        <a:rPr lang="en-US" sz="1400" b="0" i="0" u="none" strike="noStrike">
                          <a:solidFill>
                            <a:srgbClr val="000000"/>
                          </a:solidFill>
                          <a:effectLst/>
                          <a:latin typeface="Meiryo UI" panose="020B0604030504040204" pitchFamily="50" charset="-128"/>
                          <a:ea typeface="Meiryo UI" panose="020B0604030504040204" pitchFamily="50" charset="-128"/>
                        </a:rPr>
                        <a:t>OneSAP</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向け</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5/7</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7303820"/>
                  </a:ext>
                </a:extLst>
              </a:tr>
              <a:tr h="212621">
                <a:tc vMerge="1">
                  <a:txBody>
                    <a:bodyPr/>
                    <a:lstStyle/>
                    <a:p>
                      <a:pPr marL="0" algn="ctr" defTabSz="914400" rtl="0" eaLnBrk="1" latinLnBrk="0" hangingPunct="1"/>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商品入荷エラーリスト</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5/19</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684699"/>
                  </a:ext>
                </a:extLst>
              </a:tr>
              <a:tr h="212621">
                <a:tc vMerge="1">
                  <a:txBody>
                    <a:bodyPr/>
                    <a:lstStyle/>
                    <a:p>
                      <a:pPr marL="0" algn="ctr" defTabSz="914400" rtl="0" eaLnBrk="1" latinLnBrk="0" hangingPunct="1"/>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複合伝票（</a:t>
                      </a:r>
                      <a:r>
                        <a:rPr lang="en-US" sz="1400" b="0" i="0" u="none" strike="noStrike">
                          <a:solidFill>
                            <a:srgbClr val="000000"/>
                          </a:solidFill>
                          <a:effectLst/>
                          <a:latin typeface="Meiryo UI" panose="020B0604030504040204" pitchFamily="50" charset="-128"/>
                          <a:ea typeface="Meiryo UI" panose="020B0604030504040204" pitchFamily="50" charset="-128"/>
                        </a:rPr>
                        <a:t>LPG)</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sz="1400" b="0" i="0" u="none" strike="noStrike">
                          <a:solidFill>
                            <a:srgbClr val="000000"/>
                          </a:solidFill>
                          <a:effectLst/>
                          <a:latin typeface="Meiryo UI" panose="020B0604030504040204" pitchFamily="50" charset="-128"/>
                          <a:ea typeface="Meiryo UI" panose="020B0604030504040204" pitchFamily="50" charset="-128"/>
                        </a:rPr>
                        <a:t>5/26</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212621">
                <a:tc vMerge="1">
                  <a:txBody>
                    <a:bodyPr/>
                    <a:lstStyle/>
                    <a:p>
                      <a:pPr marL="0" algn="ctr" defTabSz="914400" rtl="0" eaLnBrk="1" latinLnBrk="0" hangingPunct="1"/>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在庫受払日報</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a:solidFill>
                            <a:srgbClr val="000000"/>
                          </a:solidFill>
                          <a:effectLst/>
                          <a:latin typeface="Meiryo UI" panose="020B0604030504040204" pitchFamily="50" charset="-128"/>
                          <a:ea typeface="Meiryo UI" panose="020B0604030504040204" pitchFamily="50" charset="-128"/>
                        </a:rPr>
                        <a:t>6/2</a:t>
                      </a:r>
                      <a:endParaRPr lang="zh-TW"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212621">
                <a:tc vMerge="1">
                  <a:txBody>
                    <a:bodyPr/>
                    <a:lstStyle/>
                    <a:p>
                      <a:pPr marL="0" algn="ctr" defTabSz="914400" rtl="0" eaLnBrk="1" latinLnBrk="0" hangingPunct="1"/>
                      <a:endParaRPr kumimoji="1" lang="en-US" altLang="ja-JP"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在庫受払月報</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a:solidFill>
                            <a:srgbClr val="000000"/>
                          </a:solidFill>
                          <a:effectLst/>
                          <a:latin typeface="Meiryo UI" panose="020B0604030504040204" pitchFamily="50" charset="-128"/>
                          <a:ea typeface="Meiryo UI" panose="020B0604030504040204" pitchFamily="50" charset="-128"/>
                        </a:rPr>
                        <a:t>6/9</a:t>
                      </a:r>
                      <a:endParaRPr lang="zh-TW"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9728321"/>
                  </a:ext>
                </a:extLst>
              </a:tr>
              <a:tr h="212621">
                <a:tc rowSpan="2">
                  <a:txBody>
                    <a:bodyPr/>
                    <a:lstStyle/>
                    <a:p>
                      <a:pPr marL="0" algn="ctr" defTabSz="914400" rtl="0" eaLnBrk="1" latinLnBrk="0" hangingPunct="1"/>
                      <a:r>
                        <a:rPr kumimoji="1" lang="en-US" altLang="ja-JP" sz="1400" strike="noStrike" kern="1200">
                          <a:solidFill>
                            <a:schemeClr val="tx1"/>
                          </a:solidFill>
                          <a:latin typeface="Meiryo UI" panose="020B0604030504040204" pitchFamily="50" charset="-128"/>
                          <a:ea typeface="Meiryo UI" panose="020B0604030504040204" pitchFamily="50" charset="-128"/>
                          <a:cs typeface="+mn-cs"/>
                        </a:rPr>
                        <a:t>8</a:t>
                      </a:r>
                      <a:endParaRPr kumimoji="1" lang="ja-JP" altLang="en-US" sz="1400" strike="noStrike" kern="1200">
                        <a:solidFill>
                          <a:schemeClr val="tx1"/>
                        </a:solidFill>
                        <a:latin typeface="Meiryo UI" panose="020B0604030504040204" pitchFamily="50" charset="-128"/>
                        <a:ea typeface="Meiryo UI" panose="020B0604030504040204" pitchFamily="50" charset="-128"/>
                        <a:cs typeface="+mn-cs"/>
                      </a:endParaRP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全国版</a:t>
                      </a:r>
                      <a:r>
                        <a:rPr lang="en-US" sz="1400" b="0" i="0" u="none" strike="noStrike">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更新</a:t>
                      </a:r>
                    </a:p>
                  </a:txBody>
                  <a:tcPr marL="45720" marR="4572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CTC</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向け全国版</a:t>
                      </a:r>
                      <a:r>
                        <a:rPr lang="en-US" altLang="ja-JP" sz="1400" b="0" i="0" u="none" strike="noStrike">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ﾏｽﾀ</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5/7</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665123"/>
                  </a:ext>
                </a:extLst>
              </a:tr>
              <a:tr h="212621">
                <a:tc vMerge="1">
                  <a:txBody>
                    <a:bodyPr/>
                    <a:lstStyle/>
                    <a:p>
                      <a:pPr marL="0" algn="ctr" defTabSz="914400" rtl="0" eaLnBrk="1" latinLnBrk="0" hangingPunct="1"/>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CN" altLang="en-US" sz="1400" b="0" i="0" u="none" strike="noStrike">
                          <a:solidFill>
                            <a:srgbClr val="000000"/>
                          </a:solidFill>
                          <a:effectLst/>
                          <a:latin typeface="Meiryo UI" panose="020B0604030504040204" pitchFamily="50" charset="-128"/>
                          <a:ea typeface="Meiryo UI" panose="020B0604030504040204" pitchFamily="50" charset="-128"/>
                        </a:rPr>
                        <a:t>全国版</a:t>
                      </a:r>
                      <a:r>
                        <a:rPr lang="en-US" altLang="zh-CN" sz="1400" b="0" i="0" u="none" strike="noStrike">
                          <a:solidFill>
                            <a:srgbClr val="000000"/>
                          </a:solidFill>
                          <a:effectLst/>
                          <a:latin typeface="Meiryo UI" panose="020B0604030504040204" pitchFamily="50" charset="-128"/>
                          <a:ea typeface="Meiryo UI" panose="020B0604030504040204" pitchFamily="50" charset="-128"/>
                        </a:rPr>
                        <a:t>SS</a:t>
                      </a:r>
                      <a:r>
                        <a:rPr lang="zh-CN" altLang="en-US" sz="1400" b="0" i="0" u="none" strike="noStrike">
                          <a:solidFill>
                            <a:srgbClr val="000000"/>
                          </a:solidFill>
                          <a:effectLst/>
                          <a:latin typeface="Meiryo UI" panose="020B0604030504040204" pitchFamily="50" charset="-128"/>
                          <a:ea typeface="Meiryo UI" panose="020B0604030504040204" pitchFamily="50" charset="-128"/>
                        </a:rPr>
                        <a:t>ﾏｽﾀ差分</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5/7</a:t>
                      </a:r>
                      <a:endParaRPr lang="zh-CN"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9461387"/>
                  </a:ext>
                </a:extLst>
              </a:tr>
              <a:tr h="212621">
                <a:tc>
                  <a:txBody>
                    <a:bodyPr/>
                    <a:lstStyle/>
                    <a:p>
                      <a:pPr marL="0" algn="ctr" defTabSz="914400" rtl="0" eaLnBrk="1" latinLnBrk="0" hangingPunct="1"/>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9</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企業情報</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Meiryo UI" panose="020B0604030504040204" pitchFamily="50" charset="-128"/>
                          <a:ea typeface="Meiryo UI" panose="020B0604030504040204" pitchFamily="50" charset="-128"/>
                        </a:rPr>
                        <a:t>企業情報検索</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zh-TW" sz="1400" b="0" i="0" u="none" strike="noStrike">
                          <a:solidFill>
                            <a:srgbClr val="000000"/>
                          </a:solidFill>
                          <a:effectLst/>
                          <a:latin typeface="Meiryo UI" panose="020B0604030504040204" pitchFamily="50" charset="-128"/>
                          <a:ea typeface="Meiryo UI" panose="020B0604030504040204" pitchFamily="50" charset="-128"/>
                        </a:rPr>
                        <a:t>5/13</a:t>
                      </a:r>
                      <a:endParaRPr lang="zh-TW"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7409951"/>
                  </a:ext>
                </a:extLst>
              </a:tr>
              <a:tr h="361455">
                <a:tc>
                  <a:txBody>
                    <a:bodyPr/>
                    <a:lstStyle/>
                    <a:p>
                      <a:pPr marL="0" algn="ctr" defTabSz="914400" rtl="0" eaLnBrk="1" latinLnBrk="0" hangingPunct="1"/>
                      <a:r>
                        <a:rPr kumimoji="1" lang="en-US" altLang="ja-JP" sz="1400" strike="noStrike" kern="1200">
                          <a:solidFill>
                            <a:schemeClr val="dk1"/>
                          </a:solidFill>
                          <a:latin typeface="Meiryo UI" panose="020B0604030504040204" pitchFamily="50" charset="-128"/>
                          <a:ea typeface="Meiryo UI" panose="020B0604030504040204" pitchFamily="50" charset="-128"/>
                          <a:cs typeface="+mn-cs"/>
                        </a:rPr>
                        <a:t>10</a:t>
                      </a:r>
                      <a:endParaRPr kumimoji="1" lang="ja-JP" altLang="en-US" sz="1400" strike="noStrike" kern="1200">
                        <a:solidFill>
                          <a:schemeClr val="dk1"/>
                        </a:solidFill>
                        <a:latin typeface="Meiryo UI" panose="020B0604030504040204" pitchFamily="50" charset="-128"/>
                        <a:ea typeface="Meiryo UI" panose="020B0604030504040204" pitchFamily="50" charset="-128"/>
                        <a:cs typeface="+mn-cs"/>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処理用</a:t>
                      </a:r>
                      <a:r>
                        <a:rPr lang="en-US" altLang="ja-JP" sz="1400" b="0" i="0" u="none" strike="noStrike">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マスタ作成</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新</a:t>
                      </a:r>
                      <a:r>
                        <a:rPr lang="en-US" altLang="ja-JP" sz="1400" b="0" i="0" u="none" strike="noStrike">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台帳から処理用</a:t>
                      </a:r>
                      <a:r>
                        <a:rPr lang="en-US" altLang="ja-JP" sz="1400" b="0" i="0" u="none" strike="noStrike">
                          <a:solidFill>
                            <a:srgbClr val="000000"/>
                          </a:solidFill>
                          <a:effectLst/>
                          <a:latin typeface="Meiryo UI" panose="020B0604030504040204" pitchFamily="50" charset="-128"/>
                          <a:ea typeface="Meiryo UI" panose="020B0604030504040204" pitchFamily="50" charset="-128"/>
                        </a:rPr>
                        <a:t>SS</a:t>
                      </a:r>
                      <a:r>
                        <a:rPr lang="ja-JP" altLang="en-US" sz="1400" b="0" i="0" u="none" strike="noStrike">
                          <a:solidFill>
                            <a:srgbClr val="000000"/>
                          </a:solidFill>
                          <a:effectLst/>
                          <a:latin typeface="Meiryo UI" panose="020B0604030504040204" pitchFamily="50" charset="-128"/>
                          <a:ea typeface="Meiryo UI" panose="020B0604030504040204" pitchFamily="50" charset="-128"/>
                        </a:rPr>
                        <a:t>台帳の作成（バッチ処理）</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5/13</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9590726"/>
                  </a:ext>
                </a:extLst>
              </a:tr>
            </a:tbl>
          </a:graphicData>
        </a:graphic>
      </p:graphicFrame>
    </p:spTree>
    <p:extLst>
      <p:ext uri="{BB962C8B-B14F-4D97-AF65-F5344CB8AC3E}">
        <p14:creationId xmlns:p14="http://schemas.microsoft.com/office/powerpoint/2010/main" val="1898261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en-US" altLang="ja-JP">
                <a:latin typeface="游明朝" panose="02020400000000000000" pitchFamily="18" charset="-128"/>
                <a:ea typeface="游明朝" panose="02020400000000000000" pitchFamily="18" charset="-128"/>
              </a:rPr>
              <a:t>3. </a:t>
            </a:r>
            <a:r>
              <a:rPr kumimoji="1" lang="ja-JP" altLang="en-US">
                <a:latin typeface="游明朝" panose="02020400000000000000" pitchFamily="18" charset="-128"/>
                <a:ea typeface="游明朝" panose="02020400000000000000" pitchFamily="18" charset="-128"/>
              </a:rPr>
              <a:t>スケジュール（全体）</a:t>
            </a: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2025/4/28</a:t>
            </a:r>
            <a:endParaRPr lang="en-US"/>
          </a:p>
        </p:txBody>
      </p:sp>
      <p:pic>
        <p:nvPicPr>
          <p:cNvPr id="12" name="図 11">
            <a:extLst>
              <a:ext uri="{FF2B5EF4-FFF2-40B4-BE49-F238E27FC236}">
                <a16:creationId xmlns:a16="http://schemas.microsoft.com/office/drawing/2014/main" id="{094EDF3A-AF3D-A870-A08B-8001C04157CB}"/>
              </a:ext>
            </a:extLst>
          </p:cNvPr>
          <p:cNvPicPr>
            <a:picLocks noChangeAspect="1"/>
          </p:cNvPicPr>
          <p:nvPr/>
        </p:nvPicPr>
        <p:blipFill>
          <a:blip r:embed="rId3"/>
          <a:stretch>
            <a:fillRect/>
          </a:stretch>
        </p:blipFill>
        <p:spPr>
          <a:xfrm>
            <a:off x="576000" y="876534"/>
            <a:ext cx="10663643" cy="5292432"/>
          </a:xfrm>
          <a:prstGeom prst="rect">
            <a:avLst/>
          </a:prstGeom>
          <a:ln>
            <a:solidFill>
              <a:schemeClr val="tx1"/>
            </a:solidFill>
          </a:ln>
        </p:spPr>
      </p:pic>
      <p:sp>
        <p:nvSpPr>
          <p:cNvPr id="13" name="正方形/長方形 12">
            <a:extLst>
              <a:ext uri="{FF2B5EF4-FFF2-40B4-BE49-F238E27FC236}">
                <a16:creationId xmlns:a16="http://schemas.microsoft.com/office/drawing/2014/main" id="{1FE27372-44AF-9C9C-308C-925D3DA5F967}"/>
              </a:ext>
            </a:extLst>
          </p:cNvPr>
          <p:cNvSpPr/>
          <p:nvPr/>
        </p:nvSpPr>
        <p:spPr>
          <a:xfrm>
            <a:off x="6524625" y="3800475"/>
            <a:ext cx="2804102" cy="568325"/>
          </a:xfrm>
          <a:prstGeom prst="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4" name="吹き出し: 四角形 13">
            <a:extLst>
              <a:ext uri="{FF2B5EF4-FFF2-40B4-BE49-F238E27FC236}">
                <a16:creationId xmlns:a16="http://schemas.microsoft.com/office/drawing/2014/main" id="{E64641B9-98FD-6DDD-8940-E3A88A6A5878}"/>
              </a:ext>
            </a:extLst>
          </p:cNvPr>
          <p:cNvSpPr/>
          <p:nvPr/>
        </p:nvSpPr>
        <p:spPr>
          <a:xfrm>
            <a:off x="8682182" y="4821381"/>
            <a:ext cx="2435054" cy="447501"/>
          </a:xfrm>
          <a:prstGeom prst="wedgeRectCallout">
            <a:avLst>
              <a:gd name="adj1" fmla="val -43714"/>
              <a:gd name="adj2" fmla="val -150403"/>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b="1">
                <a:latin typeface="Meiryo UI" panose="020B0604030504040204" pitchFamily="50" charset="-128"/>
                <a:ea typeface="Meiryo UI" panose="020B0604030504040204" pitchFamily="50" charset="-128"/>
              </a:rPr>
              <a:t>本プロジェクトの範囲</a:t>
            </a:r>
          </a:p>
        </p:txBody>
      </p:sp>
    </p:spTree>
    <p:extLst>
      <p:ext uri="{BB962C8B-B14F-4D97-AF65-F5344CB8AC3E}">
        <p14:creationId xmlns:p14="http://schemas.microsoft.com/office/powerpoint/2010/main" val="3560606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en-US" altLang="ja-JP">
                <a:latin typeface="游明朝" panose="02020400000000000000" pitchFamily="18" charset="-128"/>
                <a:ea typeface="游明朝" panose="02020400000000000000" pitchFamily="18" charset="-128"/>
              </a:rPr>
              <a:t>4.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608164798"/>
              </p:ext>
            </p:extLst>
          </p:nvPr>
        </p:nvGraphicFramePr>
        <p:xfrm>
          <a:off x="321391" y="921464"/>
          <a:ext cx="11528863" cy="4710625"/>
        </p:xfrm>
        <a:graphic>
          <a:graphicData uri="http://schemas.openxmlformats.org/drawingml/2006/table">
            <a:tbl>
              <a:tblPr firstRow="1">
                <a:tableStyleId>{69012ECD-51FC-41F1-AA8D-1B2483CD663E}</a:tableStyleId>
              </a:tblPr>
              <a:tblGrid>
                <a:gridCol w="1839918">
                  <a:extLst>
                    <a:ext uri="{9D8B030D-6E8A-4147-A177-3AD203B41FA5}">
                      <a16:colId xmlns:a16="http://schemas.microsoft.com/office/drawing/2014/main" val="20001"/>
                    </a:ext>
                  </a:extLst>
                </a:gridCol>
                <a:gridCol w="1937789">
                  <a:extLst>
                    <a:ext uri="{9D8B030D-6E8A-4147-A177-3AD203B41FA5}">
                      <a16:colId xmlns:a16="http://schemas.microsoft.com/office/drawing/2014/main" val="3330914773"/>
                    </a:ext>
                  </a:extLst>
                </a:gridCol>
                <a:gridCol w="1937789">
                  <a:extLst>
                    <a:ext uri="{9D8B030D-6E8A-4147-A177-3AD203B41FA5}">
                      <a16:colId xmlns:a16="http://schemas.microsoft.com/office/drawing/2014/main" val="20014"/>
                    </a:ext>
                  </a:extLst>
                </a:gridCol>
                <a:gridCol w="1937789">
                  <a:extLst>
                    <a:ext uri="{9D8B030D-6E8A-4147-A177-3AD203B41FA5}">
                      <a16:colId xmlns:a16="http://schemas.microsoft.com/office/drawing/2014/main" val="332361526"/>
                    </a:ext>
                  </a:extLst>
                </a:gridCol>
                <a:gridCol w="1937789">
                  <a:extLst>
                    <a:ext uri="{9D8B030D-6E8A-4147-A177-3AD203B41FA5}">
                      <a16:colId xmlns:a16="http://schemas.microsoft.com/office/drawing/2014/main" val="1301509302"/>
                    </a:ext>
                  </a:extLst>
                </a:gridCol>
                <a:gridCol w="1937789">
                  <a:extLst>
                    <a:ext uri="{9D8B030D-6E8A-4147-A177-3AD203B41FA5}">
                      <a16:colId xmlns:a16="http://schemas.microsoft.com/office/drawing/2014/main" val="2064698816"/>
                    </a:ext>
                  </a:extLst>
                </a:gridCol>
              </a:tblGrid>
              <a:tr h="335988">
                <a:tc rowSpan="2">
                  <a:txBody>
                    <a:bodyPr/>
                    <a:lstStyle/>
                    <a:p>
                      <a:pPr algn="ctr"/>
                      <a:endParaRPr kumimoji="1" lang="ja-JP" altLang="en-US" sz="1200" b="0">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5">
                  <a:txBody>
                    <a:bodyPr/>
                    <a:lstStyle/>
                    <a:p>
                      <a:r>
                        <a:rPr kumimoji="1" lang="en-US" altLang="ja-JP">
                          <a:latin typeface="Meiryo UI" panose="020B0604030504040204" pitchFamily="50" charset="-128"/>
                          <a:ea typeface="Meiryo UI" panose="020B0604030504040204" pitchFamily="50" charset="-128"/>
                        </a:rPr>
                        <a:t>2025</a:t>
                      </a:r>
                      <a:r>
                        <a:rPr kumimoji="1" lang="ja-JP" altLang="en-US">
                          <a:latin typeface="Meiryo UI" panose="020B0604030504040204" pitchFamily="50" charset="-128"/>
                          <a:ea typeface="Meiryo UI" panose="020B0604030504040204" pitchFamily="50" charset="-128"/>
                        </a:rPr>
                        <a:t>年</a:t>
                      </a:r>
                    </a:p>
                  </a:txBody>
                  <a:tcPr>
                    <a:lnL w="12700"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extLst>
                  <a:ext uri="{0D108BD9-81ED-4DB2-BD59-A6C34878D82A}">
                    <a16:rowId xmlns:a16="http://schemas.microsoft.com/office/drawing/2014/main" val="10000"/>
                  </a:ext>
                </a:extLst>
              </a:tr>
              <a:tr h="475403">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1">
                          <a:solidFill>
                            <a:srgbClr val="FFFFFF"/>
                          </a:solidFill>
                          <a:latin typeface="Meiryo UI" panose="020B0604030504040204" pitchFamily="50" charset="-128"/>
                          <a:ea typeface="Meiryo UI" panose="020B0604030504040204" pitchFamily="50" charset="-128"/>
                        </a:rPr>
                        <a:t>5</a:t>
                      </a:r>
                    </a:p>
                    <a:p>
                      <a:pPr algn="ctr"/>
                      <a:r>
                        <a:rPr kumimoji="1" lang="ja-JP" altLang="en-US" sz="1400" b="1">
                          <a:solidFill>
                            <a:srgbClr val="FFFFFF"/>
                          </a:solidFill>
                          <a:latin typeface="Meiryo UI" panose="020B0604030504040204" pitchFamily="50" charset="-128"/>
                          <a:ea typeface="Meiryo UI" panose="020B0604030504040204" pitchFamily="50" charset="-128"/>
                        </a:rPr>
                        <a:t>月</a:t>
                      </a:r>
                      <a:endParaRPr kumimoji="1" lang="ja-JP" altLang="en-US" sz="1400" b="1">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a:solidFill>
                            <a:srgbClr val="FFFFFF"/>
                          </a:solidFill>
                          <a:latin typeface="Meiryo UI" panose="020B0604030504040204" pitchFamily="50" charset="-128"/>
                          <a:ea typeface="Meiryo UI" panose="020B0604030504040204" pitchFamily="50" charset="-128"/>
                        </a:rPr>
                        <a:t>6</a:t>
                      </a:r>
                    </a:p>
                    <a:p>
                      <a:pPr algn="ctr"/>
                      <a:r>
                        <a:rPr kumimoji="1" lang="ja-JP" altLang="en-US" sz="1400" b="1">
                          <a:solidFill>
                            <a:srgbClr val="FFFFFF"/>
                          </a:solidFill>
                          <a:latin typeface="Meiryo UI" panose="020B0604030504040204" pitchFamily="50" charset="-128"/>
                          <a:ea typeface="Meiryo UI" panose="020B0604030504040204" pitchFamily="50" charset="-128"/>
                        </a:rPr>
                        <a:t>月</a:t>
                      </a:r>
                      <a:endParaRPr kumimoji="1" lang="ja-JP" altLang="en-US" sz="1400" b="1">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a:solidFill>
                            <a:srgbClr val="FFFFFF"/>
                          </a:solidFill>
                          <a:latin typeface="Meiryo UI" panose="020B0604030504040204" pitchFamily="50" charset="-128"/>
                          <a:ea typeface="Meiryo UI" panose="020B0604030504040204" pitchFamily="50" charset="-128"/>
                        </a:rPr>
                        <a:t>7</a:t>
                      </a:r>
                    </a:p>
                    <a:p>
                      <a:pPr algn="ctr"/>
                      <a:r>
                        <a:rPr kumimoji="1" lang="ja-JP" altLang="en-US" sz="1400" b="1">
                          <a:solidFill>
                            <a:srgbClr val="FFFFFF"/>
                          </a:solidFill>
                          <a:latin typeface="Meiryo UI" panose="020B0604030504040204" pitchFamily="50" charset="-128"/>
                          <a:ea typeface="Meiryo UI" panose="020B0604030504040204" pitchFamily="50" charset="-128"/>
                        </a:rPr>
                        <a:t>月</a:t>
                      </a:r>
                      <a:endParaRPr kumimoji="1" lang="ja-JP" altLang="en-US" sz="1400" b="1">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a:solidFill>
                            <a:srgbClr val="FFFFFF"/>
                          </a:solidFill>
                          <a:latin typeface="Meiryo UI" panose="020B0604030504040204" pitchFamily="50" charset="-128"/>
                          <a:ea typeface="Meiryo UI" panose="020B0604030504040204" pitchFamily="50" charset="-128"/>
                        </a:rPr>
                        <a:t>8</a:t>
                      </a:r>
                    </a:p>
                    <a:p>
                      <a:pPr algn="ctr"/>
                      <a:r>
                        <a:rPr kumimoji="1" lang="ja-JP" altLang="en-US" sz="1400" b="1">
                          <a:solidFill>
                            <a:srgbClr val="FFFFFF"/>
                          </a:solidFill>
                          <a:latin typeface="Meiryo UI" panose="020B0604030504040204" pitchFamily="50" charset="-128"/>
                          <a:ea typeface="Meiryo UI" panose="020B0604030504040204" pitchFamily="50" charset="-128"/>
                        </a:rPr>
                        <a:t>月</a:t>
                      </a:r>
                      <a:endParaRPr kumimoji="1" lang="ja-JP" altLang="en-US" sz="1400" b="1">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a:solidFill>
                            <a:srgbClr val="FFFFFF"/>
                          </a:solidFill>
                          <a:latin typeface="Meiryo UI" panose="020B0604030504040204" pitchFamily="50" charset="-128"/>
                          <a:ea typeface="Meiryo UI" panose="020B0604030504040204" pitchFamily="50" charset="-128"/>
                        </a:rPr>
                        <a:t>9</a:t>
                      </a:r>
                    </a:p>
                    <a:p>
                      <a:pPr algn="ctr"/>
                      <a:r>
                        <a:rPr kumimoji="1" lang="ja-JP" altLang="en-US" sz="1400" b="1">
                          <a:solidFill>
                            <a:srgbClr val="FFFFFF"/>
                          </a:solidFill>
                          <a:latin typeface="Meiryo UI" panose="020B0604030504040204" pitchFamily="50" charset="-128"/>
                          <a:ea typeface="Meiryo UI" panose="020B0604030504040204" pitchFamily="50" charset="-128"/>
                        </a:rPr>
                        <a:t>月</a:t>
                      </a:r>
                      <a:endParaRPr kumimoji="1" lang="ja-JP" altLang="en-US" sz="1400" b="1">
                        <a:solidFill>
                          <a:srgbClr val="FFFFFF"/>
                        </a:solidFill>
                        <a:latin typeface="Meiryo UI" panose="020B0604030504040204" pitchFamily="50" charset="-128"/>
                        <a:ea typeface="Meiryo UI" panose="020B0604030504040204"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505940">
                <a:tc>
                  <a:txBody>
                    <a:bodyPr/>
                    <a:lstStyle/>
                    <a:p>
                      <a:pPr algn="l"/>
                      <a:r>
                        <a:rPr kumimoji="1" lang="ja-JP" altLang="en-US" sz="1200" b="0">
                          <a:latin typeface="Meiryo UI" panose="020B0604030504040204" pitchFamily="50" charset="-128"/>
                          <a:ea typeface="Meiryo UI" panose="020B0604030504040204" pitchFamily="50" charset="-128"/>
                          <a:cs typeface="Meiryo UI" pitchFamily="50" charset="-128"/>
                        </a:rPr>
                        <a:t>マイルストーン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984552">
                <a:tc>
                  <a:txBody>
                    <a:bodyPr/>
                    <a:lstStyle/>
                    <a:p>
                      <a:pPr algn="l"/>
                      <a:r>
                        <a:rPr kumimoji="1" lang="ja-JP" altLang="en-US" sz="1200" b="0">
                          <a:latin typeface="Meiryo UI" panose="020B0604030504040204" pitchFamily="50" charset="-128"/>
                          <a:ea typeface="Meiryo UI" panose="020B0604030504040204" pitchFamily="50" charset="-128"/>
                          <a:cs typeface="Meiryo UI" pitchFamily="50" charset="-128"/>
                        </a:rPr>
                        <a:t>販売</a:t>
                      </a:r>
                      <a:r>
                        <a:rPr kumimoji="1" lang="en-US" altLang="ja-JP" sz="1200" b="0">
                          <a:latin typeface="Meiryo UI" panose="020B0604030504040204" pitchFamily="50" charset="-128"/>
                          <a:ea typeface="Meiryo UI" panose="020B0604030504040204" pitchFamily="50" charset="-128"/>
                          <a:cs typeface="Meiryo UI" pitchFamily="50" charset="-128"/>
                        </a:rPr>
                        <a:t>HUB(EXE</a:t>
                      </a:r>
                      <a:r>
                        <a:rPr kumimoji="1" lang="ja-JP" altLang="en-US" sz="1200" b="0">
                          <a:latin typeface="Meiryo UI" panose="020B0604030504040204" pitchFamily="50" charset="-128"/>
                          <a:ea typeface="Meiryo UI" panose="020B0604030504040204" pitchFamily="50" charset="-128"/>
                          <a:cs typeface="Meiryo UI" pitchFamily="50" charset="-128"/>
                        </a:rPr>
                        <a:t>巻取り</a:t>
                      </a:r>
                      <a:r>
                        <a:rPr kumimoji="1" lang="en-US" altLang="ja-JP" sz="1200" b="0">
                          <a:latin typeface="Meiryo UI" panose="020B0604030504040204" pitchFamily="50" charset="-128"/>
                          <a:ea typeface="Meiryo UI" panose="020B0604030504040204" pitchFamily="50" charset="-128"/>
                          <a:cs typeface="Meiryo UI" pitchFamily="50" charset="-128"/>
                        </a:rPr>
                        <a:t>)</a:t>
                      </a:r>
                      <a:endParaRPr kumimoji="1" lang="ja-JP" altLang="en-US" sz="1200" b="0">
                        <a:latin typeface="Meiryo UI" panose="020B0604030504040204" pitchFamily="50" charset="-128"/>
                        <a:ea typeface="Meiryo UI" panose="020B0604030504040204"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1355653">
                <a:tc>
                  <a:txBody>
                    <a:bodyPr/>
                    <a:lstStyle/>
                    <a:p>
                      <a:pPr algn="l"/>
                      <a:r>
                        <a:rPr kumimoji="1" lang="ja-JP" altLang="en-US" sz="1200" b="0">
                          <a:latin typeface="Meiryo UI" panose="020B0604030504040204" pitchFamily="50" charset="-128"/>
                          <a:ea typeface="Meiryo UI" panose="020B0604030504040204" pitchFamily="50" charset="-128"/>
                          <a:cs typeface="Meiryo UI" pitchFamily="50" charset="-128"/>
                        </a:rPr>
                        <a:t>環境構築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eiryo UI" panose="020B0604030504040204" pitchFamily="50" charset="-128"/>
                        <a:ea typeface="Meiryo UI" panose="020B0604030504040204"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010478"/>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12203" y="6012871"/>
            <a:ext cx="1260000" cy="360000"/>
          </a:xfrm>
          <a:prstGeom prst="homePlate">
            <a:avLst>
              <a:gd name="adj" fmla="val 0"/>
            </a:avLst>
          </a:prstGeom>
          <a:ln/>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kumimoji="1" lang="en-US" altLang="ja-JP" sz="1200">
                <a:solidFill>
                  <a:schemeClr val="tx1"/>
                </a:solidFill>
                <a:latin typeface="Meiryo UI" panose="020B0604030504040204" pitchFamily="50" charset="-128"/>
                <a:ea typeface="Meiryo UI" panose="020B0604030504040204" pitchFamily="50" charset="-128"/>
              </a:rPr>
              <a:t>JCC</a:t>
            </a:r>
            <a:r>
              <a:rPr kumimoji="1" lang="ja-JP" altLang="en-US" sz="1200">
                <a:solidFill>
                  <a:schemeClr val="tx1"/>
                </a:solidFill>
                <a:latin typeface="Meiryo UI" panose="020B0604030504040204" pitchFamily="50" charset="-128"/>
                <a:ea typeface="Meiryo UI" panose="020B0604030504040204" pitchFamily="50" charset="-128"/>
              </a:rPr>
              <a:t>様</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04103" y="6012871"/>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296002" y="6012871"/>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Meiryo UI" panose="020B0604030504040204" pitchFamily="50" charset="-128"/>
                <a:ea typeface="Meiryo UI" panose="020B0604030504040204" pitchFamily="50" charset="-128"/>
              </a:rPr>
              <a:t>出光様・弊社共同</a:t>
            </a:r>
            <a:endParaRPr kumimoji="1" lang="ja-JP" altLang="en-US" sz="1200">
              <a:solidFill>
                <a:schemeClr val="tx1"/>
              </a:solidFill>
              <a:latin typeface="Meiryo UI" panose="020B0604030504040204" pitchFamily="50" charset="-128"/>
              <a:ea typeface="Meiryo UI" panose="020B0604030504040204"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6308436" y="5938173"/>
            <a:ext cx="534356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3083353" y="1858274"/>
            <a:ext cx="1036655" cy="221018"/>
          </a:xfrm>
          <a:prstGeom prst="rect">
            <a:avLst/>
          </a:prstGeom>
          <a:noFill/>
        </p:spPr>
        <p:txBody>
          <a:bodyPr wrap="square" lIns="18000" tIns="18000" rIns="18000" bIns="18000"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▼キックオフ</a:t>
            </a:r>
            <a:endParaRPr kumimoji="1" lang="ja-JP" altLang="en-US"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テキスト ボックス 40">
            <a:extLst>
              <a:ext uri="{FF2B5EF4-FFF2-40B4-BE49-F238E27FC236}">
                <a16:creationId xmlns:a16="http://schemas.microsoft.com/office/drawing/2014/main" id="{3DB6E5B5-DB44-426C-BD5D-3AFB7EE80EA5}"/>
              </a:ext>
            </a:extLst>
          </p:cNvPr>
          <p:cNvSpPr txBox="1"/>
          <p:nvPr/>
        </p:nvSpPr>
        <p:spPr>
          <a:xfrm>
            <a:off x="9777674" y="1968783"/>
            <a:ext cx="1036655" cy="221018"/>
          </a:xfrm>
          <a:prstGeom prst="rect">
            <a:avLst/>
          </a:prstGeom>
          <a:noFill/>
        </p:spPr>
        <p:txBody>
          <a:bodyPr wrap="square" lIns="18000" tIns="18000" rIns="18000" bIns="18000" rtlCol="0">
            <a:spAutoFit/>
          </a:bodyPr>
          <a:lstStyle/>
          <a:p>
            <a:r>
              <a:rPr lang="ja-JP" altLang="en-US" sz="1200">
                <a:latin typeface="Meiryo UI" panose="020B0604030504040204" pitchFamily="50" charset="-128"/>
                <a:ea typeface="Meiryo UI" panose="020B0604030504040204" pitchFamily="50" charset="-128"/>
                <a:cs typeface="Meiryo UI" panose="020B0604030504040204" pitchFamily="50" charset="-128"/>
              </a:rPr>
              <a:t>▼納品・検収</a:t>
            </a:r>
            <a:endParaRPr kumimoji="1" lang="ja-JP" altLang="en-US" sz="1200">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正方形/長方形 43">
            <a:extLst>
              <a:ext uri="{FF2B5EF4-FFF2-40B4-BE49-F238E27FC236}">
                <a16:creationId xmlns:a16="http://schemas.microsoft.com/office/drawing/2014/main" id="{F552483D-B47E-4672-AAB8-B1378D36B674}"/>
              </a:ext>
            </a:extLst>
          </p:cNvPr>
          <p:cNvSpPr/>
          <p:nvPr/>
        </p:nvSpPr>
        <p:spPr>
          <a:xfrm>
            <a:off x="3168363" y="3063893"/>
            <a:ext cx="5402982" cy="571975"/>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Meiryo UI" panose="020B0604030504040204" pitchFamily="50" charset="-128"/>
                <a:ea typeface="Meiryo UI" panose="020B0604030504040204" pitchFamily="50" charset="-128"/>
              </a:rPr>
              <a:t>詳細設計・開発</a:t>
            </a:r>
          </a:p>
        </p:txBody>
      </p:sp>
      <p:sp>
        <p:nvSpPr>
          <p:cNvPr id="50" name="正方形/長方形 49">
            <a:extLst>
              <a:ext uri="{FF2B5EF4-FFF2-40B4-BE49-F238E27FC236}">
                <a16:creationId xmlns:a16="http://schemas.microsoft.com/office/drawing/2014/main" id="{BF31360D-FAB3-4C87-B7AB-B502DDFDA9EC}"/>
              </a:ext>
            </a:extLst>
          </p:cNvPr>
          <p:cNvSpPr/>
          <p:nvPr/>
        </p:nvSpPr>
        <p:spPr>
          <a:xfrm>
            <a:off x="2192205" y="2451790"/>
            <a:ext cx="3855607" cy="540000"/>
          </a:xfrm>
          <a:prstGeom prst="rect">
            <a:avLst/>
          </a:prstGeom>
          <a:ln/>
        </p:spPr>
        <p:style>
          <a:lnRef idx="1">
            <a:schemeClr val="accent4"/>
          </a:lnRef>
          <a:fillRef idx="2">
            <a:schemeClr val="accent4"/>
          </a:fillRef>
          <a:effectRef idx="1">
            <a:schemeClr val="accent4"/>
          </a:effectRef>
          <a:fontRef idx="minor">
            <a:schemeClr val="dk1"/>
          </a:fontRef>
        </p:style>
        <p:txBody>
          <a:bodyPr lIns="0" tIns="36000" rIns="0" bIns="36000" rtlCol="0" anchor="ctr"/>
          <a:lstStyle/>
          <a:p>
            <a:pPr algn="ctr"/>
            <a:r>
              <a:rPr lang="ja-JP" altLang="en-US" sz="1200">
                <a:solidFill>
                  <a:schemeClr val="tx1"/>
                </a:solidFill>
                <a:latin typeface="Meiryo UI" panose="020B0604030504040204" pitchFamily="50" charset="-128"/>
                <a:ea typeface="Meiryo UI" panose="020B0604030504040204" pitchFamily="50" charset="-128"/>
              </a:rPr>
              <a:t>基本設計・詳細設計</a:t>
            </a:r>
          </a:p>
        </p:txBody>
      </p:sp>
      <p:sp>
        <p:nvSpPr>
          <p:cNvPr id="53" name="正方形/長方形 52">
            <a:extLst>
              <a:ext uri="{FF2B5EF4-FFF2-40B4-BE49-F238E27FC236}">
                <a16:creationId xmlns:a16="http://schemas.microsoft.com/office/drawing/2014/main" id="{60BE86B4-B849-422B-8758-4720CC34871C}"/>
              </a:ext>
            </a:extLst>
          </p:cNvPr>
          <p:cNvSpPr/>
          <p:nvPr/>
        </p:nvSpPr>
        <p:spPr>
          <a:xfrm>
            <a:off x="7975612" y="3707971"/>
            <a:ext cx="1916532"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Meiryo UI" panose="020B0604030504040204" pitchFamily="50" charset="-128"/>
                <a:ea typeface="Meiryo UI" panose="020B0604030504040204" pitchFamily="50" charset="-128"/>
              </a:rPr>
              <a:t>結合テスト</a:t>
            </a:r>
            <a:endParaRPr lang="en-US" altLang="ja-JP" sz="1200">
              <a:solidFill>
                <a:schemeClr val="tx1"/>
              </a:solidFill>
              <a:latin typeface="Meiryo UI" panose="020B0604030504040204" pitchFamily="50" charset="-128"/>
              <a:ea typeface="Meiryo UI" panose="020B0604030504040204" pitchFamily="50" charset="-128"/>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2025/4/28</a:t>
            </a:r>
            <a:endParaRPr lang="en-US"/>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80395" y="5663823"/>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eiryo UI" panose="020B0604030504040204" pitchFamily="50" charset="-128"/>
                <a:ea typeface="Meiryo UI" panose="020B0604030504040204" pitchFamily="50" charset="-128"/>
                <a:cs typeface="メイリオ" pitchFamily="50" charset="-128"/>
              </a:rPr>
              <a:t>スケジュールについては、ご契約のタイミング状況により変更となる場合がございます</a:t>
            </a:r>
            <a:endParaRPr lang="en-US" altLang="ja-JP" sz="1400">
              <a:latin typeface="Meiryo UI" panose="020B0604030504040204" pitchFamily="50" charset="-128"/>
              <a:ea typeface="Meiryo UI" panose="020B0604030504040204" pitchFamily="50" charset="-128"/>
              <a:cs typeface="メイリオ" pitchFamily="50" charset="-128"/>
            </a:endParaRPr>
          </a:p>
        </p:txBody>
      </p:sp>
      <p:cxnSp>
        <p:nvCxnSpPr>
          <p:cNvPr id="9" name="直線矢印コネクタ 8"/>
          <p:cNvCxnSpPr>
            <a:cxnSpLocks/>
            <a:stCxn id="10" idx="3"/>
          </p:cNvCxnSpPr>
          <p:nvPr/>
        </p:nvCxnSpPr>
        <p:spPr>
          <a:xfrm flipV="1">
            <a:off x="4358770" y="2260153"/>
            <a:ext cx="5533375" cy="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正方形/長方形 9"/>
          <p:cNvSpPr/>
          <p:nvPr/>
        </p:nvSpPr>
        <p:spPr>
          <a:xfrm>
            <a:off x="3146196" y="2147991"/>
            <a:ext cx="1212574" cy="224325"/>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eiryo UI" panose="020B0604030504040204" pitchFamily="50" charset="-128"/>
                <a:ea typeface="Meiryo UI" panose="020B0604030504040204" pitchFamily="50" charset="-128"/>
              </a:rPr>
              <a:t>準委任契約</a:t>
            </a:r>
          </a:p>
        </p:txBody>
      </p:sp>
      <p:sp>
        <p:nvSpPr>
          <p:cNvPr id="32" name="ホームベース 32">
            <a:extLst>
              <a:ext uri="{FF2B5EF4-FFF2-40B4-BE49-F238E27FC236}">
                <a16:creationId xmlns:a16="http://schemas.microsoft.com/office/drawing/2014/main" id="{C37584D3-7DC1-4AF5-821B-4EB0B466578A}"/>
              </a:ext>
            </a:extLst>
          </p:cNvPr>
          <p:cNvSpPr/>
          <p:nvPr/>
        </p:nvSpPr>
        <p:spPr>
          <a:xfrm>
            <a:off x="4120008" y="5036632"/>
            <a:ext cx="3855604"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altLang="ja-JP" sz="1200">
                <a:solidFill>
                  <a:schemeClr val="tx1"/>
                </a:solidFill>
                <a:latin typeface="Meiryo UI" panose="020B0604030504040204" pitchFamily="50" charset="-128"/>
                <a:ea typeface="Meiryo UI" panose="020B0604030504040204" pitchFamily="50" charset="-128"/>
              </a:rPr>
              <a:t>A-auto</a:t>
            </a:r>
          </a:p>
          <a:p>
            <a:pPr algn="ctr"/>
            <a:r>
              <a:rPr kumimoji="1" lang="en-US" altLang="ja-JP" sz="1200">
                <a:solidFill>
                  <a:schemeClr val="tx1"/>
                </a:solidFill>
                <a:latin typeface="Meiryo UI" panose="020B0604030504040204" pitchFamily="50" charset="-128"/>
                <a:ea typeface="Meiryo UI" panose="020B0604030504040204" pitchFamily="50" charset="-128"/>
              </a:rPr>
              <a:t>(</a:t>
            </a:r>
            <a:r>
              <a:rPr kumimoji="1" lang="ja-JP" altLang="en-US" sz="1200">
                <a:solidFill>
                  <a:schemeClr val="tx1"/>
                </a:solidFill>
                <a:latin typeface="Meiryo UI" panose="020B0604030504040204" pitchFamily="50" charset="-128"/>
                <a:ea typeface="Meiryo UI" panose="020B0604030504040204" pitchFamily="50" charset="-128"/>
              </a:rPr>
              <a:t>検証</a:t>
            </a:r>
            <a:r>
              <a:rPr kumimoji="1" lang="en-US" altLang="ja-JP" sz="1200">
                <a:solidFill>
                  <a:schemeClr val="tx1"/>
                </a:solidFill>
                <a:latin typeface="Meiryo UI" panose="020B0604030504040204" pitchFamily="50" charset="-128"/>
                <a:ea typeface="Meiryo UI" panose="020B0604030504040204" pitchFamily="50" charset="-128"/>
              </a:rPr>
              <a:t>)</a:t>
            </a:r>
            <a:endParaRPr kumimoji="1" lang="ja-JP" altLang="en-US" sz="1200">
              <a:solidFill>
                <a:schemeClr val="tx1"/>
              </a:solidFill>
              <a:latin typeface="Meiryo UI" panose="020B0604030504040204" pitchFamily="50" charset="-128"/>
              <a:ea typeface="Meiryo UI" panose="020B0604030504040204" pitchFamily="50" charset="-128"/>
            </a:endParaRPr>
          </a:p>
        </p:txBody>
      </p:sp>
      <p:sp>
        <p:nvSpPr>
          <p:cNvPr id="3" name="ホームベース 30">
            <a:extLst>
              <a:ext uri="{FF2B5EF4-FFF2-40B4-BE49-F238E27FC236}">
                <a16:creationId xmlns:a16="http://schemas.microsoft.com/office/drawing/2014/main" id="{516C74DA-EE46-BB97-95F1-451E60100312}"/>
              </a:ext>
            </a:extLst>
          </p:cNvPr>
          <p:cNvSpPr/>
          <p:nvPr/>
        </p:nvSpPr>
        <p:spPr>
          <a:xfrm>
            <a:off x="6420303" y="6012871"/>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出光様</a:t>
            </a:r>
          </a:p>
        </p:txBody>
      </p:sp>
      <p:sp>
        <p:nvSpPr>
          <p:cNvPr id="4" name="ホームベース 32">
            <a:extLst>
              <a:ext uri="{FF2B5EF4-FFF2-40B4-BE49-F238E27FC236}">
                <a16:creationId xmlns:a16="http://schemas.microsoft.com/office/drawing/2014/main" id="{10C387C3-BEA3-211D-9EED-5CA862B19DD6}"/>
              </a:ext>
            </a:extLst>
          </p:cNvPr>
          <p:cNvSpPr/>
          <p:nvPr/>
        </p:nvSpPr>
        <p:spPr>
          <a:xfrm>
            <a:off x="4120007" y="4486468"/>
            <a:ext cx="3855605"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環境構築</a:t>
            </a:r>
            <a:endParaRPr kumimoji="1" lang="en-US" altLang="ja-JP" sz="1200">
              <a:solidFill>
                <a:schemeClr val="tx1"/>
              </a:solidFill>
              <a:latin typeface="Meiryo UI" panose="020B0604030504040204" pitchFamily="50" charset="-128"/>
              <a:ea typeface="Meiryo UI" panose="020B0604030504040204" pitchFamily="50" charset="-128"/>
            </a:endParaRPr>
          </a:p>
          <a:p>
            <a:pPr algn="ctr"/>
            <a:r>
              <a:rPr kumimoji="1" lang="ja-JP" altLang="en-US" sz="1200">
                <a:solidFill>
                  <a:schemeClr val="tx1"/>
                </a:solidFill>
                <a:latin typeface="Meiryo UI" panose="020B0604030504040204" pitchFamily="50" charset="-128"/>
                <a:ea typeface="Meiryo UI" panose="020B0604030504040204" pitchFamily="50" charset="-128"/>
              </a:rPr>
              <a:t>（検証）</a:t>
            </a:r>
          </a:p>
        </p:txBody>
      </p:sp>
      <p:sp>
        <p:nvSpPr>
          <p:cNvPr id="13" name="正方形/長方形 12">
            <a:extLst>
              <a:ext uri="{FF2B5EF4-FFF2-40B4-BE49-F238E27FC236}">
                <a16:creationId xmlns:a16="http://schemas.microsoft.com/office/drawing/2014/main" id="{396CE558-A8FF-7C6B-BB59-A8F075AB746D}"/>
              </a:ext>
            </a:extLst>
          </p:cNvPr>
          <p:cNvSpPr/>
          <p:nvPr/>
        </p:nvSpPr>
        <p:spPr>
          <a:xfrm>
            <a:off x="5070764" y="3707215"/>
            <a:ext cx="2885808"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Meiryo UI" panose="020B0604030504040204" pitchFamily="50" charset="-128"/>
                <a:ea typeface="Meiryo UI" panose="020B0604030504040204" pitchFamily="50" charset="-128"/>
              </a:rPr>
              <a:t>結合テスト仕様書作成</a:t>
            </a:r>
            <a:endParaRPr lang="en-US" altLang="ja-JP" sz="1200">
              <a:solidFill>
                <a:srgbClr val="FF0000"/>
              </a:solidFill>
              <a:latin typeface="Meiryo UI" panose="020B0604030504040204" pitchFamily="50" charset="-128"/>
              <a:ea typeface="Meiryo UI" panose="020B0604030504040204" pitchFamily="50" charset="-128"/>
            </a:endParaRPr>
          </a:p>
          <a:p>
            <a:pPr algn="ctr"/>
            <a:r>
              <a:rPr lang="en-US" altLang="ja-JP" sz="1200">
                <a:solidFill>
                  <a:srgbClr val="FF0000"/>
                </a:solidFill>
                <a:latin typeface="Meiryo UI" panose="020B0604030504040204" pitchFamily="50" charset="-128"/>
                <a:ea typeface="Meiryo UI" panose="020B0604030504040204" pitchFamily="50" charset="-128"/>
              </a:rPr>
              <a:t>※</a:t>
            </a:r>
            <a:r>
              <a:rPr lang="ja-JP" altLang="en-US" sz="1200">
                <a:solidFill>
                  <a:srgbClr val="FF0000"/>
                </a:solidFill>
                <a:latin typeface="Meiryo UI" panose="020B0604030504040204" pitchFamily="50" charset="-128"/>
                <a:ea typeface="Meiryo UI" panose="020B0604030504040204" pitchFamily="50" charset="-128"/>
              </a:rPr>
              <a:t>レビューは出光様・</a:t>
            </a:r>
            <a:r>
              <a:rPr lang="en-US" altLang="ja-JP" sz="1200">
                <a:solidFill>
                  <a:srgbClr val="FF0000"/>
                </a:solidFill>
                <a:latin typeface="Meiryo UI" panose="020B0604030504040204" pitchFamily="50" charset="-128"/>
                <a:ea typeface="Meiryo UI" panose="020B0604030504040204" pitchFamily="50" charset="-128"/>
              </a:rPr>
              <a:t>JCC</a:t>
            </a:r>
            <a:r>
              <a:rPr lang="ja-JP" altLang="en-US" sz="1200">
                <a:solidFill>
                  <a:srgbClr val="FF0000"/>
                </a:solidFill>
                <a:latin typeface="Meiryo UI" panose="020B0604030504040204" pitchFamily="50" charset="-128"/>
                <a:ea typeface="Meiryo UI" panose="020B0604030504040204" pitchFamily="50" charset="-128"/>
              </a:rPr>
              <a:t>様へ依頼</a:t>
            </a:r>
            <a:endParaRPr lang="en-US" altLang="ja-JP" sz="120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60199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1" y="1167611"/>
            <a:ext cx="3485906"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 name="タイトル 1"/>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5.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3" name="日付プレースホルダー 2"/>
          <p:cNvSpPr>
            <a:spLocks noGrp="1"/>
          </p:cNvSpPr>
          <p:nvPr>
            <p:ph type="dt" sz="half" idx="10"/>
          </p:nvPr>
        </p:nvSpPr>
        <p:spPr/>
        <p:txBody>
          <a:bodyPr/>
          <a:lstStyle/>
          <a:p>
            <a:r>
              <a:rPr lang="en-US" altLang="ja-JP">
                <a:latin typeface="+mn-ea"/>
                <a:ea typeface="+mn-ea"/>
              </a:rPr>
              <a:t>2025/4/28</a:t>
            </a:r>
            <a:endParaRPr lang="en-US">
              <a:latin typeface="+mn-ea"/>
              <a:ea typeface="+mn-ea"/>
            </a:endParaRP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253593" y="1167611"/>
            <a:ext cx="7360893"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253593" y="819413"/>
            <a:ext cx="7360893"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14551"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04655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プロジェクト責任者</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加藤 治彦様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046551"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プロジェクトメンバー</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ご担当者</a:t>
              </a:r>
              <a:r>
                <a:rPr lang="ja-JP" altLang="ja-JP" sz="1600">
                  <a:latin typeface="Meiryo UI" panose="020B0604030504040204" pitchFamily="50" charset="-128"/>
                  <a:ea typeface="Meiryo UI" panose="020B0604030504040204" pitchFamily="50" charset="-128"/>
                </a:rPr>
                <a:t>様</a:t>
              </a:r>
              <a:endParaRPr kumimoji="1" lang="en-US" altLang="ja-JP" sz="16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1" y="819413"/>
            <a:ext cx="3485906"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出光興産様</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253592" y="6047999"/>
            <a:ext cx="7360893" cy="83061"/>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473376" cy="8306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6112639"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プロジェクト責任者</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kumimoji="0" lang="ja-JP" altLang="en-US"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川名 翔太</a:t>
              </a:r>
              <a:endParaRPr kumimoji="0" lang="ja-JP" altLang="en-US" sz="1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7480639" y="2287297"/>
            <a:ext cx="0" cy="1140930"/>
          </a:xfrm>
          <a:prstGeom prst="line">
            <a:avLst/>
          </a:prstGeom>
          <a:noFill/>
          <a:ln w="28575" cap="flat" cmpd="sng" algn="ctr">
            <a:solidFill>
              <a:schemeClr val="bg1">
                <a:lumMod val="75000"/>
              </a:scheme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6096000" y="4345761"/>
            <a:ext cx="2752639" cy="1296455"/>
            <a:chOff x="6852000" y="5532586"/>
            <a:chExt cx="2736000" cy="644425"/>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開発</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b="0" i="0">
                  <a:solidFill>
                    <a:srgbClr val="333333"/>
                  </a:solidFill>
                  <a:effectLst/>
                  <a:latin typeface="Meiryo UI" panose="020B0604030504040204" pitchFamily="50" charset="-128"/>
                  <a:ea typeface="Meiryo UI" panose="020B0604030504040204" pitchFamily="50" charset="-128"/>
                </a:rPr>
                <a:t>桝井 雄太 ・ </a:t>
              </a:r>
              <a:r>
                <a:rPr lang="ja-JP" altLang="en-US" sz="1600">
                  <a:solidFill>
                    <a:srgbClr val="333333"/>
                  </a:solidFill>
                  <a:latin typeface="Meiryo UI" panose="020B0604030504040204" pitchFamily="50" charset="-128"/>
                  <a:ea typeface="Meiryo UI" panose="020B0604030504040204" pitchFamily="50" charset="-128"/>
                </a:rPr>
                <a:t>加藤 未夢</a:t>
              </a:r>
              <a:endParaRPr lang="en-US" altLang="ja-JP" sz="1600">
                <a:solidFill>
                  <a:srgbClr val="333333"/>
                </a:solidFill>
                <a:latin typeface="Meiryo UI" panose="020B0604030504040204" pitchFamily="50" charset="-128"/>
                <a:ea typeface="Meiryo UI" panose="020B0604030504040204" pitchFamily="50" charset="-128"/>
              </a:endParaRPr>
            </a:p>
            <a:p>
              <a:pPr lvl="0" algn="ctr" defTabSz="914400">
                <a:defRPr/>
              </a:pPr>
              <a:r>
                <a:rPr lang="ja-JP" altLang="en-US" sz="1600">
                  <a:solidFill>
                    <a:srgbClr val="333333"/>
                  </a:solidFill>
                  <a:latin typeface="Meiryo UI" panose="020B0604030504040204" pitchFamily="50" charset="-128"/>
                  <a:ea typeface="Meiryo UI" panose="020B0604030504040204" pitchFamily="50" charset="-128"/>
                </a:rPr>
                <a:t>他４名</a:t>
              </a:r>
              <a:endParaRPr lang="en-US" altLang="ja-JP" sz="1600">
                <a:solidFill>
                  <a:srgbClr val="333333"/>
                </a:solidFill>
                <a:latin typeface="Meiryo UI" panose="020B0604030504040204" pitchFamily="50" charset="-128"/>
                <a:ea typeface="Meiryo UI" panose="020B0604030504040204" pitchFamily="50" charset="-128"/>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a:stCxn id="52" idx="1"/>
            <a:endCxn id="56" idx="3"/>
          </p:cNvCxnSpPr>
          <p:nvPr/>
        </p:nvCxnSpPr>
        <p:spPr>
          <a:xfrm flipH="1">
            <a:off x="6942523" y="3006227"/>
            <a:ext cx="1040301" cy="0"/>
          </a:xfrm>
          <a:prstGeom prst="line">
            <a:avLst/>
          </a:prstGeom>
          <a:noFill/>
          <a:ln w="28575" cap="flat" cmpd="sng" algn="ctr">
            <a:solidFill>
              <a:schemeClr val="bg1">
                <a:lumMod val="75000"/>
              </a:scheme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6112639" y="3428227"/>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プロジェクトマネージャー</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Meiryo UI" panose="020B0604030504040204" pitchFamily="50" charset="-128"/>
                  <a:ea typeface="Meiryo UI" panose="020B0604030504040204" pitchFamily="50" charset="-128"/>
                </a:rPr>
                <a:t>髙木 義尚</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7982824" y="2493297"/>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髙浦 祐朗</a:t>
              </a:r>
              <a:endParaRPr kumimoji="0" lang="en-US" altLang="ja-JP"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046551"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eiryo UI" panose="020B0604030504040204" pitchFamily="50" charset="-128"/>
                  <a:ea typeface="Meiryo UI" panose="020B0604030504040204" pitchFamily="50" charset="-128"/>
                </a:rPr>
                <a:t>中上 陽一様</a:t>
              </a:r>
              <a:endParaRPr lang="en-US" altLang="ja-JP" sz="1600" kern="0">
                <a:solidFill>
                  <a:prstClr val="black"/>
                </a:solidFill>
                <a:latin typeface="Meiryo UI" panose="020B0604030504040204" pitchFamily="50" charset="-128"/>
                <a:ea typeface="Meiryo UI" panose="020B0604030504040204" pitchFamily="50" charset="-128"/>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Meiryo UI" panose="020B0604030504040204" pitchFamily="50" charset="-128"/>
                <a:ea typeface="Meiryo UI" panose="020B0604030504040204" pitchFamily="50" charset="-128"/>
                <a:cs typeface="メイリオ" pitchFamily="50" charset="-128"/>
              </a:rPr>
              <a:t>体制については、ご契約のタイミング状況により変更となる場合がございます。</a:t>
            </a:r>
            <a:endParaRPr lang="en-US" altLang="ja-JP" sz="1400">
              <a:latin typeface="Meiryo UI" panose="020B0604030504040204" pitchFamily="50" charset="-128"/>
              <a:ea typeface="Meiryo UI" panose="020B0604030504040204" pitchFamily="50" charset="-128"/>
              <a:cs typeface="メイリオ" pitchFamily="50" charset="-128"/>
            </a:endParaRPr>
          </a:p>
        </p:txBody>
      </p:sp>
      <p:grpSp>
        <p:nvGrpSpPr>
          <p:cNvPr id="38" name="グループ化 37">
            <a:extLst>
              <a:ext uri="{FF2B5EF4-FFF2-40B4-BE49-F238E27FC236}">
                <a16:creationId xmlns:a16="http://schemas.microsoft.com/office/drawing/2014/main" id="{D7AA0D1B-AFDF-1367-DA18-9EE6FFBC3596}"/>
              </a:ext>
            </a:extLst>
          </p:cNvPr>
          <p:cNvGrpSpPr/>
          <p:nvPr/>
        </p:nvGrpSpPr>
        <p:grpSpPr>
          <a:xfrm>
            <a:off x="9386755" y="1564415"/>
            <a:ext cx="2084133" cy="728930"/>
            <a:chOff x="8524839" y="4231002"/>
            <a:chExt cx="2736000" cy="728930"/>
          </a:xfrm>
        </p:grpSpPr>
        <p:sp>
          <p:nvSpPr>
            <p:cNvPr id="39"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eiryo UI" panose="020B0604030504040204" pitchFamily="50" charset="-128"/>
                  <a:ea typeface="Meiryo UI" panose="020B0604030504040204" pitchFamily="50" charset="-128"/>
                </a:rPr>
                <a:t>品質保証</a:t>
              </a:r>
              <a:endPar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a:r>
                <a:rPr lang="en-US" altLang="ja-JP" sz="1600">
                  <a:latin typeface="Meiryo UI" panose="020B0604030504040204" pitchFamily="50" charset="-128"/>
                  <a:ea typeface="Meiryo UI" panose="020B0604030504040204" pitchFamily="50" charset="-128"/>
                </a:rPr>
                <a:t>PJ</a:t>
              </a:r>
              <a:r>
                <a:rPr lang="ja-JP" altLang="en-US" sz="1600">
                  <a:latin typeface="Meiryo UI" panose="020B0604030504040204" pitchFamily="50" charset="-128"/>
                  <a:ea typeface="Meiryo UI" panose="020B0604030504040204" pitchFamily="50" charset="-128"/>
                </a:rPr>
                <a:t>品質保証委員会</a:t>
              </a:r>
              <a:endParaRPr lang="en-US" altLang="ja-JP" sz="1600">
                <a:latin typeface="Meiryo UI" panose="020B0604030504040204" pitchFamily="50" charset="-128"/>
                <a:ea typeface="Meiryo UI" panose="020B0604030504040204" pitchFamily="50" charset="-128"/>
              </a:endParaRPr>
            </a:p>
          </p:txBody>
        </p:sp>
      </p:grpSp>
      <p:cxnSp>
        <p:nvCxnSpPr>
          <p:cNvPr id="5" name="直線コネクタ 4">
            <a:extLst>
              <a:ext uri="{FF2B5EF4-FFF2-40B4-BE49-F238E27FC236}">
                <a16:creationId xmlns:a16="http://schemas.microsoft.com/office/drawing/2014/main" id="{B2D34154-7DF5-BBB2-1D07-512476AA582A}"/>
              </a:ext>
            </a:extLst>
          </p:cNvPr>
          <p:cNvCxnSpPr>
            <a:cxnSpLocks/>
            <a:stCxn id="46" idx="2"/>
            <a:endCxn id="35" idx="3"/>
          </p:cNvCxnSpPr>
          <p:nvPr/>
        </p:nvCxnSpPr>
        <p:spPr>
          <a:xfrm flipH="1">
            <a:off x="7472320" y="4139760"/>
            <a:ext cx="8319" cy="206001"/>
          </a:xfrm>
          <a:prstGeom prst="line">
            <a:avLst/>
          </a:prstGeom>
          <a:noFill/>
          <a:ln w="28575" cap="flat" cmpd="sng" algn="ctr">
            <a:solidFill>
              <a:schemeClr val="bg1">
                <a:lumMod val="75000"/>
              </a:schemeClr>
            </a:solidFill>
            <a:prstDash val="solid"/>
            <a:miter lim="800000"/>
          </a:ln>
          <a:effectLst/>
        </p:spPr>
      </p:cxnSp>
      <p:sp>
        <p:nvSpPr>
          <p:cNvPr id="13" name="正方形/長方形 12">
            <a:extLst>
              <a:ext uri="{FF2B5EF4-FFF2-40B4-BE49-F238E27FC236}">
                <a16:creationId xmlns:a16="http://schemas.microsoft.com/office/drawing/2014/main" id="{CD59A250-DD61-850E-95BB-0BB5F6C208E1}"/>
              </a:ext>
            </a:extLst>
          </p:cNvPr>
          <p:cNvSpPr/>
          <p:nvPr/>
        </p:nvSpPr>
        <p:spPr>
          <a:xfrm>
            <a:off x="9112421" y="5200649"/>
            <a:ext cx="2337635" cy="707091"/>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b="0" i="0">
                <a:solidFill>
                  <a:srgbClr val="333333"/>
                </a:solidFill>
                <a:effectLst/>
                <a:latin typeface="Meiryo UI" panose="020B0604030504040204" pitchFamily="50" charset="-128"/>
                <a:ea typeface="Meiryo UI" panose="020B0604030504040204" pitchFamily="50" charset="-128"/>
              </a:rPr>
              <a:t>システムエグゼベトナム</a:t>
            </a:r>
            <a:endParaRPr lang="en-US" altLang="ja-JP" sz="1600" b="0" i="0">
              <a:solidFill>
                <a:srgbClr val="333333"/>
              </a:solidFill>
              <a:effectLst/>
              <a:latin typeface="Meiryo UI" panose="020B0604030504040204" pitchFamily="50" charset="-128"/>
              <a:ea typeface="Meiryo UI" panose="020B0604030504040204" pitchFamily="50" charset="-128"/>
            </a:endParaRPr>
          </a:p>
        </p:txBody>
      </p:sp>
      <p:grpSp>
        <p:nvGrpSpPr>
          <p:cNvPr id="48" name="グループ化 47">
            <a:extLst>
              <a:ext uri="{FF2B5EF4-FFF2-40B4-BE49-F238E27FC236}">
                <a16:creationId xmlns:a16="http://schemas.microsoft.com/office/drawing/2014/main" id="{63D0B6AB-78EF-9223-C238-787D305E1570}"/>
              </a:ext>
            </a:extLst>
          </p:cNvPr>
          <p:cNvGrpSpPr/>
          <p:nvPr/>
        </p:nvGrpSpPr>
        <p:grpSpPr>
          <a:xfrm>
            <a:off x="4858390" y="2493297"/>
            <a:ext cx="2084133" cy="728930"/>
            <a:chOff x="8524839" y="4231002"/>
            <a:chExt cx="2736000" cy="728930"/>
          </a:xfrm>
        </p:grpSpPr>
        <p:sp>
          <p:nvSpPr>
            <p:cNvPr id="49" name="片側の 2 つの角を丸めた四角形 29">
              <a:extLst>
                <a:ext uri="{FF2B5EF4-FFF2-40B4-BE49-F238E27FC236}">
                  <a16:creationId xmlns:a16="http://schemas.microsoft.com/office/drawing/2014/main" id="{46FFE437-06D5-A0B0-871D-ACA9E5735DEB}"/>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オブザーバー</a:t>
              </a:r>
            </a:p>
          </p:txBody>
        </p:sp>
        <p:sp>
          <p:nvSpPr>
            <p:cNvPr id="56" name="正方形/長方形 55">
              <a:extLst>
                <a:ext uri="{FF2B5EF4-FFF2-40B4-BE49-F238E27FC236}">
                  <a16:creationId xmlns:a16="http://schemas.microsoft.com/office/drawing/2014/main" id="{B33320F2-ECBE-F668-5B32-2B19462871C0}"/>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岡部 ・ 飯原 ・ 小澤</a:t>
              </a:r>
              <a:endParaRPr kumimoji="0" lang="en-US" altLang="ja-JP" sz="1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endParaRPr>
            </a:p>
          </p:txBody>
        </p:sp>
      </p:grpSp>
      <p:cxnSp>
        <p:nvCxnSpPr>
          <p:cNvPr id="63" name="コネクタ: カギ線 62">
            <a:extLst>
              <a:ext uri="{FF2B5EF4-FFF2-40B4-BE49-F238E27FC236}">
                <a16:creationId xmlns:a16="http://schemas.microsoft.com/office/drawing/2014/main" id="{077AFA45-25EC-ECBA-6A98-48BFD93187EB}"/>
              </a:ext>
            </a:extLst>
          </p:cNvPr>
          <p:cNvCxnSpPr>
            <a:endCxn id="13" idx="0"/>
          </p:cNvCxnSpPr>
          <p:nvPr/>
        </p:nvCxnSpPr>
        <p:spPr>
          <a:xfrm>
            <a:off x="8848639" y="4912659"/>
            <a:ext cx="1432600" cy="28799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907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6</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想定している作業</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892766036"/>
              </p:ext>
            </p:extLst>
          </p:nvPr>
        </p:nvGraphicFramePr>
        <p:xfrm>
          <a:off x="606000" y="936000"/>
          <a:ext cx="11158389" cy="452155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Meiryo UI" panose="020B0604030504040204" pitchFamily="50" charset="-128"/>
                          <a:ea typeface="Meiryo UI" panose="020B0604030504040204" pitchFamily="50" charset="-128"/>
                        </a:rPr>
                        <a:t>No</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Meiryo UI" panose="020B0604030504040204" pitchFamily="50" charset="-128"/>
                          <a:ea typeface="Meiryo UI" panose="020B0604030504040204" pitchFamily="50" charset="-128"/>
                        </a:rPr>
                        <a:t>作業内容</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cs typeface="+mn-cs"/>
                        </a:rPr>
                        <a:t>1</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詳細設計</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詳細設計書作成完了時に基本設計書と併せて</a:t>
                      </a:r>
                      <a:r>
                        <a:rPr lang="en-US" altLang="ja-JP" sz="1600">
                          <a:solidFill>
                            <a:schemeClr val="tx1"/>
                          </a:solidFill>
                          <a:latin typeface="Meiryo UI" panose="020B0604030504040204" pitchFamily="50" charset="-128"/>
                          <a:ea typeface="Meiryo UI" panose="020B0604030504040204" pitchFamily="50" charset="-128"/>
                        </a:rPr>
                        <a:t>JCC</a:t>
                      </a:r>
                      <a:r>
                        <a:rPr lang="ja-JP" altLang="en-US" sz="1600">
                          <a:solidFill>
                            <a:schemeClr val="tx1"/>
                          </a:solidFill>
                          <a:latin typeface="Meiryo UI" panose="020B0604030504040204" pitchFamily="50" charset="-128"/>
                          <a:ea typeface="Meiryo UI" panose="020B0604030504040204" pitchFamily="50" charset="-128"/>
                        </a:rPr>
                        <a:t>様から説明をお願いいたします。</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Meiryo UI" panose="020B0604030504040204" pitchFamily="50" charset="-128"/>
                          <a:ea typeface="Meiryo UI" panose="020B0604030504040204" pitchFamily="50" charset="-128"/>
                        </a:rPr>
                        <a:t>JCC</a:t>
                      </a:r>
                      <a:r>
                        <a:rPr lang="ja-JP" altLang="en-US" sz="1600">
                          <a:solidFill>
                            <a:schemeClr val="tx1"/>
                          </a:solidFill>
                          <a:latin typeface="Meiryo UI" panose="020B0604030504040204" pitchFamily="50" charset="-128"/>
                          <a:ea typeface="Meiryo UI" panose="020B0604030504040204" pitchFamily="50" charset="-128"/>
                        </a:rPr>
                        <a:t>様から受領した設計書のレビューを実施</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レビュー観点としては以下</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・基本設計書との整合性チェック</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・実装工程での不明点チェック</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　</a:t>
                      </a: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要件との整合性チェックは実施しません。</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cs typeface="+mn-cs"/>
                        </a:rPr>
                        <a:t>2</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a:solidFill>
                            <a:schemeClr val="tx1"/>
                          </a:solidFill>
                          <a:latin typeface="Meiryo UI" panose="020B0604030504040204" pitchFamily="50" charset="-128"/>
                          <a:ea typeface="Meiryo UI" panose="020B0604030504040204" pitchFamily="50" charset="-128"/>
                        </a:rPr>
                        <a:t>製造・単体テスト</a:t>
                      </a:r>
                      <a:endParaRPr lang="ja-JP" sz="1600" b="0" i="0" u="none" strike="noStrike" noProof="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・詳細設計書の内容で実装</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・実装時に必要なテーブルの作成</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Meiryo UI" panose="020B0604030504040204" pitchFamily="50" charset="-128"/>
                          <a:ea typeface="Meiryo UI" panose="020B0604030504040204" pitchFamily="50" charset="-128"/>
                        </a:rPr>
                        <a:t>※</a:t>
                      </a:r>
                      <a:r>
                        <a:rPr lang="ja-JP" altLang="en-US" sz="1600">
                          <a:solidFill>
                            <a:schemeClr val="tx1"/>
                          </a:solidFill>
                          <a:latin typeface="Meiryo UI" panose="020B0604030504040204" pitchFamily="50" charset="-128"/>
                          <a:ea typeface="Meiryo UI" panose="020B0604030504040204" pitchFamily="50" charset="-128"/>
                        </a:rPr>
                        <a:t>実装・結合テスト時に必要なデータ、連携ファイルについては依頼をさせていただきますので出光様・</a:t>
                      </a:r>
                      <a:r>
                        <a:rPr lang="en-US" altLang="ja-JP" sz="1600">
                          <a:solidFill>
                            <a:schemeClr val="tx1"/>
                          </a:solidFill>
                          <a:latin typeface="Meiryo UI" panose="020B0604030504040204" pitchFamily="50" charset="-128"/>
                          <a:ea typeface="Meiryo UI" panose="020B0604030504040204" pitchFamily="50" charset="-128"/>
                        </a:rPr>
                        <a:t>JCC</a:t>
                      </a:r>
                      <a:r>
                        <a:rPr lang="ja-JP" altLang="en-US" sz="1600">
                          <a:solidFill>
                            <a:schemeClr val="tx1"/>
                          </a:solidFill>
                          <a:latin typeface="Meiryo UI" panose="020B0604030504040204" pitchFamily="50" charset="-128"/>
                          <a:ea typeface="Meiryo UI" panose="020B0604030504040204" pitchFamily="50" charset="-128"/>
                        </a:rPr>
                        <a:t>様で準備をお願いいたします。</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Meiryo UI" panose="020B0604030504040204" pitchFamily="50" charset="-128"/>
                          <a:ea typeface="Meiryo UI" panose="020B0604030504040204" pitchFamily="50" charset="-128"/>
                          <a:cs typeface="+mn-cs"/>
                        </a:rPr>
                        <a:t>3</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結合テスト</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t>・基本設計書・詳細設計書を元に結合テスト仕様書の作成</a:t>
                      </a:r>
                      <a:br>
                        <a:rPr lang="en-US" altLang="ja-JP"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br>
                      <a:r>
                        <a:rPr lang="en-US" altLang="ja-JP" sz="1600" b="1" u="none" strike="noStrike" kern="1200" cap="none" normalizeH="0" baseline="0">
                          <a:ln>
                            <a:noFill/>
                          </a:ln>
                          <a:solidFill>
                            <a:srgbClr val="FF0000"/>
                          </a:solidFill>
                          <a:effectLst/>
                          <a:latin typeface="Meiryo UI" panose="020B0604030504040204" pitchFamily="50" charset="-128"/>
                          <a:ea typeface="Meiryo UI" panose="020B0604030504040204" pitchFamily="50" charset="-128"/>
                        </a:rPr>
                        <a:t>※</a:t>
                      </a:r>
                      <a:r>
                        <a:rPr lang="ja-JP" altLang="en-US" sz="1600" b="1" u="none" strike="noStrike" kern="1200" cap="none" normalizeH="0" baseline="0">
                          <a:ln>
                            <a:noFill/>
                          </a:ln>
                          <a:solidFill>
                            <a:srgbClr val="FF0000"/>
                          </a:solidFill>
                          <a:effectLst/>
                          <a:latin typeface="Meiryo UI" panose="020B0604030504040204" pitchFamily="50" charset="-128"/>
                          <a:ea typeface="Meiryo UI" panose="020B0604030504040204" pitchFamily="50" charset="-128"/>
                        </a:rPr>
                        <a:t>結合テスト仕様書については出光様・</a:t>
                      </a:r>
                      <a:r>
                        <a:rPr lang="en-US" altLang="ja-JP" sz="1600" b="1" u="none" strike="noStrike" kern="1200" cap="none" normalizeH="0" baseline="0">
                          <a:ln>
                            <a:noFill/>
                          </a:ln>
                          <a:solidFill>
                            <a:srgbClr val="FF0000"/>
                          </a:solidFill>
                          <a:effectLst/>
                          <a:latin typeface="Meiryo UI" panose="020B0604030504040204" pitchFamily="50" charset="-128"/>
                          <a:ea typeface="Meiryo UI" panose="020B0604030504040204" pitchFamily="50" charset="-128"/>
                        </a:rPr>
                        <a:t>JCC</a:t>
                      </a:r>
                      <a:r>
                        <a:rPr lang="ja-JP" altLang="en-US" sz="1600" b="1" u="none" strike="noStrike" kern="1200" cap="none" normalizeH="0" baseline="0">
                          <a:ln>
                            <a:noFill/>
                          </a:ln>
                          <a:solidFill>
                            <a:srgbClr val="FF0000"/>
                          </a:solidFill>
                          <a:effectLst/>
                          <a:latin typeface="Meiryo UI" panose="020B0604030504040204" pitchFamily="50" charset="-128"/>
                          <a:ea typeface="Meiryo UI" panose="020B0604030504040204" pitchFamily="50" charset="-128"/>
                        </a:rPr>
                        <a:t>様でレビューをお願いいたします。</a:t>
                      </a:r>
                      <a:endParaRPr lang="en-US" altLang="ja-JP" sz="1600" b="1" u="none" strike="noStrike" kern="1200" cap="none" normalizeH="0" baseline="0">
                        <a:ln>
                          <a:noFill/>
                        </a:ln>
                        <a:solidFill>
                          <a:srgbClr val="FF0000"/>
                        </a:solidFill>
                        <a:effectLst/>
                        <a:latin typeface="Meiryo UI" panose="020B0604030504040204" pitchFamily="50" charset="-128"/>
                        <a:ea typeface="Meiryo UI" panose="020B0604030504040204"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t>・作成した結合テスト仕様書の内容でテストを実施（エビデンス取得）</a:t>
                      </a:r>
                      <a:endParaRPr lang="en-US" altLang="ja-JP"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endParaRPr lang="en-US" altLang="ja-JP"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t>※</a:t>
                      </a:r>
                      <a:r>
                        <a:rPr lang="ja-JP" altLang="en-US" sz="1600" b="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t>結合テストの範囲は機能内の結合テストまでとし、他システムを含む他機能との連携テストは想定していません。</a:t>
                      </a:r>
                      <a:endParaRPr lang="en-US" altLang="ja-JP" sz="1600" b="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2025/4/28</a:t>
            </a:r>
            <a:endParaRPr lang="en-US"/>
          </a:p>
        </p:txBody>
      </p:sp>
    </p:spTree>
    <p:extLst>
      <p:ext uri="{BB962C8B-B14F-4D97-AF65-F5344CB8AC3E}">
        <p14:creationId xmlns:p14="http://schemas.microsoft.com/office/powerpoint/2010/main" val="1395438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2B376-4DA5-BF7C-73E9-FD4081CE8D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800648-C316-7604-8704-766EAE427EBB}"/>
              </a:ext>
            </a:extLst>
          </p:cNvPr>
          <p:cNvSpPr>
            <a:spLocks noGrp="1"/>
          </p:cNvSpPr>
          <p:nvPr>
            <p:ph type="title"/>
          </p:nvPr>
        </p:nvSpPr>
        <p:spPr/>
        <p:txBody>
          <a:bodyPr/>
          <a:lstStyle/>
          <a:p>
            <a:r>
              <a:rPr kumimoji="1" lang="en-US" altLang="ja-JP">
                <a:latin typeface="游明朝" panose="02020400000000000000" pitchFamily="18" charset="-128"/>
                <a:ea typeface="游明朝" panose="02020400000000000000" pitchFamily="18" charset="-128"/>
              </a:rPr>
              <a:t>7. </a:t>
            </a:r>
            <a:r>
              <a:rPr kumimoji="1" lang="ja-JP" altLang="en-US">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F754C64E-CFAC-BA3C-3524-78274D0D7BD7}"/>
              </a:ext>
            </a:extLst>
          </p:cNvPr>
          <p:cNvGraphicFramePr>
            <a:graphicFrameLocks noGrp="1"/>
          </p:cNvGraphicFramePr>
          <p:nvPr>
            <p:extLst>
              <p:ext uri="{D42A27DB-BD31-4B8C-83A1-F6EECF244321}">
                <p14:modId xmlns:p14="http://schemas.microsoft.com/office/powerpoint/2010/main" val="3374777883"/>
              </p:ext>
            </p:extLst>
          </p:nvPr>
        </p:nvGraphicFramePr>
        <p:xfrm>
          <a:off x="606000" y="936000"/>
          <a:ext cx="11158389" cy="196579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Meiryo UI" panose="020B0604030504040204" pitchFamily="50" charset="-128"/>
                          <a:ea typeface="Meiryo UI" panose="020B0604030504040204" pitchFamily="50" charset="-128"/>
                        </a:rPr>
                        <a:t>No</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Meiryo UI" panose="020B0604030504040204" pitchFamily="50" charset="-128"/>
                          <a:ea typeface="Meiryo UI" panose="020B0604030504040204" pitchFamily="50" charset="-128"/>
                        </a:rPr>
                        <a:t>成果物</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1</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管理</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プロジェクト計画書、テスト計画</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2</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a:solidFill>
                            <a:schemeClr val="tx1"/>
                          </a:solidFill>
                          <a:latin typeface="Meiryo UI" panose="020B0604030504040204" pitchFamily="50" charset="-128"/>
                          <a:ea typeface="Meiryo UI" panose="020B0604030504040204" pitchFamily="50" charset="-128"/>
                        </a:rPr>
                        <a:t>製造・単体テスト</a:t>
                      </a:r>
                      <a:endParaRPr lang="ja-JP" sz="1600" b="0" i="0" u="none" strike="noStrike" noProof="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Meiryo UI" panose="020B0604030504040204" pitchFamily="50" charset="-128"/>
                          <a:ea typeface="Meiryo UI" panose="020B0604030504040204" pitchFamily="50" charset="-128"/>
                        </a:rPr>
                        <a:t>3</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結合テスト</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54962A62-1676-D1C1-A230-8CC12CB3D1C2}"/>
              </a:ext>
            </a:extLst>
          </p:cNvPr>
          <p:cNvSpPr>
            <a:spLocks noGrp="1"/>
          </p:cNvSpPr>
          <p:nvPr>
            <p:ph type="dt" sz="half" idx="10"/>
          </p:nvPr>
        </p:nvSpPr>
        <p:spPr/>
        <p:txBody>
          <a:bodyPr/>
          <a:lstStyle/>
          <a:p>
            <a:r>
              <a:rPr lang="en-US" altLang="ja-JP"/>
              <a:t>2025/4/28</a:t>
            </a:r>
            <a:endParaRPr lang="en-US"/>
          </a:p>
        </p:txBody>
      </p:sp>
    </p:spTree>
    <p:extLst>
      <p:ext uri="{BB962C8B-B14F-4D97-AF65-F5344CB8AC3E}">
        <p14:creationId xmlns:p14="http://schemas.microsoft.com/office/powerpoint/2010/main" val="3400434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81D25-1D9C-023A-6AEE-84BE143D74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36751C-E59F-C40D-D55A-5C7D851E694E}"/>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8</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会議体</a:t>
            </a:r>
          </a:p>
        </p:txBody>
      </p:sp>
      <p:graphicFrame>
        <p:nvGraphicFramePr>
          <p:cNvPr id="7" name="表 6">
            <a:extLst>
              <a:ext uri="{FF2B5EF4-FFF2-40B4-BE49-F238E27FC236}">
                <a16:creationId xmlns:a16="http://schemas.microsoft.com/office/drawing/2014/main" id="{1ABA3A2D-15F0-4EFC-DEA1-A91E5E502635}"/>
              </a:ext>
            </a:extLst>
          </p:cNvPr>
          <p:cNvGraphicFramePr>
            <a:graphicFrameLocks noGrp="1"/>
          </p:cNvGraphicFramePr>
          <p:nvPr>
            <p:extLst>
              <p:ext uri="{D42A27DB-BD31-4B8C-83A1-F6EECF244321}">
                <p14:modId xmlns:p14="http://schemas.microsoft.com/office/powerpoint/2010/main" val="1165669248"/>
              </p:ext>
            </p:extLst>
          </p:nvPr>
        </p:nvGraphicFramePr>
        <p:xfrm>
          <a:off x="606000" y="936000"/>
          <a:ext cx="11158387" cy="3446113"/>
        </p:xfrm>
        <a:graphic>
          <a:graphicData uri="http://schemas.openxmlformats.org/drawingml/2006/table">
            <a:tbl>
              <a:tblPr firstRow="1" bandRow="1">
                <a:tableStyleId>{69012ECD-51FC-41F1-AA8D-1B2483CD663E}</a:tableStyleId>
              </a:tblPr>
              <a:tblGrid>
                <a:gridCol w="477922">
                  <a:extLst>
                    <a:ext uri="{9D8B030D-6E8A-4147-A177-3AD203B41FA5}">
                      <a16:colId xmlns:a16="http://schemas.microsoft.com/office/drawing/2014/main" val="820809534"/>
                    </a:ext>
                  </a:extLst>
                </a:gridCol>
                <a:gridCol w="1986707">
                  <a:extLst>
                    <a:ext uri="{9D8B030D-6E8A-4147-A177-3AD203B41FA5}">
                      <a16:colId xmlns:a16="http://schemas.microsoft.com/office/drawing/2014/main" val="2667349602"/>
                    </a:ext>
                  </a:extLst>
                </a:gridCol>
                <a:gridCol w="937953">
                  <a:extLst>
                    <a:ext uri="{9D8B030D-6E8A-4147-A177-3AD203B41FA5}">
                      <a16:colId xmlns:a16="http://schemas.microsoft.com/office/drawing/2014/main" val="1985800410"/>
                    </a:ext>
                  </a:extLst>
                </a:gridCol>
                <a:gridCol w="1958109">
                  <a:extLst>
                    <a:ext uri="{9D8B030D-6E8A-4147-A177-3AD203B41FA5}">
                      <a16:colId xmlns:a16="http://schemas.microsoft.com/office/drawing/2014/main" val="1282692984"/>
                    </a:ext>
                  </a:extLst>
                </a:gridCol>
                <a:gridCol w="3823854">
                  <a:extLst>
                    <a:ext uri="{9D8B030D-6E8A-4147-A177-3AD203B41FA5}">
                      <a16:colId xmlns:a16="http://schemas.microsoft.com/office/drawing/2014/main" val="852570537"/>
                    </a:ext>
                  </a:extLst>
                </a:gridCol>
                <a:gridCol w="1973842">
                  <a:extLst>
                    <a:ext uri="{9D8B030D-6E8A-4147-A177-3AD203B41FA5}">
                      <a16:colId xmlns:a16="http://schemas.microsoft.com/office/drawing/2014/main" val="814776851"/>
                    </a:ext>
                  </a:extLst>
                </a:gridCol>
              </a:tblGrid>
              <a:tr h="345793">
                <a:tc>
                  <a:txBody>
                    <a:bodyPr/>
                    <a:lstStyle/>
                    <a:p>
                      <a:pPr algn="ctr"/>
                      <a:r>
                        <a:rPr kumimoji="1" lang="en-US" altLang="ja-JP" sz="1600">
                          <a:solidFill>
                            <a:srgbClr val="FFFFFF"/>
                          </a:solidFill>
                          <a:latin typeface="Meiryo UI" panose="020B0604030504040204" pitchFamily="50" charset="-128"/>
                          <a:ea typeface="Meiryo UI" panose="020B0604030504040204" pitchFamily="50" charset="-128"/>
                        </a:rPr>
                        <a:t>No</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会議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主催</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開催時期</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Meiryo UI" panose="020B0604030504040204" pitchFamily="50" charset="-128"/>
                          <a:ea typeface="Meiryo UI" panose="020B0604030504040204" pitchFamily="50" charset="-128"/>
                        </a:rPr>
                        <a:t>目的</a:t>
                      </a:r>
                      <a:endParaRPr kumimoji="1" lang="ja-JP" altLang="en-US" sz="1600">
                        <a:solidFill>
                          <a:srgbClr val="FFFFFF"/>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eiryo UI" panose="020B0604030504040204" pitchFamily="50" charset="-128"/>
                          <a:ea typeface="Meiryo UI" panose="020B0604030504040204" pitchFamily="50" charset="-128"/>
                        </a:rPr>
                        <a:t>参加者</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1</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プロジェクトキックオフ</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5/19(</a:t>
                      </a:r>
                      <a:r>
                        <a:rPr kumimoji="1" lang="ja-JP" altLang="en-US" sz="1600">
                          <a:solidFill>
                            <a:schemeClr val="tx1"/>
                          </a:solidFill>
                          <a:latin typeface="Meiryo UI" panose="020B0604030504040204" pitchFamily="50" charset="-128"/>
                          <a:ea typeface="Meiryo UI" panose="020B0604030504040204" pitchFamily="50" charset="-128"/>
                        </a:rPr>
                        <a:t>仮</a:t>
                      </a:r>
                      <a:r>
                        <a:rPr kumimoji="1" lang="en-US" altLang="ja-JP" sz="1600">
                          <a:solidFill>
                            <a:schemeClr val="tx1"/>
                          </a:solidFill>
                          <a:latin typeface="Meiryo UI" panose="020B0604030504040204" pitchFamily="50" charset="-128"/>
                          <a:ea typeface="Meiryo UI" panose="020B0604030504040204" pitchFamily="50" charset="-128"/>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開発範囲・目的の共有</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出光様</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EXE</a:t>
                      </a:r>
                      <a:endParaRPr kumimoji="1" lang="ja-JP" altLang="en-US"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2</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設計書レビュー</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JCC</a:t>
                      </a:r>
                      <a:r>
                        <a:rPr kumimoji="1" lang="ja-JP" altLang="en-US" sz="1600">
                          <a:solidFill>
                            <a:schemeClr val="tx1"/>
                          </a:solidFill>
                          <a:latin typeface="Meiryo UI" panose="020B0604030504040204" pitchFamily="50" charset="-128"/>
                          <a:ea typeface="Meiryo UI" panose="020B0604030504040204" pitchFamily="50" charset="-128"/>
                        </a:rPr>
                        <a:t>様</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各機能の</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設計書作成完了時</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1</a:t>
                      </a:r>
                      <a:r>
                        <a:rPr kumimoji="1" lang="ja-JP" altLang="en-US" sz="1600">
                          <a:solidFill>
                            <a:schemeClr val="tx1"/>
                          </a:solidFill>
                          <a:latin typeface="Meiryo UI" panose="020B0604030504040204" pitchFamily="50" charset="-128"/>
                          <a:ea typeface="Meiryo UI" panose="020B0604030504040204" pitchFamily="50" charset="-128"/>
                        </a:rPr>
                        <a:t>時間～</a:t>
                      </a:r>
                      <a:r>
                        <a:rPr kumimoji="1" lang="en-US" altLang="ja-JP" sz="1600">
                          <a:solidFill>
                            <a:schemeClr val="tx1"/>
                          </a:solidFill>
                          <a:latin typeface="Meiryo UI" panose="020B0604030504040204" pitchFamily="50" charset="-128"/>
                          <a:ea typeface="Meiryo UI" panose="020B0604030504040204" pitchFamily="50" charset="-128"/>
                        </a:rPr>
                        <a:t>2</a:t>
                      </a:r>
                      <a:r>
                        <a:rPr kumimoji="1" lang="ja-JP" altLang="en-US" sz="1600">
                          <a:solidFill>
                            <a:schemeClr val="tx1"/>
                          </a:solidFill>
                          <a:latin typeface="Meiryo UI" panose="020B0604030504040204" pitchFamily="50" charset="-128"/>
                          <a:ea typeface="Meiryo UI" panose="020B0604030504040204" pitchFamily="50" charset="-128"/>
                        </a:rPr>
                        <a:t>時間</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基本・詳細設計書の内容を</a:t>
                      </a:r>
                      <a:r>
                        <a:rPr kumimoji="1" lang="en-US" altLang="ja-JP" sz="1600">
                          <a:solidFill>
                            <a:schemeClr val="tx1"/>
                          </a:solidFill>
                          <a:latin typeface="Meiryo UI" panose="020B0604030504040204" pitchFamily="50" charset="-128"/>
                          <a:ea typeface="Meiryo UI" panose="020B0604030504040204" pitchFamily="50" charset="-128"/>
                        </a:rPr>
                        <a:t>EXE</a:t>
                      </a:r>
                      <a:r>
                        <a:rPr kumimoji="1" lang="ja-JP" altLang="en-US" sz="1600">
                          <a:solidFill>
                            <a:schemeClr val="tx1"/>
                          </a:solidFill>
                          <a:latin typeface="Meiryo UI" panose="020B0604030504040204" pitchFamily="50" charset="-128"/>
                          <a:ea typeface="Meiryo UI" panose="020B0604030504040204" pitchFamily="50" charset="-128"/>
                        </a:rPr>
                        <a:t>に説明する</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出光様・</a:t>
                      </a:r>
                      <a:r>
                        <a:rPr kumimoji="1" lang="en-US" altLang="ja-JP" sz="1600">
                          <a:solidFill>
                            <a:schemeClr val="tx1"/>
                          </a:solidFill>
                          <a:latin typeface="Meiryo UI" panose="020B0604030504040204" pitchFamily="50" charset="-128"/>
                          <a:ea typeface="Meiryo UI" panose="020B0604030504040204" pitchFamily="50" charset="-128"/>
                        </a:rPr>
                        <a:t>EXE</a:t>
                      </a:r>
                      <a:r>
                        <a:rPr kumimoji="1" lang="ja-JP" altLang="en-US" sz="1600">
                          <a:solidFill>
                            <a:schemeClr val="tx1"/>
                          </a:solidFill>
                          <a:latin typeface="Meiryo UI" panose="020B0604030504040204" pitchFamily="50" charset="-128"/>
                          <a:ea typeface="Meiryo UI" panose="020B0604030504040204" pitchFamily="50" charset="-128"/>
                        </a:rPr>
                        <a:t>観点でレビューの実施</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出光様</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JCC</a:t>
                      </a:r>
                      <a:r>
                        <a:rPr kumimoji="1" lang="ja-JP" altLang="en-US" sz="1600">
                          <a:solidFill>
                            <a:schemeClr val="tx1"/>
                          </a:solidFill>
                          <a:latin typeface="Meiryo UI" panose="020B0604030504040204" pitchFamily="50" charset="-128"/>
                          <a:ea typeface="Meiryo UI" panose="020B0604030504040204" pitchFamily="50" charset="-128"/>
                        </a:rPr>
                        <a:t>様</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EXE</a:t>
                      </a:r>
                      <a:endParaRPr kumimoji="1" lang="ja-JP" altLang="en-US"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3</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進捗報告会</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毎週 </a:t>
                      </a:r>
                      <a:r>
                        <a:rPr kumimoji="1" lang="en-US" altLang="ja-JP" sz="1600">
                          <a:solidFill>
                            <a:schemeClr val="tx1"/>
                          </a:solidFill>
                          <a:latin typeface="Meiryo UI" panose="020B0604030504040204" pitchFamily="50" charset="-128"/>
                          <a:ea typeface="Meiryo UI" panose="020B0604030504040204" pitchFamily="50" charset="-128"/>
                        </a:rPr>
                        <a:t>30</a:t>
                      </a:r>
                      <a:r>
                        <a:rPr kumimoji="1" lang="ja-JP" altLang="en-US" sz="1600">
                          <a:solidFill>
                            <a:schemeClr val="tx1"/>
                          </a:solidFill>
                          <a:latin typeface="Meiryo UI" panose="020B0604030504040204" pitchFamily="50" charset="-128"/>
                          <a:ea typeface="Meiryo UI" panose="020B0604030504040204" pitchFamily="50" charset="-128"/>
                        </a:rPr>
                        <a:t>分</a:t>
                      </a:r>
                      <a:endParaRPr kumimoji="1"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進捗報告</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課題確認</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Meiryo UI" panose="020B0604030504040204" pitchFamily="50" charset="-128"/>
                          <a:ea typeface="Meiryo UI" panose="020B0604030504040204" pitchFamily="50" charset="-128"/>
                        </a:rPr>
                        <a:t>出光様</a:t>
                      </a:r>
                      <a:endParaRPr kumimoji="1" lang="en-US" altLang="ja-JP" sz="1600">
                        <a:solidFill>
                          <a:schemeClr val="tx1"/>
                        </a:solidFill>
                        <a:latin typeface="Meiryo UI" panose="020B0604030504040204" pitchFamily="50" charset="-128"/>
                        <a:ea typeface="Meiryo UI" panose="020B0604030504040204" pitchFamily="50" charset="-128"/>
                      </a:endParaRPr>
                    </a:p>
                    <a:p>
                      <a:pPr marL="0" indent="0">
                        <a:buFont typeface="Arial" pitchFamily="34" charset="0"/>
                        <a:buNone/>
                      </a:pPr>
                      <a:r>
                        <a:rPr kumimoji="1" lang="en-US" altLang="ja-JP" sz="1600">
                          <a:solidFill>
                            <a:schemeClr val="tx1"/>
                          </a:solidFill>
                          <a:latin typeface="Meiryo UI" panose="020B0604030504040204" pitchFamily="50" charset="-128"/>
                          <a:ea typeface="Meiryo UI" panose="020B0604030504040204" pitchFamily="50" charset="-128"/>
                        </a:rPr>
                        <a:t>EXE</a:t>
                      </a:r>
                      <a:endParaRPr kumimoji="1" lang="ja-JP" altLang="en-US"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Meiryo UI" panose="020B0604030504040204" pitchFamily="50" charset="-128"/>
                          <a:ea typeface="Meiryo UI" panose="020B0604030504040204" pitchFamily="50" charset="-128"/>
                        </a:rPr>
                        <a:t>4</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Meiryo UI" panose="020B0604030504040204" pitchFamily="50" charset="-128"/>
                          <a:ea typeface="Meiryo UI" panose="020B0604030504040204" pitchFamily="50" charset="-128"/>
                        </a:rPr>
                        <a:t>内部朝会</a:t>
                      </a:r>
                      <a:endParaRPr lang="ja-JP" sz="1600" b="0" i="0" u="none" strike="noStrike" noProof="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600" b="0" i="0" u="none" strike="noStrike" noProof="0">
                          <a:solidFill>
                            <a:srgbClr val="323232"/>
                          </a:solidFill>
                          <a:latin typeface="Meiryo UI" panose="020B0604030504040204" pitchFamily="50" charset="-128"/>
                          <a:ea typeface="Meiryo UI" panose="020B0604030504040204" pitchFamily="50" charset="-128"/>
                        </a:rPr>
                        <a:t>EXE</a:t>
                      </a:r>
                      <a:endParaRPr lang="ja-JP" sz="1600" b="0" i="0" u="none" strike="noStrike" noProof="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a:solidFill>
                            <a:srgbClr val="323232"/>
                          </a:solidFill>
                          <a:latin typeface="Meiryo UI" panose="020B0604030504040204" pitchFamily="50" charset="-128"/>
                          <a:ea typeface="Meiryo UI" panose="020B0604030504040204" pitchFamily="50" charset="-128"/>
                        </a:rPr>
                        <a:t>毎朝</a:t>
                      </a:r>
                      <a:endParaRPr lang="ja-JP" sz="1600" b="0" i="0" u="none" strike="noStrike" noProof="0">
                        <a:solidFill>
                          <a:srgbClr val="323232"/>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チーム内の進捗確認</a:t>
                      </a:r>
                      <a:endParaRPr lang="en-US" altLang="ja-JP" sz="16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課題確認</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a:solidFill>
                            <a:schemeClr val="tx1"/>
                          </a:solidFill>
                          <a:latin typeface="Meiryo UI" panose="020B0604030504040204" pitchFamily="50" charset="-128"/>
                          <a:ea typeface="Meiryo UI" panose="020B0604030504040204" pitchFamily="50" charset="-128"/>
                        </a:rPr>
                        <a:t>EXE</a:t>
                      </a:r>
                      <a:endParaRPr lang="ja-JP" altLang="en-US"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Meiryo UI" panose="020B0604030504040204" pitchFamily="50" charset="-128"/>
                          <a:ea typeface="Meiryo UI" panose="020B0604030504040204" pitchFamily="50" charset="-128"/>
                        </a:rPr>
                        <a:t>5</a:t>
                      </a:r>
                      <a:endParaRPr kumimoji="1" lang="ja-JP" altLang="en-US" sz="1600" kern="1200">
                        <a:solidFill>
                          <a:schemeClr val="dk1"/>
                        </a:solidFill>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内部レビュー会</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a:solidFill>
                            <a:schemeClr val="tx1"/>
                          </a:solidFill>
                          <a:latin typeface="Meiryo UI" panose="020B0604030504040204" pitchFamily="50" charset="-128"/>
                          <a:ea typeface="Meiryo UI" panose="020B0604030504040204" pitchFamily="50" charset="-128"/>
                        </a:rPr>
                        <a: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Meiryo UI" panose="020B0604030504040204" pitchFamily="50" charset="-128"/>
                          <a:ea typeface="Meiryo UI" panose="020B0604030504040204" pitchFamily="50" charset="-128"/>
                        </a:rPr>
                        <a:t>適宜</a:t>
                      </a:r>
                      <a:endParaRPr lang="en-US" altLang="ja-JP" sz="16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1" lang="en-US" altLang="ja-JP" sz="1600">
                          <a:solidFill>
                            <a:schemeClr val="tx1"/>
                          </a:solidFill>
                          <a:latin typeface="Meiryo UI" panose="020B0604030504040204" pitchFamily="50" charset="-128"/>
                          <a:ea typeface="Meiryo UI" panose="020B0604030504040204" pitchFamily="50" charset="-128"/>
                        </a:rPr>
                        <a:t>EXE</a:t>
                      </a:r>
                      <a:endParaRPr lang="ja-JP" altLang="en-US" sz="160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884A8450-4413-3453-0487-D39AE971A328}"/>
              </a:ext>
            </a:extLst>
          </p:cNvPr>
          <p:cNvSpPr>
            <a:spLocks noGrp="1"/>
          </p:cNvSpPr>
          <p:nvPr>
            <p:ph type="dt" sz="half" idx="10"/>
          </p:nvPr>
        </p:nvSpPr>
        <p:spPr/>
        <p:txBody>
          <a:bodyPr/>
          <a:lstStyle/>
          <a:p>
            <a:r>
              <a:rPr lang="en-US" altLang="ja-JP"/>
              <a:t>2025/4/28</a:t>
            </a:r>
            <a:endParaRPr lang="en-US"/>
          </a:p>
        </p:txBody>
      </p:sp>
      <p:sp>
        <p:nvSpPr>
          <p:cNvPr id="3" name="テキスト ボックス 2">
            <a:extLst>
              <a:ext uri="{FF2B5EF4-FFF2-40B4-BE49-F238E27FC236}">
                <a16:creationId xmlns:a16="http://schemas.microsoft.com/office/drawing/2014/main" id="{D5AFE931-962F-724F-2667-416C3430B789}"/>
              </a:ext>
            </a:extLst>
          </p:cNvPr>
          <p:cNvSpPr txBox="1"/>
          <p:nvPr/>
        </p:nvSpPr>
        <p:spPr>
          <a:xfrm>
            <a:off x="3546765" y="6131060"/>
            <a:ext cx="8067722"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Meiryo UI" panose="020B0604030504040204" pitchFamily="50" charset="-128"/>
                <a:ea typeface="Meiryo UI" panose="020B0604030504040204" pitchFamily="50" charset="-128"/>
                <a:cs typeface="メイリオ" pitchFamily="50" charset="-128"/>
              </a:rPr>
              <a:t>上記は</a:t>
            </a:r>
            <a:r>
              <a:rPr lang="en-US" altLang="ja-JP" sz="1400">
                <a:latin typeface="Meiryo UI" panose="020B0604030504040204" pitchFamily="50" charset="-128"/>
                <a:ea typeface="Meiryo UI" panose="020B0604030504040204" pitchFamily="50" charset="-128"/>
                <a:cs typeface="メイリオ" pitchFamily="50" charset="-128"/>
              </a:rPr>
              <a:t>EXE</a:t>
            </a:r>
            <a:r>
              <a:rPr lang="ja-JP" altLang="en-US" sz="1400">
                <a:latin typeface="Meiryo UI" panose="020B0604030504040204" pitchFamily="50" charset="-128"/>
                <a:ea typeface="Meiryo UI" panose="020B0604030504040204" pitchFamily="50" charset="-128"/>
                <a:cs typeface="メイリオ" pitchFamily="50" charset="-128"/>
              </a:rPr>
              <a:t>として必要と考えている会議体です。全体定例などもある認識のため、招待をお願いいたします。</a:t>
            </a:r>
            <a:endParaRPr lang="en-US" altLang="ja-JP" sz="1400">
              <a:latin typeface="Meiryo UI" panose="020B0604030504040204" pitchFamily="50" charset="-128"/>
              <a:ea typeface="Meiryo UI" panose="020B0604030504040204" pitchFamily="50" charset="-128"/>
              <a:cs typeface="メイリオ" pitchFamily="50" charset="-128"/>
            </a:endParaRPr>
          </a:p>
        </p:txBody>
      </p:sp>
    </p:spTree>
    <p:extLst>
      <p:ext uri="{BB962C8B-B14F-4D97-AF65-F5344CB8AC3E}">
        <p14:creationId xmlns:p14="http://schemas.microsoft.com/office/powerpoint/2010/main" val="455385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9.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2025/4/28</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1739859764"/>
              </p:ext>
            </p:extLst>
          </p:nvPr>
        </p:nvGraphicFramePr>
        <p:xfrm>
          <a:off x="606000" y="971999"/>
          <a:ext cx="11041200" cy="4028814"/>
        </p:xfrm>
        <a:graphic>
          <a:graphicData uri="http://schemas.openxmlformats.org/drawingml/2006/table">
            <a:tbl>
              <a:tblPr firstRow="1" bandRow="1">
                <a:tableStyleId>{2D5ABB26-0587-4C30-8999-92F81FD0307C}</a:tableStyleId>
              </a:tblPr>
              <a:tblGrid>
                <a:gridCol w="571840">
                  <a:extLst>
                    <a:ext uri="{9D8B030D-6E8A-4147-A177-3AD203B41FA5}">
                      <a16:colId xmlns:a16="http://schemas.microsoft.com/office/drawing/2014/main" val="233225342"/>
                    </a:ext>
                  </a:extLst>
                </a:gridCol>
                <a:gridCol w="1469702">
                  <a:extLst>
                    <a:ext uri="{9D8B030D-6E8A-4147-A177-3AD203B41FA5}">
                      <a16:colId xmlns:a16="http://schemas.microsoft.com/office/drawing/2014/main" val="568014644"/>
                    </a:ext>
                  </a:extLst>
                </a:gridCol>
                <a:gridCol w="1091340">
                  <a:extLst>
                    <a:ext uri="{9D8B030D-6E8A-4147-A177-3AD203B41FA5}">
                      <a16:colId xmlns:a16="http://schemas.microsoft.com/office/drawing/2014/main" val="2247639322"/>
                    </a:ext>
                  </a:extLst>
                </a:gridCol>
                <a:gridCol w="3524211">
                  <a:extLst>
                    <a:ext uri="{9D8B030D-6E8A-4147-A177-3AD203B41FA5}">
                      <a16:colId xmlns:a16="http://schemas.microsoft.com/office/drawing/2014/main" val="4260495519"/>
                    </a:ext>
                  </a:extLst>
                </a:gridCol>
                <a:gridCol w="1906133">
                  <a:extLst>
                    <a:ext uri="{9D8B030D-6E8A-4147-A177-3AD203B41FA5}">
                      <a16:colId xmlns:a16="http://schemas.microsoft.com/office/drawing/2014/main" val="3343664097"/>
                    </a:ext>
                  </a:extLst>
                </a:gridCol>
                <a:gridCol w="2477974">
                  <a:extLst>
                    <a:ext uri="{9D8B030D-6E8A-4147-A177-3AD203B41FA5}">
                      <a16:colId xmlns:a16="http://schemas.microsoft.com/office/drawing/2014/main" val="2912004341"/>
                    </a:ext>
                  </a:extLst>
                </a:gridCol>
              </a:tblGrid>
              <a:tr h="704937">
                <a:tc>
                  <a:txBody>
                    <a:bodyPr/>
                    <a:lstStyle/>
                    <a:p>
                      <a:pPr algn="ctr" rtl="0" fontAlgn="ctr"/>
                      <a:r>
                        <a:rPr lang="en-US" sz="1600" b="1" i="0" u="none" strike="noStrike">
                          <a:solidFill>
                            <a:srgbClr val="FFFFFF"/>
                          </a:solidFill>
                          <a:effectLst/>
                          <a:latin typeface="Meiryo UI" panose="020B0604030504040204" pitchFamily="50" charset="-128"/>
                          <a:ea typeface="Meiryo UI" panose="020B0604030504040204"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eiryo UI" panose="020B0604030504040204" pitchFamily="50" charset="-128"/>
                          <a:ea typeface="Meiryo UI" panose="020B0604030504040204"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eiryo UI" panose="020B0604030504040204" pitchFamily="50" charset="-128"/>
                          <a:ea typeface="Meiryo UI" panose="020B0604030504040204"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eiryo UI" panose="020B0604030504040204" pitchFamily="50" charset="-128"/>
                          <a:ea typeface="Meiryo UI" panose="020B0604030504040204"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eiryo UI" panose="020B0604030504040204" pitchFamily="50" charset="-128"/>
                          <a:ea typeface="Meiryo UI" panose="020B0604030504040204"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eiryo UI" panose="020B0604030504040204" pitchFamily="50" charset="-128"/>
                          <a:ea typeface="Meiryo UI" panose="020B0604030504040204"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654735">
                <a:tc rowSpan="4">
                  <a:txBody>
                    <a:bodyPr/>
                    <a:lstStyle/>
                    <a:p>
                      <a:pPr algn="ctr"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１</a:t>
                      </a:r>
                      <a:endParaRPr lang="en-US" altLang="ja-JP" sz="1600" b="0" i="0" u="none" strike="noStrike">
                        <a:solidFill>
                          <a:srgbClr val="000000"/>
                        </a:solidFill>
                        <a:effectLst/>
                        <a:latin typeface="Meiryo UI" panose="020B0604030504040204" pitchFamily="50" charset="-128"/>
                        <a:ea typeface="Meiryo UI" panose="020B0604030504040204"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eiryo UI" panose="020B0604030504040204" pitchFamily="50" charset="-128"/>
                          <a:ea typeface="Meiryo UI" panose="020B0604030504040204"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詳細設計書レビュー</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65473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製造・単体テスト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22.4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22,400,000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65473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13.6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13,600,000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97719301"/>
                  </a:ext>
                </a:extLst>
              </a:tr>
              <a:tr h="65473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7.7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10,780,000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704937">
                <a:tc gridSpan="4">
                  <a:txBody>
                    <a:bodyPr/>
                    <a:lstStyle/>
                    <a:p>
                      <a:pPr algn="r" rtl="0" fontAlgn="ctr"/>
                      <a:r>
                        <a:rPr lang="ja-JP" altLang="en-US" sz="1600" b="1" i="0" u="none" strike="noStrike">
                          <a:solidFill>
                            <a:srgbClr val="000000"/>
                          </a:solidFill>
                          <a:effectLst/>
                          <a:latin typeface="Meiryo UI" panose="020B0604030504040204" pitchFamily="50" charset="-128"/>
                          <a:ea typeface="Meiryo UI" panose="020B0604030504040204" pitchFamily="50" charset="-128"/>
                        </a:rPr>
                        <a:t>合計</a:t>
                      </a:r>
                      <a:endParaRPr lang="en-US" altLang="ja-JP" sz="1600" b="1" i="0" u="none" strike="noStrike">
                        <a:solidFill>
                          <a:srgbClr val="000000"/>
                        </a:solidFill>
                        <a:effectLst/>
                        <a:latin typeface="Meiryo UI" panose="020B0604030504040204" pitchFamily="50" charset="-128"/>
                        <a:ea typeface="Meiryo UI" panose="020B0604030504040204"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eiryo UI" panose="020B0604030504040204" pitchFamily="50" charset="-128"/>
                          <a:ea typeface="Meiryo UI" panose="020B0604030504040204" pitchFamily="50" charset="-128"/>
                        </a:rPr>
                        <a:t>45.7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Meiryo UI" panose="020B0604030504040204" pitchFamily="50" charset="-128"/>
                          <a:ea typeface="Meiryo UI" panose="020B0604030504040204" pitchFamily="50" charset="-128"/>
                        </a:rPr>
                        <a:t>48,780,000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2025/4/28</a:t>
            </a:r>
            <a:endParaRPr lang="en-US"/>
          </a:p>
        </p:txBody>
      </p:sp>
      <p:sp>
        <p:nvSpPr>
          <p:cNvPr id="3" name="吹き出し: 角を丸めた四角形 2">
            <a:extLst>
              <a:ext uri="{FF2B5EF4-FFF2-40B4-BE49-F238E27FC236}">
                <a16:creationId xmlns:a16="http://schemas.microsoft.com/office/drawing/2014/main" id="{6B517F97-9A06-EDAC-1F8F-8E6D1FD9E5ED}"/>
              </a:ext>
            </a:extLst>
          </p:cNvPr>
          <p:cNvSpPr/>
          <p:nvPr/>
        </p:nvSpPr>
        <p:spPr>
          <a:xfrm>
            <a:off x="9000067" y="4605867"/>
            <a:ext cx="2142066" cy="1032933"/>
          </a:xfrm>
          <a:prstGeom prst="wedgeRoundRectCallout">
            <a:avLst>
              <a:gd name="adj1" fmla="val -109101"/>
              <a:gd name="adj2" fmla="val -94057"/>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solidFill>
                  <a:srgbClr val="FF0000"/>
                </a:solidFill>
              </a:rPr>
              <a:t>青文字については法務確認中</a:t>
            </a:r>
          </a:p>
        </p:txBody>
      </p:sp>
      <p:sp>
        <p:nvSpPr>
          <p:cNvPr id="4" name="吹き出し: 角を丸めた四角形 3">
            <a:extLst>
              <a:ext uri="{FF2B5EF4-FFF2-40B4-BE49-F238E27FC236}">
                <a16:creationId xmlns:a16="http://schemas.microsoft.com/office/drawing/2014/main" id="{C7B2CFCF-47D2-19F8-9151-AF0C79131679}"/>
              </a:ext>
            </a:extLst>
          </p:cNvPr>
          <p:cNvSpPr/>
          <p:nvPr/>
        </p:nvSpPr>
        <p:spPr>
          <a:xfrm>
            <a:off x="9000067" y="4605867"/>
            <a:ext cx="2142066" cy="1032933"/>
          </a:xfrm>
          <a:prstGeom prst="wedgeRoundRectCallout">
            <a:avLst>
              <a:gd name="adj1" fmla="val -155974"/>
              <a:gd name="adj2" fmla="val 43937"/>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solidFill>
                  <a:srgbClr val="FF0000"/>
                </a:solidFill>
              </a:rPr>
              <a:t>青文字については法務確認中</a:t>
            </a:r>
          </a:p>
        </p:txBody>
      </p:sp>
      <p:sp>
        <p:nvSpPr>
          <p:cNvPr id="10" name="テキスト プレースホルダー 4">
            <a:extLst>
              <a:ext uri="{FF2B5EF4-FFF2-40B4-BE49-F238E27FC236}">
                <a16:creationId xmlns:a16="http://schemas.microsoft.com/office/drawing/2014/main" id="{B6204572-4A93-ED9C-A12C-3A437310DF98}"/>
              </a:ext>
            </a:extLst>
          </p:cNvPr>
          <p:cNvSpPr>
            <a:spLocks noGrp="1"/>
          </p:cNvSpPr>
          <p:nvPr>
            <p:ph type="body" sz="quarter" idx="13"/>
          </p:nvPr>
        </p:nvSpPr>
        <p:spPr>
          <a:xfrm>
            <a:off x="576000" y="936000"/>
            <a:ext cx="11320436" cy="5350500"/>
          </a:xfrm>
        </p:spPr>
        <p:txBody>
          <a:bodyPr vert="horz" lIns="91440" tIns="45720" rIns="91440" bIns="45720" rtlCol="0" anchor="t">
            <a:normAutofit fontScale="85000" lnSpcReduction="20000"/>
          </a:bodyPr>
          <a:lstStyle/>
          <a:p>
            <a:pPr>
              <a:buFont typeface="Wingdings" panose="05000000000000000000" pitchFamily="2" charset="2"/>
              <a:buChar char="l"/>
            </a:pPr>
            <a:r>
              <a:rPr kumimoji="1" lang="ja-JP" altLang="en-US" b="0" u="none">
                <a:latin typeface="Meiryo UI" panose="020B0604030504040204" pitchFamily="50" charset="-128"/>
                <a:ea typeface="Meiryo UI" panose="020B0604030504040204" pitchFamily="50" charset="-128"/>
              </a:rPr>
              <a:t>本資料記載の金額は全て税抜となります。</a:t>
            </a:r>
            <a:endParaRPr lang="en-US" altLang="ja-JP" b="0" u="none">
              <a:latin typeface="Meiryo UI" panose="020B0604030504040204" pitchFamily="50" charset="-128"/>
              <a:ea typeface="Meiryo UI" panose="020B0604030504040204" pitchFamily="50" charset="-128"/>
            </a:endParaRPr>
          </a:p>
          <a:p>
            <a:pPr>
              <a:buFont typeface="Wingdings" panose="05000000000000000000" pitchFamily="2" charset="2"/>
              <a:buChar char="l"/>
            </a:pPr>
            <a:r>
              <a:rPr kumimoji="1" lang="ja-JP" altLang="en-US" b="0" u="none">
                <a:solidFill>
                  <a:srgbClr val="FF0000"/>
                </a:solidFill>
                <a:latin typeface="Meiryo UI" panose="020B0604030504040204" pitchFamily="50" charset="-128"/>
                <a:ea typeface="Meiryo UI" panose="020B0604030504040204" pitchFamily="50" charset="-128"/>
              </a:rPr>
              <a:t> </a:t>
            </a:r>
            <a:r>
              <a:rPr kumimoji="1" lang="en-US" altLang="ja-JP" u="none">
                <a:solidFill>
                  <a:srgbClr val="FF0000"/>
                </a:solidFill>
                <a:latin typeface="Meiryo UI" panose="020B0604030504040204" pitchFamily="50" charset="-128"/>
                <a:ea typeface="Meiryo UI" panose="020B0604030504040204" pitchFamily="50" charset="-128"/>
              </a:rPr>
              <a:t>JCC</a:t>
            </a:r>
            <a:r>
              <a:rPr kumimoji="1" lang="ja-JP" altLang="en-US" u="none">
                <a:solidFill>
                  <a:srgbClr val="FF0000"/>
                </a:solidFill>
                <a:latin typeface="Meiryo UI" panose="020B0604030504040204" pitchFamily="50" charset="-128"/>
                <a:ea typeface="Meiryo UI" panose="020B0604030504040204" pitchFamily="50" charset="-128"/>
              </a:rPr>
              <a:t>様より提供される設計書について</a:t>
            </a:r>
            <a:endParaRPr lang="en-US" altLang="ja-JP" b="0" u="none">
              <a:solidFill>
                <a:srgbClr val="FF0000"/>
              </a:solidFill>
              <a:latin typeface="Meiryo UI" panose="020B0604030504040204" pitchFamily="50" charset="-128"/>
              <a:ea typeface="Meiryo UI" panose="020B0604030504040204" pitchFamily="50" charset="-128"/>
            </a:endParaRPr>
          </a:p>
          <a:p>
            <a:pPr lvl="1"/>
            <a:r>
              <a:rPr kumimoji="1" lang="ja-JP" altLang="en-US" b="1" u="none">
                <a:solidFill>
                  <a:srgbClr val="FF0000"/>
                </a:solidFill>
                <a:latin typeface="Meiryo UI" panose="020B0604030504040204" pitchFamily="50" charset="-128"/>
                <a:ea typeface="Meiryo UI" panose="020B0604030504040204" pitchFamily="50" charset="-128"/>
              </a:rPr>
              <a:t>予定日までに受領できない場合、納期の遅延につながります。その場合は、</a:t>
            </a:r>
            <a:r>
              <a:rPr lang="ja-JP" altLang="en-US" b="1" u="none">
                <a:solidFill>
                  <a:srgbClr val="FF0000"/>
                </a:solidFill>
                <a:latin typeface="Meiryo UI" panose="020B0604030504040204" pitchFamily="50" charset="-128"/>
                <a:ea typeface="Meiryo UI" panose="020B0604030504040204" pitchFamily="50" charset="-128"/>
              </a:rPr>
              <a:t>スケジュールや追加費用について協議させていただきます。</a:t>
            </a:r>
            <a:endParaRPr lang="en-US" altLang="ja-JP" u="none">
              <a:solidFill>
                <a:srgbClr val="FF0000"/>
              </a:solidFill>
              <a:latin typeface="Meiryo UI" panose="020B0604030504040204" pitchFamily="50" charset="-128"/>
              <a:ea typeface="Meiryo UI" panose="020B0604030504040204" pitchFamily="50" charset="-128"/>
            </a:endParaRPr>
          </a:p>
          <a:p>
            <a:pPr lvl="1"/>
            <a:r>
              <a:rPr lang="ja-JP" altLang="en-US" b="1" u="none">
                <a:solidFill>
                  <a:srgbClr val="FF0000"/>
                </a:solidFill>
                <a:latin typeface="Meiryo UI" panose="020B0604030504040204" pitchFamily="50" charset="-128"/>
                <a:ea typeface="Meiryo UI" panose="020B0604030504040204" pitchFamily="50" charset="-128"/>
              </a:rPr>
              <a:t>設計書に品質上の問題があると判断した際には、出光様に報告後、スケジュールや追加費用について協議させていただきます。</a:t>
            </a:r>
            <a:endParaRPr lang="en-US" altLang="ja-JP" u="none">
              <a:solidFill>
                <a:srgbClr val="FF0000"/>
              </a:solidFill>
              <a:latin typeface="Meiryo UI" panose="020B0604030504040204" pitchFamily="50" charset="-128"/>
              <a:ea typeface="Meiryo UI" panose="020B0604030504040204" pitchFamily="50" charset="-128"/>
            </a:endParaRPr>
          </a:p>
          <a:p>
            <a:pPr lvl="1"/>
            <a:r>
              <a:rPr kumimoji="1" lang="ja-JP" altLang="en-US" b="1" u="none">
                <a:solidFill>
                  <a:srgbClr val="FF0000"/>
                </a:solidFill>
                <a:latin typeface="Meiryo UI" panose="020B0604030504040204" pitchFamily="50" charset="-128"/>
                <a:ea typeface="Meiryo UI" panose="020B0604030504040204" pitchFamily="50" charset="-128"/>
              </a:rPr>
              <a:t>設計書に記載されていない機能や処理については、スケジュール内に完了できない場合が</a:t>
            </a:r>
            <a:r>
              <a:rPr lang="ja-JP" altLang="en-US" b="1">
                <a:solidFill>
                  <a:srgbClr val="FF0000"/>
                </a:solidFill>
                <a:latin typeface="Meiryo UI" panose="020B0604030504040204" pitchFamily="50" charset="-128"/>
                <a:ea typeface="Meiryo UI" panose="020B0604030504040204" pitchFamily="50" charset="-128"/>
              </a:rPr>
              <a:t>ございます</a:t>
            </a:r>
            <a:r>
              <a:rPr kumimoji="1" lang="ja-JP" altLang="en-US" b="1" u="none">
                <a:solidFill>
                  <a:srgbClr val="FF0000"/>
                </a:solidFill>
                <a:latin typeface="Meiryo UI" panose="020B0604030504040204" pitchFamily="50" charset="-128"/>
                <a:ea typeface="Meiryo UI" panose="020B0604030504040204" pitchFamily="50" charset="-128"/>
              </a:rPr>
              <a:t>。</a:t>
            </a:r>
            <a:endParaRPr kumimoji="1" lang="en-US" altLang="ja-JP" b="1" u="none">
              <a:solidFill>
                <a:srgbClr val="FF0000"/>
              </a:solidFill>
              <a:latin typeface="Meiryo UI" panose="020B0604030504040204" pitchFamily="50" charset="-128"/>
              <a:ea typeface="Meiryo UI" panose="020B0604030504040204" pitchFamily="50" charset="-128"/>
            </a:endParaRPr>
          </a:p>
          <a:p>
            <a:pPr marL="176213" lvl="1" indent="0">
              <a:buNone/>
            </a:pPr>
            <a:r>
              <a:rPr lang="ja-JP" altLang="en-US" b="1">
                <a:solidFill>
                  <a:srgbClr val="FF0000"/>
                </a:solidFill>
                <a:latin typeface="Meiryo UI" panose="020B0604030504040204" pitchFamily="50" charset="-128"/>
                <a:ea typeface="Meiryo UI" panose="020B0604030504040204" pitchFamily="50" charset="-128"/>
              </a:rPr>
              <a:t>　　</a:t>
            </a:r>
            <a:r>
              <a:rPr kumimoji="1" lang="ja-JP" altLang="en-US" b="1" u="none">
                <a:solidFill>
                  <a:srgbClr val="FF0000"/>
                </a:solidFill>
                <a:latin typeface="Meiryo UI" panose="020B0604030504040204" pitchFamily="50" charset="-128"/>
                <a:ea typeface="Meiryo UI" panose="020B0604030504040204" pitchFamily="50" charset="-128"/>
              </a:rPr>
              <a:t>対応が必要な場合、</a:t>
            </a:r>
            <a:r>
              <a:rPr lang="ja-JP" altLang="en-US" b="1" u="none">
                <a:solidFill>
                  <a:srgbClr val="FF0000"/>
                </a:solidFill>
                <a:latin typeface="Meiryo UI" panose="020B0604030504040204" pitchFamily="50" charset="-128"/>
                <a:ea typeface="Meiryo UI" panose="020B0604030504040204" pitchFamily="50" charset="-128"/>
              </a:rPr>
              <a:t>スケジュールや追加費用について協議させていただきます。</a:t>
            </a:r>
            <a:endParaRPr lang="en-US" altLang="ja-JP" u="none">
              <a:solidFill>
                <a:srgbClr val="FF0000"/>
              </a:solidFill>
              <a:latin typeface="Meiryo UI" panose="020B0604030504040204" pitchFamily="50" charset="-128"/>
              <a:ea typeface="Meiryo UI" panose="020B0604030504040204" pitchFamily="50" charset="-128"/>
            </a:endParaRPr>
          </a:p>
          <a:p>
            <a:pPr lvl="1"/>
            <a:r>
              <a:rPr kumimoji="1" lang="ja-JP" altLang="en-US" b="1" u="none">
                <a:solidFill>
                  <a:srgbClr val="FF0000"/>
                </a:solidFill>
                <a:latin typeface="Meiryo UI" panose="020B0604030504040204" pitchFamily="50" charset="-128"/>
                <a:ea typeface="Meiryo UI" panose="020B0604030504040204" pitchFamily="50" charset="-128"/>
              </a:rPr>
              <a:t>設計書の提供後に仕様変更・漏れが発生した場合は、変更管理したうえで</a:t>
            </a:r>
            <a:r>
              <a:rPr lang="ja-JP" altLang="en-US" b="1" u="none">
                <a:solidFill>
                  <a:srgbClr val="FF0000"/>
                </a:solidFill>
                <a:latin typeface="Meiryo UI" panose="020B0604030504040204" pitchFamily="50" charset="-128"/>
                <a:ea typeface="Meiryo UI" panose="020B0604030504040204" pitchFamily="50" charset="-128"/>
              </a:rPr>
              <a:t>スケジュールや追加費用について協議させていただきます。</a:t>
            </a:r>
            <a:endParaRPr kumimoji="1" lang="en-US" altLang="ja-JP" b="1" u="none">
              <a:solidFill>
                <a:srgbClr val="FF0000"/>
              </a:solidFill>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u="none">
                <a:solidFill>
                  <a:srgbClr val="FF0000"/>
                </a:solidFill>
                <a:latin typeface="Meiryo UI" panose="020B0604030504040204" pitchFamily="50" charset="-128"/>
                <a:ea typeface="Meiryo UI" panose="020B0604030504040204" pitchFamily="50" charset="-128"/>
              </a:rPr>
              <a:t>下記の作業については含まれていません。</a:t>
            </a:r>
            <a:endParaRPr lang="en-US" altLang="ja-JP" u="none">
              <a:solidFill>
                <a:srgbClr val="FF0000"/>
              </a:solidFill>
              <a:latin typeface="Meiryo UI" panose="020B0604030504040204" pitchFamily="50" charset="-128"/>
              <a:ea typeface="Meiryo UI" panose="020B0604030504040204" pitchFamily="50" charset="-128"/>
            </a:endParaRPr>
          </a:p>
          <a:p>
            <a:pPr lvl="1"/>
            <a:r>
              <a:rPr kumimoji="1" lang="ja-JP" altLang="en-US" b="1" u="none">
                <a:solidFill>
                  <a:srgbClr val="FF0000"/>
                </a:solidFill>
                <a:latin typeface="Meiryo UI" panose="020B0604030504040204" pitchFamily="50" charset="-128"/>
                <a:ea typeface="Meiryo UI" panose="020B0604030504040204" pitchFamily="50" charset="-128"/>
              </a:rPr>
              <a:t>データ移行作業</a:t>
            </a:r>
            <a:endParaRPr kumimoji="1" lang="en-US" altLang="ja-JP" b="1" u="none">
              <a:solidFill>
                <a:srgbClr val="FF0000"/>
              </a:solidFill>
              <a:latin typeface="Meiryo UI" panose="020B0604030504040204" pitchFamily="50" charset="-128"/>
              <a:ea typeface="Meiryo UI" panose="020B0604030504040204" pitchFamily="50" charset="-128"/>
            </a:endParaRPr>
          </a:p>
          <a:p>
            <a:pPr lvl="1"/>
            <a:r>
              <a:rPr kumimoji="1" lang="ja-JP" altLang="en-US" b="1" u="none">
                <a:solidFill>
                  <a:srgbClr val="FF0000"/>
                </a:solidFill>
                <a:latin typeface="Meiryo UI" panose="020B0604030504040204" pitchFamily="50" charset="-128"/>
                <a:ea typeface="Meiryo UI" panose="020B0604030504040204" pitchFamily="50" charset="-128"/>
              </a:rPr>
              <a:t>システムテスト工程以降の作業</a:t>
            </a:r>
            <a:endParaRPr kumimoji="1" lang="en-US" altLang="ja-JP" b="1" u="none">
              <a:solidFill>
                <a:srgbClr val="FF0000"/>
              </a:solidFill>
              <a:latin typeface="Meiryo UI" panose="020B0604030504040204" pitchFamily="50" charset="-128"/>
              <a:ea typeface="Meiryo UI" panose="020B0604030504040204" pitchFamily="50" charset="-128"/>
            </a:endParaRPr>
          </a:p>
          <a:p>
            <a:pPr lvl="1"/>
            <a:r>
              <a:rPr kumimoji="1" lang="ja-JP" altLang="en-US" b="1" u="none">
                <a:solidFill>
                  <a:srgbClr val="FF0000"/>
                </a:solidFill>
                <a:latin typeface="Meiryo UI" panose="020B0604030504040204" pitchFamily="50" charset="-128"/>
                <a:ea typeface="Meiryo UI" panose="020B0604030504040204" pitchFamily="50" charset="-128"/>
              </a:rPr>
              <a:t>本番環境の構築</a:t>
            </a:r>
            <a:endParaRPr kumimoji="1" lang="en-US" altLang="ja-JP" b="1" u="none">
              <a:solidFill>
                <a:srgbClr val="FF0000"/>
              </a:solidFill>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u="none">
                <a:solidFill>
                  <a:srgbClr val="FF0000"/>
                </a:solidFill>
                <a:latin typeface="Meiryo UI" panose="020B0604030504040204" pitchFamily="50" charset="-128"/>
                <a:ea typeface="Meiryo UI" panose="020B0604030504040204" pitchFamily="50" charset="-128"/>
              </a:rPr>
              <a:t>開発時・結合テスト時に使用するテストデータは出光様・</a:t>
            </a:r>
            <a:r>
              <a:rPr lang="en-US" altLang="ja-JP" u="none">
                <a:solidFill>
                  <a:srgbClr val="FF0000"/>
                </a:solidFill>
                <a:latin typeface="Meiryo UI" panose="020B0604030504040204" pitchFamily="50" charset="-128"/>
                <a:ea typeface="Meiryo UI" panose="020B0604030504040204" pitchFamily="50" charset="-128"/>
              </a:rPr>
              <a:t>JCC</a:t>
            </a:r>
            <a:r>
              <a:rPr lang="ja-JP" altLang="en-US" u="none">
                <a:solidFill>
                  <a:srgbClr val="FF0000"/>
                </a:solidFill>
                <a:latin typeface="Meiryo UI" panose="020B0604030504040204" pitchFamily="50" charset="-128"/>
                <a:ea typeface="Meiryo UI" panose="020B0604030504040204" pitchFamily="50" charset="-128"/>
              </a:rPr>
              <a:t>様にて準備をお願いいたします。</a:t>
            </a:r>
            <a:endParaRPr lang="en-US" altLang="ja-JP" u="none">
              <a:solidFill>
                <a:srgbClr val="FF0000"/>
              </a:solidFill>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b="0" u="none">
                <a:solidFill>
                  <a:srgbClr val="0070C0"/>
                </a:solidFill>
                <a:latin typeface="Meiryo UI" panose="020B0604030504040204" pitchFamily="50" charset="-128"/>
                <a:ea typeface="Meiryo UI" panose="020B0604030504040204" pitchFamily="50" charset="-128"/>
              </a:rPr>
              <a:t>検収については、結合テストのエビデンスでの実施とし、結合テスト仕様書の結果通りとなっていることでのご確認をもって、検収とさせていただきます。</a:t>
            </a:r>
            <a:endParaRPr lang="en-US" altLang="ja-JP" b="0" u="none">
              <a:latin typeface="Meiryo UI" panose="020B0604030504040204" pitchFamily="50" charset="-128"/>
              <a:ea typeface="Meiryo UI" panose="020B0604030504040204" pitchFamily="50" charset="-128"/>
            </a:endParaRPr>
          </a:p>
          <a:p>
            <a:pPr marL="0" indent="0">
              <a:buNone/>
            </a:pPr>
            <a:r>
              <a:rPr lang="ja-JP" altLang="en-US" b="0" u="none">
                <a:latin typeface="Meiryo UI" panose="020B0604030504040204" pitchFamily="50" charset="-128"/>
                <a:ea typeface="Meiryo UI" panose="020B0604030504040204" pitchFamily="50" charset="-128"/>
              </a:rPr>
              <a:t>　　結合テスト仕様書については出光様・</a:t>
            </a:r>
            <a:r>
              <a:rPr lang="en-US" altLang="ja-JP" b="0" u="none">
                <a:latin typeface="Meiryo UI" panose="020B0604030504040204" pitchFamily="50" charset="-128"/>
                <a:ea typeface="Meiryo UI" panose="020B0604030504040204" pitchFamily="50" charset="-128"/>
              </a:rPr>
              <a:t>JCC</a:t>
            </a:r>
            <a:r>
              <a:rPr lang="ja-JP" altLang="en-US" b="0" u="none">
                <a:latin typeface="Meiryo UI" panose="020B0604030504040204" pitchFamily="50" charset="-128"/>
                <a:ea typeface="Meiryo UI" panose="020B0604030504040204" pitchFamily="50" charset="-128"/>
              </a:rPr>
              <a:t>様にてレビューをお願いいたします。</a:t>
            </a:r>
            <a:endParaRPr lang="en-US" altLang="ja-JP" b="0" u="none">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b="0" u="none">
                <a:latin typeface="Meiryo UI" panose="020B0604030504040204" pitchFamily="50" charset="-128"/>
                <a:ea typeface="Meiryo UI" panose="020B0604030504040204" pitchFamily="50" charset="-128"/>
              </a:rPr>
              <a:t>作業場所は原則弊社オフィス内とします。弊社オフィス内には在宅での勤務を含みます。</a:t>
            </a:r>
            <a:endParaRPr lang="en-US" altLang="ja-JP" b="0" u="none">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b="0" u="none">
                <a:latin typeface="Meiryo UI" panose="020B0604030504040204" pitchFamily="50" charset="-128"/>
                <a:ea typeface="Meiryo UI" panose="020B0604030504040204" pitchFamily="50" charset="-128"/>
              </a:rPr>
              <a:t>アプリケーション、ミドルウェアのライセンスやインストールは貴社にてご対応をお願いいたします。</a:t>
            </a:r>
            <a:endParaRPr lang="en-US" altLang="ja-JP" b="0" u="none">
              <a:latin typeface="Meiryo UI" panose="020B0604030504040204" pitchFamily="50" charset="-128"/>
              <a:ea typeface="Meiryo UI" panose="020B0604030504040204" pitchFamily="50" charset="-128"/>
            </a:endParaRPr>
          </a:p>
          <a:p>
            <a:pPr>
              <a:buFont typeface="Wingdings" panose="05000000000000000000" pitchFamily="2" charset="2"/>
              <a:buChar char="l"/>
            </a:pPr>
            <a:r>
              <a:rPr kumimoji="1" lang="ja-JP" altLang="en-US" b="0" u="none">
                <a:latin typeface="Meiryo UI" panose="020B0604030504040204" pitchFamily="50" charset="-128"/>
                <a:ea typeface="Meiryo UI" panose="020B0604030504040204" pitchFamily="50" charset="-128"/>
              </a:rPr>
              <a:t> </a:t>
            </a:r>
            <a:r>
              <a:rPr kumimoji="1" lang="en-US" altLang="ja-JP" b="0" u="none">
                <a:latin typeface="Meiryo UI" panose="020B0604030504040204" pitchFamily="50" charset="-128"/>
                <a:ea typeface="Meiryo UI" panose="020B0604030504040204" pitchFamily="50" charset="-128"/>
              </a:rPr>
              <a:t>Azure</a:t>
            </a:r>
            <a:r>
              <a:rPr kumimoji="1" lang="ja-JP" altLang="en-US" b="0" u="none">
                <a:latin typeface="Meiryo UI" panose="020B0604030504040204" pitchFamily="50" charset="-128"/>
                <a:ea typeface="Meiryo UI" panose="020B0604030504040204" pitchFamily="50" charset="-128"/>
              </a:rPr>
              <a:t>等のインフラ環境の調達、構築、移行は含まれておりません。</a:t>
            </a:r>
            <a:endParaRPr kumimoji="1" lang="en-US" altLang="ja-JP" b="0" u="none">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b="0" u="none">
                <a:latin typeface="Meiryo UI" panose="020B0604030504040204" pitchFamily="50" charset="-128"/>
                <a:ea typeface="Meiryo UI" panose="020B0604030504040204" pitchFamily="50" charset="-128"/>
              </a:rPr>
              <a:t>作業の一部を弊社子会社「システムエグゼベトナム」へ再委託させていただきます。</a:t>
            </a:r>
            <a:endParaRPr lang="en-US" altLang="ja-JP" b="0" u="none">
              <a:latin typeface="Meiryo UI" panose="020B0604030504040204" pitchFamily="50" charset="-128"/>
              <a:ea typeface="Meiryo UI" panose="020B0604030504040204" pitchFamily="50" charset="-128"/>
            </a:endParaRPr>
          </a:p>
          <a:p>
            <a:pPr>
              <a:buFont typeface="Wingdings" panose="05000000000000000000" pitchFamily="2" charset="2"/>
              <a:buChar char="l"/>
            </a:pPr>
            <a:r>
              <a:rPr lang="ja-JP" altLang="en-US" b="0" u="none">
                <a:solidFill>
                  <a:srgbClr val="0070C0"/>
                </a:solidFill>
                <a:latin typeface="Meiryo UI" panose="020B0604030504040204" pitchFamily="50" charset="-128"/>
                <a:ea typeface="Meiryo UI" panose="020B0604030504040204" pitchFamily="50" charset="-128"/>
              </a:rPr>
              <a:t>契約終了後の対応はなしに。</a:t>
            </a:r>
            <a:endParaRPr lang="en-US" altLang="ja-JP" b="0" u="none">
              <a:solidFill>
                <a:srgbClr val="0070C0"/>
              </a:solidFill>
              <a:latin typeface="Meiryo UI" panose="020B0604030504040204" pitchFamily="50" charset="-128"/>
              <a:ea typeface="Meiryo UI" panose="020B0604030504040204" pitchFamily="50" charset="-128"/>
            </a:endParaRPr>
          </a:p>
          <a:p>
            <a:pPr>
              <a:buFont typeface="Wingdings" panose="05000000000000000000" pitchFamily="2" charset="2"/>
              <a:buChar char="l"/>
            </a:pPr>
            <a:r>
              <a:rPr kumimoji="1" lang="ja-JP" altLang="en-US" b="0" u="none">
                <a:latin typeface="Meiryo UI" panose="020B0604030504040204" pitchFamily="50" charset="-128"/>
                <a:ea typeface="Meiryo UI" panose="020B0604030504040204" pitchFamily="50" charset="-128"/>
              </a:rPr>
              <a:t>上記に記載のない諸条件につきましては、別途ご相談の上、決定させていただきます。</a:t>
            </a:r>
            <a:endParaRPr kumimoji="1" lang="en-US" altLang="ja-JP" b="0" u="none">
              <a:latin typeface="Meiryo UI" panose="020B0604030504040204" pitchFamily="50" charset="-128"/>
              <a:ea typeface="Meiryo UI" panose="020B0604030504040204" pitchFamily="50" charset="-128"/>
            </a:endParaRPr>
          </a:p>
          <a:p>
            <a:pPr>
              <a:buFont typeface="Wingdings" panose="05000000000000000000" pitchFamily="2" charset="2"/>
              <a:buChar char="l"/>
            </a:pPr>
            <a:endParaRPr lang="en-US" altLang="ja-JP" b="0" u="none">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410374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2025/4/28</a:t>
            </a:r>
            <a:endParaRPr lang="en-US"/>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2.xml><?xml version="1.0" encoding="utf-8"?>
<ds:datastoreItem xmlns:ds="http://schemas.openxmlformats.org/officeDocument/2006/customXml" ds:itemID="{7BA05AC6-E6B3-484E-AB8D-693C848B27D3}">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C4C8B0-6EB0-4725-9E86-BE2C3085FBC0}">
  <ds:schemaRefs>
    <ds:schemaRef ds:uri="2fd442da-66a9-4fa6-ba31-eb0d54ad13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テーマ</vt:lpstr>
      <vt:lpstr>お見積もり(第1.0版）</vt:lpstr>
      <vt:lpstr>1. はじめに</vt:lpstr>
      <vt:lpstr>2. 対象機能</vt:lpstr>
      <vt:lpstr>3. スケジュール（全体）</vt:lpstr>
      <vt:lpstr>4. スケジュール（想定）</vt:lpstr>
      <vt:lpstr>5. 体制（想定）</vt:lpstr>
      <vt:lpstr>6. 想定している作業</vt:lpstr>
      <vt:lpstr>7. 想定している成果物</vt:lpstr>
      <vt:lpstr>8. 会議体</vt:lpstr>
      <vt:lpstr>9. お見積もり</vt:lpstr>
      <vt:lpstr>10. お見積もり前提条件</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revision>1</cp:revision>
  <dcterms:created xsi:type="dcterms:W3CDTF">2021-02-05T06:36:21Z</dcterms:created>
  <dcterms:modified xsi:type="dcterms:W3CDTF">2025-04-25T10:34:52Z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