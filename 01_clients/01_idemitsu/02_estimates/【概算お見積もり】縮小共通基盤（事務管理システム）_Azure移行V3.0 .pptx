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21"/>
  </p:notesMasterIdLst>
  <p:handoutMasterIdLst>
    <p:handoutMasterId r:id="rId22"/>
  </p:handoutMasterIdLst>
  <p:sldIdLst>
    <p:sldId id="714" r:id="rId5"/>
    <p:sldId id="757" r:id="rId6"/>
    <p:sldId id="939" r:id="rId7"/>
    <p:sldId id="934" r:id="rId8"/>
    <p:sldId id="935" r:id="rId9"/>
    <p:sldId id="936" r:id="rId10"/>
    <p:sldId id="765" r:id="rId11"/>
    <p:sldId id="766" r:id="rId12"/>
    <p:sldId id="930" r:id="rId13"/>
    <p:sldId id="932" r:id="rId14"/>
    <p:sldId id="943" r:id="rId15"/>
    <p:sldId id="923" r:id="rId16"/>
    <p:sldId id="929" r:id="rId17"/>
    <p:sldId id="767" r:id="rId18"/>
    <p:sldId id="749" r:id="rId19"/>
    <p:sldId id="937"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FF"/>
    <a:srgbClr val="9A3B5D"/>
    <a:srgbClr val="FDEDDA"/>
    <a:srgbClr val="FAF2D4"/>
    <a:srgbClr val="F2F2F2"/>
    <a:srgbClr val="EDEDED"/>
    <a:srgbClr val="4B4B4B"/>
    <a:srgbClr val="323232"/>
    <a:srgbClr val="7878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DB5128-2B3D-C12F-E451-8AE2C44F974F}" v="2" dt="2025-07-17T08:07:06.958"/>
    <p1510:client id="{2F44A887-D1D9-744E-DC72-C2A63874000F}" v="50" dt="2025-07-17T01:19:58.381"/>
    <p1510:client id="{3878D316-A185-45EC-8206-2A714902146B}" v="180" dt="2025-07-16T08:50:35.570"/>
    <p1510:client id="{A5918195-3999-F5A2-FB7D-10F9F9982C33}" v="15" dt="2025-07-17T00:16:45.984"/>
    <p1510:client id="{FACB6C25-E014-4C67-BA66-82C7DE5FB9D6}" v="8" dt="2025-07-17T02:06:03.81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髙浦祐朗" userId="S::masaaki.takaura@system-exe.jp::d6d860fe-bc64-411b-9605-a16d1ba875f6" providerId="AD" clId="Web-{FACB6C25-E014-4C67-BA66-82C7DE5FB9D6}"/>
    <pc:docChg chg="modSld">
      <pc:chgData name="髙浦祐朗" userId="S::masaaki.takaura@system-exe.jp::d6d860fe-bc64-411b-9605-a16d1ba875f6" providerId="AD" clId="Web-{FACB6C25-E014-4C67-BA66-82C7DE5FB9D6}" dt="2025-07-17T02:06:03.810" v="7" actId="20577"/>
      <pc:docMkLst>
        <pc:docMk/>
      </pc:docMkLst>
      <pc:sldChg chg="addSp modSp">
        <pc:chgData name="髙浦祐朗" userId="S::masaaki.takaura@system-exe.jp::d6d860fe-bc64-411b-9605-a16d1ba875f6" providerId="AD" clId="Web-{FACB6C25-E014-4C67-BA66-82C7DE5FB9D6}" dt="2025-07-17T02:06:03.810" v="7" actId="20577"/>
        <pc:sldMkLst>
          <pc:docMk/>
          <pc:sldMk cId="3261265475" sldId="932"/>
        </pc:sldMkLst>
        <pc:spChg chg="add mod">
          <ac:chgData name="髙浦祐朗" userId="S::masaaki.takaura@system-exe.jp::d6d860fe-bc64-411b-9605-a16d1ba875f6" providerId="AD" clId="Web-{FACB6C25-E014-4C67-BA66-82C7DE5FB9D6}" dt="2025-07-17T02:05:55.481" v="5" actId="20577"/>
          <ac:spMkLst>
            <pc:docMk/>
            <pc:sldMk cId="3261265475" sldId="932"/>
            <ac:spMk id="7" creationId="{581BF7FC-AFD2-1166-A329-35329387B9E1}"/>
          </ac:spMkLst>
        </pc:spChg>
        <pc:spChg chg="mod">
          <ac:chgData name="髙浦祐朗" userId="S::masaaki.takaura@system-exe.jp::d6d860fe-bc64-411b-9605-a16d1ba875f6" providerId="AD" clId="Web-{FACB6C25-E014-4C67-BA66-82C7DE5FB9D6}" dt="2025-07-17T02:06:03.810" v="7" actId="20577"/>
          <ac:spMkLst>
            <pc:docMk/>
            <pc:sldMk cId="3261265475" sldId="932"/>
            <ac:spMk id="8" creationId="{EE71303A-190E-DC83-D7A8-7F863FFBEC07}"/>
          </ac:spMkLst>
        </pc:spChg>
        <pc:spChg chg="mod">
          <ac:chgData name="髙浦祐朗" userId="S::masaaki.takaura@system-exe.jp::d6d860fe-bc64-411b-9605-a16d1ba875f6" providerId="AD" clId="Web-{FACB6C25-E014-4C67-BA66-82C7DE5FB9D6}" dt="2025-07-17T02:05:29.199" v="0" actId="14100"/>
          <ac:spMkLst>
            <pc:docMk/>
            <pc:sldMk cId="3261265475" sldId="932"/>
            <ac:spMk id="17" creationId="{4A65D611-AB6C-7F27-69C8-9C603A0332F2}"/>
          </ac:spMkLst>
        </pc:spChg>
      </pc:sldChg>
    </pc:docChg>
  </pc:docChgLst>
  <pc:docChgLst>
    <pc:chgData name="野村康二" userId="S::kouji.nomura@system-exe.jp::acaa808a-f809-4ef9-8028-a2ce14b82415" providerId="AD" clId="Web-{EBFC62BB-5855-2397-51C7-5301BC705507}"/>
    <pc:docChg chg="modSld">
      <pc:chgData name="野村康二" userId="S::kouji.nomura@system-exe.jp::acaa808a-f809-4ef9-8028-a2ce14b82415" providerId="AD" clId="Web-{EBFC62BB-5855-2397-51C7-5301BC705507}" dt="2025-06-18T04:38:27.580" v="30" actId="20577"/>
      <pc:docMkLst>
        <pc:docMk/>
      </pc:docMkLst>
      <pc:sldChg chg="modSp">
        <pc:chgData name="野村康二" userId="S::kouji.nomura@system-exe.jp::acaa808a-f809-4ef9-8028-a2ce14b82415" providerId="AD" clId="Web-{EBFC62BB-5855-2397-51C7-5301BC705507}" dt="2025-06-18T04:38:27.580" v="30" actId="20577"/>
        <pc:sldMkLst>
          <pc:docMk/>
          <pc:sldMk cId="1851614100" sldId="930"/>
        </pc:sldMkLst>
        <pc:spChg chg="mod">
          <ac:chgData name="野村康二" userId="S::kouji.nomura@system-exe.jp::acaa808a-f809-4ef9-8028-a2ce14b82415" providerId="AD" clId="Web-{EBFC62BB-5855-2397-51C7-5301BC705507}" dt="2025-06-18T04:38:27.580" v="30" actId="20577"/>
          <ac:spMkLst>
            <pc:docMk/>
            <pc:sldMk cId="1851614100" sldId="930"/>
            <ac:spMk id="19" creationId="{BC9B272A-446A-3576-A0E6-D8B79CB959CA}"/>
          </ac:spMkLst>
        </pc:spChg>
      </pc:sldChg>
      <pc:sldChg chg="modSp">
        <pc:chgData name="野村康二" userId="S::kouji.nomura@system-exe.jp::acaa808a-f809-4ef9-8028-a2ce14b82415" providerId="AD" clId="Web-{EBFC62BB-5855-2397-51C7-5301BC705507}" dt="2025-06-18T04:29:30.379" v="23" actId="20577"/>
        <pc:sldMkLst>
          <pc:docMk/>
          <pc:sldMk cId="495271551" sldId="939"/>
        </pc:sldMkLst>
        <pc:spChg chg="mod">
          <ac:chgData name="野村康二" userId="S::kouji.nomura@system-exe.jp::acaa808a-f809-4ef9-8028-a2ce14b82415" providerId="AD" clId="Web-{EBFC62BB-5855-2397-51C7-5301BC705507}" dt="2025-06-18T04:29:30.379" v="23" actId="20577"/>
          <ac:spMkLst>
            <pc:docMk/>
            <pc:sldMk cId="495271551" sldId="939"/>
            <ac:spMk id="5" creationId="{DDA0903F-BB0E-DF11-6A92-90C8A835A221}"/>
          </ac:spMkLst>
        </pc:spChg>
      </pc:sldChg>
      <pc:sldChg chg="modSp">
        <pc:chgData name="野村康二" userId="S::kouji.nomura@system-exe.jp::acaa808a-f809-4ef9-8028-a2ce14b82415" providerId="AD" clId="Web-{EBFC62BB-5855-2397-51C7-5301BC705507}" dt="2025-06-18T04:25:01.450" v="17"/>
        <pc:sldMkLst>
          <pc:docMk/>
          <pc:sldMk cId="4036987457" sldId="943"/>
        </pc:sldMkLst>
        <pc:graphicFrameChg chg="mod modGraphic">
          <ac:chgData name="野村康二" userId="S::kouji.nomura@system-exe.jp::acaa808a-f809-4ef9-8028-a2ce14b82415" providerId="AD" clId="Web-{EBFC62BB-5855-2397-51C7-5301BC705507}" dt="2025-06-18T04:25:01.450" v="17"/>
          <ac:graphicFrameMkLst>
            <pc:docMk/>
            <pc:sldMk cId="4036987457" sldId="943"/>
            <ac:graphicFrameMk id="8" creationId="{59E87056-BFCA-4F79-814E-450EDD5EA42B}"/>
          </ac:graphicFrameMkLst>
        </pc:graphicFrameChg>
      </pc:sldChg>
    </pc:docChg>
  </pc:docChgLst>
  <pc:docChgLst>
    <pc:chgData name="野村康二" userId="S::kouji.nomura@system-exe.jp::acaa808a-f809-4ef9-8028-a2ce14b82415" providerId="AD" clId="Web-{2F44A887-D1D9-744E-DC72-C2A63874000F}"/>
    <pc:docChg chg="modSld">
      <pc:chgData name="野村康二" userId="S::kouji.nomura@system-exe.jp::acaa808a-f809-4ef9-8028-a2ce14b82415" providerId="AD" clId="Web-{2F44A887-D1D9-744E-DC72-C2A63874000F}" dt="2025-07-17T01:19:55.647" v="17"/>
      <pc:docMkLst>
        <pc:docMk/>
      </pc:docMkLst>
      <pc:sldChg chg="addSp delSp modSp">
        <pc:chgData name="野村康二" userId="S::kouji.nomura@system-exe.jp::acaa808a-f809-4ef9-8028-a2ce14b82415" providerId="AD" clId="Web-{2F44A887-D1D9-744E-DC72-C2A63874000F}" dt="2025-07-17T01:19:55.647" v="17"/>
        <pc:sldMkLst>
          <pc:docMk/>
          <pc:sldMk cId="2453405637" sldId="923"/>
        </pc:sldMkLst>
        <pc:spChg chg="add del">
          <ac:chgData name="野村康二" userId="S::kouji.nomura@system-exe.jp::acaa808a-f809-4ef9-8028-a2ce14b82415" providerId="AD" clId="Web-{2F44A887-D1D9-744E-DC72-C2A63874000F}" dt="2025-07-17T01:07:56.337" v="1"/>
          <ac:spMkLst>
            <pc:docMk/>
            <pc:sldMk cId="2453405637" sldId="923"/>
            <ac:spMk id="6" creationId="{918C7650-8690-7424-1590-D03D1588C69A}"/>
          </ac:spMkLst>
        </pc:spChg>
        <pc:graphicFrameChg chg="mod modGraphic">
          <ac:chgData name="野村康二" userId="S::kouji.nomura@system-exe.jp::acaa808a-f809-4ef9-8028-a2ce14b82415" providerId="AD" clId="Web-{2F44A887-D1D9-744E-DC72-C2A63874000F}" dt="2025-07-17T01:19:55.647" v="17"/>
          <ac:graphicFrameMkLst>
            <pc:docMk/>
            <pc:sldMk cId="2453405637" sldId="923"/>
            <ac:graphicFrameMk id="9" creationId="{BBA8B256-12B2-6E8C-50F9-31564ECC0266}"/>
          </ac:graphicFrameMkLst>
        </pc:graphicFrameChg>
      </pc:sldChg>
    </pc:docChg>
  </pc:docChgLst>
  <pc:docChgLst>
    <pc:chgData name="康二 野村" userId="acaa808a-f809-4ef9-8028-a2ce14b82415" providerId="ADAL" clId="{40C9C8EC-628B-454D-B790-C3890EA86DF6}"/>
    <pc:docChg chg="modSld">
      <pc:chgData name="康二 野村" userId="acaa808a-f809-4ef9-8028-a2ce14b82415" providerId="ADAL" clId="{40C9C8EC-628B-454D-B790-C3890EA86DF6}" dt="2025-07-17T01:28:05.674" v="142" actId="20577"/>
      <pc:docMkLst>
        <pc:docMk/>
      </pc:docMkLst>
      <pc:sldChg chg="addSp modSp">
        <pc:chgData name="康二 野村" userId="acaa808a-f809-4ef9-8028-a2ce14b82415" providerId="ADAL" clId="{40C9C8EC-628B-454D-B790-C3890EA86DF6}" dt="2025-07-17T01:28:05.674" v="142" actId="20577"/>
        <pc:sldMkLst>
          <pc:docMk/>
          <pc:sldMk cId="2453405637" sldId="923"/>
        </pc:sldMkLst>
        <pc:spChg chg="add mod">
          <ac:chgData name="康二 野村" userId="acaa808a-f809-4ef9-8028-a2ce14b82415" providerId="ADAL" clId="{40C9C8EC-628B-454D-B790-C3890EA86DF6}" dt="2025-07-17T01:28:05.674" v="142" actId="20577"/>
          <ac:spMkLst>
            <pc:docMk/>
            <pc:sldMk cId="2453405637" sldId="923"/>
            <ac:spMk id="7" creationId="{FDFED2A7-F321-4C04-95BF-EE02313DA64C}"/>
          </ac:spMkLst>
        </pc:spChg>
        <pc:graphicFrameChg chg="mod modGraphic">
          <ac:chgData name="康二 野村" userId="acaa808a-f809-4ef9-8028-a2ce14b82415" providerId="ADAL" clId="{40C9C8EC-628B-454D-B790-C3890EA86DF6}" dt="2025-07-17T01:25:53.047" v="6" actId="122"/>
          <ac:graphicFrameMkLst>
            <pc:docMk/>
            <pc:sldMk cId="2453405637" sldId="923"/>
            <ac:graphicFrameMk id="9" creationId="{BBA8B256-12B2-6E8C-50F9-31564ECC0266}"/>
          </ac:graphicFrameMkLst>
        </pc:graphicFrameChg>
      </pc:sldChg>
    </pc:docChg>
  </pc:docChgLst>
  <pc:docChgLst>
    <pc:chgData name="石井徹" userId="bd567184-c19d-4717-9194-a1e548d2dddf" providerId="ADAL" clId="{F6C8B86E-AFFA-44AD-A502-27246546595A}"/>
    <pc:docChg chg="custSel modSld">
      <pc:chgData name="石井徹" userId="bd567184-c19d-4717-9194-a1e548d2dddf" providerId="ADAL" clId="{F6C8B86E-AFFA-44AD-A502-27246546595A}" dt="2025-06-19T04:41:35.502" v="1" actId="27636"/>
      <pc:docMkLst>
        <pc:docMk/>
      </pc:docMkLst>
      <pc:sldChg chg="modSp mod">
        <pc:chgData name="石井徹" userId="bd567184-c19d-4717-9194-a1e548d2dddf" providerId="ADAL" clId="{F6C8B86E-AFFA-44AD-A502-27246546595A}" dt="2025-06-19T04:41:35.502" v="1" actId="27636"/>
        <pc:sldMkLst>
          <pc:docMk/>
          <pc:sldMk cId="2410374903" sldId="767"/>
        </pc:sldMkLst>
        <pc:spChg chg="mod">
          <ac:chgData name="石井徹" userId="bd567184-c19d-4717-9194-a1e548d2dddf" providerId="ADAL" clId="{F6C8B86E-AFFA-44AD-A502-27246546595A}" dt="2025-06-19T04:41:35.502" v="1" actId="27636"/>
          <ac:spMkLst>
            <pc:docMk/>
            <pc:sldMk cId="2410374903" sldId="767"/>
            <ac:spMk id="5" creationId="{97E6FBE8-190C-40F0-AA01-14695A77D734}"/>
          </ac:spMkLst>
        </pc:spChg>
      </pc:sldChg>
    </pc:docChg>
  </pc:docChgLst>
  <pc:docChgLst>
    <pc:chgData name="野村康二" userId="S::kouji.nomura@system-exe.jp::acaa808a-f809-4ef9-8028-a2ce14b82415" providerId="AD" clId="Web-{A5918195-3999-F5A2-FB7D-10F9F9982C33}"/>
    <pc:docChg chg="modSld">
      <pc:chgData name="野村康二" userId="S::kouji.nomura@system-exe.jp::acaa808a-f809-4ef9-8028-a2ce14b82415" providerId="AD" clId="Web-{A5918195-3999-F5A2-FB7D-10F9F9982C33}" dt="2025-07-17T00:16:45.984" v="15" actId="20577"/>
      <pc:docMkLst>
        <pc:docMk/>
      </pc:docMkLst>
      <pc:sldChg chg="modSp">
        <pc:chgData name="野村康二" userId="S::kouji.nomura@system-exe.jp::acaa808a-f809-4ef9-8028-a2ce14b82415" providerId="AD" clId="Web-{A5918195-3999-F5A2-FB7D-10F9F9982C33}" dt="2025-07-17T00:16:45.984" v="15" actId="20577"/>
        <pc:sldMkLst>
          <pc:docMk/>
          <pc:sldMk cId="2410374903" sldId="767"/>
        </pc:sldMkLst>
        <pc:spChg chg="mod">
          <ac:chgData name="野村康二" userId="S::kouji.nomura@system-exe.jp::acaa808a-f809-4ef9-8028-a2ce14b82415" providerId="AD" clId="Web-{A5918195-3999-F5A2-FB7D-10F9F9982C33}" dt="2025-07-17T00:16:45.984" v="15" actId="20577"/>
          <ac:spMkLst>
            <pc:docMk/>
            <pc:sldMk cId="2410374903" sldId="767"/>
            <ac:spMk id="5" creationId="{97E6FBE8-190C-40F0-AA01-14695A77D734}"/>
          </ac:spMkLst>
        </pc:spChg>
      </pc:sldChg>
    </pc:docChg>
  </pc:docChgLst>
  <pc:docChgLst>
    <pc:chgData name="野村康二" userId="S::kouji.nomura@system-exe.jp::acaa808a-f809-4ef9-8028-a2ce14b82415" providerId="AD" clId="Web-{052674BE-8292-1D27-8F4B-916C67006FCA}"/>
    <pc:docChg chg="modSld">
      <pc:chgData name="野村康二" userId="S::kouji.nomura@system-exe.jp::acaa808a-f809-4ef9-8028-a2ce14b82415" providerId="AD" clId="Web-{052674BE-8292-1D27-8F4B-916C67006FCA}" dt="2025-06-18T04:44:36.600" v="20" actId="20577"/>
      <pc:docMkLst>
        <pc:docMk/>
      </pc:docMkLst>
      <pc:sldChg chg="modSp">
        <pc:chgData name="野村康二" userId="S::kouji.nomura@system-exe.jp::acaa808a-f809-4ef9-8028-a2ce14b82415" providerId="AD" clId="Web-{052674BE-8292-1D27-8F4B-916C67006FCA}" dt="2025-06-18T04:44:36.600" v="20" actId="20577"/>
        <pc:sldMkLst>
          <pc:docMk/>
          <pc:sldMk cId="2410374903" sldId="767"/>
        </pc:sldMkLst>
        <pc:spChg chg="mod">
          <ac:chgData name="野村康二" userId="S::kouji.nomura@system-exe.jp::acaa808a-f809-4ef9-8028-a2ce14b82415" providerId="AD" clId="Web-{052674BE-8292-1D27-8F4B-916C67006FCA}" dt="2025-06-18T04:44:36.600" v="20" actId="20577"/>
          <ac:spMkLst>
            <pc:docMk/>
            <pc:sldMk cId="2410374903" sldId="767"/>
            <ac:spMk id="5" creationId="{97E6FBE8-190C-40F0-AA01-14695A77D734}"/>
          </ac:spMkLst>
        </pc:spChg>
      </pc:sldChg>
      <pc:sldChg chg="modSp">
        <pc:chgData name="野村康二" userId="S::kouji.nomura@system-exe.jp::acaa808a-f809-4ef9-8028-a2ce14b82415" providerId="AD" clId="Web-{052674BE-8292-1D27-8F4B-916C67006FCA}" dt="2025-06-18T04:43:50.286" v="17" actId="20577"/>
        <pc:sldMkLst>
          <pc:docMk/>
          <pc:sldMk cId="1471803207" sldId="929"/>
        </pc:sldMkLst>
        <pc:spChg chg="mod">
          <ac:chgData name="野村康二" userId="S::kouji.nomura@system-exe.jp::acaa808a-f809-4ef9-8028-a2ce14b82415" providerId="AD" clId="Web-{052674BE-8292-1D27-8F4B-916C67006FCA}" dt="2025-06-18T04:43:50.286" v="17" actId="20577"/>
          <ac:spMkLst>
            <pc:docMk/>
            <pc:sldMk cId="1471803207" sldId="929"/>
            <ac:spMk id="2" creationId="{DF1B3D1D-7E85-617E-AC69-3C98014F1C6D}"/>
          </ac:spMkLst>
        </pc:spChg>
      </pc:sldChg>
      <pc:sldChg chg="delSp modSp">
        <pc:chgData name="野村康二" userId="S::kouji.nomura@system-exe.jp::acaa808a-f809-4ef9-8028-a2ce14b82415" providerId="AD" clId="Web-{052674BE-8292-1D27-8F4B-916C67006FCA}" dt="2025-06-18T04:43:32.457" v="14"/>
        <pc:sldMkLst>
          <pc:docMk/>
          <pc:sldMk cId="3261265475" sldId="932"/>
        </pc:sldMkLst>
        <pc:graphicFrameChg chg="mod modGraphic">
          <ac:chgData name="野村康二" userId="S::kouji.nomura@system-exe.jp::acaa808a-f809-4ef9-8028-a2ce14b82415" providerId="AD" clId="Web-{052674BE-8292-1D27-8F4B-916C67006FCA}" dt="2025-06-18T04:43:32.457" v="14"/>
          <ac:graphicFrameMkLst>
            <pc:docMk/>
            <pc:sldMk cId="3261265475" sldId="932"/>
            <ac:graphicFrameMk id="10" creationId="{1B9651D0-1C8B-452E-8B2F-91E497A82D84}"/>
          </ac:graphicFrameMkLst>
        </pc:graphicFrameChg>
      </pc:sldChg>
      <pc:sldChg chg="modSp">
        <pc:chgData name="野村康二" userId="S::kouji.nomura@system-exe.jp::acaa808a-f809-4ef9-8028-a2ce14b82415" providerId="AD" clId="Web-{052674BE-8292-1D27-8F4B-916C67006FCA}" dt="2025-06-18T04:43:00.784" v="4" actId="20577"/>
        <pc:sldMkLst>
          <pc:docMk/>
          <pc:sldMk cId="495271551" sldId="939"/>
        </pc:sldMkLst>
        <pc:spChg chg="mod">
          <ac:chgData name="野村康二" userId="S::kouji.nomura@system-exe.jp::acaa808a-f809-4ef9-8028-a2ce14b82415" providerId="AD" clId="Web-{052674BE-8292-1D27-8F4B-916C67006FCA}" dt="2025-06-18T04:43:00.784" v="4" actId="20577"/>
          <ac:spMkLst>
            <pc:docMk/>
            <pc:sldMk cId="495271551" sldId="939"/>
            <ac:spMk id="5" creationId="{DDA0903F-BB0E-DF11-6A92-90C8A835A221}"/>
          </ac:spMkLst>
        </pc:spChg>
      </pc:sldChg>
    </pc:docChg>
  </pc:docChgLst>
  <pc:docChgLst>
    <pc:chgData name="野村康二" userId="S::kouji.nomura@system-exe.jp::acaa808a-f809-4ef9-8028-a2ce14b82415" providerId="AD" clId="Web-{0EDB5128-2B3D-C12F-E451-8AE2C44F974F}"/>
    <pc:docChg chg="modSld">
      <pc:chgData name="野村康二" userId="S::kouji.nomura@system-exe.jp::acaa808a-f809-4ef9-8028-a2ce14b82415" providerId="AD" clId="Web-{0EDB5128-2B3D-C12F-E451-8AE2C44F974F}" dt="2025-07-17T08:07:06.958" v="1"/>
      <pc:docMkLst>
        <pc:docMk/>
      </pc:docMkLst>
      <pc:sldChg chg="modSp">
        <pc:chgData name="野村康二" userId="S::kouji.nomura@system-exe.jp::acaa808a-f809-4ef9-8028-a2ce14b82415" providerId="AD" clId="Web-{0EDB5128-2B3D-C12F-E451-8AE2C44F974F}" dt="2025-07-17T08:07:06.958" v="1"/>
        <pc:sldMkLst>
          <pc:docMk/>
          <pc:sldMk cId="3560606343" sldId="766"/>
        </pc:sldMkLst>
        <pc:graphicFrameChg chg="modGraphic">
          <ac:chgData name="野村康二" userId="S::kouji.nomura@system-exe.jp::acaa808a-f809-4ef9-8028-a2ce14b82415" providerId="AD" clId="Web-{0EDB5128-2B3D-C12F-E451-8AE2C44F974F}" dt="2025-07-17T08:07:06.958" v="1"/>
          <ac:graphicFrameMkLst>
            <pc:docMk/>
            <pc:sldMk cId="3560606343" sldId="766"/>
            <ac:graphicFrameMk id="9" creationId="{2864E947-18B0-4839-AED3-D416F628DDF0}"/>
          </ac:graphicFrameMkLst>
        </pc:graphicFrameChg>
      </pc:sldChg>
    </pc:docChg>
  </pc:docChgLst>
  <pc:docChgLst>
    <pc:chgData name="野村康二" userId="S::kouji.nomura@system-exe.jp::acaa808a-f809-4ef9-8028-a2ce14b82415" providerId="AD" clId="Web-{1A405461-596D-B3AE-9C2E-5CF125B3B781}"/>
    <pc:docChg chg="modSld">
      <pc:chgData name="野村康二" userId="S::kouji.nomura@system-exe.jp::acaa808a-f809-4ef9-8028-a2ce14b82415" providerId="AD" clId="Web-{1A405461-596D-B3AE-9C2E-5CF125B3B781}" dt="2025-06-19T04:27:02.359" v="3" actId="20577"/>
      <pc:docMkLst>
        <pc:docMk/>
      </pc:docMkLst>
      <pc:sldChg chg="modSp">
        <pc:chgData name="野村康二" userId="S::kouji.nomura@system-exe.jp::acaa808a-f809-4ef9-8028-a2ce14b82415" providerId="AD" clId="Web-{1A405461-596D-B3AE-9C2E-5CF125B3B781}" dt="2025-06-19T04:27:02.359" v="3" actId="20577"/>
        <pc:sldMkLst>
          <pc:docMk/>
          <pc:sldMk cId="1851614100" sldId="930"/>
        </pc:sldMkLst>
        <pc:spChg chg="mod">
          <ac:chgData name="野村康二" userId="S::kouji.nomura@system-exe.jp::acaa808a-f809-4ef9-8028-a2ce14b82415" providerId="AD" clId="Web-{1A405461-596D-B3AE-9C2E-5CF125B3B781}" dt="2025-06-19T04:27:02.359" v="3" actId="20577"/>
          <ac:spMkLst>
            <pc:docMk/>
            <pc:sldMk cId="1851614100" sldId="930"/>
            <ac:spMk id="56" creationId="{B6730360-ED82-C2C7-602A-B52FEC06F6A2}"/>
          </ac:spMkLst>
        </pc:spChg>
      </pc:sldChg>
    </pc:docChg>
  </pc:docChgLst>
  <pc:docChgLst>
    <pc:chgData name="髙浦祐朗" userId="d6d860fe-bc64-411b-9605-a16d1ba875f6" providerId="ADAL" clId="{3878D316-A185-45EC-8206-2A714902146B}"/>
    <pc:docChg chg="undo custSel modSld">
      <pc:chgData name="髙浦祐朗" userId="d6d860fe-bc64-411b-9605-a16d1ba875f6" providerId="ADAL" clId="{3878D316-A185-45EC-8206-2A714902146B}" dt="2025-07-16T08:50:35.570" v="205" actId="1036"/>
      <pc:docMkLst>
        <pc:docMk/>
      </pc:docMkLst>
      <pc:sldChg chg="modSp mod">
        <pc:chgData name="髙浦祐朗" userId="d6d860fe-bc64-411b-9605-a16d1ba875f6" providerId="ADAL" clId="{3878D316-A185-45EC-8206-2A714902146B}" dt="2025-07-16T08:40:20.790" v="89" actId="20577"/>
        <pc:sldMkLst>
          <pc:docMk/>
          <pc:sldMk cId="2410374903" sldId="767"/>
        </pc:sldMkLst>
        <pc:spChg chg="mod">
          <ac:chgData name="髙浦祐朗" userId="d6d860fe-bc64-411b-9605-a16d1ba875f6" providerId="ADAL" clId="{3878D316-A185-45EC-8206-2A714902146B}" dt="2025-07-16T08:40:20.790" v="89" actId="20577"/>
          <ac:spMkLst>
            <pc:docMk/>
            <pc:sldMk cId="2410374903" sldId="767"/>
            <ac:spMk id="5" creationId="{97E6FBE8-190C-40F0-AA01-14695A77D734}"/>
          </ac:spMkLst>
        </pc:spChg>
      </pc:sldChg>
      <pc:sldChg chg="modSp mod">
        <pc:chgData name="髙浦祐朗" userId="d6d860fe-bc64-411b-9605-a16d1ba875f6" providerId="ADAL" clId="{3878D316-A185-45EC-8206-2A714902146B}" dt="2025-07-16T08:25:38.881" v="30" actId="122"/>
        <pc:sldMkLst>
          <pc:docMk/>
          <pc:sldMk cId="2453405637" sldId="923"/>
        </pc:sldMkLst>
        <pc:graphicFrameChg chg="mod modGraphic">
          <ac:chgData name="髙浦祐朗" userId="d6d860fe-bc64-411b-9605-a16d1ba875f6" providerId="ADAL" clId="{3878D316-A185-45EC-8206-2A714902146B}" dt="2025-07-16T08:25:38.881" v="30" actId="122"/>
          <ac:graphicFrameMkLst>
            <pc:docMk/>
            <pc:sldMk cId="2453405637" sldId="923"/>
            <ac:graphicFrameMk id="9" creationId="{BBA8B256-12B2-6E8C-50F9-31564ECC0266}"/>
          </ac:graphicFrameMkLst>
        </pc:graphicFrameChg>
      </pc:sldChg>
      <pc:sldChg chg="addSp delSp modSp mod">
        <pc:chgData name="髙浦祐朗" userId="d6d860fe-bc64-411b-9605-a16d1ba875f6" providerId="ADAL" clId="{3878D316-A185-45EC-8206-2A714902146B}" dt="2025-07-16T08:50:35.570" v="205" actId="1036"/>
        <pc:sldMkLst>
          <pc:docMk/>
          <pc:sldMk cId="3261265475" sldId="932"/>
        </pc:sldMkLst>
        <pc:spChg chg="mod">
          <ac:chgData name="髙浦祐朗" userId="d6d860fe-bc64-411b-9605-a16d1ba875f6" providerId="ADAL" clId="{3878D316-A185-45EC-8206-2A714902146B}" dt="2025-07-16T08:50:28.965" v="195" actId="1035"/>
          <ac:spMkLst>
            <pc:docMk/>
            <pc:sldMk cId="3261265475" sldId="932"/>
            <ac:spMk id="4" creationId="{A1B67386-AD83-3967-5D45-C866A13904CF}"/>
          </ac:spMkLst>
        </pc:spChg>
        <pc:spChg chg="add del mod">
          <ac:chgData name="髙浦祐朗" userId="d6d860fe-bc64-411b-9605-a16d1ba875f6" providerId="ADAL" clId="{3878D316-A185-45EC-8206-2A714902146B}" dt="2025-07-16T08:47:51.221" v="92" actId="478"/>
          <ac:spMkLst>
            <pc:docMk/>
            <pc:sldMk cId="3261265475" sldId="932"/>
            <ac:spMk id="7" creationId="{6B59245D-550C-4C26-CAF5-385747F65D37}"/>
          </ac:spMkLst>
        </pc:spChg>
        <pc:spChg chg="add mod">
          <ac:chgData name="髙浦祐朗" userId="d6d860fe-bc64-411b-9605-a16d1ba875f6" providerId="ADAL" clId="{3878D316-A185-45EC-8206-2A714902146B}" dt="2025-07-16T08:50:28.965" v="195" actId="1035"/>
          <ac:spMkLst>
            <pc:docMk/>
            <pc:sldMk cId="3261265475" sldId="932"/>
            <ac:spMk id="8" creationId="{EE71303A-190E-DC83-D7A8-7F863FFBEC07}"/>
          </ac:spMkLst>
        </pc:spChg>
        <pc:spChg chg="mod">
          <ac:chgData name="髙浦祐朗" userId="d6d860fe-bc64-411b-9605-a16d1ba875f6" providerId="ADAL" clId="{3878D316-A185-45EC-8206-2A714902146B}" dt="2025-07-16T08:50:35.570" v="205" actId="1036"/>
          <ac:spMkLst>
            <pc:docMk/>
            <pc:sldMk cId="3261265475" sldId="932"/>
            <ac:spMk id="11" creationId="{3B57EEC6-A848-4914-BC9B-95C84C7B6637}"/>
          </ac:spMkLst>
        </pc:spChg>
        <pc:spChg chg="mod">
          <ac:chgData name="髙浦祐朗" userId="d6d860fe-bc64-411b-9605-a16d1ba875f6" providerId="ADAL" clId="{3878D316-A185-45EC-8206-2A714902146B}" dt="2025-07-16T08:50:35.570" v="205" actId="1036"/>
          <ac:spMkLst>
            <pc:docMk/>
            <pc:sldMk cId="3261265475" sldId="932"/>
            <ac:spMk id="12" creationId="{2BED1E46-0D50-4D21-A77D-92FC258B00B7}"/>
          </ac:spMkLst>
        </pc:spChg>
        <pc:spChg chg="mod">
          <ac:chgData name="髙浦祐朗" userId="d6d860fe-bc64-411b-9605-a16d1ba875f6" providerId="ADAL" clId="{3878D316-A185-45EC-8206-2A714902146B}" dt="2025-07-16T08:50:35.570" v="205" actId="1036"/>
          <ac:spMkLst>
            <pc:docMk/>
            <pc:sldMk cId="3261265475" sldId="932"/>
            <ac:spMk id="13" creationId="{C37584D3-7DC1-4AF5-821B-4EB0B466578A}"/>
          </ac:spMkLst>
        </pc:spChg>
        <pc:spChg chg="mod">
          <ac:chgData name="髙浦祐朗" userId="d6d860fe-bc64-411b-9605-a16d1ba875f6" providerId="ADAL" clId="{3878D316-A185-45EC-8206-2A714902146B}" dt="2025-07-16T08:50:35.570" v="205" actId="1036"/>
          <ac:spMkLst>
            <pc:docMk/>
            <pc:sldMk cId="3261265475" sldId="932"/>
            <ac:spMk id="14" creationId="{5E7C7353-36D9-4E13-AE62-C6438FB175BA}"/>
          </ac:spMkLst>
        </pc:spChg>
        <pc:spChg chg="mod">
          <ac:chgData name="髙浦祐朗" userId="d6d860fe-bc64-411b-9605-a16d1ba875f6" providerId="ADAL" clId="{3878D316-A185-45EC-8206-2A714902146B}" dt="2025-07-16T08:50:28.965" v="195" actId="1035"/>
          <ac:spMkLst>
            <pc:docMk/>
            <pc:sldMk cId="3261265475" sldId="932"/>
            <ac:spMk id="15" creationId="{9C526A88-681C-4A44-BFD9-AF76E9622DCF}"/>
          </ac:spMkLst>
        </pc:spChg>
        <pc:spChg chg="add mod">
          <ac:chgData name="髙浦祐朗" userId="d6d860fe-bc64-411b-9605-a16d1ba875f6" providerId="ADAL" clId="{3878D316-A185-45EC-8206-2A714902146B}" dt="2025-07-16T08:50:28.965" v="195" actId="1035"/>
          <ac:spMkLst>
            <pc:docMk/>
            <pc:sldMk cId="3261265475" sldId="932"/>
            <ac:spMk id="17" creationId="{4A65D611-AB6C-7F27-69C8-9C603A0332F2}"/>
          </ac:spMkLst>
        </pc:spChg>
        <pc:spChg chg="mod ord">
          <ac:chgData name="髙浦祐朗" userId="d6d860fe-bc64-411b-9605-a16d1ba875f6" providerId="ADAL" clId="{3878D316-A185-45EC-8206-2A714902146B}" dt="2025-07-16T08:50:28.965" v="195" actId="1035"/>
          <ac:spMkLst>
            <pc:docMk/>
            <pc:sldMk cId="3261265475" sldId="932"/>
            <ac:spMk id="20" creationId="{F552483D-B47E-4672-AAB8-B1378D36B674}"/>
          </ac:spMkLst>
        </pc:spChg>
        <pc:spChg chg="mod">
          <ac:chgData name="髙浦祐朗" userId="d6d860fe-bc64-411b-9605-a16d1ba875f6" providerId="ADAL" clId="{3878D316-A185-45EC-8206-2A714902146B}" dt="2025-07-16T08:50:28.965" v="195" actId="1035"/>
          <ac:spMkLst>
            <pc:docMk/>
            <pc:sldMk cId="3261265475" sldId="932"/>
            <ac:spMk id="21" creationId="{D288673B-1B1E-4C6E-BA69-E5F1FEDB27ED}"/>
          </ac:spMkLst>
        </pc:spChg>
        <pc:spChg chg="mod">
          <ac:chgData name="髙浦祐朗" userId="d6d860fe-bc64-411b-9605-a16d1ba875f6" providerId="ADAL" clId="{3878D316-A185-45EC-8206-2A714902146B}" dt="2025-07-16T08:50:28.965" v="195" actId="1035"/>
          <ac:spMkLst>
            <pc:docMk/>
            <pc:sldMk cId="3261265475" sldId="932"/>
            <ac:spMk id="22" creationId="{BF31360D-FAB3-4C87-B7AB-B502DDFDA9EC}"/>
          </ac:spMkLst>
        </pc:spChg>
        <pc:spChg chg="mod">
          <ac:chgData name="髙浦祐朗" userId="d6d860fe-bc64-411b-9605-a16d1ba875f6" providerId="ADAL" clId="{3878D316-A185-45EC-8206-2A714902146B}" dt="2025-07-16T08:50:28.965" v="195" actId="1035"/>
          <ac:spMkLst>
            <pc:docMk/>
            <pc:sldMk cId="3261265475" sldId="932"/>
            <ac:spMk id="23" creationId="{60BE86B4-B849-422B-8758-4720CC34871C}"/>
          </ac:spMkLst>
        </pc:spChg>
        <pc:spChg chg="mod">
          <ac:chgData name="髙浦祐朗" userId="d6d860fe-bc64-411b-9605-a16d1ba875f6" providerId="ADAL" clId="{3878D316-A185-45EC-8206-2A714902146B}" dt="2025-07-16T08:50:28.965" v="195" actId="1035"/>
          <ac:spMkLst>
            <pc:docMk/>
            <pc:sldMk cId="3261265475" sldId="932"/>
            <ac:spMk id="24" creationId="{D2FFFA7C-8485-4FB5-B3FC-30EC4188DB9D}"/>
          </ac:spMkLst>
        </pc:spChg>
        <pc:spChg chg="mod">
          <ac:chgData name="髙浦祐朗" userId="d6d860fe-bc64-411b-9605-a16d1ba875f6" providerId="ADAL" clId="{3878D316-A185-45EC-8206-2A714902146B}" dt="2025-07-16T08:49:01.723" v="137" actId="1076"/>
          <ac:spMkLst>
            <pc:docMk/>
            <pc:sldMk cId="3261265475" sldId="932"/>
            <ac:spMk id="25" creationId="{C6BD5980-8D5F-A160-EDE4-23BF5091E87D}"/>
          </ac:spMkLst>
        </pc:spChg>
        <pc:graphicFrameChg chg="mod modGraphic">
          <ac:chgData name="髙浦祐朗" userId="d6d860fe-bc64-411b-9605-a16d1ba875f6" providerId="ADAL" clId="{3878D316-A185-45EC-8206-2A714902146B}" dt="2025-07-16T08:50:17.860" v="188"/>
          <ac:graphicFrameMkLst>
            <pc:docMk/>
            <pc:sldMk cId="3261265475" sldId="932"/>
            <ac:graphicFrameMk id="10" creationId="{1B9651D0-1C8B-452E-8B2F-91E497A82D84}"/>
          </ac:graphicFrameMkLst>
        </pc:graphicFrameChg>
      </pc:sldChg>
    </pc:docChg>
  </pc:docChgLst>
  <pc:docChgLst>
    <pc:chgData name="康二 野村" userId="acaa808a-f809-4ef9-8028-a2ce14b82415" providerId="ADAL" clId="{2788F80A-9C8F-4080-8DF0-58F209B3635D}"/>
    <pc:docChg chg="undo custSel addSld delSld modSld sldOrd modMainMaster">
      <pc:chgData name="康二 野村" userId="acaa808a-f809-4ef9-8028-a2ce14b82415" providerId="ADAL" clId="{2788F80A-9C8F-4080-8DF0-58F209B3635D}" dt="2025-06-16T09:53:42.054" v="575" actId="20577"/>
      <pc:docMkLst>
        <pc:docMk/>
      </pc:docMkLst>
      <pc:sldChg chg="addSp modSp">
        <pc:chgData name="康二 野村" userId="acaa808a-f809-4ef9-8028-a2ce14b82415" providerId="ADAL" clId="{2788F80A-9C8F-4080-8DF0-58F209B3635D}" dt="2025-06-16T09:53:42.054" v="575" actId="20577"/>
        <pc:sldMkLst>
          <pc:docMk/>
          <pc:sldMk cId="3201888243" sldId="714"/>
        </pc:sldMkLst>
      </pc:sldChg>
      <pc:sldChg chg="addSp modSp">
        <pc:chgData name="康二 野村" userId="acaa808a-f809-4ef9-8028-a2ce14b82415" providerId="ADAL" clId="{2788F80A-9C8F-4080-8DF0-58F209B3635D}" dt="2025-06-16T09:12:31.019" v="11"/>
        <pc:sldMkLst>
          <pc:docMk/>
          <pc:sldMk cId="3325638293" sldId="749"/>
        </pc:sldMkLst>
      </pc:sldChg>
      <pc:sldChg chg="addSp modSp">
        <pc:chgData name="康二 野村" userId="acaa808a-f809-4ef9-8028-a2ce14b82415" providerId="ADAL" clId="{2788F80A-9C8F-4080-8DF0-58F209B3635D}" dt="2025-06-16T09:47:22.262" v="359" actId="6549"/>
        <pc:sldMkLst>
          <pc:docMk/>
          <pc:sldMk cId="3660799615" sldId="757"/>
        </pc:sldMkLst>
      </pc:sldChg>
      <pc:sldChg chg="addSp modSp">
        <pc:chgData name="康二 野村" userId="acaa808a-f809-4ef9-8028-a2ce14b82415" providerId="ADAL" clId="{2788F80A-9C8F-4080-8DF0-58F209B3635D}" dt="2025-06-16T09:12:31.019" v="11"/>
        <pc:sldMkLst>
          <pc:docMk/>
          <pc:sldMk cId="1395438993" sldId="765"/>
        </pc:sldMkLst>
      </pc:sldChg>
      <pc:sldChg chg="addSp modSp">
        <pc:chgData name="康二 野村" userId="acaa808a-f809-4ef9-8028-a2ce14b82415" providerId="ADAL" clId="{2788F80A-9C8F-4080-8DF0-58F209B3635D}" dt="2025-06-16T09:12:31.019" v="11"/>
        <pc:sldMkLst>
          <pc:docMk/>
          <pc:sldMk cId="3560606343" sldId="766"/>
        </pc:sldMkLst>
      </pc:sldChg>
      <pc:sldChg chg="addSp modSp">
        <pc:chgData name="康二 野村" userId="acaa808a-f809-4ef9-8028-a2ce14b82415" providerId="ADAL" clId="{2788F80A-9C8F-4080-8DF0-58F209B3635D}" dt="2025-06-16T09:53:09.051" v="560" actId="20577"/>
        <pc:sldMkLst>
          <pc:docMk/>
          <pc:sldMk cId="2410374903" sldId="767"/>
        </pc:sldMkLst>
      </pc:sldChg>
      <pc:sldChg chg="addSp modSp">
        <pc:chgData name="康二 野村" userId="acaa808a-f809-4ef9-8028-a2ce14b82415" providerId="ADAL" clId="{2788F80A-9C8F-4080-8DF0-58F209B3635D}" dt="2025-06-16T09:52:56.651" v="555" actId="20577"/>
        <pc:sldMkLst>
          <pc:docMk/>
          <pc:sldMk cId="2453405637" sldId="923"/>
        </pc:sldMkLst>
      </pc:sldChg>
      <pc:sldChg chg="addSp modSp">
        <pc:chgData name="康二 野村" userId="acaa808a-f809-4ef9-8028-a2ce14b82415" providerId="ADAL" clId="{2788F80A-9C8F-4080-8DF0-58F209B3635D}" dt="2025-06-16T09:53:00.630" v="557" actId="20577"/>
        <pc:sldMkLst>
          <pc:docMk/>
          <pc:sldMk cId="1471803207" sldId="929"/>
        </pc:sldMkLst>
      </pc:sldChg>
      <pc:sldChg chg="addSp modSp">
        <pc:chgData name="康二 野村" userId="acaa808a-f809-4ef9-8028-a2ce14b82415" providerId="ADAL" clId="{2788F80A-9C8F-4080-8DF0-58F209B3635D}" dt="2025-06-16T09:12:31.019" v="11"/>
        <pc:sldMkLst>
          <pc:docMk/>
          <pc:sldMk cId="1851614100" sldId="930"/>
        </pc:sldMkLst>
      </pc:sldChg>
      <pc:sldChg chg="addSp modSp">
        <pc:chgData name="康二 野村" userId="acaa808a-f809-4ef9-8028-a2ce14b82415" providerId="ADAL" clId="{2788F80A-9C8F-4080-8DF0-58F209B3635D}" dt="2025-06-16T09:12:31.019" v="11"/>
        <pc:sldMkLst>
          <pc:docMk/>
          <pc:sldMk cId="3261265475" sldId="932"/>
        </pc:sldMkLst>
      </pc:sldChg>
      <pc:sldChg chg="addSp modSp">
        <pc:chgData name="康二 野村" userId="acaa808a-f809-4ef9-8028-a2ce14b82415" providerId="ADAL" clId="{2788F80A-9C8F-4080-8DF0-58F209B3635D}" dt="2025-06-16T09:12:31.019" v="11"/>
        <pc:sldMkLst>
          <pc:docMk/>
          <pc:sldMk cId="8076422" sldId="934"/>
        </pc:sldMkLst>
      </pc:sldChg>
      <pc:sldChg chg="addSp modSp">
        <pc:chgData name="康二 野村" userId="acaa808a-f809-4ef9-8028-a2ce14b82415" providerId="ADAL" clId="{2788F80A-9C8F-4080-8DF0-58F209B3635D}" dt="2025-06-16T09:12:31.019" v="11"/>
        <pc:sldMkLst>
          <pc:docMk/>
          <pc:sldMk cId="525159286" sldId="935"/>
        </pc:sldMkLst>
      </pc:sldChg>
      <pc:sldChg chg="addSp modSp">
        <pc:chgData name="康二 野村" userId="acaa808a-f809-4ef9-8028-a2ce14b82415" providerId="ADAL" clId="{2788F80A-9C8F-4080-8DF0-58F209B3635D}" dt="2025-06-16T09:12:31.019" v="11"/>
        <pc:sldMkLst>
          <pc:docMk/>
          <pc:sldMk cId="1589412292" sldId="936"/>
        </pc:sldMkLst>
      </pc:sldChg>
      <pc:sldChg chg="addSp modSp">
        <pc:chgData name="康二 野村" userId="acaa808a-f809-4ef9-8028-a2ce14b82415" providerId="ADAL" clId="{2788F80A-9C8F-4080-8DF0-58F209B3635D}" dt="2025-06-16T09:12:31.019" v="11"/>
        <pc:sldMkLst>
          <pc:docMk/>
          <pc:sldMk cId="1440214791" sldId="937"/>
        </pc:sldMkLst>
      </pc:sldChg>
      <pc:sldChg chg="add">
        <pc:chgData name="康二 野村" userId="acaa808a-f809-4ef9-8028-a2ce14b82415" providerId="ADAL" clId="{2788F80A-9C8F-4080-8DF0-58F209B3635D}" dt="2025-06-16T09:46:36.893" v="353"/>
        <pc:sldMkLst>
          <pc:docMk/>
          <pc:sldMk cId="495271551" sldId="939"/>
        </pc:sldMkLst>
      </pc:sldChg>
      <pc:sldChg chg="addSp delSp modSp add ord">
        <pc:chgData name="康二 野村" userId="acaa808a-f809-4ef9-8028-a2ce14b82415" providerId="ADAL" clId="{2788F80A-9C8F-4080-8DF0-58F209B3635D}" dt="2025-06-16T09:52:50.372" v="553" actId="20577"/>
        <pc:sldMkLst>
          <pc:docMk/>
          <pc:sldMk cId="4036987457" sldId="943"/>
        </pc:sldMkLst>
      </pc:sldChg>
      <pc:sldMasterChg chg="delSp modSldLayout">
        <pc:chgData name="康二 野村" userId="acaa808a-f809-4ef9-8028-a2ce14b82415" providerId="ADAL" clId="{2788F80A-9C8F-4080-8DF0-58F209B3635D}" dt="2025-06-16T09:11:32.918" v="10"/>
        <pc:sldMasterMkLst>
          <pc:docMk/>
          <pc:sldMasterMk cId="428617888" sldId="2147483770"/>
        </pc:sldMasterMkLst>
        <pc:sldLayoutChg chg="addSp delSp modSp">
          <pc:chgData name="康二 野村" userId="acaa808a-f809-4ef9-8028-a2ce14b82415" providerId="ADAL" clId="{2788F80A-9C8F-4080-8DF0-58F209B3635D}" dt="2025-06-16T09:10:55.038" v="2"/>
          <pc:sldLayoutMkLst>
            <pc:docMk/>
            <pc:sldMasterMk cId="428617888" sldId="2147483770"/>
            <pc:sldLayoutMk cId="2492455557" sldId="2147483772"/>
          </pc:sldLayoutMkLst>
        </pc:sldLayoutChg>
        <pc:sldLayoutChg chg="addSp delSp modSp">
          <pc:chgData name="康二 野村" userId="acaa808a-f809-4ef9-8028-a2ce14b82415" providerId="ADAL" clId="{2788F80A-9C8F-4080-8DF0-58F209B3635D}" dt="2025-06-16T09:11:14.831" v="4"/>
          <pc:sldLayoutMkLst>
            <pc:docMk/>
            <pc:sldMasterMk cId="428617888" sldId="2147483770"/>
            <pc:sldLayoutMk cId="2077788738" sldId="2147483776"/>
          </pc:sldLayoutMkLst>
        </pc:sldLayoutChg>
        <pc:sldLayoutChg chg="addSp delSp modSp">
          <pc:chgData name="康二 野村" userId="acaa808a-f809-4ef9-8028-a2ce14b82415" providerId="ADAL" clId="{2788F80A-9C8F-4080-8DF0-58F209B3635D}" dt="2025-06-16T09:11:22.548" v="6"/>
          <pc:sldLayoutMkLst>
            <pc:docMk/>
            <pc:sldMasterMk cId="428617888" sldId="2147483770"/>
            <pc:sldLayoutMk cId="3288321043" sldId="2147483797"/>
          </pc:sldLayoutMkLst>
        </pc:sldLayoutChg>
        <pc:sldLayoutChg chg="addSp delSp modSp">
          <pc:chgData name="康二 野村" userId="acaa808a-f809-4ef9-8028-a2ce14b82415" providerId="ADAL" clId="{2788F80A-9C8F-4080-8DF0-58F209B3635D}" dt="2025-06-16T09:11:26.024" v="8"/>
          <pc:sldLayoutMkLst>
            <pc:docMk/>
            <pc:sldMasterMk cId="428617888" sldId="2147483770"/>
            <pc:sldLayoutMk cId="4066285894" sldId="2147483798"/>
          </pc:sldLayoutMkLst>
        </pc:sldLayoutChg>
        <pc:sldLayoutChg chg="addSp delSp modSp">
          <pc:chgData name="康二 野村" userId="acaa808a-f809-4ef9-8028-a2ce14b82415" providerId="ADAL" clId="{2788F80A-9C8F-4080-8DF0-58F209B3635D}" dt="2025-06-16T09:11:32.918" v="10"/>
          <pc:sldLayoutMkLst>
            <pc:docMk/>
            <pc:sldMasterMk cId="428617888" sldId="2147483770"/>
            <pc:sldLayoutMk cId="1296515059" sldId="2147483806"/>
          </pc:sldLayoutMkLst>
        </pc:sldLayoutChg>
      </pc:sldMasterChg>
    </pc:docChg>
  </pc:docChgLst>
  <pc:docChgLst>
    <pc:chgData name="野村康二" userId="S::kouji.nomura@system-exe.jp::acaa808a-f809-4ef9-8028-a2ce14b82415" providerId="AD" clId="Web-{89A7381F-AD42-FB9B-D689-20E04CB6AA74}"/>
    <pc:docChg chg="modSld modMainMaster">
      <pc:chgData name="野村康二" userId="S::kouji.nomura@system-exe.jp::acaa808a-f809-4ef9-8028-a2ce14b82415" providerId="AD" clId="Web-{89A7381F-AD42-FB9B-D689-20E04CB6AA74}" dt="2025-06-16T09:03:16.367" v="44"/>
      <pc:docMkLst>
        <pc:docMk/>
      </pc:docMkLst>
      <pc:sldChg chg="addSp modSp">
        <pc:chgData name="野村康二" userId="S::kouji.nomura@system-exe.jp::acaa808a-f809-4ef9-8028-a2ce14b82415" providerId="AD" clId="Web-{89A7381F-AD42-FB9B-D689-20E04CB6AA74}" dt="2025-06-16T09:03:11.133" v="41"/>
        <pc:sldMkLst>
          <pc:docMk/>
          <pc:sldMk cId="3201888243" sldId="714"/>
        </pc:sldMkLst>
      </pc:sldChg>
      <pc:sldChg chg="modSp">
        <pc:chgData name="野村康二" userId="S::kouji.nomura@system-exe.jp::acaa808a-f809-4ef9-8028-a2ce14b82415" providerId="AD" clId="Web-{89A7381F-AD42-FB9B-D689-20E04CB6AA74}" dt="2025-06-16T09:03:11.133" v="41"/>
        <pc:sldMkLst>
          <pc:docMk/>
          <pc:sldMk cId="3325638293" sldId="749"/>
        </pc:sldMkLst>
      </pc:sldChg>
      <pc:sldChg chg="modSp">
        <pc:chgData name="野村康二" userId="S::kouji.nomura@system-exe.jp::acaa808a-f809-4ef9-8028-a2ce14b82415" providerId="AD" clId="Web-{89A7381F-AD42-FB9B-D689-20E04CB6AA74}" dt="2025-06-16T09:03:11.133" v="41"/>
        <pc:sldMkLst>
          <pc:docMk/>
          <pc:sldMk cId="3660799615" sldId="757"/>
        </pc:sldMkLst>
      </pc:sldChg>
      <pc:sldChg chg="modSp">
        <pc:chgData name="野村康二" userId="S::kouji.nomura@system-exe.jp::acaa808a-f809-4ef9-8028-a2ce14b82415" providerId="AD" clId="Web-{89A7381F-AD42-FB9B-D689-20E04CB6AA74}" dt="2025-06-16T09:03:11.133" v="41"/>
        <pc:sldMkLst>
          <pc:docMk/>
          <pc:sldMk cId="1395438993" sldId="765"/>
        </pc:sldMkLst>
      </pc:sldChg>
      <pc:sldChg chg="modSp">
        <pc:chgData name="野村康二" userId="S::kouji.nomura@system-exe.jp::acaa808a-f809-4ef9-8028-a2ce14b82415" providerId="AD" clId="Web-{89A7381F-AD42-FB9B-D689-20E04CB6AA74}" dt="2025-06-16T09:03:11.133" v="41"/>
        <pc:sldMkLst>
          <pc:docMk/>
          <pc:sldMk cId="3560606343" sldId="766"/>
        </pc:sldMkLst>
      </pc:sldChg>
      <pc:sldChg chg="modSp">
        <pc:chgData name="野村康二" userId="S::kouji.nomura@system-exe.jp::acaa808a-f809-4ef9-8028-a2ce14b82415" providerId="AD" clId="Web-{89A7381F-AD42-FB9B-D689-20E04CB6AA74}" dt="2025-06-16T09:03:11.133" v="41"/>
        <pc:sldMkLst>
          <pc:docMk/>
          <pc:sldMk cId="2410374903" sldId="767"/>
        </pc:sldMkLst>
      </pc:sldChg>
      <pc:sldChg chg="modSp">
        <pc:chgData name="野村康二" userId="S::kouji.nomura@system-exe.jp::acaa808a-f809-4ef9-8028-a2ce14b82415" providerId="AD" clId="Web-{89A7381F-AD42-FB9B-D689-20E04CB6AA74}" dt="2025-06-16T09:03:11.133" v="41"/>
        <pc:sldMkLst>
          <pc:docMk/>
          <pc:sldMk cId="2453405637" sldId="923"/>
        </pc:sldMkLst>
      </pc:sldChg>
      <pc:sldChg chg="modSp">
        <pc:chgData name="野村康二" userId="S::kouji.nomura@system-exe.jp::acaa808a-f809-4ef9-8028-a2ce14b82415" providerId="AD" clId="Web-{89A7381F-AD42-FB9B-D689-20E04CB6AA74}" dt="2025-06-16T09:03:11.133" v="41"/>
        <pc:sldMkLst>
          <pc:docMk/>
          <pc:sldMk cId="1471803207" sldId="929"/>
        </pc:sldMkLst>
      </pc:sldChg>
      <pc:sldChg chg="modSp">
        <pc:chgData name="野村康二" userId="S::kouji.nomura@system-exe.jp::acaa808a-f809-4ef9-8028-a2ce14b82415" providerId="AD" clId="Web-{89A7381F-AD42-FB9B-D689-20E04CB6AA74}" dt="2025-06-16T09:03:11.133" v="41"/>
        <pc:sldMkLst>
          <pc:docMk/>
          <pc:sldMk cId="1851614100" sldId="930"/>
        </pc:sldMkLst>
      </pc:sldChg>
      <pc:sldChg chg="addSp modSp">
        <pc:chgData name="野村康二" userId="S::kouji.nomura@system-exe.jp::acaa808a-f809-4ef9-8028-a2ce14b82415" providerId="AD" clId="Web-{89A7381F-AD42-FB9B-D689-20E04CB6AA74}" dt="2025-06-16T09:03:11.133" v="41"/>
        <pc:sldMkLst>
          <pc:docMk/>
          <pc:sldMk cId="3261265475" sldId="932"/>
        </pc:sldMkLst>
      </pc:sldChg>
      <pc:sldChg chg="addSp modSp">
        <pc:chgData name="野村康二" userId="S::kouji.nomura@system-exe.jp::acaa808a-f809-4ef9-8028-a2ce14b82415" providerId="AD" clId="Web-{89A7381F-AD42-FB9B-D689-20E04CB6AA74}" dt="2025-06-16T09:03:11.133" v="41"/>
        <pc:sldMkLst>
          <pc:docMk/>
          <pc:sldMk cId="8076422" sldId="934"/>
        </pc:sldMkLst>
      </pc:sldChg>
      <pc:sldChg chg="addSp modSp">
        <pc:chgData name="野村康二" userId="S::kouji.nomura@system-exe.jp::acaa808a-f809-4ef9-8028-a2ce14b82415" providerId="AD" clId="Web-{89A7381F-AD42-FB9B-D689-20E04CB6AA74}" dt="2025-06-16T09:03:11.133" v="41"/>
        <pc:sldMkLst>
          <pc:docMk/>
          <pc:sldMk cId="525159286" sldId="935"/>
        </pc:sldMkLst>
      </pc:sldChg>
      <pc:sldChg chg="addSp modSp">
        <pc:chgData name="野村康二" userId="S::kouji.nomura@system-exe.jp::acaa808a-f809-4ef9-8028-a2ce14b82415" providerId="AD" clId="Web-{89A7381F-AD42-FB9B-D689-20E04CB6AA74}" dt="2025-06-16T09:03:11.133" v="41"/>
        <pc:sldMkLst>
          <pc:docMk/>
          <pc:sldMk cId="1589412292" sldId="936"/>
        </pc:sldMkLst>
      </pc:sldChg>
      <pc:sldChg chg="modSp mod modShow">
        <pc:chgData name="野村康二" userId="S::kouji.nomura@system-exe.jp::acaa808a-f809-4ef9-8028-a2ce14b82415" providerId="AD" clId="Web-{89A7381F-AD42-FB9B-D689-20E04CB6AA74}" dt="2025-06-16T09:03:11.133" v="41"/>
        <pc:sldMkLst>
          <pc:docMk/>
          <pc:sldMk cId="1440214791" sldId="937"/>
        </pc:sldMkLst>
      </pc:sldChg>
      <pc:sldMasterChg chg="modSp mod modSldLayout">
        <pc:chgData name="野村康二" userId="S::kouji.nomura@system-exe.jp::acaa808a-f809-4ef9-8028-a2ce14b82415" providerId="AD" clId="Web-{89A7381F-AD42-FB9B-D689-20E04CB6AA74}" dt="2025-06-16T09:03:16.367" v="44"/>
        <pc:sldMasterMkLst>
          <pc:docMk/>
          <pc:sldMasterMk cId="428617888" sldId="2147483770"/>
        </pc:sldMasterMkLst>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3009772322" sldId="2147483756"/>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2492455557" sldId="2147483772"/>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2077788738" sldId="2147483776"/>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4256518594" sldId="2147483782"/>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3288321043" sldId="2147483797"/>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4066285894" sldId="2147483798"/>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4056154140" sldId="2147483799"/>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3246036308" sldId="2147483800"/>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2431486092" sldId="2147483801"/>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2428327026" sldId="2147483802"/>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974318002" sldId="2147483803"/>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1013026471" sldId="2147483804"/>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337540560" sldId="2147483805"/>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1296515059" sldId="2147483806"/>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2025/7/17</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2025/7/17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7</a:t>
            </a:fld>
            <a:endParaRPr kumimoji="1" lang="ja-JP" altLang="en-US"/>
          </a:p>
        </p:txBody>
      </p:sp>
    </p:spTree>
    <p:extLst>
      <p:ext uri="{BB962C8B-B14F-4D97-AF65-F5344CB8AC3E}">
        <p14:creationId xmlns:p14="http://schemas.microsoft.com/office/powerpoint/2010/main" val="815909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9</a:t>
            </a:fld>
            <a:endParaRPr kumimoji="1" lang="ja-JP" altLang="en-US"/>
          </a:p>
        </p:txBody>
      </p:sp>
    </p:spTree>
    <p:extLst>
      <p:ext uri="{BB962C8B-B14F-4D97-AF65-F5344CB8AC3E}">
        <p14:creationId xmlns:p14="http://schemas.microsoft.com/office/powerpoint/2010/main" val="2505594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10</a:t>
            </a:fld>
            <a:endParaRPr kumimoji="1" lang="ja-JP" altLang="en-US"/>
          </a:p>
        </p:txBody>
      </p:sp>
    </p:spTree>
    <p:extLst>
      <p:ext uri="{BB962C8B-B14F-4D97-AF65-F5344CB8AC3E}">
        <p14:creationId xmlns:p14="http://schemas.microsoft.com/office/powerpoint/2010/main" val="10096562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BC57080C-E8FE-C146-B769-6100616B65A7}" type="slidenum">
              <a:rPr kumimoji="1" lang="ja-JP" altLang="en-US" smtClean="0"/>
              <a:t>13</a:t>
            </a:fld>
            <a:endParaRPr kumimoji="1" lang="ja-JP" altLang="en-US"/>
          </a:p>
        </p:txBody>
      </p:sp>
    </p:spTree>
    <p:extLst>
      <p:ext uri="{BB962C8B-B14F-4D97-AF65-F5344CB8AC3E}">
        <p14:creationId xmlns:p14="http://schemas.microsoft.com/office/powerpoint/2010/main" val="38105827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2025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4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a:prstGeom prst="rect">
            <a:avLst/>
          </a:prstGeom>
        </p:spPr>
        <p:txBody>
          <a:bodyPr/>
          <a:lstStyle>
            <a:lvl1pPr algn="ctr">
              <a:defRPr>
                <a:solidFill>
                  <a:srgbClr val="323232"/>
                </a:solidFill>
              </a:defRPr>
            </a:lvl1pPr>
          </a:lstStyle>
          <a:p>
            <a:r>
              <a:rPr lang="en-US" altLang="ja-JP"/>
              <a:t>2024/11/27</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latin typeface="游明朝" panose="02020400000000000000" pitchFamily="18" charset="-128"/>
                <a:ea typeface="游明朝" panose="02020400000000000000" pitchFamily="18" charset="-128"/>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フッター プレースホルダー 2">
            <a:extLst>
              <a:ext uri="{FF2B5EF4-FFF2-40B4-BE49-F238E27FC236}">
                <a16:creationId xmlns:a16="http://schemas.microsoft.com/office/drawing/2014/main" id="{DDA67EA7-4BCD-4C0C-8448-F19CAB106370}"/>
              </a:ext>
            </a:extLst>
          </p:cNvPr>
          <p:cNvSpPr>
            <a:spLocks noGrp="1"/>
          </p:cNvSpPr>
          <p:nvPr>
            <p:ph type="ftr" sz="quarter" idx="14"/>
          </p:nvPr>
        </p:nvSpPr>
        <p:spPr/>
        <p:txBody>
          <a:bodyPr/>
          <a:lstStyle/>
          <a:p>
            <a:r>
              <a:rPr lang="en-US"/>
              <a:t>Copyright © 2025 SystemEXE,Inc All Rights Reserved.</a:t>
            </a:r>
          </a:p>
        </p:txBody>
      </p:sp>
      <p:sp>
        <p:nvSpPr>
          <p:cNvPr id="8" name="スライド番号プレースホルダー 7">
            <a:extLst>
              <a:ext uri="{FF2B5EF4-FFF2-40B4-BE49-F238E27FC236}">
                <a16:creationId xmlns:a16="http://schemas.microsoft.com/office/drawing/2014/main" id="{6EDC3200-90DF-4FAF-9DF6-C96E3DB12228}"/>
              </a:ext>
            </a:extLst>
          </p:cNvPr>
          <p:cNvSpPr>
            <a:spLocks noGrp="1"/>
          </p:cNvSpPr>
          <p:nvPr>
            <p:ph type="sldNum" sz="quarter" idx="15"/>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249245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7" name="フッター プレースホルダー 6">
            <a:extLst>
              <a:ext uri="{FF2B5EF4-FFF2-40B4-BE49-F238E27FC236}">
                <a16:creationId xmlns:a16="http://schemas.microsoft.com/office/drawing/2014/main" id="{331AF37A-54CF-452F-BA97-AC316FA062DE}"/>
              </a:ext>
            </a:extLst>
          </p:cNvPr>
          <p:cNvSpPr>
            <a:spLocks noGrp="1"/>
          </p:cNvSpPr>
          <p:nvPr>
            <p:ph type="ftr" sz="quarter" idx="10"/>
          </p:nvPr>
        </p:nvSpPr>
        <p:spPr/>
        <p:txBody>
          <a:bodyPr/>
          <a:lstStyle/>
          <a:p>
            <a:r>
              <a:rPr lang="en-US"/>
              <a:t>Copyright © 2025 SystemEXE,Inc All Rights Reserved.</a:t>
            </a:r>
          </a:p>
        </p:txBody>
      </p:sp>
      <p:sp>
        <p:nvSpPr>
          <p:cNvPr id="8" name="スライド番号プレースホルダー 7">
            <a:extLst>
              <a:ext uri="{FF2B5EF4-FFF2-40B4-BE49-F238E27FC236}">
                <a16:creationId xmlns:a16="http://schemas.microsoft.com/office/drawing/2014/main" id="{5BE7DD17-AADE-4C84-BF50-F59943E57AF8}"/>
              </a:ext>
            </a:extLst>
          </p:cNvPr>
          <p:cNvSpPr>
            <a:spLocks noGrp="1"/>
          </p:cNvSpPr>
          <p:nvPr>
            <p:ph type="sldNum" sz="quarter" idx="11"/>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207778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3" name="フッター プレースホルダー 2">
            <a:extLst>
              <a:ext uri="{FF2B5EF4-FFF2-40B4-BE49-F238E27FC236}">
                <a16:creationId xmlns:a16="http://schemas.microsoft.com/office/drawing/2014/main" id="{2E76925C-D4AE-4099-B9B2-38D1E0398CB2}"/>
              </a:ext>
            </a:extLst>
          </p:cNvPr>
          <p:cNvSpPr>
            <a:spLocks noGrp="1"/>
          </p:cNvSpPr>
          <p:nvPr>
            <p:ph type="ftr" sz="quarter" idx="10"/>
          </p:nvPr>
        </p:nvSpPr>
        <p:spPr/>
        <p:txBody>
          <a:bodyPr/>
          <a:lstStyle/>
          <a:p>
            <a:r>
              <a:rPr lang="en-US"/>
              <a:t>Copyright © 2025 SystemEXE,Inc All Rights Reserved.</a:t>
            </a:r>
          </a:p>
        </p:txBody>
      </p:sp>
      <p:sp>
        <p:nvSpPr>
          <p:cNvPr id="7" name="スライド番号プレースホルダー 6">
            <a:extLst>
              <a:ext uri="{FF2B5EF4-FFF2-40B4-BE49-F238E27FC236}">
                <a16:creationId xmlns:a16="http://schemas.microsoft.com/office/drawing/2014/main" id="{D23860A5-C4A4-44F1-98F6-71168D128A70}"/>
              </a:ext>
            </a:extLst>
          </p:cNvPr>
          <p:cNvSpPr>
            <a:spLocks noGrp="1"/>
          </p:cNvSpPr>
          <p:nvPr>
            <p:ph type="sldNum" sz="quarter" idx="11"/>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328832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
        <p:nvSpPr>
          <p:cNvPr id="3" name="フッター プレースホルダー 2">
            <a:extLst>
              <a:ext uri="{FF2B5EF4-FFF2-40B4-BE49-F238E27FC236}">
                <a16:creationId xmlns:a16="http://schemas.microsoft.com/office/drawing/2014/main" id="{E3E4985B-41C3-4B81-B162-0843B3F4E797}"/>
              </a:ext>
            </a:extLst>
          </p:cNvPr>
          <p:cNvSpPr>
            <a:spLocks noGrp="1"/>
          </p:cNvSpPr>
          <p:nvPr>
            <p:ph type="ftr" sz="quarter" idx="10"/>
          </p:nvPr>
        </p:nvSpPr>
        <p:spPr/>
        <p:txBody>
          <a:bodyPr/>
          <a:lstStyle/>
          <a:p>
            <a:r>
              <a:rPr lang="en-US"/>
              <a:t>Copyright © 2025 SystemEXE,Inc All Rights Reserved.</a:t>
            </a:r>
          </a:p>
        </p:txBody>
      </p:sp>
      <p:sp>
        <p:nvSpPr>
          <p:cNvPr id="7" name="スライド番号プレースホルダー 6">
            <a:extLst>
              <a:ext uri="{FF2B5EF4-FFF2-40B4-BE49-F238E27FC236}">
                <a16:creationId xmlns:a16="http://schemas.microsoft.com/office/drawing/2014/main" id="{6DC42A23-ABF4-4B0B-B677-7D0A5261D1F6}"/>
              </a:ext>
            </a:extLst>
          </p:cNvPr>
          <p:cNvSpPr>
            <a:spLocks noGrp="1"/>
          </p:cNvSpPr>
          <p:nvPr>
            <p:ph type="sldNum" sz="quarter" idx="11"/>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06628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 name="フッター プレースホルダー 1">
            <a:extLst>
              <a:ext uri="{FF2B5EF4-FFF2-40B4-BE49-F238E27FC236}">
                <a16:creationId xmlns:a16="http://schemas.microsoft.com/office/drawing/2014/main" id="{C287789A-0F27-444C-83BC-58074138C604}"/>
              </a:ext>
            </a:extLst>
          </p:cNvPr>
          <p:cNvSpPr>
            <a:spLocks noGrp="1"/>
          </p:cNvSpPr>
          <p:nvPr>
            <p:ph type="ftr" sz="quarter" idx="19"/>
          </p:nvPr>
        </p:nvSpPr>
        <p:spPr/>
        <p:txBody>
          <a:bodyPr/>
          <a:lstStyle/>
          <a:p>
            <a:r>
              <a:rPr lang="en-US"/>
              <a:t>Copyright © 2025 SystemEXE,Inc All Rights Reserved.</a:t>
            </a:r>
          </a:p>
        </p:txBody>
      </p:sp>
      <p:sp>
        <p:nvSpPr>
          <p:cNvPr id="21" name="スライド番号プレースホルダー 20">
            <a:extLst>
              <a:ext uri="{FF2B5EF4-FFF2-40B4-BE49-F238E27FC236}">
                <a16:creationId xmlns:a16="http://schemas.microsoft.com/office/drawing/2014/main" id="{84A40443-5346-4CA3-B1E2-0F46E56C54CE}"/>
              </a:ext>
            </a:extLst>
          </p:cNvPr>
          <p:cNvSpPr>
            <a:spLocks noGrp="1"/>
          </p:cNvSpPr>
          <p:nvPr>
            <p:ph type="sldNum" sz="quarter" idx="20"/>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1296515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16"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2025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72" r:id="rId2"/>
    <p:sldLayoutId id="214748377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756" r:id="rId13"/>
    <p:sldLayoutId id="2147483806" r:id="rId14"/>
  </p:sldLayoutIdLst>
  <p:hf hdr="0" dt="0"/>
  <p:txStyles>
    <p:titleStyle>
      <a:lvl1pPr algn="l" defTabSz="914400" rtl="0" eaLnBrk="1" latinLnBrk="0" hangingPunct="1">
        <a:lnSpc>
          <a:spcPct val="100000"/>
        </a:lnSpc>
        <a:spcBef>
          <a:spcPct val="0"/>
        </a:spcBef>
        <a:buNone/>
        <a:defRPr kumimoji="1" sz="2400" b="0" kern="1200">
          <a:solidFill>
            <a:srgbClr val="9A3B5D"/>
          </a:solidFill>
          <a:latin typeface="游ゴシック" panose="020B0400000000000000" pitchFamily="50" charset="-128"/>
          <a:ea typeface="游ゴシック" panose="020B0400000000000000" pitchFamily="50"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a:xfrm>
            <a:off x="575999" y="3457059"/>
            <a:ext cx="8640000" cy="768000"/>
          </a:xfrm>
        </p:spPr>
        <p:txBody>
          <a:bodyPr>
            <a:noAutofit/>
          </a:bodyPr>
          <a:lstStyle/>
          <a:p>
            <a:r>
              <a:rPr kumimoji="1" lang="ja-JP" altLang="en-US" sz="4400"/>
              <a:t>概算お見積もり</a:t>
            </a:r>
            <a:r>
              <a:rPr kumimoji="1" lang="en-US" altLang="ja-JP" sz="2800"/>
              <a:t>(</a:t>
            </a:r>
            <a:r>
              <a:rPr kumimoji="1" lang="ja-JP" altLang="en-US" sz="2800"/>
              <a:t>第</a:t>
            </a:r>
            <a:r>
              <a:rPr kumimoji="1" lang="en-US" altLang="ja-JP" sz="2800"/>
              <a:t>3.0</a:t>
            </a:r>
            <a:r>
              <a:rPr kumimoji="1" lang="ja-JP" altLang="en-US" sz="2800"/>
              <a:t>版）</a:t>
            </a:r>
            <a:endParaRPr kumimoji="1" lang="ja-JP" altLang="en-US" sz="4400"/>
          </a:p>
        </p:txBody>
      </p:sp>
      <p:sp>
        <p:nvSpPr>
          <p:cNvPr id="4" name="サブタイトル 3"/>
          <p:cNvSpPr>
            <a:spLocks noGrp="1"/>
          </p:cNvSpPr>
          <p:nvPr>
            <p:ph type="subTitle" idx="1"/>
          </p:nvPr>
        </p:nvSpPr>
        <p:spPr>
          <a:xfrm>
            <a:off x="575999" y="2303365"/>
            <a:ext cx="9634800" cy="1392635"/>
          </a:xfrm>
        </p:spPr>
        <p:txBody>
          <a:bodyPr>
            <a:normAutofit/>
          </a:bodyPr>
          <a:lstStyle/>
          <a:p>
            <a:r>
              <a:rPr lang="ja-JP" altLang="en-US" sz="4000"/>
              <a:t>事務管理システム</a:t>
            </a:r>
            <a:r>
              <a:rPr kumimoji="1" lang="ja-JP" altLang="en-US" sz="4000"/>
              <a:t> 縮小版共通基盤移行</a:t>
            </a:r>
          </a:p>
        </p:txBody>
      </p:sp>
      <p:sp>
        <p:nvSpPr>
          <p:cNvPr id="7" name="テキスト プレースホルダー 6"/>
          <p:cNvSpPr>
            <a:spLocks noGrp="1"/>
          </p:cNvSpPr>
          <p:nvPr>
            <p:ph type="body" sz="quarter" idx="14"/>
          </p:nvPr>
        </p:nvSpPr>
        <p:spPr>
          <a:xfrm>
            <a:off x="575999" y="384000"/>
            <a:ext cx="4328509" cy="336000"/>
          </a:xfrm>
        </p:spPr>
        <p:txBody>
          <a:bodyPr>
            <a:noAutofit/>
          </a:bodyPr>
          <a:lstStyle/>
          <a:p>
            <a:r>
              <a:rPr kumimoji="1" lang="ja-JP" altLang="en-US"/>
              <a:t>出光興産株式会社　御中</a:t>
            </a:r>
          </a:p>
        </p:txBody>
      </p:sp>
      <p:sp>
        <p:nvSpPr>
          <p:cNvPr id="10" name="テキスト プレースホルダー 4">
            <a:extLst>
              <a:ext uri="{FF2B5EF4-FFF2-40B4-BE49-F238E27FC236}">
                <a16:creationId xmlns:a16="http://schemas.microsoft.com/office/drawing/2014/main" id="{24A1B6FF-4F95-C178-9DEA-567571794C2A}"/>
              </a:ext>
            </a:extLst>
          </p:cNvPr>
          <p:cNvSpPr>
            <a:spLocks noGrp="1"/>
          </p:cNvSpPr>
          <p:nvPr>
            <p:ph type="body" sz="quarter" idx="13"/>
          </p:nvPr>
        </p:nvSpPr>
        <p:spPr>
          <a:xfrm>
            <a:off x="9407999" y="3552000"/>
            <a:ext cx="2688000" cy="288000"/>
          </a:xfrm>
        </p:spPr>
        <p:txBody>
          <a:bodyPr/>
          <a:lstStyle/>
          <a:p>
            <a:pPr algn="r"/>
            <a:r>
              <a:rPr kumimoji="1" lang="ja-JP" altLang="en-US"/>
              <a:t>システムソリューション本部</a:t>
            </a:r>
            <a:endParaRPr kumimoji="1" lang="en-US" altLang="ja-JP"/>
          </a:p>
          <a:p>
            <a:pPr algn="r"/>
            <a:r>
              <a:rPr lang="ja-JP" altLang="en-US"/>
              <a:t>営業本部</a:t>
            </a:r>
            <a:endParaRPr kumimoji="1" lang="ja-JP" altLang="en-US"/>
          </a:p>
        </p:txBody>
      </p:sp>
      <p:sp>
        <p:nvSpPr>
          <p:cNvPr id="2" name="テキスト プレースホルダー 4">
            <a:extLst>
              <a:ext uri="{FF2B5EF4-FFF2-40B4-BE49-F238E27FC236}">
                <a16:creationId xmlns:a16="http://schemas.microsoft.com/office/drawing/2014/main" id="{B808C4E1-CAC4-709D-39C2-7E63198F1A78}"/>
              </a:ext>
            </a:extLst>
          </p:cNvPr>
          <p:cNvSpPr txBox="1">
            <a:spLocks/>
          </p:cNvSpPr>
          <p:nvPr/>
        </p:nvSpPr>
        <p:spPr>
          <a:xfrm>
            <a:off x="9407999" y="4080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a:t>2025/7/16</a:t>
            </a:r>
            <a:endParaRPr lang="ja-JP" altLang="en-US"/>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D6A186-9556-4341-96B1-91CEC5E6864B}"/>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１</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プロジェクトの背景と目的</a:t>
            </a:r>
            <a:endParaRPr kumimoji="1" lang="ja-JP" altLang="en-US">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79A58F11-0F81-48E9-8E39-1CF0F86551E3}"/>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5" name="テキスト プレースホルダー 4">
            <a:extLst>
              <a:ext uri="{FF2B5EF4-FFF2-40B4-BE49-F238E27FC236}">
                <a16:creationId xmlns:a16="http://schemas.microsoft.com/office/drawing/2014/main" id="{DDA0903F-BB0E-DF11-6A92-90C8A835A221}"/>
              </a:ext>
            </a:extLst>
          </p:cNvPr>
          <p:cNvSpPr txBox="1">
            <a:spLocks/>
          </p:cNvSpPr>
          <p:nvPr/>
        </p:nvSpPr>
        <p:spPr>
          <a:xfrm>
            <a:off x="606000" y="936000"/>
            <a:ext cx="10980000" cy="5056586"/>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solidFill>
                  <a:srgbClr val="000000"/>
                </a:solidFill>
              </a:rPr>
              <a:t>「事務管理システム」は、館林データセンター内の共通基盤上に構築されており</a:t>
            </a:r>
            <a:r>
              <a:rPr lang="en-US" altLang="ja-JP">
                <a:solidFill>
                  <a:srgbClr val="000000"/>
                </a:solidFill>
              </a:rPr>
              <a:t>2026</a:t>
            </a:r>
            <a:r>
              <a:rPr lang="ja-JP" altLang="en-US">
                <a:solidFill>
                  <a:srgbClr val="000000"/>
                </a:solidFill>
              </a:rPr>
              <a:t>年</a:t>
            </a:r>
            <a:r>
              <a:rPr lang="en-US" altLang="ja-JP">
                <a:solidFill>
                  <a:srgbClr val="000000"/>
                </a:solidFill>
              </a:rPr>
              <a:t>3</a:t>
            </a:r>
            <a:r>
              <a:rPr lang="ja-JP" altLang="en-US">
                <a:solidFill>
                  <a:srgbClr val="000000"/>
                </a:solidFill>
              </a:rPr>
              <a:t>月までに</a:t>
            </a:r>
            <a:r>
              <a:rPr lang="en-US" altLang="ja-JP">
                <a:solidFill>
                  <a:srgbClr val="000000"/>
                </a:solidFill>
              </a:rPr>
              <a:t>Azure</a:t>
            </a:r>
            <a:r>
              <a:rPr lang="ja-JP" altLang="en-US">
                <a:solidFill>
                  <a:srgbClr val="000000"/>
                </a:solidFill>
              </a:rPr>
              <a:t>環境の縮小共通基盤へ移行が必要となっている。</a:t>
            </a:r>
            <a:br>
              <a:rPr lang="ja-JP" altLang="en-US">
                <a:solidFill>
                  <a:srgbClr val="000000"/>
                </a:solidFill>
              </a:rPr>
            </a:br>
            <a:r>
              <a:rPr lang="ja-JP" altLang="en-US">
                <a:solidFill>
                  <a:srgbClr val="000000"/>
                </a:solidFill>
              </a:rPr>
              <a:t>そのため、事務管理システムを縮小共通基盤へ移行し、今後も継続してシステムの利用が行えるように　</a:t>
            </a:r>
            <a:br>
              <a:rPr lang="ja-JP" altLang="en-US">
                <a:solidFill>
                  <a:srgbClr val="000000"/>
                </a:solidFill>
              </a:rPr>
            </a:br>
            <a:r>
              <a:rPr lang="ja-JP" altLang="en-US">
                <a:solidFill>
                  <a:srgbClr val="000000"/>
                </a:solidFill>
              </a:rPr>
              <a:t>する。</a:t>
            </a:r>
          </a:p>
        </p:txBody>
      </p:sp>
      <p:sp>
        <p:nvSpPr>
          <p:cNvPr id="4" name="スライド番号プレースホルダー 3">
            <a:extLst>
              <a:ext uri="{FF2B5EF4-FFF2-40B4-BE49-F238E27FC236}">
                <a16:creationId xmlns:a16="http://schemas.microsoft.com/office/drawing/2014/main" id="{E36D5197-48BF-11EF-104F-EA9B08961885}"/>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1</a:t>
            </a:fld>
            <a:endParaRPr kumimoji="1" lang="ja-JP" altLang="en-US" sz="700"/>
          </a:p>
        </p:txBody>
      </p:sp>
    </p:spTree>
    <p:extLst>
      <p:ext uri="{BB962C8B-B14F-4D97-AF65-F5344CB8AC3E}">
        <p14:creationId xmlns:p14="http://schemas.microsoft.com/office/powerpoint/2010/main" val="3660799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D6A186-9556-4341-96B1-91CEC5E6864B}"/>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２</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お見積り範囲</a:t>
            </a:r>
            <a:endParaRPr kumimoji="1" lang="ja-JP" altLang="en-US">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79A58F11-0F81-48E9-8E39-1CF0F86551E3}"/>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5" name="テキスト プレースホルダー 4">
            <a:extLst>
              <a:ext uri="{FF2B5EF4-FFF2-40B4-BE49-F238E27FC236}">
                <a16:creationId xmlns:a16="http://schemas.microsoft.com/office/drawing/2014/main" id="{DDA0903F-BB0E-DF11-6A92-90C8A835A221}"/>
              </a:ext>
            </a:extLst>
          </p:cNvPr>
          <p:cNvSpPr txBox="1">
            <a:spLocks/>
          </p:cNvSpPr>
          <p:nvPr/>
        </p:nvSpPr>
        <p:spPr>
          <a:xfrm>
            <a:off x="606000" y="936000"/>
            <a:ext cx="10980000" cy="5056586"/>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solidFill>
                  <a:srgbClr val="000000"/>
                </a:solidFill>
              </a:rPr>
              <a:t>① 縮小版共通基盤へのシステム資産移行</a:t>
            </a:r>
            <a:br>
              <a:rPr lang="en-US" altLang="ja-JP">
                <a:solidFill>
                  <a:srgbClr val="000000"/>
                </a:solidFill>
                <a:latin typeface="游ゴシック" panose="020B0400000000000000" pitchFamily="50" charset="-128"/>
                <a:ea typeface="游ゴシック" panose="020B0400000000000000" pitchFamily="50" charset="-128"/>
              </a:rPr>
            </a:br>
            <a:r>
              <a:rPr lang="en-US" altLang="ja-JP">
                <a:solidFill>
                  <a:srgbClr val="000000"/>
                </a:solidFill>
                <a:latin typeface="游ゴシック" panose="020B0400000000000000" pitchFamily="50" charset="-128"/>
                <a:ea typeface="游ゴシック" panose="020B0400000000000000" pitchFamily="50" charset="-128"/>
              </a:rPr>
              <a:t>     </a:t>
            </a:r>
            <a:r>
              <a:rPr lang="ja-JP" altLang="en-US" b="1">
                <a:solidFill>
                  <a:srgbClr val="000000"/>
                </a:solidFill>
              </a:rPr>
              <a:t>・縮小版共通基盤への事務管理システム資産移行及びアプリケーション構築、動作検証の実施</a:t>
            </a:r>
            <a:endParaRPr lang="en-US" altLang="ja-JP" b="1">
              <a:solidFill>
                <a:srgbClr val="000000"/>
              </a:solidFill>
              <a:latin typeface="游ゴシック" panose="020B0400000000000000" pitchFamily="50" charset="-128"/>
              <a:ea typeface="游ゴシック" panose="020B0400000000000000" pitchFamily="50" charset="-128"/>
            </a:endParaRPr>
          </a:p>
          <a:p>
            <a:endParaRPr lang="en-US" altLang="ja-JP">
              <a:solidFill>
                <a:srgbClr val="000000"/>
              </a:solidFill>
              <a:latin typeface="游ゴシック" panose="020B0400000000000000" pitchFamily="50" charset="-128"/>
              <a:ea typeface="游ゴシック" panose="020B0400000000000000" pitchFamily="50" charset="-128"/>
            </a:endParaRPr>
          </a:p>
          <a:p>
            <a:r>
              <a:rPr lang="ja-JP" altLang="en-US">
                <a:solidFill>
                  <a:srgbClr val="000000"/>
                </a:solidFill>
                <a:latin typeface="游ゴシック"/>
                <a:ea typeface="游ゴシック"/>
              </a:rPr>
              <a:t>② その他共通基盤の環境移行に際する支援</a:t>
            </a:r>
            <a:endParaRPr lang="ja-JP" altLang="en-US" b="1">
              <a:solidFill>
                <a:srgbClr val="323232"/>
              </a:solidFill>
              <a:latin typeface="游ゴシック"/>
              <a:ea typeface="游ゴシック"/>
            </a:endParaRPr>
          </a:p>
          <a:p>
            <a:r>
              <a:rPr lang="en-US" altLang="ja-JP">
                <a:solidFill>
                  <a:srgbClr val="000000"/>
                </a:solidFill>
                <a:latin typeface="游ゴシック"/>
                <a:ea typeface="游ゴシック"/>
              </a:rPr>
              <a:t>      </a:t>
            </a:r>
            <a:r>
              <a:rPr lang="ja-JP" altLang="en-US" b="1">
                <a:solidFill>
                  <a:srgbClr val="000000"/>
                </a:solidFill>
                <a:latin typeface="游ゴシック"/>
                <a:ea typeface="游ゴシック"/>
              </a:rPr>
              <a:t>・環境移行する基盤（</a:t>
            </a:r>
            <a:r>
              <a:rPr lang="en-US" altLang="ja-JP" b="1">
                <a:solidFill>
                  <a:srgbClr val="000000"/>
                </a:solidFill>
                <a:latin typeface="游ゴシック"/>
                <a:ea typeface="游ゴシック"/>
              </a:rPr>
              <a:t>EDI</a:t>
            </a:r>
            <a:r>
              <a:rPr lang="ja-JP" altLang="en-US" b="1">
                <a:solidFill>
                  <a:srgbClr val="000000"/>
                </a:solidFill>
                <a:latin typeface="游ゴシック"/>
                <a:ea typeface="游ゴシック"/>
              </a:rPr>
              <a:t>基盤、連携基盤</a:t>
            </a:r>
            <a:r>
              <a:rPr lang="en-US" altLang="ja-JP" b="1">
                <a:solidFill>
                  <a:srgbClr val="000000"/>
                </a:solidFill>
                <a:latin typeface="游ゴシック"/>
                <a:ea typeface="游ゴシック"/>
              </a:rPr>
              <a:t>S/L</a:t>
            </a:r>
            <a:r>
              <a:rPr lang="ja-JP" altLang="en-US" b="1">
                <a:solidFill>
                  <a:srgbClr val="000000"/>
                </a:solidFill>
                <a:latin typeface="游ゴシック"/>
                <a:ea typeface="游ゴシック"/>
              </a:rPr>
              <a:t>）において、</a:t>
            </a:r>
            <a:br>
              <a:rPr lang="en-US" altLang="ja-JP" b="1">
                <a:solidFill>
                  <a:srgbClr val="000000"/>
                </a:solidFill>
              </a:rPr>
            </a:br>
            <a:r>
              <a:rPr lang="en-US" altLang="ja-JP" b="1">
                <a:solidFill>
                  <a:srgbClr val="000000"/>
                </a:solidFill>
                <a:latin typeface="游ゴシック"/>
                <a:ea typeface="游ゴシック"/>
              </a:rPr>
              <a:t>         </a:t>
            </a:r>
            <a:r>
              <a:rPr lang="ja-JP" altLang="en-US" b="1">
                <a:solidFill>
                  <a:srgbClr val="000000"/>
                </a:solidFill>
                <a:latin typeface="游ゴシック"/>
                <a:ea typeface="游ゴシック"/>
              </a:rPr>
              <a:t>事務管理システムで接続先変更や動作確認等の実施</a:t>
            </a:r>
            <a:endParaRPr lang="ja-JP" altLang="en-US" b="1">
              <a:latin typeface="游ゴシック"/>
              <a:ea typeface="游ゴシック"/>
            </a:endParaRPr>
          </a:p>
        </p:txBody>
      </p:sp>
      <p:sp>
        <p:nvSpPr>
          <p:cNvPr id="4" name="スライド番号プレースホルダー 3">
            <a:extLst>
              <a:ext uri="{FF2B5EF4-FFF2-40B4-BE49-F238E27FC236}">
                <a16:creationId xmlns:a16="http://schemas.microsoft.com/office/drawing/2014/main" id="{E36D5197-48BF-11EF-104F-EA9B08961885}"/>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2</a:t>
            </a:fld>
            <a:endParaRPr kumimoji="1" lang="ja-JP" altLang="en-US" sz="700"/>
          </a:p>
        </p:txBody>
      </p:sp>
    </p:spTree>
    <p:extLst>
      <p:ext uri="{BB962C8B-B14F-4D97-AF65-F5344CB8AC3E}">
        <p14:creationId xmlns:p14="http://schemas.microsoft.com/office/powerpoint/2010/main" val="4952715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57D0C-9DB0-EA29-5684-E9F5A78C2A05}"/>
            </a:ext>
          </a:extLst>
        </p:cNvPr>
        <p:cNvGrpSpPr/>
        <p:nvPr/>
      </p:nvGrpSpPr>
      <p:grpSpPr>
        <a:xfrm>
          <a:off x="0" y="0"/>
          <a:ext cx="0" cy="0"/>
          <a:chOff x="0" y="0"/>
          <a:chExt cx="0" cy="0"/>
        </a:xfrm>
      </p:grpSpPr>
      <p:sp>
        <p:nvSpPr>
          <p:cNvPr id="78" name="正方形/長方形 77">
            <a:extLst>
              <a:ext uri="{FF2B5EF4-FFF2-40B4-BE49-F238E27FC236}">
                <a16:creationId xmlns:a16="http://schemas.microsoft.com/office/drawing/2014/main" id="{EEACD9F8-4403-3BEF-6954-42C71EBC338A}"/>
              </a:ext>
            </a:extLst>
          </p:cNvPr>
          <p:cNvSpPr/>
          <p:nvPr/>
        </p:nvSpPr>
        <p:spPr>
          <a:xfrm>
            <a:off x="7113786" y="2629584"/>
            <a:ext cx="4456614" cy="3812387"/>
          </a:xfrm>
          <a:prstGeom prst="rect">
            <a:avLst/>
          </a:prstGeom>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ltLang="ja-JP" sz="1600" b="1">
              <a:solidFill>
                <a:schemeClr val="tx1"/>
              </a:solidFill>
            </a:endParaRPr>
          </a:p>
          <a:p>
            <a:pPr algn="ctr"/>
            <a:endParaRPr lang="ja-JP" altLang="en-US" sz="1600" b="1">
              <a:solidFill>
                <a:schemeClr val="tx1"/>
              </a:solidFill>
            </a:endParaRPr>
          </a:p>
        </p:txBody>
      </p:sp>
      <p:sp>
        <p:nvSpPr>
          <p:cNvPr id="48" name="正方形/長方形 47">
            <a:extLst>
              <a:ext uri="{FF2B5EF4-FFF2-40B4-BE49-F238E27FC236}">
                <a16:creationId xmlns:a16="http://schemas.microsoft.com/office/drawing/2014/main" id="{65EEC4D3-5ABA-8139-B7F4-9DB68620C1A2}"/>
              </a:ext>
            </a:extLst>
          </p:cNvPr>
          <p:cNvSpPr/>
          <p:nvPr/>
        </p:nvSpPr>
        <p:spPr>
          <a:xfrm>
            <a:off x="10128582" y="4368878"/>
            <a:ext cx="1444953" cy="961844"/>
          </a:xfrm>
          <a:prstGeom prst="rect">
            <a:avLst/>
          </a:prstGeom>
          <a:solidFill>
            <a:schemeClr val="bg2"/>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社外？</a:t>
            </a:r>
          </a:p>
        </p:txBody>
      </p:sp>
      <p:sp>
        <p:nvSpPr>
          <p:cNvPr id="73" name="正方形/長方形 72">
            <a:extLst>
              <a:ext uri="{FF2B5EF4-FFF2-40B4-BE49-F238E27FC236}">
                <a16:creationId xmlns:a16="http://schemas.microsoft.com/office/drawing/2014/main" id="{5B82FC32-D68A-3236-D268-A85D755F64B7}"/>
              </a:ext>
            </a:extLst>
          </p:cNvPr>
          <p:cNvSpPr/>
          <p:nvPr/>
        </p:nvSpPr>
        <p:spPr>
          <a:xfrm>
            <a:off x="576000" y="766598"/>
            <a:ext cx="6539754" cy="5675373"/>
          </a:xfrm>
          <a:prstGeom prst="rect">
            <a:avLst/>
          </a:prstGeom>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館林</a:t>
            </a:r>
            <a:r>
              <a:rPr lang="en-US" altLang="ja-JP" sz="1600" b="1">
                <a:solidFill>
                  <a:schemeClr val="tx1"/>
                </a:solidFill>
              </a:rPr>
              <a:t>DC</a:t>
            </a:r>
            <a:endParaRPr lang="ja-JP" altLang="en-US" sz="1600" b="1">
              <a:solidFill>
                <a:schemeClr val="tx1"/>
              </a:solidFill>
            </a:endParaRPr>
          </a:p>
        </p:txBody>
      </p:sp>
      <p:sp>
        <p:nvSpPr>
          <p:cNvPr id="147" name="正方形/長方形 146">
            <a:extLst>
              <a:ext uri="{FF2B5EF4-FFF2-40B4-BE49-F238E27FC236}">
                <a16:creationId xmlns:a16="http://schemas.microsoft.com/office/drawing/2014/main" id="{DEDC5834-EAA7-1292-764C-A47320550921}"/>
              </a:ext>
            </a:extLst>
          </p:cNvPr>
          <p:cNvSpPr/>
          <p:nvPr/>
        </p:nvSpPr>
        <p:spPr>
          <a:xfrm>
            <a:off x="7124016" y="5315605"/>
            <a:ext cx="4456614" cy="1126366"/>
          </a:xfrm>
          <a:prstGeom prst="rect">
            <a:avLst/>
          </a:prstGeom>
          <a:solidFill>
            <a:schemeClr val="accent3">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各所</a:t>
            </a:r>
          </a:p>
        </p:txBody>
      </p:sp>
      <p:sp>
        <p:nvSpPr>
          <p:cNvPr id="116" name="正方形/長方形 115">
            <a:extLst>
              <a:ext uri="{FF2B5EF4-FFF2-40B4-BE49-F238E27FC236}">
                <a16:creationId xmlns:a16="http://schemas.microsoft.com/office/drawing/2014/main" id="{F1911D82-63D1-5B94-4A16-4786F4B50369}"/>
              </a:ext>
            </a:extLst>
          </p:cNvPr>
          <p:cNvSpPr/>
          <p:nvPr/>
        </p:nvSpPr>
        <p:spPr>
          <a:xfrm>
            <a:off x="7277213" y="4427754"/>
            <a:ext cx="2605118" cy="8677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連携基盤</a:t>
            </a:r>
          </a:p>
        </p:txBody>
      </p:sp>
      <p:sp>
        <p:nvSpPr>
          <p:cNvPr id="64" name="正方形/長方形 63">
            <a:extLst>
              <a:ext uri="{FF2B5EF4-FFF2-40B4-BE49-F238E27FC236}">
                <a16:creationId xmlns:a16="http://schemas.microsoft.com/office/drawing/2014/main" id="{4740E88C-9DC4-7367-DF6A-773C5BD21DB0}"/>
              </a:ext>
            </a:extLst>
          </p:cNvPr>
          <p:cNvSpPr/>
          <p:nvPr/>
        </p:nvSpPr>
        <p:spPr>
          <a:xfrm>
            <a:off x="4167494" y="5567327"/>
            <a:ext cx="2846636" cy="7128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バッチ実行サーバ</a:t>
            </a:r>
          </a:p>
        </p:txBody>
      </p:sp>
      <p:sp>
        <p:nvSpPr>
          <p:cNvPr id="105" name="正方形/長方形 104">
            <a:extLst>
              <a:ext uri="{FF2B5EF4-FFF2-40B4-BE49-F238E27FC236}">
                <a16:creationId xmlns:a16="http://schemas.microsoft.com/office/drawing/2014/main" id="{3231D27E-A026-1FD5-94FB-5CEE341E235E}"/>
              </a:ext>
            </a:extLst>
          </p:cNvPr>
          <p:cNvSpPr/>
          <p:nvPr/>
        </p:nvSpPr>
        <p:spPr>
          <a:xfrm>
            <a:off x="4291841" y="5840119"/>
            <a:ext cx="2442882" cy="3496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63" name="正方形/長方形 62">
            <a:extLst>
              <a:ext uri="{FF2B5EF4-FFF2-40B4-BE49-F238E27FC236}">
                <a16:creationId xmlns:a16="http://schemas.microsoft.com/office/drawing/2014/main" id="{196F2F00-841B-34AA-13CF-B6E3B9CC26D9}"/>
              </a:ext>
            </a:extLst>
          </p:cNvPr>
          <p:cNvSpPr/>
          <p:nvPr/>
        </p:nvSpPr>
        <p:spPr>
          <a:xfrm>
            <a:off x="4157372" y="2820387"/>
            <a:ext cx="2846636" cy="2636911"/>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バッチスケジュールサーバ</a:t>
            </a:r>
          </a:p>
        </p:txBody>
      </p:sp>
      <p:sp>
        <p:nvSpPr>
          <p:cNvPr id="104" name="正方形/長方形 103">
            <a:extLst>
              <a:ext uri="{FF2B5EF4-FFF2-40B4-BE49-F238E27FC236}">
                <a16:creationId xmlns:a16="http://schemas.microsoft.com/office/drawing/2014/main" id="{261BFEC0-D8E2-B065-7AAB-65CD21F8A642}"/>
              </a:ext>
            </a:extLst>
          </p:cNvPr>
          <p:cNvSpPr/>
          <p:nvPr/>
        </p:nvSpPr>
        <p:spPr>
          <a:xfrm>
            <a:off x="4300932" y="3142763"/>
            <a:ext cx="2442882" cy="22114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3" name="正方形/長方形 2">
            <a:extLst>
              <a:ext uri="{FF2B5EF4-FFF2-40B4-BE49-F238E27FC236}">
                <a16:creationId xmlns:a16="http://schemas.microsoft.com/office/drawing/2014/main" id="{00000000-0008-0000-0400-000040000000}"/>
              </a:ext>
            </a:extLst>
          </p:cNvPr>
          <p:cNvSpPr/>
          <p:nvPr/>
        </p:nvSpPr>
        <p:spPr>
          <a:xfrm>
            <a:off x="734671" y="1132151"/>
            <a:ext cx="2144795" cy="5206132"/>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共通</a:t>
            </a:r>
            <a:r>
              <a:rPr lang="en-US" altLang="ja-JP" sz="1600" b="1">
                <a:solidFill>
                  <a:schemeClr val="tx1"/>
                </a:solidFill>
              </a:rPr>
              <a:t>Oracle</a:t>
            </a:r>
            <a:endParaRPr lang="ja-JP" altLang="en-US" sz="1600" b="1">
              <a:solidFill>
                <a:schemeClr val="tx1"/>
              </a:solidFill>
            </a:endParaRPr>
          </a:p>
        </p:txBody>
      </p:sp>
      <p:sp>
        <p:nvSpPr>
          <p:cNvPr id="98" name="正方形/長方形 97">
            <a:extLst>
              <a:ext uri="{FF2B5EF4-FFF2-40B4-BE49-F238E27FC236}">
                <a16:creationId xmlns:a16="http://schemas.microsoft.com/office/drawing/2014/main" id="{C4942FBE-2E11-EB51-381B-B921D13CB357}"/>
              </a:ext>
            </a:extLst>
          </p:cNvPr>
          <p:cNvSpPr/>
          <p:nvPr/>
        </p:nvSpPr>
        <p:spPr>
          <a:xfrm>
            <a:off x="828427" y="3052744"/>
            <a:ext cx="1866687" cy="313933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76" name="正方形/長方形 75">
            <a:extLst>
              <a:ext uri="{FF2B5EF4-FFF2-40B4-BE49-F238E27FC236}">
                <a16:creationId xmlns:a16="http://schemas.microsoft.com/office/drawing/2014/main" id="{4A49F36D-44D1-3E34-746D-367EE96A992C}"/>
              </a:ext>
            </a:extLst>
          </p:cNvPr>
          <p:cNvSpPr/>
          <p:nvPr/>
        </p:nvSpPr>
        <p:spPr>
          <a:xfrm>
            <a:off x="7109614" y="766597"/>
            <a:ext cx="4456614" cy="1868827"/>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600" b="1">
                <a:solidFill>
                  <a:schemeClr val="tx1"/>
                </a:solidFill>
              </a:rPr>
              <a:t>Azure</a:t>
            </a:r>
            <a:endParaRPr lang="ja-JP" altLang="en-US" sz="1600" b="1">
              <a:solidFill>
                <a:schemeClr val="tx1"/>
              </a:solidFill>
            </a:endParaRPr>
          </a:p>
        </p:txBody>
      </p:sp>
      <p:sp>
        <p:nvSpPr>
          <p:cNvPr id="57" name="正方形/長方形 56">
            <a:extLst>
              <a:ext uri="{FF2B5EF4-FFF2-40B4-BE49-F238E27FC236}">
                <a16:creationId xmlns:a16="http://schemas.microsoft.com/office/drawing/2014/main" id="{C42A30AC-F464-3465-7EEC-3BE990ED9A1A}"/>
              </a:ext>
            </a:extLst>
          </p:cNvPr>
          <p:cNvSpPr/>
          <p:nvPr/>
        </p:nvSpPr>
        <p:spPr>
          <a:xfrm>
            <a:off x="4206730" y="1132151"/>
            <a:ext cx="2723031" cy="1605843"/>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共通</a:t>
            </a:r>
            <a:r>
              <a:rPr lang="en-US" altLang="ja-JP" sz="1600" b="1">
                <a:solidFill>
                  <a:schemeClr val="tx1"/>
                </a:solidFill>
              </a:rPr>
              <a:t>AP</a:t>
            </a:r>
            <a:r>
              <a:rPr lang="ja-JP" altLang="en-US" sz="1600" b="1">
                <a:solidFill>
                  <a:schemeClr val="tx1"/>
                </a:solidFill>
              </a:rPr>
              <a:t>サーバ</a:t>
            </a:r>
          </a:p>
        </p:txBody>
      </p:sp>
      <p:sp>
        <p:nvSpPr>
          <p:cNvPr id="2" name="タイトル 1">
            <a:extLst>
              <a:ext uri="{FF2B5EF4-FFF2-40B4-BE49-F238E27FC236}">
                <a16:creationId xmlns:a16="http://schemas.microsoft.com/office/drawing/2014/main" id="{FB09025F-D1C4-75D4-7A31-B8E8F5692DF9}"/>
              </a:ext>
            </a:extLst>
          </p:cNvPr>
          <p:cNvSpPr>
            <a:spLocks noGrp="1"/>
          </p:cNvSpPr>
          <p:nvPr>
            <p:ph type="title"/>
          </p:nvPr>
        </p:nvSpPr>
        <p:spPr/>
        <p:txBody>
          <a:bodyPr/>
          <a:lstStyle/>
          <a:p>
            <a:r>
              <a:rPr lang="en-US" altLang="ja-JP">
                <a:latin typeface="游明朝"/>
                <a:ea typeface="游明朝"/>
              </a:rPr>
              <a:t>3. </a:t>
            </a:r>
            <a:r>
              <a:rPr lang="ja-JP" altLang="en-US">
                <a:latin typeface="游明朝"/>
                <a:ea typeface="游明朝"/>
              </a:rPr>
              <a:t>システム構成（</a:t>
            </a:r>
            <a:r>
              <a:rPr lang="en-US" altLang="ja-JP" err="1">
                <a:latin typeface="游明朝"/>
                <a:ea typeface="游明朝"/>
              </a:rPr>
              <a:t>AsIs</a:t>
            </a:r>
            <a:r>
              <a:rPr lang="ja-JP" altLang="en-US">
                <a:latin typeface="游明朝"/>
                <a:ea typeface="游明朝"/>
              </a:rPr>
              <a:t>）</a:t>
            </a:r>
            <a:endParaRPr kumimoji="1" lang="ja-JP" altLang="en-US">
              <a:latin typeface="游明朝"/>
              <a:ea typeface="游明朝"/>
            </a:endParaRPr>
          </a:p>
        </p:txBody>
      </p:sp>
      <p:sp>
        <p:nvSpPr>
          <p:cNvPr id="6" name="フローチャート : 磁気ディスク 66">
            <a:extLst>
              <a:ext uri="{FF2B5EF4-FFF2-40B4-BE49-F238E27FC236}">
                <a16:creationId xmlns:a16="http://schemas.microsoft.com/office/drawing/2014/main" id="{00000000-0008-0000-0400-000043000000}"/>
              </a:ext>
            </a:extLst>
          </p:cNvPr>
          <p:cNvSpPr/>
          <p:nvPr/>
        </p:nvSpPr>
        <p:spPr>
          <a:xfrm>
            <a:off x="1198294" y="2036302"/>
            <a:ext cx="952501" cy="907679"/>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a:solidFill>
                  <a:sysClr val="windowText" lastClr="000000"/>
                </a:solidFill>
              </a:rPr>
              <a:t>ロール</a:t>
            </a:r>
            <a:endParaRPr kumimoji="1" lang="en-US" altLang="ja-JP" sz="800">
              <a:solidFill>
                <a:sysClr val="windowText" lastClr="000000"/>
              </a:solidFill>
            </a:endParaRPr>
          </a:p>
          <a:p>
            <a:pPr algn="ctr"/>
            <a:r>
              <a:rPr kumimoji="1" lang="ja-JP" altLang="en-US" sz="800">
                <a:solidFill>
                  <a:sysClr val="windowText" lastClr="000000"/>
                </a:solidFill>
              </a:rPr>
              <a:t>ユーザー情報</a:t>
            </a:r>
          </a:p>
        </p:txBody>
      </p:sp>
      <p:sp>
        <p:nvSpPr>
          <p:cNvPr id="9" name="正方形/長方形 8">
            <a:extLst>
              <a:ext uri="{FF2B5EF4-FFF2-40B4-BE49-F238E27FC236}">
                <a16:creationId xmlns:a16="http://schemas.microsoft.com/office/drawing/2014/main" id="{00000000-0008-0000-0400-000042000000}"/>
              </a:ext>
            </a:extLst>
          </p:cNvPr>
          <p:cNvSpPr/>
          <p:nvPr/>
        </p:nvSpPr>
        <p:spPr>
          <a:xfrm>
            <a:off x="4319866" y="1503775"/>
            <a:ext cx="2442882" cy="99630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10" name="Rectangle 92">
            <a:extLst>
              <a:ext uri="{FF2B5EF4-FFF2-40B4-BE49-F238E27FC236}">
                <a16:creationId xmlns:a16="http://schemas.microsoft.com/office/drawing/2014/main" id="{00000000-0008-0000-0400-000045000000}"/>
              </a:ext>
            </a:extLst>
          </p:cNvPr>
          <p:cNvSpPr>
            <a:spLocks noChangeArrowheads="1"/>
          </p:cNvSpPr>
          <p:nvPr/>
        </p:nvSpPr>
        <p:spPr bwMode="auto">
          <a:xfrm>
            <a:off x="4555189" y="1728871"/>
            <a:ext cx="2039471" cy="476758"/>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b="1"/>
              <a:t>事務管理</a:t>
            </a:r>
            <a:r>
              <a:rPr lang="ja-JP" altLang="en-US" sz="1100" b="1">
                <a:effectLst/>
                <a:latin typeface="+mn-lt"/>
                <a:ea typeface="+mn-ea"/>
                <a:cs typeface="+mn-cs"/>
              </a:rPr>
              <a:t>システム</a:t>
            </a:r>
            <a:endParaRPr lang="ja-JP" altLang="ja-JP" sz="1000">
              <a:effectLst/>
            </a:endParaRPr>
          </a:p>
        </p:txBody>
      </p:sp>
      <p:sp>
        <p:nvSpPr>
          <p:cNvPr id="12" name="テキスト ボックス 82">
            <a:extLst>
              <a:ext uri="{FF2B5EF4-FFF2-40B4-BE49-F238E27FC236}">
                <a16:creationId xmlns:a16="http://schemas.microsoft.com/office/drawing/2014/main" id="{00000000-0008-0000-0400-000053000000}"/>
              </a:ext>
            </a:extLst>
          </p:cNvPr>
          <p:cNvSpPr txBox="1"/>
          <p:nvPr/>
        </p:nvSpPr>
        <p:spPr>
          <a:xfrm>
            <a:off x="844436" y="1567491"/>
            <a:ext cx="1591227" cy="2465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（認証基盤スキーマ）</a:t>
            </a:r>
            <a:endParaRPr kumimoji="1" lang="en-US" altLang="ja-JP" sz="900"/>
          </a:p>
        </p:txBody>
      </p:sp>
      <p:sp>
        <p:nvSpPr>
          <p:cNvPr id="18" name="テキスト ボックス 167">
            <a:extLst>
              <a:ext uri="{FF2B5EF4-FFF2-40B4-BE49-F238E27FC236}">
                <a16:creationId xmlns:a16="http://schemas.microsoft.com/office/drawing/2014/main" id="{00000000-0008-0000-0400-0000A8000000}"/>
              </a:ext>
            </a:extLst>
          </p:cNvPr>
          <p:cNvSpPr txBox="1"/>
          <p:nvPr/>
        </p:nvSpPr>
        <p:spPr>
          <a:xfrm>
            <a:off x="4571993" y="3226517"/>
            <a:ext cx="1815353" cy="301831"/>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ドメイン停止・起動</a:t>
            </a:r>
            <a:endParaRPr kumimoji="1" lang="en-US" altLang="ja-JP" sz="900"/>
          </a:p>
        </p:txBody>
      </p:sp>
      <p:sp>
        <p:nvSpPr>
          <p:cNvPr id="19" name="テキスト ボックス 201">
            <a:extLst>
              <a:ext uri="{FF2B5EF4-FFF2-40B4-BE49-F238E27FC236}">
                <a16:creationId xmlns:a16="http://schemas.microsoft.com/office/drawing/2014/main" id="{00000000-0008-0000-0400-0000CA000000}"/>
              </a:ext>
            </a:extLst>
          </p:cNvPr>
          <p:cNvSpPr txBox="1"/>
          <p:nvPr/>
        </p:nvSpPr>
        <p:spPr>
          <a:xfrm>
            <a:off x="667426" y="3098317"/>
            <a:ext cx="1960443" cy="4370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（事務管理システムスキーマ）</a:t>
            </a:r>
            <a:endParaRPr kumimoji="1" lang="en-US" altLang="ja-JP" sz="900"/>
          </a:p>
        </p:txBody>
      </p:sp>
      <p:cxnSp>
        <p:nvCxnSpPr>
          <p:cNvPr id="22" name="カギ線コネクタ 219">
            <a:extLst>
              <a:ext uri="{FF2B5EF4-FFF2-40B4-BE49-F238E27FC236}">
                <a16:creationId xmlns:a16="http://schemas.microsoft.com/office/drawing/2014/main" id="{00000000-0008-0000-0400-0000DC000000}"/>
              </a:ext>
            </a:extLst>
          </p:cNvPr>
          <p:cNvCxnSpPr>
            <a:cxnSpLocks/>
            <a:stCxn id="92" idx="2"/>
            <a:endCxn id="9" idx="1"/>
          </p:cNvCxnSpPr>
          <p:nvPr/>
        </p:nvCxnSpPr>
        <p:spPr>
          <a:xfrm rot="16200000" flipH="1">
            <a:off x="3881166" y="1563227"/>
            <a:ext cx="208435" cy="668966"/>
          </a:xfrm>
          <a:prstGeom prst="bentConnector2">
            <a:avLst/>
          </a:prstGeom>
          <a:ln w="12700">
            <a:headEnd type="arrow"/>
            <a:tailEnd type="arrow"/>
          </a:ln>
        </p:spPr>
        <p:style>
          <a:lnRef idx="1">
            <a:schemeClr val="dk1"/>
          </a:lnRef>
          <a:fillRef idx="0">
            <a:schemeClr val="dk1"/>
          </a:fillRef>
          <a:effectRef idx="0">
            <a:schemeClr val="dk1"/>
          </a:effectRef>
          <a:fontRef idx="minor">
            <a:schemeClr val="tx1"/>
          </a:fontRef>
        </p:style>
      </p:cxnSp>
      <p:cxnSp>
        <p:nvCxnSpPr>
          <p:cNvPr id="23" name="カギ線コネクタ 226">
            <a:extLst>
              <a:ext uri="{FF2B5EF4-FFF2-40B4-BE49-F238E27FC236}">
                <a16:creationId xmlns:a16="http://schemas.microsoft.com/office/drawing/2014/main" id="{00000000-0008-0000-0400-0000E3000000}"/>
              </a:ext>
            </a:extLst>
          </p:cNvPr>
          <p:cNvCxnSpPr>
            <a:cxnSpLocks/>
            <a:stCxn id="6" idx="4"/>
            <a:endCxn id="92" idx="1"/>
          </p:cNvCxnSpPr>
          <p:nvPr/>
        </p:nvCxnSpPr>
        <p:spPr>
          <a:xfrm flipV="1">
            <a:off x="2150795" y="1530513"/>
            <a:ext cx="985553" cy="959629"/>
          </a:xfrm>
          <a:prstGeom prst="bentConnector3">
            <a:avLst>
              <a:gd name="adj1" fmla="val 50000"/>
            </a:avLst>
          </a:prstGeom>
          <a:ln w="12700">
            <a:headEnd type="arrow"/>
            <a:tailEnd type="arrow"/>
          </a:ln>
        </p:spPr>
        <p:style>
          <a:lnRef idx="1">
            <a:schemeClr val="dk1"/>
          </a:lnRef>
          <a:fillRef idx="0">
            <a:schemeClr val="dk1"/>
          </a:fillRef>
          <a:effectRef idx="0">
            <a:schemeClr val="dk1"/>
          </a:effectRef>
          <a:fontRef idx="minor">
            <a:schemeClr val="tx1"/>
          </a:fontRef>
        </p:style>
      </p:cxnSp>
      <p:sp>
        <p:nvSpPr>
          <p:cNvPr id="24" name="テキスト ボックス 114">
            <a:extLst>
              <a:ext uri="{FF2B5EF4-FFF2-40B4-BE49-F238E27FC236}">
                <a16:creationId xmlns:a16="http://schemas.microsoft.com/office/drawing/2014/main" id="{00000000-0008-0000-0400-000073000000}"/>
              </a:ext>
            </a:extLst>
          </p:cNvPr>
          <p:cNvSpPr txBox="1"/>
          <p:nvPr/>
        </p:nvSpPr>
        <p:spPr>
          <a:xfrm>
            <a:off x="4601806" y="4499799"/>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出クレ送信</a:t>
            </a:r>
            <a:endParaRPr kumimoji="1" lang="en-US" altLang="ja-JP" sz="900"/>
          </a:p>
        </p:txBody>
      </p:sp>
      <p:sp>
        <p:nvSpPr>
          <p:cNvPr id="25" name="テキスト ボックス 115">
            <a:extLst>
              <a:ext uri="{FF2B5EF4-FFF2-40B4-BE49-F238E27FC236}">
                <a16:creationId xmlns:a16="http://schemas.microsoft.com/office/drawing/2014/main" id="{00000000-0008-0000-0400-000074000000}"/>
              </a:ext>
            </a:extLst>
          </p:cNvPr>
          <p:cNvSpPr txBox="1"/>
          <p:nvPr/>
        </p:nvSpPr>
        <p:spPr>
          <a:xfrm>
            <a:off x="4605606" y="4282113"/>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全所メール送信</a:t>
            </a:r>
            <a:endParaRPr kumimoji="1" lang="en-US" altLang="ja-JP" sz="900"/>
          </a:p>
        </p:txBody>
      </p:sp>
      <p:sp>
        <p:nvSpPr>
          <p:cNvPr id="26" name="テキスト ボックス 116">
            <a:extLst>
              <a:ext uri="{FF2B5EF4-FFF2-40B4-BE49-F238E27FC236}">
                <a16:creationId xmlns:a16="http://schemas.microsoft.com/office/drawing/2014/main" id="{00000000-0008-0000-0400-000075000000}"/>
              </a:ext>
            </a:extLst>
          </p:cNvPr>
          <p:cNvSpPr txBox="1"/>
          <p:nvPr/>
        </p:nvSpPr>
        <p:spPr>
          <a:xfrm>
            <a:off x="4605611" y="4735117"/>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en-US" altLang="ja-JP" sz="900"/>
              <a:t>POS</a:t>
            </a:r>
            <a:r>
              <a:rPr kumimoji="1" lang="ja-JP" altLang="en-US" sz="900"/>
              <a:t>集信</a:t>
            </a:r>
            <a:endParaRPr kumimoji="1" lang="en-US" altLang="ja-JP" sz="900"/>
          </a:p>
        </p:txBody>
      </p:sp>
      <p:cxnSp>
        <p:nvCxnSpPr>
          <p:cNvPr id="34" name="カギ線コネクタ 91">
            <a:extLst>
              <a:ext uri="{FF2B5EF4-FFF2-40B4-BE49-F238E27FC236}">
                <a16:creationId xmlns:a16="http://schemas.microsoft.com/office/drawing/2014/main" id="{00000000-0008-0000-0400-00005C000000}"/>
              </a:ext>
            </a:extLst>
          </p:cNvPr>
          <p:cNvCxnSpPr>
            <a:cxnSpLocks/>
            <a:stCxn id="18" idx="3"/>
            <a:endCxn id="9" idx="3"/>
          </p:cNvCxnSpPr>
          <p:nvPr/>
        </p:nvCxnSpPr>
        <p:spPr>
          <a:xfrm flipV="1">
            <a:off x="6387346" y="2001928"/>
            <a:ext cx="375402" cy="1375505"/>
          </a:xfrm>
          <a:prstGeom prst="bentConnector3">
            <a:avLst>
              <a:gd name="adj1" fmla="val 160895"/>
            </a:avLst>
          </a:prstGeom>
          <a:ln>
            <a:tailEnd type="arrow"/>
          </a:ln>
        </p:spPr>
        <p:style>
          <a:lnRef idx="1">
            <a:schemeClr val="dk1"/>
          </a:lnRef>
          <a:fillRef idx="0">
            <a:schemeClr val="dk1"/>
          </a:fillRef>
          <a:effectRef idx="0">
            <a:schemeClr val="dk1"/>
          </a:effectRef>
          <a:fontRef idx="minor">
            <a:schemeClr val="tx1"/>
          </a:fontRef>
        </p:style>
      </p:cxnSp>
      <p:sp>
        <p:nvSpPr>
          <p:cNvPr id="40" name="フローチャート : 磁気ディスク 199">
            <a:extLst>
              <a:ext uri="{FF2B5EF4-FFF2-40B4-BE49-F238E27FC236}">
                <a16:creationId xmlns:a16="http://schemas.microsoft.com/office/drawing/2014/main" id="{00000000-0008-0000-0400-0000C8000000}"/>
              </a:ext>
            </a:extLst>
          </p:cNvPr>
          <p:cNvSpPr/>
          <p:nvPr/>
        </p:nvSpPr>
        <p:spPr>
          <a:xfrm>
            <a:off x="958788" y="3573264"/>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食堂データ</a:t>
            </a:r>
          </a:p>
        </p:txBody>
      </p:sp>
      <p:sp>
        <p:nvSpPr>
          <p:cNvPr id="42" name="フローチャート : 磁気ディスク 257">
            <a:extLst>
              <a:ext uri="{FF2B5EF4-FFF2-40B4-BE49-F238E27FC236}">
                <a16:creationId xmlns:a16="http://schemas.microsoft.com/office/drawing/2014/main" id="{00000000-0008-0000-0400-000002010000}"/>
              </a:ext>
            </a:extLst>
          </p:cNvPr>
          <p:cNvSpPr/>
          <p:nvPr/>
        </p:nvSpPr>
        <p:spPr>
          <a:xfrm>
            <a:off x="969995" y="4424910"/>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宿日直データ</a:t>
            </a:r>
          </a:p>
        </p:txBody>
      </p:sp>
      <p:sp>
        <p:nvSpPr>
          <p:cNvPr id="44" name="正方形/長方形 43">
            <a:extLst>
              <a:ext uri="{FF2B5EF4-FFF2-40B4-BE49-F238E27FC236}">
                <a16:creationId xmlns:a16="http://schemas.microsoft.com/office/drawing/2014/main" id="{00000000-0008-0000-0400-00001C010000}"/>
              </a:ext>
            </a:extLst>
          </p:cNvPr>
          <p:cNvSpPr/>
          <p:nvPr/>
        </p:nvSpPr>
        <p:spPr>
          <a:xfrm>
            <a:off x="4381488" y="3650226"/>
            <a:ext cx="2252383" cy="164527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900">
                <a:solidFill>
                  <a:sysClr val="windowText" lastClr="000000"/>
                </a:solidFill>
              </a:rPr>
              <a:t>ジョブネット</a:t>
            </a:r>
          </a:p>
        </p:txBody>
      </p:sp>
      <p:cxnSp>
        <p:nvCxnSpPr>
          <p:cNvPr id="45" name="カギ線コネクタ 288">
            <a:extLst>
              <a:ext uri="{FF2B5EF4-FFF2-40B4-BE49-F238E27FC236}">
                <a16:creationId xmlns:a16="http://schemas.microsoft.com/office/drawing/2014/main" id="{00000000-0008-0000-0400-000021010000}"/>
              </a:ext>
            </a:extLst>
          </p:cNvPr>
          <p:cNvCxnSpPr>
            <a:cxnSpLocks/>
            <a:stCxn id="9" idx="1"/>
            <a:endCxn id="40" idx="4"/>
          </p:cNvCxnSpPr>
          <p:nvPr/>
        </p:nvCxnSpPr>
        <p:spPr>
          <a:xfrm rot="10800000" flipV="1">
            <a:off x="1982618" y="2001927"/>
            <a:ext cx="2337249" cy="1969143"/>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46" name="カギ線コネクタ 290">
            <a:extLst>
              <a:ext uri="{FF2B5EF4-FFF2-40B4-BE49-F238E27FC236}">
                <a16:creationId xmlns:a16="http://schemas.microsoft.com/office/drawing/2014/main" id="{00000000-0008-0000-0400-000023010000}"/>
              </a:ext>
            </a:extLst>
          </p:cNvPr>
          <p:cNvCxnSpPr>
            <a:cxnSpLocks/>
            <a:stCxn id="9" idx="1"/>
            <a:endCxn id="42" idx="4"/>
          </p:cNvCxnSpPr>
          <p:nvPr/>
        </p:nvCxnSpPr>
        <p:spPr>
          <a:xfrm rot="10800000" flipV="1">
            <a:off x="1993824" y="2001927"/>
            <a:ext cx="2326042" cy="2820789"/>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49" name="直線矢印コネクタ 48">
            <a:extLst>
              <a:ext uri="{FF2B5EF4-FFF2-40B4-BE49-F238E27FC236}">
                <a16:creationId xmlns:a16="http://schemas.microsoft.com/office/drawing/2014/main" id="{00000000-0008-0000-0400-00002D010000}"/>
              </a:ext>
            </a:extLst>
          </p:cNvPr>
          <p:cNvCxnSpPr>
            <a:cxnSpLocks/>
            <a:stCxn id="63" idx="2"/>
            <a:endCxn id="64" idx="0"/>
          </p:cNvCxnSpPr>
          <p:nvPr/>
        </p:nvCxnSpPr>
        <p:spPr>
          <a:xfrm>
            <a:off x="5580690" y="5457298"/>
            <a:ext cx="10122" cy="110029"/>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0" name="フローチャート : 磁気ディスク 309">
            <a:extLst>
              <a:ext uri="{FF2B5EF4-FFF2-40B4-BE49-F238E27FC236}">
                <a16:creationId xmlns:a16="http://schemas.microsoft.com/office/drawing/2014/main" id="{00000000-0008-0000-0400-000036010000}"/>
              </a:ext>
            </a:extLst>
          </p:cNvPr>
          <p:cNvSpPr/>
          <p:nvPr/>
        </p:nvSpPr>
        <p:spPr>
          <a:xfrm>
            <a:off x="958789" y="5276560"/>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貸与品データ</a:t>
            </a:r>
          </a:p>
        </p:txBody>
      </p:sp>
      <p:cxnSp>
        <p:nvCxnSpPr>
          <p:cNvPr id="51" name="カギ線コネクタ 311">
            <a:extLst>
              <a:ext uri="{FF2B5EF4-FFF2-40B4-BE49-F238E27FC236}">
                <a16:creationId xmlns:a16="http://schemas.microsoft.com/office/drawing/2014/main" id="{00000000-0008-0000-0400-000038010000}"/>
              </a:ext>
            </a:extLst>
          </p:cNvPr>
          <p:cNvCxnSpPr>
            <a:cxnSpLocks/>
            <a:stCxn id="9" idx="1"/>
            <a:endCxn id="50" idx="4"/>
          </p:cNvCxnSpPr>
          <p:nvPr/>
        </p:nvCxnSpPr>
        <p:spPr>
          <a:xfrm rot="10800000" flipV="1">
            <a:off x="1982618" y="2001927"/>
            <a:ext cx="2337248" cy="3672439"/>
          </a:xfrm>
          <a:prstGeom prst="bentConnector3">
            <a:avLst/>
          </a:prstGeom>
          <a:ln>
            <a:tailEnd type="arrow"/>
          </a:ln>
        </p:spPr>
        <p:style>
          <a:lnRef idx="1">
            <a:schemeClr val="dk1"/>
          </a:lnRef>
          <a:fillRef idx="0">
            <a:schemeClr val="dk1"/>
          </a:fillRef>
          <a:effectRef idx="0">
            <a:schemeClr val="dk1"/>
          </a:effectRef>
          <a:fontRef idx="minor">
            <a:schemeClr val="tx1"/>
          </a:fontRef>
        </p:style>
      </p:cxnSp>
      <p:cxnSp>
        <p:nvCxnSpPr>
          <p:cNvPr id="52" name="カギ線コネクタ 321">
            <a:extLst>
              <a:ext uri="{FF2B5EF4-FFF2-40B4-BE49-F238E27FC236}">
                <a16:creationId xmlns:a16="http://schemas.microsoft.com/office/drawing/2014/main" id="{00000000-0008-0000-0400-000042010000}"/>
              </a:ext>
            </a:extLst>
          </p:cNvPr>
          <p:cNvCxnSpPr>
            <a:cxnSpLocks/>
            <a:stCxn id="25" idx="3"/>
            <a:endCxn id="69" idx="2"/>
          </p:cNvCxnSpPr>
          <p:nvPr/>
        </p:nvCxnSpPr>
        <p:spPr>
          <a:xfrm flipV="1">
            <a:off x="6420959" y="1405453"/>
            <a:ext cx="4278107" cy="2949499"/>
          </a:xfrm>
          <a:prstGeom prst="bentConnector2">
            <a:avLst/>
          </a:prstGeom>
          <a:ln>
            <a:tailEnd type="arrow"/>
          </a:ln>
        </p:spPr>
        <p:style>
          <a:lnRef idx="1">
            <a:schemeClr val="dk1"/>
          </a:lnRef>
          <a:fillRef idx="0">
            <a:schemeClr val="dk1"/>
          </a:fillRef>
          <a:effectRef idx="0">
            <a:schemeClr val="dk1"/>
          </a:effectRef>
          <a:fontRef idx="minor">
            <a:schemeClr val="tx1"/>
          </a:fontRef>
        </p:style>
      </p:cxnSp>
      <p:sp>
        <p:nvSpPr>
          <p:cNvPr id="58" name="正方形/長方形 57">
            <a:extLst>
              <a:ext uri="{FF2B5EF4-FFF2-40B4-BE49-F238E27FC236}">
                <a16:creationId xmlns:a16="http://schemas.microsoft.com/office/drawing/2014/main" id="{21727DB8-A3FA-3F0F-1020-9EACC9769ED5}"/>
              </a:ext>
            </a:extLst>
          </p:cNvPr>
          <p:cNvSpPr/>
          <p:nvPr/>
        </p:nvSpPr>
        <p:spPr>
          <a:xfrm>
            <a:off x="8616812" y="1478210"/>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帳票基盤</a:t>
            </a:r>
          </a:p>
        </p:txBody>
      </p:sp>
      <p:sp>
        <p:nvSpPr>
          <p:cNvPr id="69" name="正方形/長方形 68">
            <a:extLst>
              <a:ext uri="{FF2B5EF4-FFF2-40B4-BE49-F238E27FC236}">
                <a16:creationId xmlns:a16="http://schemas.microsoft.com/office/drawing/2014/main" id="{C41A6068-AE61-B041-EE01-83996F90C691}"/>
              </a:ext>
            </a:extLst>
          </p:cNvPr>
          <p:cNvSpPr/>
          <p:nvPr/>
        </p:nvSpPr>
        <p:spPr>
          <a:xfrm>
            <a:off x="9882331" y="879493"/>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メールサーバ</a:t>
            </a:r>
          </a:p>
        </p:txBody>
      </p:sp>
      <p:sp>
        <p:nvSpPr>
          <p:cNvPr id="92" name="正方形/長方形 91">
            <a:extLst>
              <a:ext uri="{FF2B5EF4-FFF2-40B4-BE49-F238E27FC236}">
                <a16:creationId xmlns:a16="http://schemas.microsoft.com/office/drawing/2014/main" id="{E2CF0360-5F16-DC44-EB22-68418B2E92A1}"/>
              </a:ext>
            </a:extLst>
          </p:cNvPr>
          <p:cNvSpPr/>
          <p:nvPr/>
        </p:nvSpPr>
        <p:spPr>
          <a:xfrm>
            <a:off x="3136348" y="1267533"/>
            <a:ext cx="1029104"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認証基盤</a:t>
            </a:r>
          </a:p>
        </p:txBody>
      </p:sp>
      <p:sp>
        <p:nvSpPr>
          <p:cNvPr id="101" name="テキスト ボックス 114">
            <a:extLst>
              <a:ext uri="{FF2B5EF4-FFF2-40B4-BE49-F238E27FC236}">
                <a16:creationId xmlns:a16="http://schemas.microsoft.com/office/drawing/2014/main" id="{DFD204EB-C327-EEC5-173B-CEC93CEDC56E}"/>
              </a:ext>
            </a:extLst>
          </p:cNvPr>
          <p:cNvSpPr txBox="1"/>
          <p:nvPr/>
        </p:nvSpPr>
        <p:spPr>
          <a:xfrm>
            <a:off x="4721071" y="5923073"/>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バッチモジュール</a:t>
            </a:r>
            <a:endParaRPr kumimoji="1" lang="en-US" altLang="ja-JP" sz="900"/>
          </a:p>
        </p:txBody>
      </p:sp>
      <p:sp>
        <p:nvSpPr>
          <p:cNvPr id="109" name="Rectangle 92">
            <a:extLst>
              <a:ext uri="{FF2B5EF4-FFF2-40B4-BE49-F238E27FC236}">
                <a16:creationId xmlns:a16="http://schemas.microsoft.com/office/drawing/2014/main" id="{2C9F2522-E1DD-4F91-26A6-11A171F023D6}"/>
              </a:ext>
            </a:extLst>
          </p:cNvPr>
          <p:cNvSpPr>
            <a:spLocks noChangeArrowheads="1"/>
          </p:cNvSpPr>
          <p:nvPr/>
        </p:nvSpPr>
        <p:spPr bwMode="auto">
          <a:xfrm>
            <a:off x="7736260" y="5644372"/>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後方支援</a:t>
            </a:r>
            <a:r>
              <a:rPr lang="en-US" altLang="ja-JP" sz="1100" b="1" i="0" u="none" strike="noStrike" baseline="0">
                <a:solidFill>
                  <a:srgbClr val="000000"/>
                </a:solidFill>
                <a:latin typeface="ＭＳ Ｐゴシック"/>
                <a:ea typeface="ＭＳ Ｐゴシック"/>
              </a:rPr>
              <a:t>PC</a:t>
            </a:r>
            <a:endParaRPr lang="ja-JP" altLang="en-US" sz="1100" b="1" i="0" u="none" strike="noStrike" baseline="0">
              <a:solidFill>
                <a:srgbClr val="000000"/>
              </a:solidFill>
              <a:latin typeface="ＭＳ Ｐゴシック"/>
              <a:ea typeface="ＭＳ Ｐゴシック"/>
            </a:endParaRPr>
          </a:p>
        </p:txBody>
      </p:sp>
      <p:sp>
        <p:nvSpPr>
          <p:cNvPr id="112" name="Rectangle 92">
            <a:extLst>
              <a:ext uri="{FF2B5EF4-FFF2-40B4-BE49-F238E27FC236}">
                <a16:creationId xmlns:a16="http://schemas.microsoft.com/office/drawing/2014/main" id="{7C523CE0-C983-440C-0B4E-F46242A877C3}"/>
              </a:ext>
            </a:extLst>
          </p:cNvPr>
          <p:cNvSpPr>
            <a:spLocks noChangeArrowheads="1"/>
          </p:cNvSpPr>
          <p:nvPr/>
        </p:nvSpPr>
        <p:spPr bwMode="auto">
          <a:xfrm>
            <a:off x="9147617" y="5657900"/>
            <a:ext cx="1120582" cy="43703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食堂</a:t>
            </a:r>
            <a:r>
              <a:rPr lang="en-US" altLang="ja-JP" sz="1100" b="1" i="0" u="none" strike="noStrike" baseline="0">
                <a:solidFill>
                  <a:srgbClr val="000000"/>
                </a:solidFill>
                <a:latin typeface="ＭＳ Ｐゴシック"/>
                <a:ea typeface="ＭＳ Ｐゴシック"/>
              </a:rPr>
              <a:t>POS</a:t>
            </a:r>
            <a:endParaRPr lang="ja-JP" altLang="en-US" sz="1100" b="1" i="0" u="none" strike="noStrike" baseline="0">
              <a:solidFill>
                <a:srgbClr val="000000"/>
              </a:solidFill>
              <a:latin typeface="ＭＳ Ｐゴシック"/>
              <a:ea typeface="ＭＳ Ｐゴシック"/>
            </a:endParaRPr>
          </a:p>
        </p:txBody>
      </p:sp>
      <p:sp>
        <p:nvSpPr>
          <p:cNvPr id="134" name="Rectangle 92">
            <a:extLst>
              <a:ext uri="{FF2B5EF4-FFF2-40B4-BE49-F238E27FC236}">
                <a16:creationId xmlns:a16="http://schemas.microsoft.com/office/drawing/2014/main" id="{66FA5A9C-99AC-E63F-6F60-07285679CC80}"/>
              </a:ext>
            </a:extLst>
          </p:cNvPr>
          <p:cNvSpPr>
            <a:spLocks noChangeArrowheads="1"/>
          </p:cNvSpPr>
          <p:nvPr/>
        </p:nvSpPr>
        <p:spPr bwMode="auto">
          <a:xfrm>
            <a:off x="7444376" y="4747592"/>
            <a:ext cx="1131795" cy="35410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連携</a:t>
            </a:r>
            <a:r>
              <a:rPr lang="en-US" altLang="ja-JP" sz="1100" b="1" i="0" u="none" strike="noStrike" baseline="0">
                <a:solidFill>
                  <a:srgbClr val="000000"/>
                </a:solidFill>
                <a:latin typeface="ＭＳ Ｐゴシック"/>
                <a:ea typeface="ＭＳ Ｐゴシック"/>
              </a:rPr>
              <a:t>NAS</a:t>
            </a:r>
            <a:endParaRPr lang="ja-JP" altLang="en-US" sz="1100" b="1" i="0" u="none" strike="noStrike" baseline="0">
              <a:solidFill>
                <a:srgbClr val="000000"/>
              </a:solidFill>
              <a:latin typeface="ＭＳ Ｐゴシック"/>
              <a:ea typeface="ＭＳ Ｐゴシック"/>
            </a:endParaRPr>
          </a:p>
        </p:txBody>
      </p:sp>
      <p:cxnSp>
        <p:nvCxnSpPr>
          <p:cNvPr id="144" name="直線矢印コネクタ 143">
            <a:extLst>
              <a:ext uri="{FF2B5EF4-FFF2-40B4-BE49-F238E27FC236}">
                <a16:creationId xmlns:a16="http://schemas.microsoft.com/office/drawing/2014/main" id="{B8054E75-C5A2-66BC-BC9B-B45441451F1E}"/>
              </a:ext>
            </a:extLst>
          </p:cNvPr>
          <p:cNvCxnSpPr>
            <a:cxnSpLocks/>
            <a:stCxn id="112" idx="1"/>
            <a:endCxn id="109" idx="3"/>
          </p:cNvCxnSpPr>
          <p:nvPr/>
        </p:nvCxnSpPr>
        <p:spPr>
          <a:xfrm flipH="1" flipV="1">
            <a:off x="8868055" y="5862888"/>
            <a:ext cx="279562" cy="1352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166" name="テキスト ボックス 82">
            <a:extLst>
              <a:ext uri="{FF2B5EF4-FFF2-40B4-BE49-F238E27FC236}">
                <a16:creationId xmlns:a16="http://schemas.microsoft.com/office/drawing/2014/main" id="{880536AC-B90E-A72E-D633-72F3D40011CB}"/>
              </a:ext>
            </a:extLst>
          </p:cNvPr>
          <p:cNvSpPr txBox="1"/>
          <p:nvPr/>
        </p:nvSpPr>
        <p:spPr>
          <a:xfrm>
            <a:off x="4696216" y="4960844"/>
            <a:ext cx="1591227" cy="334655"/>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a:t>
            </a:r>
            <a:endParaRPr kumimoji="1" lang="en-US" altLang="ja-JP" sz="900"/>
          </a:p>
          <a:p>
            <a:pPr algn="ctr"/>
            <a:r>
              <a:rPr kumimoji="1" lang="ja-JP" altLang="en-US" sz="900"/>
              <a:t>・</a:t>
            </a:r>
            <a:endParaRPr kumimoji="1" lang="en-US" altLang="ja-JP" sz="900"/>
          </a:p>
          <a:p>
            <a:pPr algn="ctr"/>
            <a:r>
              <a:rPr kumimoji="1" lang="ja-JP" altLang="en-US" sz="900"/>
              <a:t>・</a:t>
            </a:r>
            <a:endParaRPr kumimoji="1" lang="en-US" altLang="ja-JP" sz="900"/>
          </a:p>
        </p:txBody>
      </p:sp>
      <p:cxnSp>
        <p:nvCxnSpPr>
          <p:cNvPr id="168" name="カギ線コネクタ 321">
            <a:extLst>
              <a:ext uri="{FF2B5EF4-FFF2-40B4-BE49-F238E27FC236}">
                <a16:creationId xmlns:a16="http://schemas.microsoft.com/office/drawing/2014/main" id="{D1D3F185-B5F4-089C-8A96-92C4F1990D4B}"/>
              </a:ext>
            </a:extLst>
          </p:cNvPr>
          <p:cNvCxnSpPr>
            <a:cxnSpLocks/>
            <a:stCxn id="24" idx="3"/>
            <a:endCxn id="134" idx="1"/>
          </p:cNvCxnSpPr>
          <p:nvPr/>
        </p:nvCxnSpPr>
        <p:spPr>
          <a:xfrm>
            <a:off x="6417159" y="4572638"/>
            <a:ext cx="1027217" cy="352007"/>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cxnSp>
        <p:nvCxnSpPr>
          <p:cNvPr id="171" name="カギ線コネクタ 321">
            <a:extLst>
              <a:ext uri="{FF2B5EF4-FFF2-40B4-BE49-F238E27FC236}">
                <a16:creationId xmlns:a16="http://schemas.microsoft.com/office/drawing/2014/main" id="{DCC182B0-C80F-6B32-266E-F9CCB20F34F4}"/>
              </a:ext>
            </a:extLst>
          </p:cNvPr>
          <p:cNvCxnSpPr>
            <a:cxnSpLocks/>
            <a:stCxn id="134" idx="3"/>
            <a:endCxn id="174" idx="1"/>
          </p:cNvCxnSpPr>
          <p:nvPr/>
        </p:nvCxnSpPr>
        <p:spPr>
          <a:xfrm flipV="1">
            <a:off x="8576171" y="4922341"/>
            <a:ext cx="1724496" cy="2304"/>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174" name="Rectangle 92">
            <a:extLst>
              <a:ext uri="{FF2B5EF4-FFF2-40B4-BE49-F238E27FC236}">
                <a16:creationId xmlns:a16="http://schemas.microsoft.com/office/drawing/2014/main" id="{78BC5F57-8C60-FDCE-65E5-D7F92374CC3C}"/>
              </a:ext>
            </a:extLst>
          </p:cNvPr>
          <p:cNvSpPr>
            <a:spLocks noChangeArrowheads="1"/>
          </p:cNvSpPr>
          <p:nvPr/>
        </p:nvSpPr>
        <p:spPr bwMode="auto">
          <a:xfrm>
            <a:off x="10300667" y="4703825"/>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b="1">
                <a:solidFill>
                  <a:srgbClr val="000000"/>
                </a:solidFill>
                <a:latin typeface="ＭＳ Ｐゴシック"/>
                <a:ea typeface="ＭＳ Ｐゴシック"/>
              </a:rPr>
              <a:t>出クレシステム</a:t>
            </a:r>
            <a:endParaRPr lang="ja-JP" altLang="en-US" sz="1100" b="1" i="0" u="none" strike="noStrike" baseline="0">
              <a:solidFill>
                <a:srgbClr val="000000"/>
              </a:solidFill>
              <a:latin typeface="ＭＳ Ｐゴシック"/>
              <a:ea typeface="ＭＳ Ｐゴシック"/>
            </a:endParaRPr>
          </a:p>
        </p:txBody>
      </p:sp>
      <p:sp>
        <p:nvSpPr>
          <p:cNvPr id="179" name="Rectangle 92">
            <a:extLst>
              <a:ext uri="{FF2B5EF4-FFF2-40B4-BE49-F238E27FC236}">
                <a16:creationId xmlns:a16="http://schemas.microsoft.com/office/drawing/2014/main" id="{172D4096-A9A9-9A0C-573F-14BE11605C1C}"/>
              </a:ext>
            </a:extLst>
          </p:cNvPr>
          <p:cNvSpPr>
            <a:spLocks noChangeArrowheads="1"/>
          </p:cNvSpPr>
          <p:nvPr/>
        </p:nvSpPr>
        <p:spPr bwMode="auto">
          <a:xfrm>
            <a:off x="7888660" y="5796772"/>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後方支援</a:t>
            </a:r>
            <a:r>
              <a:rPr lang="en-US" altLang="ja-JP" sz="1100" b="1" i="0" u="none" strike="noStrike" baseline="0">
                <a:solidFill>
                  <a:srgbClr val="000000"/>
                </a:solidFill>
                <a:latin typeface="ＭＳ Ｐゴシック"/>
                <a:ea typeface="ＭＳ Ｐゴシック"/>
              </a:rPr>
              <a:t>PC</a:t>
            </a:r>
            <a:endParaRPr lang="ja-JP" altLang="en-US" sz="1100" b="1" i="0" u="none" strike="noStrike" baseline="0">
              <a:solidFill>
                <a:srgbClr val="000000"/>
              </a:solidFill>
              <a:latin typeface="ＭＳ Ｐゴシック"/>
              <a:ea typeface="ＭＳ Ｐゴシック"/>
            </a:endParaRPr>
          </a:p>
        </p:txBody>
      </p:sp>
      <p:sp>
        <p:nvSpPr>
          <p:cNvPr id="180" name="Rectangle 92">
            <a:extLst>
              <a:ext uri="{FF2B5EF4-FFF2-40B4-BE49-F238E27FC236}">
                <a16:creationId xmlns:a16="http://schemas.microsoft.com/office/drawing/2014/main" id="{B70AEDE1-EFE5-B811-33C7-5DB1B3E86257}"/>
              </a:ext>
            </a:extLst>
          </p:cNvPr>
          <p:cNvSpPr>
            <a:spLocks noChangeArrowheads="1"/>
          </p:cNvSpPr>
          <p:nvPr/>
        </p:nvSpPr>
        <p:spPr bwMode="auto">
          <a:xfrm>
            <a:off x="9300017" y="5810300"/>
            <a:ext cx="1120582" cy="43703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食堂</a:t>
            </a:r>
            <a:r>
              <a:rPr lang="en-US" altLang="ja-JP" sz="1100" b="1" i="0" u="none" strike="noStrike" baseline="0">
                <a:solidFill>
                  <a:srgbClr val="000000"/>
                </a:solidFill>
                <a:latin typeface="ＭＳ Ｐゴシック"/>
                <a:ea typeface="ＭＳ Ｐゴシック"/>
              </a:rPr>
              <a:t>POS</a:t>
            </a:r>
            <a:endParaRPr lang="ja-JP" altLang="en-US" sz="1100" b="1" i="0" u="none" strike="noStrike" baseline="0">
              <a:solidFill>
                <a:srgbClr val="000000"/>
              </a:solidFill>
              <a:latin typeface="ＭＳ Ｐゴシック"/>
              <a:ea typeface="ＭＳ Ｐゴシック"/>
            </a:endParaRPr>
          </a:p>
        </p:txBody>
      </p:sp>
      <p:cxnSp>
        <p:nvCxnSpPr>
          <p:cNvPr id="181" name="直線矢印コネクタ 180">
            <a:extLst>
              <a:ext uri="{FF2B5EF4-FFF2-40B4-BE49-F238E27FC236}">
                <a16:creationId xmlns:a16="http://schemas.microsoft.com/office/drawing/2014/main" id="{C57FEFA1-5D65-A4A9-0794-49DF021D5DA8}"/>
              </a:ext>
            </a:extLst>
          </p:cNvPr>
          <p:cNvCxnSpPr>
            <a:cxnSpLocks/>
            <a:stCxn id="180" idx="1"/>
            <a:endCxn id="179" idx="3"/>
          </p:cNvCxnSpPr>
          <p:nvPr/>
        </p:nvCxnSpPr>
        <p:spPr>
          <a:xfrm flipH="1" flipV="1">
            <a:off x="9020455" y="6015288"/>
            <a:ext cx="279562" cy="1352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182" name="Rectangle 92">
            <a:extLst>
              <a:ext uri="{FF2B5EF4-FFF2-40B4-BE49-F238E27FC236}">
                <a16:creationId xmlns:a16="http://schemas.microsoft.com/office/drawing/2014/main" id="{1820E758-1A7D-BD9F-3D94-08FDD4AD4DC8}"/>
              </a:ext>
            </a:extLst>
          </p:cNvPr>
          <p:cNvSpPr>
            <a:spLocks noChangeArrowheads="1"/>
          </p:cNvSpPr>
          <p:nvPr/>
        </p:nvSpPr>
        <p:spPr bwMode="auto">
          <a:xfrm>
            <a:off x="8041060" y="5949172"/>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後方支援</a:t>
            </a:r>
            <a:r>
              <a:rPr lang="en-US" altLang="ja-JP" sz="1100" b="1" i="0" u="none" strike="noStrike" baseline="0">
                <a:solidFill>
                  <a:srgbClr val="000000"/>
                </a:solidFill>
                <a:latin typeface="ＭＳ Ｐゴシック"/>
                <a:ea typeface="ＭＳ Ｐゴシック"/>
              </a:rPr>
              <a:t>PC</a:t>
            </a:r>
            <a:endParaRPr lang="ja-JP" altLang="en-US" sz="1100" b="1" i="0" u="none" strike="noStrike" baseline="0">
              <a:solidFill>
                <a:srgbClr val="000000"/>
              </a:solidFill>
              <a:latin typeface="ＭＳ Ｐゴシック"/>
              <a:ea typeface="ＭＳ Ｐゴシック"/>
            </a:endParaRPr>
          </a:p>
        </p:txBody>
      </p:sp>
      <p:sp>
        <p:nvSpPr>
          <p:cNvPr id="183" name="Rectangle 92">
            <a:extLst>
              <a:ext uri="{FF2B5EF4-FFF2-40B4-BE49-F238E27FC236}">
                <a16:creationId xmlns:a16="http://schemas.microsoft.com/office/drawing/2014/main" id="{19845CF7-AB7C-3ADD-021F-983E880795F6}"/>
              </a:ext>
            </a:extLst>
          </p:cNvPr>
          <p:cNvSpPr>
            <a:spLocks noChangeArrowheads="1"/>
          </p:cNvSpPr>
          <p:nvPr/>
        </p:nvSpPr>
        <p:spPr bwMode="auto">
          <a:xfrm>
            <a:off x="9452417" y="5962700"/>
            <a:ext cx="1120582" cy="43703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食堂</a:t>
            </a:r>
            <a:r>
              <a:rPr lang="en-US" altLang="ja-JP" sz="1100" b="1" i="0" u="none" strike="noStrike" baseline="0">
                <a:solidFill>
                  <a:srgbClr val="000000"/>
                </a:solidFill>
                <a:latin typeface="ＭＳ Ｐゴシック"/>
                <a:ea typeface="ＭＳ Ｐゴシック"/>
              </a:rPr>
              <a:t>POS</a:t>
            </a:r>
            <a:endParaRPr lang="ja-JP" altLang="en-US" sz="1100" b="1" i="0" u="none" strike="noStrike" baseline="0">
              <a:solidFill>
                <a:srgbClr val="000000"/>
              </a:solidFill>
              <a:latin typeface="ＭＳ Ｐゴシック"/>
              <a:ea typeface="ＭＳ Ｐゴシック"/>
            </a:endParaRPr>
          </a:p>
        </p:txBody>
      </p:sp>
      <p:cxnSp>
        <p:nvCxnSpPr>
          <p:cNvPr id="184" name="直線矢印コネクタ 183">
            <a:extLst>
              <a:ext uri="{FF2B5EF4-FFF2-40B4-BE49-F238E27FC236}">
                <a16:creationId xmlns:a16="http://schemas.microsoft.com/office/drawing/2014/main" id="{3A5F1ED6-94AB-8779-9398-EFCEB3D8B1E8}"/>
              </a:ext>
            </a:extLst>
          </p:cNvPr>
          <p:cNvCxnSpPr>
            <a:cxnSpLocks/>
            <a:stCxn id="183" idx="1"/>
            <a:endCxn id="182" idx="3"/>
          </p:cNvCxnSpPr>
          <p:nvPr/>
        </p:nvCxnSpPr>
        <p:spPr>
          <a:xfrm flipH="1" flipV="1">
            <a:off x="9172855" y="6167688"/>
            <a:ext cx="279562" cy="1352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185" name="カギ線コネクタ 321">
            <a:extLst>
              <a:ext uri="{FF2B5EF4-FFF2-40B4-BE49-F238E27FC236}">
                <a16:creationId xmlns:a16="http://schemas.microsoft.com/office/drawing/2014/main" id="{EE9500F4-76B8-1DA7-691D-174E5DB5E880}"/>
              </a:ext>
            </a:extLst>
          </p:cNvPr>
          <p:cNvCxnSpPr>
            <a:cxnSpLocks/>
            <a:stCxn id="109" idx="1"/>
            <a:endCxn id="26" idx="3"/>
          </p:cNvCxnSpPr>
          <p:nvPr/>
        </p:nvCxnSpPr>
        <p:spPr>
          <a:xfrm rot="10800000">
            <a:off x="6420964" y="4807956"/>
            <a:ext cx="1315296" cy="1054932"/>
          </a:xfrm>
          <a:prstGeom prst="bentConnector3">
            <a:avLst>
              <a:gd name="adj1" fmla="val 68136"/>
            </a:avLst>
          </a:prstGeom>
          <a:ln>
            <a:tailEnd type="arrow"/>
          </a:ln>
        </p:spPr>
        <p:style>
          <a:lnRef idx="1">
            <a:schemeClr val="dk1"/>
          </a:lnRef>
          <a:fillRef idx="0">
            <a:schemeClr val="dk1"/>
          </a:fillRef>
          <a:effectRef idx="0">
            <a:schemeClr val="dk1"/>
          </a:effectRef>
          <a:fontRef idx="minor">
            <a:schemeClr val="tx1"/>
          </a:fontRef>
        </p:style>
      </p:cxnSp>
      <p:cxnSp>
        <p:nvCxnSpPr>
          <p:cNvPr id="189" name="カギ線コネクタ 321">
            <a:extLst>
              <a:ext uri="{FF2B5EF4-FFF2-40B4-BE49-F238E27FC236}">
                <a16:creationId xmlns:a16="http://schemas.microsoft.com/office/drawing/2014/main" id="{8B1DEBF3-25EA-9EF8-A09C-A40FD36043E9}"/>
              </a:ext>
            </a:extLst>
          </p:cNvPr>
          <p:cNvCxnSpPr>
            <a:cxnSpLocks/>
            <a:endCxn id="26" idx="3"/>
          </p:cNvCxnSpPr>
          <p:nvPr/>
        </p:nvCxnSpPr>
        <p:spPr>
          <a:xfrm rot="10800000">
            <a:off x="6420964" y="4807956"/>
            <a:ext cx="1467696" cy="1207332"/>
          </a:xfrm>
          <a:prstGeom prst="bentConnector3">
            <a:avLst>
              <a:gd name="adj1" fmla="val 72348"/>
            </a:avLst>
          </a:prstGeom>
          <a:ln>
            <a:tailEnd type="arrow"/>
          </a:ln>
        </p:spPr>
        <p:style>
          <a:lnRef idx="1">
            <a:schemeClr val="dk1"/>
          </a:lnRef>
          <a:fillRef idx="0">
            <a:schemeClr val="dk1"/>
          </a:fillRef>
          <a:effectRef idx="0">
            <a:schemeClr val="dk1"/>
          </a:effectRef>
          <a:fontRef idx="minor">
            <a:schemeClr val="tx1"/>
          </a:fontRef>
        </p:style>
      </p:cxnSp>
      <p:cxnSp>
        <p:nvCxnSpPr>
          <p:cNvPr id="193" name="カギ線コネクタ 321">
            <a:extLst>
              <a:ext uri="{FF2B5EF4-FFF2-40B4-BE49-F238E27FC236}">
                <a16:creationId xmlns:a16="http://schemas.microsoft.com/office/drawing/2014/main" id="{CD828C45-12FA-08AE-B9D9-25F5D5A64BA7}"/>
              </a:ext>
            </a:extLst>
          </p:cNvPr>
          <p:cNvCxnSpPr>
            <a:cxnSpLocks/>
            <a:endCxn id="26" idx="3"/>
          </p:cNvCxnSpPr>
          <p:nvPr/>
        </p:nvCxnSpPr>
        <p:spPr>
          <a:xfrm rot="10800000">
            <a:off x="6420964" y="4807956"/>
            <a:ext cx="1620096" cy="1359732"/>
          </a:xfrm>
          <a:prstGeom prst="bentConnector3">
            <a:avLst>
              <a:gd name="adj1" fmla="val 74540"/>
            </a:avLst>
          </a:prstGeom>
          <a:ln>
            <a:tailEnd type="arrow"/>
          </a:ln>
        </p:spPr>
        <p:style>
          <a:lnRef idx="1">
            <a:schemeClr val="dk1"/>
          </a:lnRef>
          <a:fillRef idx="0">
            <a:schemeClr val="dk1"/>
          </a:fillRef>
          <a:effectRef idx="0">
            <a:schemeClr val="dk1"/>
          </a:effectRef>
          <a:fontRef idx="minor">
            <a:schemeClr val="tx1"/>
          </a:fontRef>
        </p:style>
      </p:cxnSp>
      <p:cxnSp>
        <p:nvCxnSpPr>
          <p:cNvPr id="4" name="カギ線コネクタ 91">
            <a:extLst>
              <a:ext uri="{FF2B5EF4-FFF2-40B4-BE49-F238E27FC236}">
                <a16:creationId xmlns:a16="http://schemas.microsoft.com/office/drawing/2014/main" id="{2F1041EE-FEDB-7DC3-96D0-AB77BD642C00}"/>
              </a:ext>
            </a:extLst>
          </p:cNvPr>
          <p:cNvCxnSpPr>
            <a:cxnSpLocks/>
            <a:stCxn id="13" idx="3"/>
            <a:endCxn id="58" idx="2"/>
          </p:cNvCxnSpPr>
          <p:nvPr/>
        </p:nvCxnSpPr>
        <p:spPr>
          <a:xfrm flipV="1">
            <a:off x="6415355" y="2004170"/>
            <a:ext cx="3018192" cy="2153906"/>
          </a:xfrm>
          <a:prstGeom prst="bentConnector2">
            <a:avLst/>
          </a:prstGeom>
          <a:ln>
            <a:tailEnd type="arrow"/>
          </a:ln>
        </p:spPr>
        <p:style>
          <a:lnRef idx="1">
            <a:schemeClr val="dk1"/>
          </a:lnRef>
          <a:fillRef idx="0">
            <a:schemeClr val="dk1"/>
          </a:fillRef>
          <a:effectRef idx="0">
            <a:schemeClr val="dk1"/>
          </a:effectRef>
          <a:fontRef idx="minor">
            <a:schemeClr val="tx1"/>
          </a:fontRef>
        </p:style>
      </p:cxnSp>
      <p:sp>
        <p:nvSpPr>
          <p:cNvPr id="13" name="テキスト ボックス 115">
            <a:extLst>
              <a:ext uri="{FF2B5EF4-FFF2-40B4-BE49-F238E27FC236}">
                <a16:creationId xmlns:a16="http://schemas.microsoft.com/office/drawing/2014/main" id="{9CBBA942-A483-3DA5-DDD5-D11F1BC055AA}"/>
              </a:ext>
            </a:extLst>
          </p:cNvPr>
          <p:cNvSpPr txBox="1"/>
          <p:nvPr/>
        </p:nvSpPr>
        <p:spPr>
          <a:xfrm>
            <a:off x="4600002" y="4085237"/>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帳票印刷</a:t>
            </a:r>
            <a:endParaRPr kumimoji="1" lang="en-US" altLang="ja-JP" sz="900"/>
          </a:p>
        </p:txBody>
      </p:sp>
      <p:cxnSp>
        <p:nvCxnSpPr>
          <p:cNvPr id="16" name="カギ線コネクタ 91">
            <a:extLst>
              <a:ext uri="{FF2B5EF4-FFF2-40B4-BE49-F238E27FC236}">
                <a16:creationId xmlns:a16="http://schemas.microsoft.com/office/drawing/2014/main" id="{416314E3-AC2A-BBEC-03F2-7FCAAA890611}"/>
              </a:ext>
            </a:extLst>
          </p:cNvPr>
          <p:cNvCxnSpPr>
            <a:cxnSpLocks/>
            <a:endCxn id="58" idx="1"/>
          </p:cNvCxnSpPr>
          <p:nvPr/>
        </p:nvCxnSpPr>
        <p:spPr>
          <a:xfrm>
            <a:off x="6725641" y="1655297"/>
            <a:ext cx="1891171" cy="85893"/>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30" name="正方形/長方形 29">
            <a:extLst>
              <a:ext uri="{FF2B5EF4-FFF2-40B4-BE49-F238E27FC236}">
                <a16:creationId xmlns:a16="http://schemas.microsoft.com/office/drawing/2014/main" id="{F1D3E336-D7EC-1A64-A7AE-8E66C7291CC2}"/>
              </a:ext>
            </a:extLst>
          </p:cNvPr>
          <p:cNvSpPr/>
          <p:nvPr/>
        </p:nvSpPr>
        <p:spPr>
          <a:xfrm>
            <a:off x="7168750" y="2055739"/>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マクロ実行</a:t>
            </a:r>
            <a:endParaRPr lang="en-US" altLang="ja-JP" sz="1600" b="1">
              <a:solidFill>
                <a:schemeClr val="tx1"/>
              </a:solidFill>
            </a:endParaRPr>
          </a:p>
          <a:p>
            <a:pPr algn="ctr"/>
            <a:r>
              <a:rPr lang="ja-JP" altLang="en-US" sz="1600" b="1">
                <a:solidFill>
                  <a:schemeClr val="tx1"/>
                </a:solidFill>
              </a:rPr>
              <a:t>サーバ</a:t>
            </a:r>
          </a:p>
        </p:txBody>
      </p:sp>
      <p:sp>
        <p:nvSpPr>
          <p:cNvPr id="37" name="テキスト ボックス 115">
            <a:extLst>
              <a:ext uri="{FF2B5EF4-FFF2-40B4-BE49-F238E27FC236}">
                <a16:creationId xmlns:a16="http://schemas.microsoft.com/office/drawing/2014/main" id="{07449EE4-5DA4-709A-D528-BF8E42E1D394}"/>
              </a:ext>
            </a:extLst>
          </p:cNvPr>
          <p:cNvSpPr txBox="1"/>
          <p:nvPr/>
        </p:nvSpPr>
        <p:spPr>
          <a:xfrm>
            <a:off x="4600002" y="3870429"/>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利用者抽出・品名・要領等更新</a:t>
            </a:r>
            <a:endParaRPr kumimoji="1" lang="en-US" altLang="ja-JP" sz="900"/>
          </a:p>
        </p:txBody>
      </p:sp>
      <p:cxnSp>
        <p:nvCxnSpPr>
          <p:cNvPr id="38" name="カギ線コネクタ 91">
            <a:extLst>
              <a:ext uri="{FF2B5EF4-FFF2-40B4-BE49-F238E27FC236}">
                <a16:creationId xmlns:a16="http://schemas.microsoft.com/office/drawing/2014/main" id="{E09779EC-214A-CB78-B584-3CC46817B918}"/>
              </a:ext>
            </a:extLst>
          </p:cNvPr>
          <p:cNvCxnSpPr>
            <a:cxnSpLocks/>
            <a:stCxn id="37" idx="3"/>
            <a:endCxn id="30" idx="2"/>
          </p:cNvCxnSpPr>
          <p:nvPr/>
        </p:nvCxnSpPr>
        <p:spPr>
          <a:xfrm flipV="1">
            <a:off x="6415355" y="2581699"/>
            <a:ext cx="1570130" cy="1361569"/>
          </a:xfrm>
          <a:prstGeom prst="bentConnector2">
            <a:avLst/>
          </a:prstGeom>
          <a:ln>
            <a:tailEnd type="arrow"/>
          </a:ln>
        </p:spPr>
        <p:style>
          <a:lnRef idx="1">
            <a:schemeClr val="dk1"/>
          </a:lnRef>
          <a:fillRef idx="0">
            <a:schemeClr val="dk1"/>
          </a:fillRef>
          <a:effectRef idx="0">
            <a:schemeClr val="dk1"/>
          </a:effectRef>
          <a:fontRef idx="minor">
            <a:schemeClr val="tx1"/>
          </a:fontRef>
        </p:style>
      </p:cxnSp>
      <p:sp>
        <p:nvSpPr>
          <p:cNvPr id="47" name="Rectangle 92">
            <a:extLst>
              <a:ext uri="{FF2B5EF4-FFF2-40B4-BE49-F238E27FC236}">
                <a16:creationId xmlns:a16="http://schemas.microsoft.com/office/drawing/2014/main" id="{BEB57239-E5A9-A34C-3BDA-4ECBBEB0804F}"/>
              </a:ext>
            </a:extLst>
          </p:cNvPr>
          <p:cNvSpPr>
            <a:spLocks noChangeArrowheads="1"/>
          </p:cNvSpPr>
          <p:nvPr/>
        </p:nvSpPr>
        <p:spPr bwMode="auto">
          <a:xfrm>
            <a:off x="8711490" y="4767539"/>
            <a:ext cx="1131795" cy="35410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altLang="ja-JP" sz="1100" b="1" i="0" u="none" strike="noStrike" baseline="0" err="1">
                <a:solidFill>
                  <a:srgbClr val="000000"/>
                </a:solidFill>
                <a:latin typeface="ＭＳ Ｐゴシック"/>
                <a:ea typeface="ＭＳ Ｐゴシック"/>
              </a:rPr>
              <a:t>Waha</a:t>
            </a:r>
            <a:endParaRPr lang="ja-JP" altLang="en-US" sz="1100" b="1" i="0" u="none" strike="noStrike" baseline="0">
              <a:solidFill>
                <a:srgbClr val="000000"/>
              </a:solidFill>
              <a:latin typeface="ＭＳ Ｐゴシック"/>
              <a:ea typeface="ＭＳ Ｐゴシック"/>
            </a:endParaRPr>
          </a:p>
        </p:txBody>
      </p:sp>
      <p:sp>
        <p:nvSpPr>
          <p:cNvPr id="7" name="Slide Number Placeholder 6">
            <a:extLst>
              <a:ext uri="{FF2B5EF4-FFF2-40B4-BE49-F238E27FC236}">
                <a16:creationId xmlns:a16="http://schemas.microsoft.com/office/drawing/2014/main" id="{064313D8-8FF1-B72E-FF73-794C382A46F1}"/>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3</a:t>
            </a:fld>
            <a:endParaRPr lang="en-US"/>
          </a:p>
        </p:txBody>
      </p:sp>
      <p:sp>
        <p:nvSpPr>
          <p:cNvPr id="5" name="Footer Placeholder 4">
            <a:extLst>
              <a:ext uri="{FF2B5EF4-FFF2-40B4-BE49-F238E27FC236}">
                <a16:creationId xmlns:a16="http://schemas.microsoft.com/office/drawing/2014/main" id="{E145A3F1-565D-70C9-1AD0-4F320265569E}"/>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Tree>
    <p:extLst>
      <p:ext uri="{BB962C8B-B14F-4D97-AF65-F5344CB8AC3E}">
        <p14:creationId xmlns:p14="http://schemas.microsoft.com/office/powerpoint/2010/main" val="8076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D3A52-094D-FE3D-8BA1-D8645F4D47D2}"/>
            </a:ext>
          </a:extLst>
        </p:cNvPr>
        <p:cNvGrpSpPr/>
        <p:nvPr/>
      </p:nvGrpSpPr>
      <p:grpSpPr>
        <a:xfrm>
          <a:off x="0" y="0"/>
          <a:ext cx="0" cy="0"/>
          <a:chOff x="0" y="0"/>
          <a:chExt cx="0" cy="0"/>
        </a:xfrm>
      </p:grpSpPr>
      <p:sp>
        <p:nvSpPr>
          <p:cNvPr id="78" name="正方形/長方形 77">
            <a:extLst>
              <a:ext uri="{FF2B5EF4-FFF2-40B4-BE49-F238E27FC236}">
                <a16:creationId xmlns:a16="http://schemas.microsoft.com/office/drawing/2014/main" id="{FC3DB460-5D28-166F-7598-FAE89E35AEE8}"/>
              </a:ext>
            </a:extLst>
          </p:cNvPr>
          <p:cNvSpPr/>
          <p:nvPr/>
        </p:nvSpPr>
        <p:spPr>
          <a:xfrm>
            <a:off x="7113786" y="2629584"/>
            <a:ext cx="4456614" cy="3812387"/>
          </a:xfrm>
          <a:prstGeom prst="rect">
            <a:avLst/>
          </a:prstGeom>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館林</a:t>
            </a:r>
            <a:r>
              <a:rPr lang="en-US" altLang="ja-JP" sz="1600" b="1">
                <a:solidFill>
                  <a:schemeClr val="tx1"/>
                </a:solidFill>
              </a:rPr>
              <a:t>DC</a:t>
            </a:r>
          </a:p>
          <a:p>
            <a:pPr algn="ctr"/>
            <a:endParaRPr lang="ja-JP" altLang="en-US" sz="1600" b="1">
              <a:solidFill>
                <a:schemeClr val="tx1"/>
              </a:solidFill>
            </a:endParaRPr>
          </a:p>
        </p:txBody>
      </p:sp>
      <p:sp>
        <p:nvSpPr>
          <p:cNvPr id="48" name="正方形/長方形 47">
            <a:extLst>
              <a:ext uri="{FF2B5EF4-FFF2-40B4-BE49-F238E27FC236}">
                <a16:creationId xmlns:a16="http://schemas.microsoft.com/office/drawing/2014/main" id="{881F1941-19DD-C841-3169-4D8A252E8E28}"/>
              </a:ext>
            </a:extLst>
          </p:cNvPr>
          <p:cNvSpPr/>
          <p:nvPr/>
        </p:nvSpPr>
        <p:spPr>
          <a:xfrm>
            <a:off x="10128582" y="4368878"/>
            <a:ext cx="1444953" cy="961844"/>
          </a:xfrm>
          <a:prstGeom prst="rect">
            <a:avLst/>
          </a:prstGeom>
          <a:solidFill>
            <a:schemeClr val="bg2"/>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社外？</a:t>
            </a:r>
          </a:p>
        </p:txBody>
      </p:sp>
      <p:sp>
        <p:nvSpPr>
          <p:cNvPr id="73" name="正方形/長方形 72">
            <a:extLst>
              <a:ext uri="{FF2B5EF4-FFF2-40B4-BE49-F238E27FC236}">
                <a16:creationId xmlns:a16="http://schemas.microsoft.com/office/drawing/2014/main" id="{A41C8973-BE87-F7FB-8DF4-BEE020AFE01E}"/>
              </a:ext>
            </a:extLst>
          </p:cNvPr>
          <p:cNvSpPr/>
          <p:nvPr/>
        </p:nvSpPr>
        <p:spPr>
          <a:xfrm>
            <a:off x="576000" y="766598"/>
            <a:ext cx="6539754" cy="5675373"/>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600" b="1">
                <a:solidFill>
                  <a:schemeClr val="tx1"/>
                </a:solidFill>
              </a:rPr>
              <a:t>Azure</a:t>
            </a:r>
            <a:endParaRPr lang="ja-JP" altLang="en-US" sz="1600" b="1">
              <a:solidFill>
                <a:schemeClr val="tx1"/>
              </a:solidFill>
            </a:endParaRPr>
          </a:p>
        </p:txBody>
      </p:sp>
      <p:sp>
        <p:nvSpPr>
          <p:cNvPr id="147" name="正方形/長方形 146">
            <a:extLst>
              <a:ext uri="{FF2B5EF4-FFF2-40B4-BE49-F238E27FC236}">
                <a16:creationId xmlns:a16="http://schemas.microsoft.com/office/drawing/2014/main" id="{0EB90589-B217-C334-4EB0-E27EE28368AC}"/>
              </a:ext>
            </a:extLst>
          </p:cNvPr>
          <p:cNvSpPr/>
          <p:nvPr/>
        </p:nvSpPr>
        <p:spPr>
          <a:xfrm>
            <a:off x="7124016" y="5315605"/>
            <a:ext cx="4456614" cy="1126366"/>
          </a:xfrm>
          <a:prstGeom prst="rect">
            <a:avLst/>
          </a:prstGeom>
          <a:solidFill>
            <a:schemeClr val="accent3">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各所</a:t>
            </a:r>
          </a:p>
        </p:txBody>
      </p:sp>
      <p:sp>
        <p:nvSpPr>
          <p:cNvPr id="116" name="正方形/長方形 115">
            <a:extLst>
              <a:ext uri="{FF2B5EF4-FFF2-40B4-BE49-F238E27FC236}">
                <a16:creationId xmlns:a16="http://schemas.microsoft.com/office/drawing/2014/main" id="{25003C85-4DE1-107B-1F33-7A512F64103C}"/>
              </a:ext>
            </a:extLst>
          </p:cNvPr>
          <p:cNvSpPr/>
          <p:nvPr/>
        </p:nvSpPr>
        <p:spPr>
          <a:xfrm>
            <a:off x="7277213" y="4427754"/>
            <a:ext cx="2605118" cy="8677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連携基盤</a:t>
            </a:r>
          </a:p>
        </p:txBody>
      </p:sp>
      <p:sp>
        <p:nvSpPr>
          <p:cNvPr id="64" name="正方形/長方形 63">
            <a:extLst>
              <a:ext uri="{FF2B5EF4-FFF2-40B4-BE49-F238E27FC236}">
                <a16:creationId xmlns:a16="http://schemas.microsoft.com/office/drawing/2014/main" id="{2C4FB786-0607-69C9-79DB-B296BB7CA974}"/>
              </a:ext>
            </a:extLst>
          </p:cNvPr>
          <p:cNvSpPr/>
          <p:nvPr/>
        </p:nvSpPr>
        <p:spPr>
          <a:xfrm>
            <a:off x="4167494" y="5567327"/>
            <a:ext cx="2846636" cy="7128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バッチ実行サーバ</a:t>
            </a:r>
          </a:p>
        </p:txBody>
      </p:sp>
      <p:sp>
        <p:nvSpPr>
          <p:cNvPr id="105" name="正方形/長方形 104">
            <a:extLst>
              <a:ext uri="{FF2B5EF4-FFF2-40B4-BE49-F238E27FC236}">
                <a16:creationId xmlns:a16="http://schemas.microsoft.com/office/drawing/2014/main" id="{6BDE5A0E-20F7-0326-B80C-189081772E7A}"/>
              </a:ext>
            </a:extLst>
          </p:cNvPr>
          <p:cNvSpPr/>
          <p:nvPr/>
        </p:nvSpPr>
        <p:spPr>
          <a:xfrm>
            <a:off x="4291841" y="5840119"/>
            <a:ext cx="2442882" cy="3496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63" name="正方形/長方形 62">
            <a:extLst>
              <a:ext uri="{FF2B5EF4-FFF2-40B4-BE49-F238E27FC236}">
                <a16:creationId xmlns:a16="http://schemas.microsoft.com/office/drawing/2014/main" id="{8D266223-59C8-99C2-E553-F97DD94F41EE}"/>
              </a:ext>
            </a:extLst>
          </p:cNvPr>
          <p:cNvSpPr/>
          <p:nvPr/>
        </p:nvSpPr>
        <p:spPr>
          <a:xfrm>
            <a:off x="4157372" y="2820387"/>
            <a:ext cx="2846636" cy="2636911"/>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バッチスケジュールサーバ</a:t>
            </a:r>
          </a:p>
        </p:txBody>
      </p:sp>
      <p:sp>
        <p:nvSpPr>
          <p:cNvPr id="104" name="正方形/長方形 103">
            <a:extLst>
              <a:ext uri="{FF2B5EF4-FFF2-40B4-BE49-F238E27FC236}">
                <a16:creationId xmlns:a16="http://schemas.microsoft.com/office/drawing/2014/main" id="{90032C1D-3DA7-C30F-E835-BF0F226E45BA}"/>
              </a:ext>
            </a:extLst>
          </p:cNvPr>
          <p:cNvSpPr/>
          <p:nvPr/>
        </p:nvSpPr>
        <p:spPr>
          <a:xfrm>
            <a:off x="4300932" y="3142763"/>
            <a:ext cx="2442882" cy="22114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3" name="正方形/長方形 2">
            <a:extLst>
              <a:ext uri="{FF2B5EF4-FFF2-40B4-BE49-F238E27FC236}">
                <a16:creationId xmlns:a16="http://schemas.microsoft.com/office/drawing/2014/main" id="{A2686772-8969-ED77-BF4C-FEABD6A64ADC}"/>
              </a:ext>
            </a:extLst>
          </p:cNvPr>
          <p:cNvSpPr/>
          <p:nvPr/>
        </p:nvSpPr>
        <p:spPr>
          <a:xfrm>
            <a:off x="734671" y="1132151"/>
            <a:ext cx="2144795" cy="5206132"/>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共通</a:t>
            </a:r>
            <a:r>
              <a:rPr lang="en-US" altLang="ja-JP" sz="1600" b="1">
                <a:solidFill>
                  <a:schemeClr val="tx1"/>
                </a:solidFill>
              </a:rPr>
              <a:t>Oracle</a:t>
            </a:r>
            <a:endParaRPr lang="ja-JP" altLang="en-US" sz="1600" b="1">
              <a:solidFill>
                <a:schemeClr val="tx1"/>
              </a:solidFill>
            </a:endParaRPr>
          </a:p>
        </p:txBody>
      </p:sp>
      <p:sp>
        <p:nvSpPr>
          <p:cNvPr id="98" name="正方形/長方形 97">
            <a:extLst>
              <a:ext uri="{FF2B5EF4-FFF2-40B4-BE49-F238E27FC236}">
                <a16:creationId xmlns:a16="http://schemas.microsoft.com/office/drawing/2014/main" id="{B8672B75-50F4-E37A-0F15-8F912845EEDE}"/>
              </a:ext>
            </a:extLst>
          </p:cNvPr>
          <p:cNvSpPr/>
          <p:nvPr/>
        </p:nvSpPr>
        <p:spPr>
          <a:xfrm>
            <a:off x="828427" y="3052744"/>
            <a:ext cx="1866687" cy="313933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76" name="正方形/長方形 75">
            <a:extLst>
              <a:ext uri="{FF2B5EF4-FFF2-40B4-BE49-F238E27FC236}">
                <a16:creationId xmlns:a16="http://schemas.microsoft.com/office/drawing/2014/main" id="{BFA0DBA2-CCA6-6710-9987-F5571F14E282}"/>
              </a:ext>
            </a:extLst>
          </p:cNvPr>
          <p:cNvSpPr/>
          <p:nvPr/>
        </p:nvSpPr>
        <p:spPr>
          <a:xfrm>
            <a:off x="7109614" y="766597"/>
            <a:ext cx="4456614" cy="1868827"/>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sz="1600" b="1">
              <a:solidFill>
                <a:schemeClr val="tx1"/>
              </a:solidFill>
            </a:endParaRPr>
          </a:p>
        </p:txBody>
      </p:sp>
      <p:sp>
        <p:nvSpPr>
          <p:cNvPr id="57" name="正方形/長方形 56">
            <a:extLst>
              <a:ext uri="{FF2B5EF4-FFF2-40B4-BE49-F238E27FC236}">
                <a16:creationId xmlns:a16="http://schemas.microsoft.com/office/drawing/2014/main" id="{31496F90-A682-DE61-A21F-C4458D9B96B9}"/>
              </a:ext>
            </a:extLst>
          </p:cNvPr>
          <p:cNvSpPr/>
          <p:nvPr/>
        </p:nvSpPr>
        <p:spPr>
          <a:xfrm>
            <a:off x="4206730" y="1132151"/>
            <a:ext cx="2723031" cy="1605843"/>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共通</a:t>
            </a:r>
            <a:r>
              <a:rPr lang="en-US" altLang="ja-JP" sz="1600" b="1">
                <a:solidFill>
                  <a:schemeClr val="tx1"/>
                </a:solidFill>
              </a:rPr>
              <a:t>AP</a:t>
            </a:r>
            <a:r>
              <a:rPr lang="ja-JP" altLang="en-US" sz="1600" b="1">
                <a:solidFill>
                  <a:schemeClr val="tx1"/>
                </a:solidFill>
              </a:rPr>
              <a:t>サーバ</a:t>
            </a:r>
          </a:p>
        </p:txBody>
      </p:sp>
      <p:sp>
        <p:nvSpPr>
          <p:cNvPr id="2" name="タイトル 1">
            <a:extLst>
              <a:ext uri="{FF2B5EF4-FFF2-40B4-BE49-F238E27FC236}">
                <a16:creationId xmlns:a16="http://schemas.microsoft.com/office/drawing/2014/main" id="{A9F3D6B9-88B0-070E-659F-1D2D4837B408}"/>
              </a:ext>
            </a:extLst>
          </p:cNvPr>
          <p:cNvSpPr>
            <a:spLocks noGrp="1"/>
          </p:cNvSpPr>
          <p:nvPr>
            <p:ph type="title"/>
          </p:nvPr>
        </p:nvSpPr>
        <p:spPr/>
        <p:txBody>
          <a:bodyPr/>
          <a:lstStyle/>
          <a:p>
            <a:r>
              <a:rPr lang="en-US" altLang="ja-JP">
                <a:latin typeface="游明朝"/>
                <a:ea typeface="游明朝"/>
              </a:rPr>
              <a:t>3. </a:t>
            </a:r>
            <a:r>
              <a:rPr lang="ja-JP" altLang="en-US">
                <a:latin typeface="游明朝"/>
                <a:ea typeface="游明朝"/>
              </a:rPr>
              <a:t>システム構成（</a:t>
            </a:r>
            <a:r>
              <a:rPr lang="en-US" altLang="ja-JP" err="1">
                <a:latin typeface="游明朝"/>
                <a:ea typeface="游明朝"/>
              </a:rPr>
              <a:t>ToBe</a:t>
            </a:r>
            <a:r>
              <a:rPr lang="ja-JP" altLang="en-US">
                <a:latin typeface="游明朝"/>
                <a:ea typeface="游明朝"/>
              </a:rPr>
              <a:t>）① 縮小版共通基盤へのシステム資産移行</a:t>
            </a:r>
            <a:endParaRPr kumimoji="1" lang="ja-JP" altLang="en-US">
              <a:latin typeface="游明朝"/>
              <a:ea typeface="游明朝"/>
            </a:endParaRPr>
          </a:p>
        </p:txBody>
      </p:sp>
      <p:sp>
        <p:nvSpPr>
          <p:cNvPr id="6" name="フローチャート : 磁気ディスク 66">
            <a:extLst>
              <a:ext uri="{FF2B5EF4-FFF2-40B4-BE49-F238E27FC236}">
                <a16:creationId xmlns:a16="http://schemas.microsoft.com/office/drawing/2014/main" id="{157C4639-A738-48E8-25B5-E1BB82FD79FE}"/>
              </a:ext>
            </a:extLst>
          </p:cNvPr>
          <p:cNvSpPr/>
          <p:nvPr/>
        </p:nvSpPr>
        <p:spPr>
          <a:xfrm>
            <a:off x="1198294" y="2036302"/>
            <a:ext cx="952501" cy="907679"/>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a:solidFill>
                  <a:sysClr val="windowText" lastClr="000000"/>
                </a:solidFill>
              </a:rPr>
              <a:t>ロール</a:t>
            </a:r>
            <a:endParaRPr kumimoji="1" lang="en-US" altLang="ja-JP" sz="800">
              <a:solidFill>
                <a:sysClr val="windowText" lastClr="000000"/>
              </a:solidFill>
            </a:endParaRPr>
          </a:p>
          <a:p>
            <a:pPr algn="ctr"/>
            <a:r>
              <a:rPr kumimoji="1" lang="ja-JP" altLang="en-US" sz="800">
                <a:solidFill>
                  <a:sysClr val="windowText" lastClr="000000"/>
                </a:solidFill>
              </a:rPr>
              <a:t>ユーザー情報</a:t>
            </a:r>
          </a:p>
        </p:txBody>
      </p:sp>
      <p:sp>
        <p:nvSpPr>
          <p:cNvPr id="9" name="正方形/長方形 8">
            <a:extLst>
              <a:ext uri="{FF2B5EF4-FFF2-40B4-BE49-F238E27FC236}">
                <a16:creationId xmlns:a16="http://schemas.microsoft.com/office/drawing/2014/main" id="{2223F7E8-13C7-0008-923D-450BD33F1685}"/>
              </a:ext>
            </a:extLst>
          </p:cNvPr>
          <p:cNvSpPr/>
          <p:nvPr/>
        </p:nvSpPr>
        <p:spPr>
          <a:xfrm>
            <a:off x="4319866" y="1503775"/>
            <a:ext cx="2442882" cy="99630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10" name="Rectangle 92">
            <a:extLst>
              <a:ext uri="{FF2B5EF4-FFF2-40B4-BE49-F238E27FC236}">
                <a16:creationId xmlns:a16="http://schemas.microsoft.com/office/drawing/2014/main" id="{E866F57D-36C3-0BEC-3BF6-35429B26B5D9}"/>
              </a:ext>
            </a:extLst>
          </p:cNvPr>
          <p:cNvSpPr>
            <a:spLocks noChangeArrowheads="1"/>
          </p:cNvSpPr>
          <p:nvPr/>
        </p:nvSpPr>
        <p:spPr bwMode="auto">
          <a:xfrm>
            <a:off x="4555189" y="1728871"/>
            <a:ext cx="2039471" cy="476758"/>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b="1"/>
              <a:t>事務管理</a:t>
            </a:r>
            <a:r>
              <a:rPr lang="ja-JP" altLang="en-US" sz="1100" b="1">
                <a:effectLst/>
                <a:latin typeface="+mn-lt"/>
                <a:ea typeface="+mn-ea"/>
                <a:cs typeface="+mn-cs"/>
              </a:rPr>
              <a:t>システム</a:t>
            </a:r>
            <a:endParaRPr lang="ja-JP" altLang="ja-JP" sz="1000">
              <a:effectLst/>
            </a:endParaRPr>
          </a:p>
        </p:txBody>
      </p:sp>
      <p:sp>
        <p:nvSpPr>
          <p:cNvPr id="12" name="テキスト ボックス 82">
            <a:extLst>
              <a:ext uri="{FF2B5EF4-FFF2-40B4-BE49-F238E27FC236}">
                <a16:creationId xmlns:a16="http://schemas.microsoft.com/office/drawing/2014/main" id="{4135CA59-9F7F-A786-A014-CA4F0DF0A735}"/>
              </a:ext>
            </a:extLst>
          </p:cNvPr>
          <p:cNvSpPr txBox="1"/>
          <p:nvPr/>
        </p:nvSpPr>
        <p:spPr>
          <a:xfrm>
            <a:off x="844436" y="1567491"/>
            <a:ext cx="1591227" cy="2465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（認証基盤スキーマ）</a:t>
            </a:r>
            <a:endParaRPr kumimoji="1" lang="en-US" altLang="ja-JP" sz="900"/>
          </a:p>
        </p:txBody>
      </p:sp>
      <p:sp>
        <p:nvSpPr>
          <p:cNvPr id="18" name="テキスト ボックス 167">
            <a:extLst>
              <a:ext uri="{FF2B5EF4-FFF2-40B4-BE49-F238E27FC236}">
                <a16:creationId xmlns:a16="http://schemas.microsoft.com/office/drawing/2014/main" id="{52DB5FA6-41CC-07C3-C0CC-745F457FDD9A}"/>
              </a:ext>
            </a:extLst>
          </p:cNvPr>
          <p:cNvSpPr txBox="1"/>
          <p:nvPr/>
        </p:nvSpPr>
        <p:spPr>
          <a:xfrm>
            <a:off x="4571993" y="3226517"/>
            <a:ext cx="1815353" cy="301831"/>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ドメイン停止・起動</a:t>
            </a:r>
            <a:endParaRPr kumimoji="1" lang="en-US" altLang="ja-JP" sz="900"/>
          </a:p>
        </p:txBody>
      </p:sp>
      <p:sp>
        <p:nvSpPr>
          <p:cNvPr id="19" name="テキスト ボックス 201">
            <a:extLst>
              <a:ext uri="{FF2B5EF4-FFF2-40B4-BE49-F238E27FC236}">
                <a16:creationId xmlns:a16="http://schemas.microsoft.com/office/drawing/2014/main" id="{E6A6C17F-E364-762F-CC1D-E77EEE24D60F}"/>
              </a:ext>
            </a:extLst>
          </p:cNvPr>
          <p:cNvSpPr txBox="1"/>
          <p:nvPr/>
        </p:nvSpPr>
        <p:spPr>
          <a:xfrm>
            <a:off x="667426" y="3098317"/>
            <a:ext cx="1960443" cy="4370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（事務管理システムスキーマ）</a:t>
            </a:r>
            <a:endParaRPr kumimoji="1" lang="en-US" altLang="ja-JP" sz="900"/>
          </a:p>
        </p:txBody>
      </p:sp>
      <p:cxnSp>
        <p:nvCxnSpPr>
          <p:cNvPr id="22" name="カギ線コネクタ 219">
            <a:extLst>
              <a:ext uri="{FF2B5EF4-FFF2-40B4-BE49-F238E27FC236}">
                <a16:creationId xmlns:a16="http://schemas.microsoft.com/office/drawing/2014/main" id="{FA4A7105-1224-C421-C69C-ED5C7F13CA90}"/>
              </a:ext>
            </a:extLst>
          </p:cNvPr>
          <p:cNvCxnSpPr>
            <a:cxnSpLocks/>
            <a:stCxn id="92" idx="2"/>
            <a:endCxn id="9" idx="1"/>
          </p:cNvCxnSpPr>
          <p:nvPr/>
        </p:nvCxnSpPr>
        <p:spPr>
          <a:xfrm rot="16200000" flipH="1">
            <a:off x="3881166" y="1563227"/>
            <a:ext cx="208435" cy="668966"/>
          </a:xfrm>
          <a:prstGeom prst="bentConnector2">
            <a:avLst/>
          </a:prstGeom>
          <a:ln w="12700">
            <a:headEnd type="arrow"/>
            <a:tailEnd type="arrow"/>
          </a:ln>
        </p:spPr>
        <p:style>
          <a:lnRef idx="1">
            <a:schemeClr val="dk1"/>
          </a:lnRef>
          <a:fillRef idx="0">
            <a:schemeClr val="dk1"/>
          </a:fillRef>
          <a:effectRef idx="0">
            <a:schemeClr val="dk1"/>
          </a:effectRef>
          <a:fontRef idx="minor">
            <a:schemeClr val="tx1"/>
          </a:fontRef>
        </p:style>
      </p:cxnSp>
      <p:cxnSp>
        <p:nvCxnSpPr>
          <p:cNvPr id="23" name="カギ線コネクタ 226">
            <a:extLst>
              <a:ext uri="{FF2B5EF4-FFF2-40B4-BE49-F238E27FC236}">
                <a16:creationId xmlns:a16="http://schemas.microsoft.com/office/drawing/2014/main" id="{FB22FBEA-DBEB-2FCC-56C7-86F55261E3CA}"/>
              </a:ext>
            </a:extLst>
          </p:cNvPr>
          <p:cNvCxnSpPr>
            <a:cxnSpLocks/>
            <a:stCxn id="6" idx="4"/>
            <a:endCxn id="92" idx="1"/>
          </p:cNvCxnSpPr>
          <p:nvPr/>
        </p:nvCxnSpPr>
        <p:spPr>
          <a:xfrm flipV="1">
            <a:off x="2150795" y="1530513"/>
            <a:ext cx="985553" cy="959629"/>
          </a:xfrm>
          <a:prstGeom prst="bentConnector3">
            <a:avLst>
              <a:gd name="adj1" fmla="val 50000"/>
            </a:avLst>
          </a:prstGeom>
          <a:ln w="12700">
            <a:headEnd type="arrow"/>
            <a:tailEnd type="arrow"/>
          </a:ln>
        </p:spPr>
        <p:style>
          <a:lnRef idx="1">
            <a:schemeClr val="dk1"/>
          </a:lnRef>
          <a:fillRef idx="0">
            <a:schemeClr val="dk1"/>
          </a:fillRef>
          <a:effectRef idx="0">
            <a:schemeClr val="dk1"/>
          </a:effectRef>
          <a:fontRef idx="minor">
            <a:schemeClr val="tx1"/>
          </a:fontRef>
        </p:style>
      </p:cxnSp>
      <p:sp>
        <p:nvSpPr>
          <p:cNvPr id="24" name="テキスト ボックス 114">
            <a:extLst>
              <a:ext uri="{FF2B5EF4-FFF2-40B4-BE49-F238E27FC236}">
                <a16:creationId xmlns:a16="http://schemas.microsoft.com/office/drawing/2014/main" id="{F2CF033F-A42C-5772-9556-14D53542CF9C}"/>
              </a:ext>
            </a:extLst>
          </p:cNvPr>
          <p:cNvSpPr txBox="1"/>
          <p:nvPr/>
        </p:nvSpPr>
        <p:spPr>
          <a:xfrm>
            <a:off x="4601806" y="4499799"/>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出クレ送信</a:t>
            </a:r>
            <a:endParaRPr kumimoji="1" lang="en-US" altLang="ja-JP" sz="900"/>
          </a:p>
        </p:txBody>
      </p:sp>
      <p:sp>
        <p:nvSpPr>
          <p:cNvPr id="25" name="テキスト ボックス 115">
            <a:extLst>
              <a:ext uri="{FF2B5EF4-FFF2-40B4-BE49-F238E27FC236}">
                <a16:creationId xmlns:a16="http://schemas.microsoft.com/office/drawing/2014/main" id="{A34EBF8F-14A2-1D45-28CD-BDAFB594005D}"/>
              </a:ext>
            </a:extLst>
          </p:cNvPr>
          <p:cNvSpPr txBox="1"/>
          <p:nvPr/>
        </p:nvSpPr>
        <p:spPr>
          <a:xfrm>
            <a:off x="4605606" y="4282113"/>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全所メール送信</a:t>
            </a:r>
            <a:endParaRPr kumimoji="1" lang="en-US" altLang="ja-JP" sz="900"/>
          </a:p>
        </p:txBody>
      </p:sp>
      <p:sp>
        <p:nvSpPr>
          <p:cNvPr id="26" name="テキスト ボックス 116">
            <a:extLst>
              <a:ext uri="{FF2B5EF4-FFF2-40B4-BE49-F238E27FC236}">
                <a16:creationId xmlns:a16="http://schemas.microsoft.com/office/drawing/2014/main" id="{7977589C-12F5-C695-678F-AC0956BD647B}"/>
              </a:ext>
            </a:extLst>
          </p:cNvPr>
          <p:cNvSpPr txBox="1"/>
          <p:nvPr/>
        </p:nvSpPr>
        <p:spPr>
          <a:xfrm>
            <a:off x="4605611" y="4735117"/>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en-US" altLang="ja-JP" sz="900"/>
              <a:t>POS</a:t>
            </a:r>
            <a:r>
              <a:rPr kumimoji="1" lang="ja-JP" altLang="en-US" sz="900"/>
              <a:t>集信</a:t>
            </a:r>
            <a:endParaRPr kumimoji="1" lang="en-US" altLang="ja-JP" sz="900"/>
          </a:p>
        </p:txBody>
      </p:sp>
      <p:cxnSp>
        <p:nvCxnSpPr>
          <p:cNvPr id="34" name="カギ線コネクタ 91">
            <a:extLst>
              <a:ext uri="{FF2B5EF4-FFF2-40B4-BE49-F238E27FC236}">
                <a16:creationId xmlns:a16="http://schemas.microsoft.com/office/drawing/2014/main" id="{FC2DB01A-BCE8-3251-8B70-ABCF9257CB08}"/>
              </a:ext>
            </a:extLst>
          </p:cNvPr>
          <p:cNvCxnSpPr>
            <a:cxnSpLocks/>
            <a:stCxn id="18" idx="3"/>
            <a:endCxn id="9" idx="3"/>
          </p:cNvCxnSpPr>
          <p:nvPr/>
        </p:nvCxnSpPr>
        <p:spPr>
          <a:xfrm flipV="1">
            <a:off x="6387346" y="2001928"/>
            <a:ext cx="375402" cy="1375505"/>
          </a:xfrm>
          <a:prstGeom prst="bentConnector3">
            <a:avLst>
              <a:gd name="adj1" fmla="val 160895"/>
            </a:avLst>
          </a:prstGeom>
          <a:ln>
            <a:tailEnd type="arrow"/>
          </a:ln>
        </p:spPr>
        <p:style>
          <a:lnRef idx="1">
            <a:schemeClr val="dk1"/>
          </a:lnRef>
          <a:fillRef idx="0">
            <a:schemeClr val="dk1"/>
          </a:fillRef>
          <a:effectRef idx="0">
            <a:schemeClr val="dk1"/>
          </a:effectRef>
          <a:fontRef idx="minor">
            <a:schemeClr val="tx1"/>
          </a:fontRef>
        </p:style>
      </p:cxnSp>
      <p:sp>
        <p:nvSpPr>
          <p:cNvPr id="40" name="フローチャート : 磁気ディスク 199">
            <a:extLst>
              <a:ext uri="{FF2B5EF4-FFF2-40B4-BE49-F238E27FC236}">
                <a16:creationId xmlns:a16="http://schemas.microsoft.com/office/drawing/2014/main" id="{80C4C37F-7BD0-C3E2-A33F-43FFB263AF35}"/>
              </a:ext>
            </a:extLst>
          </p:cNvPr>
          <p:cNvSpPr/>
          <p:nvPr/>
        </p:nvSpPr>
        <p:spPr>
          <a:xfrm>
            <a:off x="958788" y="3573264"/>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食堂データ</a:t>
            </a:r>
          </a:p>
        </p:txBody>
      </p:sp>
      <p:sp>
        <p:nvSpPr>
          <p:cNvPr id="42" name="フローチャート : 磁気ディスク 257">
            <a:extLst>
              <a:ext uri="{FF2B5EF4-FFF2-40B4-BE49-F238E27FC236}">
                <a16:creationId xmlns:a16="http://schemas.microsoft.com/office/drawing/2014/main" id="{994AD9EA-825E-C00B-DAB1-04C1803D4BA1}"/>
              </a:ext>
            </a:extLst>
          </p:cNvPr>
          <p:cNvSpPr/>
          <p:nvPr/>
        </p:nvSpPr>
        <p:spPr>
          <a:xfrm>
            <a:off x="969995" y="4424910"/>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宿日直データ</a:t>
            </a:r>
          </a:p>
        </p:txBody>
      </p:sp>
      <p:sp>
        <p:nvSpPr>
          <p:cNvPr id="44" name="正方形/長方形 43">
            <a:extLst>
              <a:ext uri="{FF2B5EF4-FFF2-40B4-BE49-F238E27FC236}">
                <a16:creationId xmlns:a16="http://schemas.microsoft.com/office/drawing/2014/main" id="{DA0D6641-AE8C-CA4F-1CBD-FDB916170FC1}"/>
              </a:ext>
            </a:extLst>
          </p:cNvPr>
          <p:cNvSpPr/>
          <p:nvPr/>
        </p:nvSpPr>
        <p:spPr>
          <a:xfrm>
            <a:off x="4381488" y="3650226"/>
            <a:ext cx="2252383" cy="164527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900">
                <a:solidFill>
                  <a:sysClr val="windowText" lastClr="000000"/>
                </a:solidFill>
              </a:rPr>
              <a:t>ジョブネット</a:t>
            </a:r>
          </a:p>
        </p:txBody>
      </p:sp>
      <p:cxnSp>
        <p:nvCxnSpPr>
          <p:cNvPr id="45" name="カギ線コネクタ 288">
            <a:extLst>
              <a:ext uri="{FF2B5EF4-FFF2-40B4-BE49-F238E27FC236}">
                <a16:creationId xmlns:a16="http://schemas.microsoft.com/office/drawing/2014/main" id="{1BF6BBDF-F1A7-EC02-188D-765A9F51FA24}"/>
              </a:ext>
            </a:extLst>
          </p:cNvPr>
          <p:cNvCxnSpPr>
            <a:cxnSpLocks/>
            <a:stCxn id="9" idx="1"/>
            <a:endCxn id="40" idx="4"/>
          </p:cNvCxnSpPr>
          <p:nvPr/>
        </p:nvCxnSpPr>
        <p:spPr>
          <a:xfrm rot="10800000" flipV="1">
            <a:off x="1982618" y="2001927"/>
            <a:ext cx="2337249" cy="1969143"/>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46" name="カギ線コネクタ 290">
            <a:extLst>
              <a:ext uri="{FF2B5EF4-FFF2-40B4-BE49-F238E27FC236}">
                <a16:creationId xmlns:a16="http://schemas.microsoft.com/office/drawing/2014/main" id="{FBD029B7-7311-748A-1A56-E93892292DFB}"/>
              </a:ext>
            </a:extLst>
          </p:cNvPr>
          <p:cNvCxnSpPr>
            <a:cxnSpLocks/>
            <a:stCxn id="9" idx="1"/>
            <a:endCxn id="42" idx="4"/>
          </p:cNvCxnSpPr>
          <p:nvPr/>
        </p:nvCxnSpPr>
        <p:spPr>
          <a:xfrm rot="10800000" flipV="1">
            <a:off x="1993824" y="2001927"/>
            <a:ext cx="2326042" cy="2820789"/>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49" name="直線矢印コネクタ 48">
            <a:extLst>
              <a:ext uri="{FF2B5EF4-FFF2-40B4-BE49-F238E27FC236}">
                <a16:creationId xmlns:a16="http://schemas.microsoft.com/office/drawing/2014/main" id="{B7F7F86D-F1A7-F11D-13D3-8B1A935F44E3}"/>
              </a:ext>
            </a:extLst>
          </p:cNvPr>
          <p:cNvCxnSpPr>
            <a:cxnSpLocks/>
            <a:stCxn id="63" idx="2"/>
            <a:endCxn id="64" idx="0"/>
          </p:cNvCxnSpPr>
          <p:nvPr/>
        </p:nvCxnSpPr>
        <p:spPr>
          <a:xfrm>
            <a:off x="5580690" y="5457298"/>
            <a:ext cx="10122" cy="110029"/>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0" name="フローチャート : 磁気ディスク 309">
            <a:extLst>
              <a:ext uri="{FF2B5EF4-FFF2-40B4-BE49-F238E27FC236}">
                <a16:creationId xmlns:a16="http://schemas.microsoft.com/office/drawing/2014/main" id="{81811B63-4E9E-FE5F-9645-711D0FE28917}"/>
              </a:ext>
            </a:extLst>
          </p:cNvPr>
          <p:cNvSpPr/>
          <p:nvPr/>
        </p:nvSpPr>
        <p:spPr>
          <a:xfrm>
            <a:off x="958789" y="5276560"/>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貸与品データ</a:t>
            </a:r>
          </a:p>
        </p:txBody>
      </p:sp>
      <p:cxnSp>
        <p:nvCxnSpPr>
          <p:cNvPr id="51" name="カギ線コネクタ 311">
            <a:extLst>
              <a:ext uri="{FF2B5EF4-FFF2-40B4-BE49-F238E27FC236}">
                <a16:creationId xmlns:a16="http://schemas.microsoft.com/office/drawing/2014/main" id="{5048FED6-E196-1460-7D43-A3666F0602FC}"/>
              </a:ext>
            </a:extLst>
          </p:cNvPr>
          <p:cNvCxnSpPr>
            <a:cxnSpLocks/>
            <a:stCxn id="9" idx="1"/>
            <a:endCxn id="50" idx="4"/>
          </p:cNvCxnSpPr>
          <p:nvPr/>
        </p:nvCxnSpPr>
        <p:spPr>
          <a:xfrm rot="10800000" flipV="1">
            <a:off x="1982618" y="2001927"/>
            <a:ext cx="2337248" cy="3672439"/>
          </a:xfrm>
          <a:prstGeom prst="bentConnector3">
            <a:avLst/>
          </a:prstGeom>
          <a:ln>
            <a:tailEnd type="arrow"/>
          </a:ln>
        </p:spPr>
        <p:style>
          <a:lnRef idx="1">
            <a:schemeClr val="dk1"/>
          </a:lnRef>
          <a:fillRef idx="0">
            <a:schemeClr val="dk1"/>
          </a:fillRef>
          <a:effectRef idx="0">
            <a:schemeClr val="dk1"/>
          </a:effectRef>
          <a:fontRef idx="minor">
            <a:schemeClr val="tx1"/>
          </a:fontRef>
        </p:style>
      </p:cxnSp>
      <p:cxnSp>
        <p:nvCxnSpPr>
          <p:cNvPr id="52" name="カギ線コネクタ 321">
            <a:extLst>
              <a:ext uri="{FF2B5EF4-FFF2-40B4-BE49-F238E27FC236}">
                <a16:creationId xmlns:a16="http://schemas.microsoft.com/office/drawing/2014/main" id="{1E7B31D5-B2C7-8682-F4E4-90D48BB19D66}"/>
              </a:ext>
            </a:extLst>
          </p:cNvPr>
          <p:cNvCxnSpPr>
            <a:cxnSpLocks/>
            <a:stCxn id="25" idx="3"/>
            <a:endCxn id="69" idx="2"/>
          </p:cNvCxnSpPr>
          <p:nvPr/>
        </p:nvCxnSpPr>
        <p:spPr>
          <a:xfrm flipV="1">
            <a:off x="6420959" y="1405453"/>
            <a:ext cx="4278107" cy="2949499"/>
          </a:xfrm>
          <a:prstGeom prst="bentConnector2">
            <a:avLst/>
          </a:prstGeom>
          <a:ln>
            <a:tailEnd type="arrow"/>
          </a:ln>
        </p:spPr>
        <p:style>
          <a:lnRef idx="1">
            <a:schemeClr val="dk1"/>
          </a:lnRef>
          <a:fillRef idx="0">
            <a:schemeClr val="dk1"/>
          </a:fillRef>
          <a:effectRef idx="0">
            <a:schemeClr val="dk1"/>
          </a:effectRef>
          <a:fontRef idx="minor">
            <a:schemeClr val="tx1"/>
          </a:fontRef>
        </p:style>
      </p:cxnSp>
      <p:sp>
        <p:nvSpPr>
          <p:cNvPr id="58" name="正方形/長方形 57">
            <a:extLst>
              <a:ext uri="{FF2B5EF4-FFF2-40B4-BE49-F238E27FC236}">
                <a16:creationId xmlns:a16="http://schemas.microsoft.com/office/drawing/2014/main" id="{DBDA527A-414E-FD9F-558D-FB4C61634834}"/>
              </a:ext>
            </a:extLst>
          </p:cNvPr>
          <p:cNvSpPr/>
          <p:nvPr/>
        </p:nvSpPr>
        <p:spPr>
          <a:xfrm>
            <a:off x="8616812" y="1478210"/>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帳票基盤</a:t>
            </a:r>
          </a:p>
        </p:txBody>
      </p:sp>
      <p:sp>
        <p:nvSpPr>
          <p:cNvPr id="69" name="正方形/長方形 68">
            <a:extLst>
              <a:ext uri="{FF2B5EF4-FFF2-40B4-BE49-F238E27FC236}">
                <a16:creationId xmlns:a16="http://schemas.microsoft.com/office/drawing/2014/main" id="{CF595A46-5955-E32E-BD67-EE0440508864}"/>
              </a:ext>
            </a:extLst>
          </p:cNvPr>
          <p:cNvSpPr/>
          <p:nvPr/>
        </p:nvSpPr>
        <p:spPr>
          <a:xfrm>
            <a:off x="9882331" y="879493"/>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メールサーバ</a:t>
            </a:r>
          </a:p>
        </p:txBody>
      </p:sp>
      <p:sp>
        <p:nvSpPr>
          <p:cNvPr id="92" name="正方形/長方形 91">
            <a:extLst>
              <a:ext uri="{FF2B5EF4-FFF2-40B4-BE49-F238E27FC236}">
                <a16:creationId xmlns:a16="http://schemas.microsoft.com/office/drawing/2014/main" id="{CD34E653-6D1B-FE73-B914-204E064C526A}"/>
              </a:ext>
            </a:extLst>
          </p:cNvPr>
          <p:cNvSpPr/>
          <p:nvPr/>
        </p:nvSpPr>
        <p:spPr>
          <a:xfrm>
            <a:off x="3136348" y="1267533"/>
            <a:ext cx="1029104"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認証基盤</a:t>
            </a:r>
          </a:p>
        </p:txBody>
      </p:sp>
      <p:sp>
        <p:nvSpPr>
          <p:cNvPr id="101" name="テキスト ボックス 114">
            <a:extLst>
              <a:ext uri="{FF2B5EF4-FFF2-40B4-BE49-F238E27FC236}">
                <a16:creationId xmlns:a16="http://schemas.microsoft.com/office/drawing/2014/main" id="{BDD163B7-7942-A41F-4244-E7FD073A837D}"/>
              </a:ext>
            </a:extLst>
          </p:cNvPr>
          <p:cNvSpPr txBox="1"/>
          <p:nvPr/>
        </p:nvSpPr>
        <p:spPr>
          <a:xfrm>
            <a:off x="4721071" y="5923073"/>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バッチモジュール</a:t>
            </a:r>
            <a:endParaRPr kumimoji="1" lang="en-US" altLang="ja-JP" sz="900"/>
          </a:p>
        </p:txBody>
      </p:sp>
      <p:sp>
        <p:nvSpPr>
          <p:cNvPr id="109" name="Rectangle 92">
            <a:extLst>
              <a:ext uri="{FF2B5EF4-FFF2-40B4-BE49-F238E27FC236}">
                <a16:creationId xmlns:a16="http://schemas.microsoft.com/office/drawing/2014/main" id="{73417E2F-EA03-6196-B2D6-3EE844D14B30}"/>
              </a:ext>
            </a:extLst>
          </p:cNvPr>
          <p:cNvSpPr>
            <a:spLocks noChangeArrowheads="1"/>
          </p:cNvSpPr>
          <p:nvPr/>
        </p:nvSpPr>
        <p:spPr bwMode="auto">
          <a:xfrm>
            <a:off x="7736260" y="5644372"/>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後方支援</a:t>
            </a:r>
            <a:r>
              <a:rPr lang="en-US" altLang="ja-JP" sz="1100" b="1" i="0" u="none" strike="noStrike" baseline="0">
                <a:solidFill>
                  <a:srgbClr val="000000"/>
                </a:solidFill>
                <a:latin typeface="ＭＳ Ｐゴシック"/>
                <a:ea typeface="ＭＳ Ｐゴシック"/>
              </a:rPr>
              <a:t>PC</a:t>
            </a:r>
            <a:endParaRPr lang="ja-JP" altLang="en-US" sz="1100" b="1" i="0" u="none" strike="noStrike" baseline="0">
              <a:solidFill>
                <a:srgbClr val="000000"/>
              </a:solidFill>
              <a:latin typeface="ＭＳ Ｐゴシック"/>
              <a:ea typeface="ＭＳ Ｐゴシック"/>
            </a:endParaRPr>
          </a:p>
        </p:txBody>
      </p:sp>
      <p:sp>
        <p:nvSpPr>
          <p:cNvPr id="112" name="Rectangle 92">
            <a:extLst>
              <a:ext uri="{FF2B5EF4-FFF2-40B4-BE49-F238E27FC236}">
                <a16:creationId xmlns:a16="http://schemas.microsoft.com/office/drawing/2014/main" id="{9D758568-0AA9-3A8D-8C75-3D10E1484AA3}"/>
              </a:ext>
            </a:extLst>
          </p:cNvPr>
          <p:cNvSpPr>
            <a:spLocks noChangeArrowheads="1"/>
          </p:cNvSpPr>
          <p:nvPr/>
        </p:nvSpPr>
        <p:spPr bwMode="auto">
          <a:xfrm>
            <a:off x="9147617" y="5657900"/>
            <a:ext cx="1120582" cy="43703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食堂</a:t>
            </a:r>
            <a:r>
              <a:rPr lang="en-US" altLang="ja-JP" sz="1100" b="1" i="0" u="none" strike="noStrike" baseline="0">
                <a:solidFill>
                  <a:srgbClr val="000000"/>
                </a:solidFill>
                <a:latin typeface="ＭＳ Ｐゴシック"/>
                <a:ea typeface="ＭＳ Ｐゴシック"/>
              </a:rPr>
              <a:t>POS</a:t>
            </a:r>
            <a:endParaRPr lang="ja-JP" altLang="en-US" sz="1100" b="1" i="0" u="none" strike="noStrike" baseline="0">
              <a:solidFill>
                <a:srgbClr val="000000"/>
              </a:solidFill>
              <a:latin typeface="ＭＳ Ｐゴシック"/>
              <a:ea typeface="ＭＳ Ｐゴシック"/>
            </a:endParaRPr>
          </a:p>
        </p:txBody>
      </p:sp>
      <p:sp>
        <p:nvSpPr>
          <p:cNvPr id="134" name="Rectangle 92">
            <a:extLst>
              <a:ext uri="{FF2B5EF4-FFF2-40B4-BE49-F238E27FC236}">
                <a16:creationId xmlns:a16="http://schemas.microsoft.com/office/drawing/2014/main" id="{727E1A83-059F-13AD-5273-112B4D76C224}"/>
              </a:ext>
            </a:extLst>
          </p:cNvPr>
          <p:cNvSpPr>
            <a:spLocks noChangeArrowheads="1"/>
          </p:cNvSpPr>
          <p:nvPr/>
        </p:nvSpPr>
        <p:spPr bwMode="auto">
          <a:xfrm>
            <a:off x="7444376" y="4747592"/>
            <a:ext cx="1131795" cy="35410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連携</a:t>
            </a:r>
            <a:r>
              <a:rPr lang="en-US" altLang="ja-JP" sz="1100" b="1" i="0" u="none" strike="noStrike" baseline="0">
                <a:solidFill>
                  <a:srgbClr val="000000"/>
                </a:solidFill>
                <a:latin typeface="ＭＳ Ｐゴシック"/>
                <a:ea typeface="ＭＳ Ｐゴシック"/>
              </a:rPr>
              <a:t>NAS</a:t>
            </a:r>
            <a:endParaRPr lang="ja-JP" altLang="en-US" sz="1100" b="1" i="0" u="none" strike="noStrike" baseline="0">
              <a:solidFill>
                <a:srgbClr val="000000"/>
              </a:solidFill>
              <a:latin typeface="ＭＳ Ｐゴシック"/>
              <a:ea typeface="ＭＳ Ｐゴシック"/>
            </a:endParaRPr>
          </a:p>
        </p:txBody>
      </p:sp>
      <p:cxnSp>
        <p:nvCxnSpPr>
          <p:cNvPr id="144" name="直線矢印コネクタ 143">
            <a:extLst>
              <a:ext uri="{FF2B5EF4-FFF2-40B4-BE49-F238E27FC236}">
                <a16:creationId xmlns:a16="http://schemas.microsoft.com/office/drawing/2014/main" id="{D1905716-D839-868A-C547-5AC247223DE8}"/>
              </a:ext>
            </a:extLst>
          </p:cNvPr>
          <p:cNvCxnSpPr>
            <a:cxnSpLocks/>
            <a:stCxn id="112" idx="1"/>
            <a:endCxn id="109" idx="3"/>
          </p:cNvCxnSpPr>
          <p:nvPr/>
        </p:nvCxnSpPr>
        <p:spPr>
          <a:xfrm flipH="1" flipV="1">
            <a:off x="8868055" y="5862888"/>
            <a:ext cx="279562" cy="1352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166" name="テキスト ボックス 82">
            <a:extLst>
              <a:ext uri="{FF2B5EF4-FFF2-40B4-BE49-F238E27FC236}">
                <a16:creationId xmlns:a16="http://schemas.microsoft.com/office/drawing/2014/main" id="{AFB7B05A-7A18-D332-B5E8-EC317C748D8A}"/>
              </a:ext>
            </a:extLst>
          </p:cNvPr>
          <p:cNvSpPr txBox="1"/>
          <p:nvPr/>
        </p:nvSpPr>
        <p:spPr>
          <a:xfrm>
            <a:off x="4696216" y="4960844"/>
            <a:ext cx="1591227" cy="334655"/>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a:t>
            </a:r>
            <a:endParaRPr kumimoji="1" lang="en-US" altLang="ja-JP" sz="900"/>
          </a:p>
          <a:p>
            <a:pPr algn="ctr"/>
            <a:r>
              <a:rPr kumimoji="1" lang="ja-JP" altLang="en-US" sz="900"/>
              <a:t>・</a:t>
            </a:r>
            <a:endParaRPr kumimoji="1" lang="en-US" altLang="ja-JP" sz="900"/>
          </a:p>
          <a:p>
            <a:pPr algn="ctr"/>
            <a:r>
              <a:rPr kumimoji="1" lang="ja-JP" altLang="en-US" sz="900"/>
              <a:t>・</a:t>
            </a:r>
            <a:endParaRPr kumimoji="1" lang="en-US" altLang="ja-JP" sz="900"/>
          </a:p>
        </p:txBody>
      </p:sp>
      <p:cxnSp>
        <p:nvCxnSpPr>
          <p:cNvPr id="168" name="カギ線コネクタ 321">
            <a:extLst>
              <a:ext uri="{FF2B5EF4-FFF2-40B4-BE49-F238E27FC236}">
                <a16:creationId xmlns:a16="http://schemas.microsoft.com/office/drawing/2014/main" id="{EFA812D8-1B85-3D3E-122B-890E36C80A81}"/>
              </a:ext>
            </a:extLst>
          </p:cNvPr>
          <p:cNvCxnSpPr>
            <a:cxnSpLocks/>
            <a:stCxn id="24" idx="3"/>
            <a:endCxn id="134" idx="1"/>
          </p:cNvCxnSpPr>
          <p:nvPr/>
        </p:nvCxnSpPr>
        <p:spPr>
          <a:xfrm>
            <a:off x="6417159" y="4572638"/>
            <a:ext cx="1027217" cy="352007"/>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cxnSp>
        <p:nvCxnSpPr>
          <p:cNvPr id="171" name="カギ線コネクタ 321">
            <a:extLst>
              <a:ext uri="{FF2B5EF4-FFF2-40B4-BE49-F238E27FC236}">
                <a16:creationId xmlns:a16="http://schemas.microsoft.com/office/drawing/2014/main" id="{0294AB0F-F49D-A1D7-72CE-2B7BA34C4EEB}"/>
              </a:ext>
            </a:extLst>
          </p:cNvPr>
          <p:cNvCxnSpPr>
            <a:cxnSpLocks/>
            <a:stCxn id="134" idx="3"/>
            <a:endCxn id="174" idx="1"/>
          </p:cNvCxnSpPr>
          <p:nvPr/>
        </p:nvCxnSpPr>
        <p:spPr>
          <a:xfrm flipV="1">
            <a:off x="8576171" y="4922341"/>
            <a:ext cx="1724496" cy="2304"/>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174" name="Rectangle 92">
            <a:extLst>
              <a:ext uri="{FF2B5EF4-FFF2-40B4-BE49-F238E27FC236}">
                <a16:creationId xmlns:a16="http://schemas.microsoft.com/office/drawing/2014/main" id="{13F8CE24-D80C-657A-C175-E6079C26D2DE}"/>
              </a:ext>
            </a:extLst>
          </p:cNvPr>
          <p:cNvSpPr>
            <a:spLocks noChangeArrowheads="1"/>
          </p:cNvSpPr>
          <p:nvPr/>
        </p:nvSpPr>
        <p:spPr bwMode="auto">
          <a:xfrm>
            <a:off x="10300667" y="4703825"/>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b="1">
                <a:solidFill>
                  <a:srgbClr val="000000"/>
                </a:solidFill>
                <a:latin typeface="ＭＳ Ｐゴシック"/>
                <a:ea typeface="ＭＳ Ｐゴシック"/>
              </a:rPr>
              <a:t>出クレシステム</a:t>
            </a:r>
            <a:endParaRPr lang="ja-JP" altLang="en-US" sz="1100" b="1" i="0" u="none" strike="noStrike" baseline="0">
              <a:solidFill>
                <a:srgbClr val="000000"/>
              </a:solidFill>
              <a:latin typeface="ＭＳ Ｐゴシック"/>
              <a:ea typeface="ＭＳ Ｐゴシック"/>
            </a:endParaRPr>
          </a:p>
        </p:txBody>
      </p:sp>
      <p:sp>
        <p:nvSpPr>
          <p:cNvPr id="179" name="Rectangle 92">
            <a:extLst>
              <a:ext uri="{FF2B5EF4-FFF2-40B4-BE49-F238E27FC236}">
                <a16:creationId xmlns:a16="http://schemas.microsoft.com/office/drawing/2014/main" id="{5340B75D-2EB8-0F58-1760-31DD88543935}"/>
              </a:ext>
            </a:extLst>
          </p:cNvPr>
          <p:cNvSpPr>
            <a:spLocks noChangeArrowheads="1"/>
          </p:cNvSpPr>
          <p:nvPr/>
        </p:nvSpPr>
        <p:spPr bwMode="auto">
          <a:xfrm>
            <a:off x="7888660" y="5796772"/>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後方支援</a:t>
            </a:r>
            <a:r>
              <a:rPr lang="en-US" altLang="ja-JP" sz="1100" b="1" i="0" u="none" strike="noStrike" baseline="0">
                <a:solidFill>
                  <a:srgbClr val="000000"/>
                </a:solidFill>
                <a:latin typeface="ＭＳ Ｐゴシック"/>
                <a:ea typeface="ＭＳ Ｐゴシック"/>
              </a:rPr>
              <a:t>PC</a:t>
            </a:r>
            <a:endParaRPr lang="ja-JP" altLang="en-US" sz="1100" b="1" i="0" u="none" strike="noStrike" baseline="0">
              <a:solidFill>
                <a:srgbClr val="000000"/>
              </a:solidFill>
              <a:latin typeface="ＭＳ Ｐゴシック"/>
              <a:ea typeface="ＭＳ Ｐゴシック"/>
            </a:endParaRPr>
          </a:p>
        </p:txBody>
      </p:sp>
      <p:sp>
        <p:nvSpPr>
          <p:cNvPr id="180" name="Rectangle 92">
            <a:extLst>
              <a:ext uri="{FF2B5EF4-FFF2-40B4-BE49-F238E27FC236}">
                <a16:creationId xmlns:a16="http://schemas.microsoft.com/office/drawing/2014/main" id="{425E4680-C720-CB6D-5865-98194D57D043}"/>
              </a:ext>
            </a:extLst>
          </p:cNvPr>
          <p:cNvSpPr>
            <a:spLocks noChangeArrowheads="1"/>
          </p:cNvSpPr>
          <p:nvPr/>
        </p:nvSpPr>
        <p:spPr bwMode="auto">
          <a:xfrm>
            <a:off x="9300017" y="5810300"/>
            <a:ext cx="1120582" cy="43703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食堂</a:t>
            </a:r>
            <a:r>
              <a:rPr lang="en-US" altLang="ja-JP" sz="1100" b="1" i="0" u="none" strike="noStrike" baseline="0">
                <a:solidFill>
                  <a:srgbClr val="000000"/>
                </a:solidFill>
                <a:latin typeface="ＭＳ Ｐゴシック"/>
                <a:ea typeface="ＭＳ Ｐゴシック"/>
              </a:rPr>
              <a:t>POS</a:t>
            </a:r>
            <a:endParaRPr lang="ja-JP" altLang="en-US" sz="1100" b="1" i="0" u="none" strike="noStrike" baseline="0">
              <a:solidFill>
                <a:srgbClr val="000000"/>
              </a:solidFill>
              <a:latin typeface="ＭＳ Ｐゴシック"/>
              <a:ea typeface="ＭＳ Ｐゴシック"/>
            </a:endParaRPr>
          </a:p>
        </p:txBody>
      </p:sp>
      <p:cxnSp>
        <p:nvCxnSpPr>
          <p:cNvPr id="181" name="直線矢印コネクタ 180">
            <a:extLst>
              <a:ext uri="{FF2B5EF4-FFF2-40B4-BE49-F238E27FC236}">
                <a16:creationId xmlns:a16="http://schemas.microsoft.com/office/drawing/2014/main" id="{85AE6818-DAA9-CC17-C530-F123F3894559}"/>
              </a:ext>
            </a:extLst>
          </p:cNvPr>
          <p:cNvCxnSpPr>
            <a:cxnSpLocks/>
            <a:stCxn id="180" idx="1"/>
            <a:endCxn id="179" idx="3"/>
          </p:cNvCxnSpPr>
          <p:nvPr/>
        </p:nvCxnSpPr>
        <p:spPr>
          <a:xfrm flipH="1" flipV="1">
            <a:off x="9020455" y="6015288"/>
            <a:ext cx="279562" cy="1352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182" name="Rectangle 92">
            <a:extLst>
              <a:ext uri="{FF2B5EF4-FFF2-40B4-BE49-F238E27FC236}">
                <a16:creationId xmlns:a16="http://schemas.microsoft.com/office/drawing/2014/main" id="{90A1FBD8-046A-4A97-E2F4-622402EFCCF9}"/>
              </a:ext>
            </a:extLst>
          </p:cNvPr>
          <p:cNvSpPr>
            <a:spLocks noChangeArrowheads="1"/>
          </p:cNvSpPr>
          <p:nvPr/>
        </p:nvSpPr>
        <p:spPr bwMode="auto">
          <a:xfrm>
            <a:off x="8041060" y="5949172"/>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後方支援</a:t>
            </a:r>
            <a:r>
              <a:rPr lang="en-US" altLang="ja-JP" sz="1100" b="1" i="0" u="none" strike="noStrike" baseline="0">
                <a:solidFill>
                  <a:srgbClr val="000000"/>
                </a:solidFill>
                <a:latin typeface="ＭＳ Ｐゴシック"/>
                <a:ea typeface="ＭＳ Ｐゴシック"/>
              </a:rPr>
              <a:t>PC</a:t>
            </a:r>
            <a:endParaRPr lang="ja-JP" altLang="en-US" sz="1100" b="1" i="0" u="none" strike="noStrike" baseline="0">
              <a:solidFill>
                <a:srgbClr val="000000"/>
              </a:solidFill>
              <a:latin typeface="ＭＳ Ｐゴシック"/>
              <a:ea typeface="ＭＳ Ｐゴシック"/>
            </a:endParaRPr>
          </a:p>
        </p:txBody>
      </p:sp>
      <p:sp>
        <p:nvSpPr>
          <p:cNvPr id="183" name="Rectangle 92">
            <a:extLst>
              <a:ext uri="{FF2B5EF4-FFF2-40B4-BE49-F238E27FC236}">
                <a16:creationId xmlns:a16="http://schemas.microsoft.com/office/drawing/2014/main" id="{4E1DEC30-6EC8-3160-CACA-4950419416D0}"/>
              </a:ext>
            </a:extLst>
          </p:cNvPr>
          <p:cNvSpPr>
            <a:spLocks noChangeArrowheads="1"/>
          </p:cNvSpPr>
          <p:nvPr/>
        </p:nvSpPr>
        <p:spPr bwMode="auto">
          <a:xfrm>
            <a:off x="9452417" y="5962700"/>
            <a:ext cx="1120582" cy="43703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食堂</a:t>
            </a:r>
            <a:r>
              <a:rPr lang="en-US" altLang="ja-JP" sz="1100" b="1" i="0" u="none" strike="noStrike" baseline="0">
                <a:solidFill>
                  <a:srgbClr val="000000"/>
                </a:solidFill>
                <a:latin typeface="ＭＳ Ｐゴシック"/>
                <a:ea typeface="ＭＳ Ｐゴシック"/>
              </a:rPr>
              <a:t>POS</a:t>
            </a:r>
            <a:endParaRPr lang="ja-JP" altLang="en-US" sz="1100" b="1" i="0" u="none" strike="noStrike" baseline="0">
              <a:solidFill>
                <a:srgbClr val="000000"/>
              </a:solidFill>
              <a:latin typeface="ＭＳ Ｐゴシック"/>
              <a:ea typeface="ＭＳ Ｐゴシック"/>
            </a:endParaRPr>
          </a:p>
        </p:txBody>
      </p:sp>
      <p:cxnSp>
        <p:nvCxnSpPr>
          <p:cNvPr id="184" name="直線矢印コネクタ 183">
            <a:extLst>
              <a:ext uri="{FF2B5EF4-FFF2-40B4-BE49-F238E27FC236}">
                <a16:creationId xmlns:a16="http://schemas.microsoft.com/office/drawing/2014/main" id="{F876156A-EAAE-806B-A0ED-A25D0DA67280}"/>
              </a:ext>
            </a:extLst>
          </p:cNvPr>
          <p:cNvCxnSpPr>
            <a:cxnSpLocks/>
            <a:stCxn id="183" idx="1"/>
            <a:endCxn id="182" idx="3"/>
          </p:cNvCxnSpPr>
          <p:nvPr/>
        </p:nvCxnSpPr>
        <p:spPr>
          <a:xfrm flipH="1" flipV="1">
            <a:off x="9172855" y="6167688"/>
            <a:ext cx="279562" cy="1352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185" name="カギ線コネクタ 321">
            <a:extLst>
              <a:ext uri="{FF2B5EF4-FFF2-40B4-BE49-F238E27FC236}">
                <a16:creationId xmlns:a16="http://schemas.microsoft.com/office/drawing/2014/main" id="{28D1B67D-BDA3-ABF2-2345-A533744E0805}"/>
              </a:ext>
            </a:extLst>
          </p:cNvPr>
          <p:cNvCxnSpPr>
            <a:cxnSpLocks/>
            <a:stCxn id="109" idx="1"/>
            <a:endCxn id="26" idx="3"/>
          </p:cNvCxnSpPr>
          <p:nvPr/>
        </p:nvCxnSpPr>
        <p:spPr>
          <a:xfrm rot="10800000">
            <a:off x="6420964" y="4807956"/>
            <a:ext cx="1315296" cy="1054932"/>
          </a:xfrm>
          <a:prstGeom prst="bentConnector3">
            <a:avLst>
              <a:gd name="adj1" fmla="val 68136"/>
            </a:avLst>
          </a:prstGeom>
          <a:ln>
            <a:tailEnd type="arrow"/>
          </a:ln>
        </p:spPr>
        <p:style>
          <a:lnRef idx="1">
            <a:schemeClr val="dk1"/>
          </a:lnRef>
          <a:fillRef idx="0">
            <a:schemeClr val="dk1"/>
          </a:fillRef>
          <a:effectRef idx="0">
            <a:schemeClr val="dk1"/>
          </a:effectRef>
          <a:fontRef idx="minor">
            <a:schemeClr val="tx1"/>
          </a:fontRef>
        </p:style>
      </p:cxnSp>
      <p:cxnSp>
        <p:nvCxnSpPr>
          <p:cNvPr id="189" name="カギ線コネクタ 321">
            <a:extLst>
              <a:ext uri="{FF2B5EF4-FFF2-40B4-BE49-F238E27FC236}">
                <a16:creationId xmlns:a16="http://schemas.microsoft.com/office/drawing/2014/main" id="{6FB76ABC-46AB-11BF-07A2-F20D65A66964}"/>
              </a:ext>
            </a:extLst>
          </p:cNvPr>
          <p:cNvCxnSpPr>
            <a:cxnSpLocks/>
            <a:endCxn id="26" idx="3"/>
          </p:cNvCxnSpPr>
          <p:nvPr/>
        </p:nvCxnSpPr>
        <p:spPr>
          <a:xfrm rot="10800000">
            <a:off x="6420964" y="4807956"/>
            <a:ext cx="1467696" cy="1207332"/>
          </a:xfrm>
          <a:prstGeom prst="bentConnector3">
            <a:avLst>
              <a:gd name="adj1" fmla="val 72348"/>
            </a:avLst>
          </a:prstGeom>
          <a:ln>
            <a:tailEnd type="arrow"/>
          </a:ln>
        </p:spPr>
        <p:style>
          <a:lnRef idx="1">
            <a:schemeClr val="dk1"/>
          </a:lnRef>
          <a:fillRef idx="0">
            <a:schemeClr val="dk1"/>
          </a:fillRef>
          <a:effectRef idx="0">
            <a:schemeClr val="dk1"/>
          </a:effectRef>
          <a:fontRef idx="minor">
            <a:schemeClr val="tx1"/>
          </a:fontRef>
        </p:style>
      </p:cxnSp>
      <p:cxnSp>
        <p:nvCxnSpPr>
          <p:cNvPr id="193" name="カギ線コネクタ 321">
            <a:extLst>
              <a:ext uri="{FF2B5EF4-FFF2-40B4-BE49-F238E27FC236}">
                <a16:creationId xmlns:a16="http://schemas.microsoft.com/office/drawing/2014/main" id="{CF92C5DB-18C3-2279-3732-087AB6637F8D}"/>
              </a:ext>
            </a:extLst>
          </p:cNvPr>
          <p:cNvCxnSpPr>
            <a:cxnSpLocks/>
            <a:endCxn id="26" idx="3"/>
          </p:cNvCxnSpPr>
          <p:nvPr/>
        </p:nvCxnSpPr>
        <p:spPr>
          <a:xfrm rot="10800000">
            <a:off x="6420964" y="4807956"/>
            <a:ext cx="1620096" cy="1359732"/>
          </a:xfrm>
          <a:prstGeom prst="bentConnector3">
            <a:avLst>
              <a:gd name="adj1" fmla="val 74540"/>
            </a:avLst>
          </a:prstGeom>
          <a:ln>
            <a:tailEnd type="arrow"/>
          </a:ln>
        </p:spPr>
        <p:style>
          <a:lnRef idx="1">
            <a:schemeClr val="dk1"/>
          </a:lnRef>
          <a:fillRef idx="0">
            <a:schemeClr val="dk1"/>
          </a:fillRef>
          <a:effectRef idx="0">
            <a:schemeClr val="dk1"/>
          </a:effectRef>
          <a:fontRef idx="minor">
            <a:schemeClr val="tx1"/>
          </a:fontRef>
        </p:style>
      </p:cxnSp>
      <p:cxnSp>
        <p:nvCxnSpPr>
          <p:cNvPr id="4" name="カギ線コネクタ 91">
            <a:extLst>
              <a:ext uri="{FF2B5EF4-FFF2-40B4-BE49-F238E27FC236}">
                <a16:creationId xmlns:a16="http://schemas.microsoft.com/office/drawing/2014/main" id="{52E3F395-E447-4EFF-1A18-7E4DAFFE845A}"/>
              </a:ext>
            </a:extLst>
          </p:cNvPr>
          <p:cNvCxnSpPr>
            <a:cxnSpLocks/>
            <a:stCxn id="13" idx="3"/>
            <a:endCxn id="58" idx="2"/>
          </p:cNvCxnSpPr>
          <p:nvPr/>
        </p:nvCxnSpPr>
        <p:spPr>
          <a:xfrm flipV="1">
            <a:off x="6415355" y="2004170"/>
            <a:ext cx="3018192" cy="2153906"/>
          </a:xfrm>
          <a:prstGeom prst="bentConnector2">
            <a:avLst/>
          </a:prstGeom>
          <a:ln>
            <a:tailEnd type="arrow"/>
          </a:ln>
        </p:spPr>
        <p:style>
          <a:lnRef idx="1">
            <a:schemeClr val="dk1"/>
          </a:lnRef>
          <a:fillRef idx="0">
            <a:schemeClr val="dk1"/>
          </a:fillRef>
          <a:effectRef idx="0">
            <a:schemeClr val="dk1"/>
          </a:effectRef>
          <a:fontRef idx="minor">
            <a:schemeClr val="tx1"/>
          </a:fontRef>
        </p:style>
      </p:cxnSp>
      <p:sp>
        <p:nvSpPr>
          <p:cNvPr id="13" name="テキスト ボックス 115">
            <a:extLst>
              <a:ext uri="{FF2B5EF4-FFF2-40B4-BE49-F238E27FC236}">
                <a16:creationId xmlns:a16="http://schemas.microsoft.com/office/drawing/2014/main" id="{1F0EE1E7-16D0-7BFB-DF5F-48004906949E}"/>
              </a:ext>
            </a:extLst>
          </p:cNvPr>
          <p:cNvSpPr txBox="1"/>
          <p:nvPr/>
        </p:nvSpPr>
        <p:spPr>
          <a:xfrm>
            <a:off x="4600002" y="4085237"/>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帳票印刷</a:t>
            </a:r>
            <a:endParaRPr kumimoji="1" lang="en-US" altLang="ja-JP" sz="900"/>
          </a:p>
        </p:txBody>
      </p:sp>
      <p:cxnSp>
        <p:nvCxnSpPr>
          <p:cNvPr id="16" name="カギ線コネクタ 91">
            <a:extLst>
              <a:ext uri="{FF2B5EF4-FFF2-40B4-BE49-F238E27FC236}">
                <a16:creationId xmlns:a16="http://schemas.microsoft.com/office/drawing/2014/main" id="{C105F1F8-99D5-CAE0-EAAA-B474FE701EA9}"/>
              </a:ext>
            </a:extLst>
          </p:cNvPr>
          <p:cNvCxnSpPr>
            <a:cxnSpLocks/>
            <a:endCxn id="58" idx="1"/>
          </p:cNvCxnSpPr>
          <p:nvPr/>
        </p:nvCxnSpPr>
        <p:spPr>
          <a:xfrm>
            <a:off x="6725641" y="1655297"/>
            <a:ext cx="1891171" cy="85893"/>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30" name="正方形/長方形 29">
            <a:extLst>
              <a:ext uri="{FF2B5EF4-FFF2-40B4-BE49-F238E27FC236}">
                <a16:creationId xmlns:a16="http://schemas.microsoft.com/office/drawing/2014/main" id="{070D5E6D-6BA8-B178-774A-024765C49530}"/>
              </a:ext>
            </a:extLst>
          </p:cNvPr>
          <p:cNvSpPr/>
          <p:nvPr/>
        </p:nvSpPr>
        <p:spPr>
          <a:xfrm>
            <a:off x="7168750" y="2055739"/>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マクロ実行</a:t>
            </a:r>
            <a:endParaRPr lang="en-US" altLang="ja-JP" sz="1600" b="1">
              <a:solidFill>
                <a:schemeClr val="tx1"/>
              </a:solidFill>
            </a:endParaRPr>
          </a:p>
          <a:p>
            <a:pPr algn="ctr"/>
            <a:r>
              <a:rPr lang="ja-JP" altLang="en-US" sz="1600" b="1">
                <a:solidFill>
                  <a:schemeClr val="tx1"/>
                </a:solidFill>
              </a:rPr>
              <a:t>サーバ</a:t>
            </a:r>
          </a:p>
        </p:txBody>
      </p:sp>
      <p:sp>
        <p:nvSpPr>
          <p:cNvPr id="37" name="テキスト ボックス 115">
            <a:extLst>
              <a:ext uri="{FF2B5EF4-FFF2-40B4-BE49-F238E27FC236}">
                <a16:creationId xmlns:a16="http://schemas.microsoft.com/office/drawing/2014/main" id="{B96D51AF-36F9-ACDA-E16D-3B458E5DF6A4}"/>
              </a:ext>
            </a:extLst>
          </p:cNvPr>
          <p:cNvSpPr txBox="1"/>
          <p:nvPr/>
        </p:nvSpPr>
        <p:spPr>
          <a:xfrm>
            <a:off x="4600002" y="3870429"/>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利用者抽出・品名・要領等更新</a:t>
            </a:r>
            <a:endParaRPr kumimoji="1" lang="en-US" altLang="ja-JP" sz="900"/>
          </a:p>
        </p:txBody>
      </p:sp>
      <p:cxnSp>
        <p:nvCxnSpPr>
          <p:cNvPr id="38" name="カギ線コネクタ 91">
            <a:extLst>
              <a:ext uri="{FF2B5EF4-FFF2-40B4-BE49-F238E27FC236}">
                <a16:creationId xmlns:a16="http://schemas.microsoft.com/office/drawing/2014/main" id="{6E8D48E1-8160-69E5-7B74-BF23F29F15F6}"/>
              </a:ext>
            </a:extLst>
          </p:cNvPr>
          <p:cNvCxnSpPr>
            <a:cxnSpLocks/>
            <a:stCxn id="37" idx="3"/>
            <a:endCxn id="30" idx="2"/>
          </p:cNvCxnSpPr>
          <p:nvPr/>
        </p:nvCxnSpPr>
        <p:spPr>
          <a:xfrm flipV="1">
            <a:off x="6415355" y="2581699"/>
            <a:ext cx="1570130" cy="1361569"/>
          </a:xfrm>
          <a:prstGeom prst="bentConnector2">
            <a:avLst/>
          </a:prstGeom>
          <a:ln>
            <a:tailEnd type="arrow"/>
          </a:ln>
        </p:spPr>
        <p:style>
          <a:lnRef idx="1">
            <a:schemeClr val="dk1"/>
          </a:lnRef>
          <a:fillRef idx="0">
            <a:schemeClr val="dk1"/>
          </a:fillRef>
          <a:effectRef idx="0">
            <a:schemeClr val="dk1"/>
          </a:effectRef>
          <a:fontRef idx="minor">
            <a:schemeClr val="tx1"/>
          </a:fontRef>
        </p:style>
      </p:cxnSp>
      <p:sp>
        <p:nvSpPr>
          <p:cNvPr id="47" name="Rectangle 92">
            <a:extLst>
              <a:ext uri="{FF2B5EF4-FFF2-40B4-BE49-F238E27FC236}">
                <a16:creationId xmlns:a16="http://schemas.microsoft.com/office/drawing/2014/main" id="{046699B0-6598-B83A-BED1-A1E350160391}"/>
              </a:ext>
            </a:extLst>
          </p:cNvPr>
          <p:cNvSpPr>
            <a:spLocks noChangeArrowheads="1"/>
          </p:cNvSpPr>
          <p:nvPr/>
        </p:nvSpPr>
        <p:spPr bwMode="auto">
          <a:xfrm>
            <a:off x="8711490" y="4767539"/>
            <a:ext cx="1131795" cy="35410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altLang="ja-JP" sz="1100" b="1" i="0" u="none" strike="noStrike" baseline="0" err="1">
                <a:solidFill>
                  <a:srgbClr val="000000"/>
                </a:solidFill>
                <a:latin typeface="ＭＳ Ｐゴシック"/>
                <a:ea typeface="ＭＳ Ｐゴシック"/>
              </a:rPr>
              <a:t>Waha</a:t>
            </a:r>
            <a:endParaRPr lang="ja-JP" altLang="en-US" sz="1100" b="1" i="0" u="none" strike="noStrike" baseline="0">
              <a:solidFill>
                <a:srgbClr val="000000"/>
              </a:solidFill>
              <a:latin typeface="ＭＳ Ｐゴシック"/>
              <a:ea typeface="ＭＳ Ｐゴシック"/>
            </a:endParaRPr>
          </a:p>
        </p:txBody>
      </p:sp>
      <p:sp>
        <p:nvSpPr>
          <p:cNvPr id="7" name="Slide Number Placeholder 6">
            <a:extLst>
              <a:ext uri="{FF2B5EF4-FFF2-40B4-BE49-F238E27FC236}">
                <a16:creationId xmlns:a16="http://schemas.microsoft.com/office/drawing/2014/main" id="{B08B9112-F3DF-6E9D-0A7A-DE1CDDA5E5F7}"/>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4</a:t>
            </a:fld>
            <a:endParaRPr lang="en-US"/>
          </a:p>
        </p:txBody>
      </p:sp>
      <p:sp>
        <p:nvSpPr>
          <p:cNvPr id="5" name="Footer Placeholder 4">
            <a:extLst>
              <a:ext uri="{FF2B5EF4-FFF2-40B4-BE49-F238E27FC236}">
                <a16:creationId xmlns:a16="http://schemas.microsoft.com/office/drawing/2014/main" id="{7D3E81CE-3F82-4CD8-5CA6-80995A4D3EC7}"/>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Tree>
    <p:extLst>
      <p:ext uri="{BB962C8B-B14F-4D97-AF65-F5344CB8AC3E}">
        <p14:creationId xmlns:p14="http://schemas.microsoft.com/office/powerpoint/2010/main" val="525159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77932-253F-5203-F0E7-C66058B3CA65}"/>
            </a:ext>
          </a:extLst>
        </p:cNvPr>
        <p:cNvGrpSpPr/>
        <p:nvPr/>
      </p:nvGrpSpPr>
      <p:grpSpPr>
        <a:xfrm>
          <a:off x="0" y="0"/>
          <a:ext cx="0" cy="0"/>
          <a:chOff x="0" y="0"/>
          <a:chExt cx="0" cy="0"/>
        </a:xfrm>
      </p:grpSpPr>
      <p:sp>
        <p:nvSpPr>
          <p:cNvPr id="76" name="正方形/長方形 75">
            <a:extLst>
              <a:ext uri="{FF2B5EF4-FFF2-40B4-BE49-F238E27FC236}">
                <a16:creationId xmlns:a16="http://schemas.microsoft.com/office/drawing/2014/main" id="{83192845-2E3B-B195-123F-A9F99A512C32}"/>
              </a:ext>
            </a:extLst>
          </p:cNvPr>
          <p:cNvSpPr/>
          <p:nvPr/>
        </p:nvSpPr>
        <p:spPr>
          <a:xfrm>
            <a:off x="7109614" y="766597"/>
            <a:ext cx="4456614" cy="4564125"/>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sz="1600" b="1">
              <a:solidFill>
                <a:schemeClr val="tx1"/>
              </a:solidFill>
            </a:endParaRPr>
          </a:p>
        </p:txBody>
      </p:sp>
      <p:sp>
        <p:nvSpPr>
          <p:cNvPr id="48" name="正方形/長方形 47">
            <a:extLst>
              <a:ext uri="{FF2B5EF4-FFF2-40B4-BE49-F238E27FC236}">
                <a16:creationId xmlns:a16="http://schemas.microsoft.com/office/drawing/2014/main" id="{F6D74D77-6F8B-8EC2-A124-009BFA951686}"/>
              </a:ext>
            </a:extLst>
          </p:cNvPr>
          <p:cNvSpPr/>
          <p:nvPr/>
        </p:nvSpPr>
        <p:spPr>
          <a:xfrm>
            <a:off x="10128582" y="4368878"/>
            <a:ext cx="1444953" cy="961844"/>
          </a:xfrm>
          <a:prstGeom prst="rect">
            <a:avLst/>
          </a:prstGeom>
          <a:solidFill>
            <a:schemeClr val="bg2"/>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社外？</a:t>
            </a:r>
          </a:p>
        </p:txBody>
      </p:sp>
      <p:sp>
        <p:nvSpPr>
          <p:cNvPr id="73" name="正方形/長方形 72">
            <a:extLst>
              <a:ext uri="{FF2B5EF4-FFF2-40B4-BE49-F238E27FC236}">
                <a16:creationId xmlns:a16="http://schemas.microsoft.com/office/drawing/2014/main" id="{D304EEF0-F7FC-A48B-70CB-7F3065D9E091}"/>
              </a:ext>
            </a:extLst>
          </p:cNvPr>
          <p:cNvSpPr/>
          <p:nvPr/>
        </p:nvSpPr>
        <p:spPr>
          <a:xfrm>
            <a:off x="576000" y="766598"/>
            <a:ext cx="6539754" cy="5675373"/>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600" b="1">
                <a:solidFill>
                  <a:schemeClr val="tx1"/>
                </a:solidFill>
              </a:rPr>
              <a:t>Azure</a:t>
            </a:r>
            <a:endParaRPr lang="ja-JP" altLang="en-US" sz="1600" b="1">
              <a:solidFill>
                <a:schemeClr val="tx1"/>
              </a:solidFill>
            </a:endParaRPr>
          </a:p>
        </p:txBody>
      </p:sp>
      <p:sp>
        <p:nvSpPr>
          <p:cNvPr id="147" name="正方形/長方形 146">
            <a:extLst>
              <a:ext uri="{FF2B5EF4-FFF2-40B4-BE49-F238E27FC236}">
                <a16:creationId xmlns:a16="http://schemas.microsoft.com/office/drawing/2014/main" id="{FBA2C46B-D1CD-4542-3AF1-24E7E5011A16}"/>
              </a:ext>
            </a:extLst>
          </p:cNvPr>
          <p:cNvSpPr/>
          <p:nvPr/>
        </p:nvSpPr>
        <p:spPr>
          <a:xfrm>
            <a:off x="7124016" y="5315605"/>
            <a:ext cx="4456614" cy="1126366"/>
          </a:xfrm>
          <a:prstGeom prst="rect">
            <a:avLst/>
          </a:prstGeom>
          <a:solidFill>
            <a:schemeClr val="accent3">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各所</a:t>
            </a:r>
          </a:p>
        </p:txBody>
      </p:sp>
      <p:sp>
        <p:nvSpPr>
          <p:cNvPr id="116" name="正方形/長方形 115">
            <a:extLst>
              <a:ext uri="{FF2B5EF4-FFF2-40B4-BE49-F238E27FC236}">
                <a16:creationId xmlns:a16="http://schemas.microsoft.com/office/drawing/2014/main" id="{EDA943F8-99BD-43D6-29FD-455DB5F01D3F}"/>
              </a:ext>
            </a:extLst>
          </p:cNvPr>
          <p:cNvSpPr/>
          <p:nvPr/>
        </p:nvSpPr>
        <p:spPr>
          <a:xfrm>
            <a:off x="7277213" y="4427754"/>
            <a:ext cx="2605118" cy="8677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連携基盤</a:t>
            </a:r>
          </a:p>
        </p:txBody>
      </p:sp>
      <p:sp>
        <p:nvSpPr>
          <p:cNvPr id="64" name="正方形/長方形 63">
            <a:extLst>
              <a:ext uri="{FF2B5EF4-FFF2-40B4-BE49-F238E27FC236}">
                <a16:creationId xmlns:a16="http://schemas.microsoft.com/office/drawing/2014/main" id="{EF4072FF-102F-F7E3-A4EC-BEE3C901041B}"/>
              </a:ext>
            </a:extLst>
          </p:cNvPr>
          <p:cNvSpPr/>
          <p:nvPr/>
        </p:nvSpPr>
        <p:spPr>
          <a:xfrm>
            <a:off x="4167494" y="5567327"/>
            <a:ext cx="2846636" cy="7128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バッチ実行サーバ</a:t>
            </a:r>
          </a:p>
        </p:txBody>
      </p:sp>
      <p:sp>
        <p:nvSpPr>
          <p:cNvPr id="105" name="正方形/長方形 104">
            <a:extLst>
              <a:ext uri="{FF2B5EF4-FFF2-40B4-BE49-F238E27FC236}">
                <a16:creationId xmlns:a16="http://schemas.microsoft.com/office/drawing/2014/main" id="{D8BC6BEB-FCC7-E234-EA3F-0201771013D8}"/>
              </a:ext>
            </a:extLst>
          </p:cNvPr>
          <p:cNvSpPr/>
          <p:nvPr/>
        </p:nvSpPr>
        <p:spPr>
          <a:xfrm>
            <a:off x="4291841" y="5840119"/>
            <a:ext cx="2442882" cy="3496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63" name="正方形/長方形 62">
            <a:extLst>
              <a:ext uri="{FF2B5EF4-FFF2-40B4-BE49-F238E27FC236}">
                <a16:creationId xmlns:a16="http://schemas.microsoft.com/office/drawing/2014/main" id="{C8D96522-CA5D-48A2-CED4-25C4385EE2E2}"/>
              </a:ext>
            </a:extLst>
          </p:cNvPr>
          <p:cNvSpPr/>
          <p:nvPr/>
        </p:nvSpPr>
        <p:spPr>
          <a:xfrm>
            <a:off x="4157372" y="2820387"/>
            <a:ext cx="2846636" cy="2636911"/>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バッチスケジュールサーバ</a:t>
            </a:r>
          </a:p>
        </p:txBody>
      </p:sp>
      <p:sp>
        <p:nvSpPr>
          <p:cNvPr id="104" name="正方形/長方形 103">
            <a:extLst>
              <a:ext uri="{FF2B5EF4-FFF2-40B4-BE49-F238E27FC236}">
                <a16:creationId xmlns:a16="http://schemas.microsoft.com/office/drawing/2014/main" id="{0C423093-299E-8ADD-5C38-EAEC773110C5}"/>
              </a:ext>
            </a:extLst>
          </p:cNvPr>
          <p:cNvSpPr/>
          <p:nvPr/>
        </p:nvSpPr>
        <p:spPr>
          <a:xfrm>
            <a:off x="4300932" y="3142763"/>
            <a:ext cx="2442882" cy="22114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3" name="正方形/長方形 2">
            <a:extLst>
              <a:ext uri="{FF2B5EF4-FFF2-40B4-BE49-F238E27FC236}">
                <a16:creationId xmlns:a16="http://schemas.microsoft.com/office/drawing/2014/main" id="{4E1D74E8-3320-0D90-F9D6-1A147D66F052}"/>
              </a:ext>
            </a:extLst>
          </p:cNvPr>
          <p:cNvSpPr/>
          <p:nvPr/>
        </p:nvSpPr>
        <p:spPr>
          <a:xfrm>
            <a:off x="734671" y="1132151"/>
            <a:ext cx="2144795" cy="5206132"/>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共通</a:t>
            </a:r>
            <a:r>
              <a:rPr lang="en-US" altLang="ja-JP" sz="1600" b="1">
                <a:solidFill>
                  <a:schemeClr val="tx1"/>
                </a:solidFill>
              </a:rPr>
              <a:t>Oracle</a:t>
            </a:r>
            <a:endParaRPr lang="ja-JP" altLang="en-US" sz="1600" b="1">
              <a:solidFill>
                <a:schemeClr val="tx1"/>
              </a:solidFill>
            </a:endParaRPr>
          </a:p>
        </p:txBody>
      </p:sp>
      <p:sp>
        <p:nvSpPr>
          <p:cNvPr id="98" name="正方形/長方形 97">
            <a:extLst>
              <a:ext uri="{FF2B5EF4-FFF2-40B4-BE49-F238E27FC236}">
                <a16:creationId xmlns:a16="http://schemas.microsoft.com/office/drawing/2014/main" id="{A4400B3C-340E-9C1F-CFF0-40EAE5513685}"/>
              </a:ext>
            </a:extLst>
          </p:cNvPr>
          <p:cNvSpPr/>
          <p:nvPr/>
        </p:nvSpPr>
        <p:spPr>
          <a:xfrm>
            <a:off x="828427" y="3052744"/>
            <a:ext cx="1866687" cy="313933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57" name="正方形/長方形 56">
            <a:extLst>
              <a:ext uri="{FF2B5EF4-FFF2-40B4-BE49-F238E27FC236}">
                <a16:creationId xmlns:a16="http://schemas.microsoft.com/office/drawing/2014/main" id="{75A2E4FD-1991-58B3-0AFA-42124F8E4E8A}"/>
              </a:ext>
            </a:extLst>
          </p:cNvPr>
          <p:cNvSpPr/>
          <p:nvPr/>
        </p:nvSpPr>
        <p:spPr>
          <a:xfrm>
            <a:off x="4206730" y="1132151"/>
            <a:ext cx="2723031" cy="1605843"/>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共通</a:t>
            </a:r>
            <a:r>
              <a:rPr lang="en-US" altLang="ja-JP" sz="1600" b="1">
                <a:solidFill>
                  <a:schemeClr val="tx1"/>
                </a:solidFill>
              </a:rPr>
              <a:t>AP</a:t>
            </a:r>
            <a:r>
              <a:rPr lang="ja-JP" altLang="en-US" sz="1600" b="1">
                <a:solidFill>
                  <a:schemeClr val="tx1"/>
                </a:solidFill>
              </a:rPr>
              <a:t>サーバ</a:t>
            </a:r>
          </a:p>
        </p:txBody>
      </p:sp>
      <p:sp>
        <p:nvSpPr>
          <p:cNvPr id="2" name="タイトル 1">
            <a:extLst>
              <a:ext uri="{FF2B5EF4-FFF2-40B4-BE49-F238E27FC236}">
                <a16:creationId xmlns:a16="http://schemas.microsoft.com/office/drawing/2014/main" id="{71F486B9-888B-23E5-C188-0D6A627BD0A8}"/>
              </a:ext>
            </a:extLst>
          </p:cNvPr>
          <p:cNvSpPr>
            <a:spLocks noGrp="1"/>
          </p:cNvSpPr>
          <p:nvPr>
            <p:ph type="title"/>
          </p:nvPr>
        </p:nvSpPr>
        <p:spPr/>
        <p:txBody>
          <a:bodyPr/>
          <a:lstStyle/>
          <a:p>
            <a:r>
              <a:rPr lang="en-US" altLang="ja-JP">
                <a:latin typeface="游明朝"/>
                <a:ea typeface="游明朝"/>
              </a:rPr>
              <a:t>3. </a:t>
            </a:r>
            <a:r>
              <a:rPr lang="ja-JP" altLang="en-US">
                <a:latin typeface="游明朝"/>
                <a:ea typeface="游明朝"/>
              </a:rPr>
              <a:t>システム構成（</a:t>
            </a:r>
            <a:r>
              <a:rPr lang="en-US" altLang="ja-JP" err="1">
                <a:latin typeface="游明朝"/>
                <a:ea typeface="游明朝"/>
              </a:rPr>
              <a:t>ToBe</a:t>
            </a:r>
            <a:r>
              <a:rPr lang="ja-JP" altLang="en-US">
                <a:latin typeface="游明朝"/>
                <a:ea typeface="游明朝"/>
              </a:rPr>
              <a:t>）② その他共通基盤の環境移行</a:t>
            </a:r>
            <a:endParaRPr kumimoji="1" lang="ja-JP" altLang="en-US">
              <a:latin typeface="游明朝"/>
              <a:ea typeface="游明朝"/>
            </a:endParaRPr>
          </a:p>
        </p:txBody>
      </p:sp>
      <p:sp>
        <p:nvSpPr>
          <p:cNvPr id="6" name="フローチャート : 磁気ディスク 66">
            <a:extLst>
              <a:ext uri="{FF2B5EF4-FFF2-40B4-BE49-F238E27FC236}">
                <a16:creationId xmlns:a16="http://schemas.microsoft.com/office/drawing/2014/main" id="{63B62DB9-46C7-D09F-A24E-DFE1E03A3142}"/>
              </a:ext>
            </a:extLst>
          </p:cNvPr>
          <p:cNvSpPr/>
          <p:nvPr/>
        </p:nvSpPr>
        <p:spPr>
          <a:xfrm>
            <a:off x="1198294" y="2036302"/>
            <a:ext cx="952501" cy="907679"/>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a:solidFill>
                  <a:sysClr val="windowText" lastClr="000000"/>
                </a:solidFill>
              </a:rPr>
              <a:t>ロール</a:t>
            </a:r>
            <a:endParaRPr kumimoji="1" lang="en-US" altLang="ja-JP" sz="800">
              <a:solidFill>
                <a:sysClr val="windowText" lastClr="000000"/>
              </a:solidFill>
            </a:endParaRPr>
          </a:p>
          <a:p>
            <a:pPr algn="ctr"/>
            <a:r>
              <a:rPr kumimoji="1" lang="ja-JP" altLang="en-US" sz="800">
                <a:solidFill>
                  <a:sysClr val="windowText" lastClr="000000"/>
                </a:solidFill>
              </a:rPr>
              <a:t>ユーザー情報</a:t>
            </a:r>
          </a:p>
        </p:txBody>
      </p:sp>
      <p:sp>
        <p:nvSpPr>
          <p:cNvPr id="9" name="正方形/長方形 8">
            <a:extLst>
              <a:ext uri="{FF2B5EF4-FFF2-40B4-BE49-F238E27FC236}">
                <a16:creationId xmlns:a16="http://schemas.microsoft.com/office/drawing/2014/main" id="{12C915E9-AD87-AA1D-6304-82EB8F09C497}"/>
              </a:ext>
            </a:extLst>
          </p:cNvPr>
          <p:cNvSpPr/>
          <p:nvPr/>
        </p:nvSpPr>
        <p:spPr>
          <a:xfrm>
            <a:off x="4319866" y="1503775"/>
            <a:ext cx="2442882" cy="99630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10" name="Rectangle 92">
            <a:extLst>
              <a:ext uri="{FF2B5EF4-FFF2-40B4-BE49-F238E27FC236}">
                <a16:creationId xmlns:a16="http://schemas.microsoft.com/office/drawing/2014/main" id="{C1F875C1-D034-4CB4-A44B-48BCFFCF5661}"/>
              </a:ext>
            </a:extLst>
          </p:cNvPr>
          <p:cNvSpPr>
            <a:spLocks noChangeArrowheads="1"/>
          </p:cNvSpPr>
          <p:nvPr/>
        </p:nvSpPr>
        <p:spPr bwMode="auto">
          <a:xfrm>
            <a:off x="4555189" y="1728871"/>
            <a:ext cx="2039471" cy="476758"/>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b="1"/>
              <a:t>事務管理</a:t>
            </a:r>
            <a:r>
              <a:rPr lang="ja-JP" altLang="en-US" sz="1100" b="1">
                <a:effectLst/>
                <a:latin typeface="+mn-lt"/>
                <a:ea typeface="+mn-ea"/>
                <a:cs typeface="+mn-cs"/>
              </a:rPr>
              <a:t>システム</a:t>
            </a:r>
            <a:endParaRPr lang="ja-JP" altLang="ja-JP" sz="1000">
              <a:effectLst/>
            </a:endParaRPr>
          </a:p>
        </p:txBody>
      </p:sp>
      <p:sp>
        <p:nvSpPr>
          <p:cNvPr id="12" name="テキスト ボックス 82">
            <a:extLst>
              <a:ext uri="{FF2B5EF4-FFF2-40B4-BE49-F238E27FC236}">
                <a16:creationId xmlns:a16="http://schemas.microsoft.com/office/drawing/2014/main" id="{D35E794A-99BE-2A4B-11D0-D882E26891F7}"/>
              </a:ext>
            </a:extLst>
          </p:cNvPr>
          <p:cNvSpPr txBox="1"/>
          <p:nvPr/>
        </p:nvSpPr>
        <p:spPr>
          <a:xfrm>
            <a:off x="844436" y="1567491"/>
            <a:ext cx="1591227" cy="2465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（認証基盤スキーマ）</a:t>
            </a:r>
            <a:endParaRPr kumimoji="1" lang="en-US" altLang="ja-JP" sz="900"/>
          </a:p>
        </p:txBody>
      </p:sp>
      <p:sp>
        <p:nvSpPr>
          <p:cNvPr id="18" name="テキスト ボックス 167">
            <a:extLst>
              <a:ext uri="{FF2B5EF4-FFF2-40B4-BE49-F238E27FC236}">
                <a16:creationId xmlns:a16="http://schemas.microsoft.com/office/drawing/2014/main" id="{20C0AD38-9058-856E-2D31-B2E254DA4DD0}"/>
              </a:ext>
            </a:extLst>
          </p:cNvPr>
          <p:cNvSpPr txBox="1"/>
          <p:nvPr/>
        </p:nvSpPr>
        <p:spPr>
          <a:xfrm>
            <a:off x="4571993" y="3226517"/>
            <a:ext cx="1815353" cy="301831"/>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ドメイン停止・起動</a:t>
            </a:r>
            <a:endParaRPr kumimoji="1" lang="en-US" altLang="ja-JP" sz="900"/>
          </a:p>
        </p:txBody>
      </p:sp>
      <p:sp>
        <p:nvSpPr>
          <p:cNvPr id="19" name="テキスト ボックス 201">
            <a:extLst>
              <a:ext uri="{FF2B5EF4-FFF2-40B4-BE49-F238E27FC236}">
                <a16:creationId xmlns:a16="http://schemas.microsoft.com/office/drawing/2014/main" id="{F484F7E6-78C4-AAEA-3CF4-41361A47CC62}"/>
              </a:ext>
            </a:extLst>
          </p:cNvPr>
          <p:cNvSpPr txBox="1"/>
          <p:nvPr/>
        </p:nvSpPr>
        <p:spPr>
          <a:xfrm>
            <a:off x="667426" y="3098317"/>
            <a:ext cx="1960443" cy="4370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（事務管理システムスキーマ）</a:t>
            </a:r>
            <a:endParaRPr kumimoji="1" lang="en-US" altLang="ja-JP" sz="900"/>
          </a:p>
        </p:txBody>
      </p:sp>
      <p:cxnSp>
        <p:nvCxnSpPr>
          <p:cNvPr id="22" name="カギ線コネクタ 219">
            <a:extLst>
              <a:ext uri="{FF2B5EF4-FFF2-40B4-BE49-F238E27FC236}">
                <a16:creationId xmlns:a16="http://schemas.microsoft.com/office/drawing/2014/main" id="{BE13253F-9502-A180-E94A-59EF3126EB89}"/>
              </a:ext>
            </a:extLst>
          </p:cNvPr>
          <p:cNvCxnSpPr>
            <a:cxnSpLocks/>
            <a:stCxn id="92" idx="2"/>
            <a:endCxn id="9" idx="1"/>
          </p:cNvCxnSpPr>
          <p:nvPr/>
        </p:nvCxnSpPr>
        <p:spPr>
          <a:xfrm rot="16200000" flipH="1">
            <a:off x="3881166" y="1563227"/>
            <a:ext cx="208435" cy="668966"/>
          </a:xfrm>
          <a:prstGeom prst="bentConnector2">
            <a:avLst/>
          </a:prstGeom>
          <a:ln w="12700">
            <a:headEnd type="arrow"/>
            <a:tailEnd type="arrow"/>
          </a:ln>
        </p:spPr>
        <p:style>
          <a:lnRef idx="1">
            <a:schemeClr val="dk1"/>
          </a:lnRef>
          <a:fillRef idx="0">
            <a:schemeClr val="dk1"/>
          </a:fillRef>
          <a:effectRef idx="0">
            <a:schemeClr val="dk1"/>
          </a:effectRef>
          <a:fontRef idx="minor">
            <a:schemeClr val="tx1"/>
          </a:fontRef>
        </p:style>
      </p:cxnSp>
      <p:cxnSp>
        <p:nvCxnSpPr>
          <p:cNvPr id="23" name="カギ線コネクタ 226">
            <a:extLst>
              <a:ext uri="{FF2B5EF4-FFF2-40B4-BE49-F238E27FC236}">
                <a16:creationId xmlns:a16="http://schemas.microsoft.com/office/drawing/2014/main" id="{427D639D-1329-9BE0-64F3-434E16A2E646}"/>
              </a:ext>
            </a:extLst>
          </p:cNvPr>
          <p:cNvCxnSpPr>
            <a:cxnSpLocks/>
            <a:stCxn id="6" idx="4"/>
            <a:endCxn id="92" idx="1"/>
          </p:cNvCxnSpPr>
          <p:nvPr/>
        </p:nvCxnSpPr>
        <p:spPr>
          <a:xfrm flipV="1">
            <a:off x="2150795" y="1530513"/>
            <a:ext cx="985553" cy="959629"/>
          </a:xfrm>
          <a:prstGeom prst="bentConnector3">
            <a:avLst>
              <a:gd name="adj1" fmla="val 50000"/>
            </a:avLst>
          </a:prstGeom>
          <a:ln w="12700">
            <a:headEnd type="arrow"/>
            <a:tailEnd type="arrow"/>
          </a:ln>
        </p:spPr>
        <p:style>
          <a:lnRef idx="1">
            <a:schemeClr val="dk1"/>
          </a:lnRef>
          <a:fillRef idx="0">
            <a:schemeClr val="dk1"/>
          </a:fillRef>
          <a:effectRef idx="0">
            <a:schemeClr val="dk1"/>
          </a:effectRef>
          <a:fontRef idx="minor">
            <a:schemeClr val="tx1"/>
          </a:fontRef>
        </p:style>
      </p:cxnSp>
      <p:sp>
        <p:nvSpPr>
          <p:cNvPr id="24" name="テキスト ボックス 114">
            <a:extLst>
              <a:ext uri="{FF2B5EF4-FFF2-40B4-BE49-F238E27FC236}">
                <a16:creationId xmlns:a16="http://schemas.microsoft.com/office/drawing/2014/main" id="{431A6231-3AB4-95BB-7B82-BCF5CD4DEB5D}"/>
              </a:ext>
            </a:extLst>
          </p:cNvPr>
          <p:cNvSpPr txBox="1"/>
          <p:nvPr/>
        </p:nvSpPr>
        <p:spPr>
          <a:xfrm>
            <a:off x="4601806" y="4499799"/>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出クレ送信</a:t>
            </a:r>
            <a:endParaRPr kumimoji="1" lang="en-US" altLang="ja-JP" sz="900"/>
          </a:p>
        </p:txBody>
      </p:sp>
      <p:sp>
        <p:nvSpPr>
          <p:cNvPr id="25" name="テキスト ボックス 115">
            <a:extLst>
              <a:ext uri="{FF2B5EF4-FFF2-40B4-BE49-F238E27FC236}">
                <a16:creationId xmlns:a16="http://schemas.microsoft.com/office/drawing/2014/main" id="{F48E1BD8-1A33-15C6-2146-2244857770F5}"/>
              </a:ext>
            </a:extLst>
          </p:cNvPr>
          <p:cNvSpPr txBox="1"/>
          <p:nvPr/>
        </p:nvSpPr>
        <p:spPr>
          <a:xfrm>
            <a:off x="4605606" y="4282113"/>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全所メール送信</a:t>
            </a:r>
            <a:endParaRPr kumimoji="1" lang="en-US" altLang="ja-JP" sz="900"/>
          </a:p>
        </p:txBody>
      </p:sp>
      <p:sp>
        <p:nvSpPr>
          <p:cNvPr id="26" name="テキスト ボックス 116">
            <a:extLst>
              <a:ext uri="{FF2B5EF4-FFF2-40B4-BE49-F238E27FC236}">
                <a16:creationId xmlns:a16="http://schemas.microsoft.com/office/drawing/2014/main" id="{71539410-843E-5047-F93D-B7582D4AF634}"/>
              </a:ext>
            </a:extLst>
          </p:cNvPr>
          <p:cNvSpPr txBox="1"/>
          <p:nvPr/>
        </p:nvSpPr>
        <p:spPr>
          <a:xfrm>
            <a:off x="4605611" y="4735117"/>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en-US" altLang="ja-JP" sz="900"/>
              <a:t>POS</a:t>
            </a:r>
            <a:r>
              <a:rPr kumimoji="1" lang="ja-JP" altLang="en-US" sz="900"/>
              <a:t>集信</a:t>
            </a:r>
            <a:endParaRPr kumimoji="1" lang="en-US" altLang="ja-JP" sz="900"/>
          </a:p>
        </p:txBody>
      </p:sp>
      <p:cxnSp>
        <p:nvCxnSpPr>
          <p:cNvPr id="34" name="カギ線コネクタ 91">
            <a:extLst>
              <a:ext uri="{FF2B5EF4-FFF2-40B4-BE49-F238E27FC236}">
                <a16:creationId xmlns:a16="http://schemas.microsoft.com/office/drawing/2014/main" id="{09CDF8DB-7DD6-0000-4F48-C20A9375717C}"/>
              </a:ext>
            </a:extLst>
          </p:cNvPr>
          <p:cNvCxnSpPr>
            <a:cxnSpLocks/>
            <a:stCxn id="18" idx="3"/>
            <a:endCxn id="9" idx="3"/>
          </p:cNvCxnSpPr>
          <p:nvPr/>
        </p:nvCxnSpPr>
        <p:spPr>
          <a:xfrm flipV="1">
            <a:off x="6387346" y="2001928"/>
            <a:ext cx="375402" cy="1375505"/>
          </a:xfrm>
          <a:prstGeom prst="bentConnector3">
            <a:avLst>
              <a:gd name="adj1" fmla="val 160895"/>
            </a:avLst>
          </a:prstGeom>
          <a:ln>
            <a:tailEnd type="arrow"/>
          </a:ln>
        </p:spPr>
        <p:style>
          <a:lnRef idx="1">
            <a:schemeClr val="dk1"/>
          </a:lnRef>
          <a:fillRef idx="0">
            <a:schemeClr val="dk1"/>
          </a:fillRef>
          <a:effectRef idx="0">
            <a:schemeClr val="dk1"/>
          </a:effectRef>
          <a:fontRef idx="minor">
            <a:schemeClr val="tx1"/>
          </a:fontRef>
        </p:style>
      </p:cxnSp>
      <p:sp>
        <p:nvSpPr>
          <p:cNvPr id="40" name="フローチャート : 磁気ディスク 199">
            <a:extLst>
              <a:ext uri="{FF2B5EF4-FFF2-40B4-BE49-F238E27FC236}">
                <a16:creationId xmlns:a16="http://schemas.microsoft.com/office/drawing/2014/main" id="{18A428D8-FA06-B40F-7FF1-7606214CBC07}"/>
              </a:ext>
            </a:extLst>
          </p:cNvPr>
          <p:cNvSpPr/>
          <p:nvPr/>
        </p:nvSpPr>
        <p:spPr>
          <a:xfrm>
            <a:off x="958788" y="3573264"/>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食堂データ</a:t>
            </a:r>
          </a:p>
        </p:txBody>
      </p:sp>
      <p:sp>
        <p:nvSpPr>
          <p:cNvPr id="42" name="フローチャート : 磁気ディスク 257">
            <a:extLst>
              <a:ext uri="{FF2B5EF4-FFF2-40B4-BE49-F238E27FC236}">
                <a16:creationId xmlns:a16="http://schemas.microsoft.com/office/drawing/2014/main" id="{6ED79064-8692-3E4C-EE81-5C4D5FF3BAA1}"/>
              </a:ext>
            </a:extLst>
          </p:cNvPr>
          <p:cNvSpPr/>
          <p:nvPr/>
        </p:nvSpPr>
        <p:spPr>
          <a:xfrm>
            <a:off x="969995" y="4424910"/>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宿日直データ</a:t>
            </a:r>
          </a:p>
        </p:txBody>
      </p:sp>
      <p:sp>
        <p:nvSpPr>
          <p:cNvPr id="44" name="正方形/長方形 43">
            <a:extLst>
              <a:ext uri="{FF2B5EF4-FFF2-40B4-BE49-F238E27FC236}">
                <a16:creationId xmlns:a16="http://schemas.microsoft.com/office/drawing/2014/main" id="{AE441D61-43CC-C0D4-A6C4-129E0B3B7681}"/>
              </a:ext>
            </a:extLst>
          </p:cNvPr>
          <p:cNvSpPr/>
          <p:nvPr/>
        </p:nvSpPr>
        <p:spPr>
          <a:xfrm>
            <a:off x="4381488" y="3650226"/>
            <a:ext cx="2252383" cy="164527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900">
                <a:solidFill>
                  <a:sysClr val="windowText" lastClr="000000"/>
                </a:solidFill>
              </a:rPr>
              <a:t>ジョブネット</a:t>
            </a:r>
          </a:p>
        </p:txBody>
      </p:sp>
      <p:cxnSp>
        <p:nvCxnSpPr>
          <p:cNvPr id="45" name="カギ線コネクタ 288">
            <a:extLst>
              <a:ext uri="{FF2B5EF4-FFF2-40B4-BE49-F238E27FC236}">
                <a16:creationId xmlns:a16="http://schemas.microsoft.com/office/drawing/2014/main" id="{C5A6286A-9096-2B96-6EEC-3B9870216E13}"/>
              </a:ext>
            </a:extLst>
          </p:cNvPr>
          <p:cNvCxnSpPr>
            <a:cxnSpLocks/>
            <a:stCxn id="9" idx="1"/>
            <a:endCxn id="40" idx="4"/>
          </p:cNvCxnSpPr>
          <p:nvPr/>
        </p:nvCxnSpPr>
        <p:spPr>
          <a:xfrm rot="10800000" flipV="1">
            <a:off x="1982618" y="2001927"/>
            <a:ext cx="2337249" cy="1969143"/>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46" name="カギ線コネクタ 290">
            <a:extLst>
              <a:ext uri="{FF2B5EF4-FFF2-40B4-BE49-F238E27FC236}">
                <a16:creationId xmlns:a16="http://schemas.microsoft.com/office/drawing/2014/main" id="{6610D250-41DD-3C5A-DFC4-0780A1001287}"/>
              </a:ext>
            </a:extLst>
          </p:cNvPr>
          <p:cNvCxnSpPr>
            <a:cxnSpLocks/>
            <a:stCxn id="9" idx="1"/>
            <a:endCxn id="42" idx="4"/>
          </p:cNvCxnSpPr>
          <p:nvPr/>
        </p:nvCxnSpPr>
        <p:spPr>
          <a:xfrm rot="10800000" flipV="1">
            <a:off x="1993824" y="2001927"/>
            <a:ext cx="2326042" cy="2820789"/>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49" name="直線矢印コネクタ 48">
            <a:extLst>
              <a:ext uri="{FF2B5EF4-FFF2-40B4-BE49-F238E27FC236}">
                <a16:creationId xmlns:a16="http://schemas.microsoft.com/office/drawing/2014/main" id="{43607181-774B-B524-A880-137C54A529F7}"/>
              </a:ext>
            </a:extLst>
          </p:cNvPr>
          <p:cNvCxnSpPr>
            <a:cxnSpLocks/>
            <a:stCxn id="63" idx="2"/>
            <a:endCxn id="64" idx="0"/>
          </p:cNvCxnSpPr>
          <p:nvPr/>
        </p:nvCxnSpPr>
        <p:spPr>
          <a:xfrm>
            <a:off x="5580690" y="5457298"/>
            <a:ext cx="10122" cy="110029"/>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0" name="フローチャート : 磁気ディスク 309">
            <a:extLst>
              <a:ext uri="{FF2B5EF4-FFF2-40B4-BE49-F238E27FC236}">
                <a16:creationId xmlns:a16="http://schemas.microsoft.com/office/drawing/2014/main" id="{9CD2C6B2-F41F-6460-3EEF-03666F3637D5}"/>
              </a:ext>
            </a:extLst>
          </p:cNvPr>
          <p:cNvSpPr/>
          <p:nvPr/>
        </p:nvSpPr>
        <p:spPr>
          <a:xfrm>
            <a:off x="958789" y="5276560"/>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貸与品データ</a:t>
            </a:r>
          </a:p>
        </p:txBody>
      </p:sp>
      <p:cxnSp>
        <p:nvCxnSpPr>
          <p:cNvPr id="51" name="カギ線コネクタ 311">
            <a:extLst>
              <a:ext uri="{FF2B5EF4-FFF2-40B4-BE49-F238E27FC236}">
                <a16:creationId xmlns:a16="http://schemas.microsoft.com/office/drawing/2014/main" id="{E5B480CC-072B-06EB-FB2C-F638DA41E206}"/>
              </a:ext>
            </a:extLst>
          </p:cNvPr>
          <p:cNvCxnSpPr>
            <a:cxnSpLocks/>
            <a:stCxn id="9" idx="1"/>
            <a:endCxn id="50" idx="4"/>
          </p:cNvCxnSpPr>
          <p:nvPr/>
        </p:nvCxnSpPr>
        <p:spPr>
          <a:xfrm rot="10800000" flipV="1">
            <a:off x="1982618" y="2001927"/>
            <a:ext cx="2337248" cy="3672439"/>
          </a:xfrm>
          <a:prstGeom prst="bentConnector3">
            <a:avLst/>
          </a:prstGeom>
          <a:ln>
            <a:tailEnd type="arrow"/>
          </a:ln>
        </p:spPr>
        <p:style>
          <a:lnRef idx="1">
            <a:schemeClr val="dk1"/>
          </a:lnRef>
          <a:fillRef idx="0">
            <a:schemeClr val="dk1"/>
          </a:fillRef>
          <a:effectRef idx="0">
            <a:schemeClr val="dk1"/>
          </a:effectRef>
          <a:fontRef idx="minor">
            <a:schemeClr val="tx1"/>
          </a:fontRef>
        </p:style>
      </p:cxnSp>
      <p:cxnSp>
        <p:nvCxnSpPr>
          <p:cNvPr id="52" name="カギ線コネクタ 321">
            <a:extLst>
              <a:ext uri="{FF2B5EF4-FFF2-40B4-BE49-F238E27FC236}">
                <a16:creationId xmlns:a16="http://schemas.microsoft.com/office/drawing/2014/main" id="{103083E0-6A35-5213-940C-BB2E5AAB5FD6}"/>
              </a:ext>
            </a:extLst>
          </p:cNvPr>
          <p:cNvCxnSpPr>
            <a:cxnSpLocks/>
            <a:stCxn id="25" idx="3"/>
            <a:endCxn id="69" idx="2"/>
          </p:cNvCxnSpPr>
          <p:nvPr/>
        </p:nvCxnSpPr>
        <p:spPr>
          <a:xfrm flipV="1">
            <a:off x="6420959" y="1405453"/>
            <a:ext cx="4278107" cy="2949499"/>
          </a:xfrm>
          <a:prstGeom prst="bentConnector2">
            <a:avLst/>
          </a:prstGeom>
          <a:ln>
            <a:tailEnd type="arrow"/>
          </a:ln>
        </p:spPr>
        <p:style>
          <a:lnRef idx="1">
            <a:schemeClr val="dk1"/>
          </a:lnRef>
          <a:fillRef idx="0">
            <a:schemeClr val="dk1"/>
          </a:fillRef>
          <a:effectRef idx="0">
            <a:schemeClr val="dk1"/>
          </a:effectRef>
          <a:fontRef idx="minor">
            <a:schemeClr val="tx1"/>
          </a:fontRef>
        </p:style>
      </p:cxnSp>
      <p:sp>
        <p:nvSpPr>
          <p:cNvPr id="58" name="正方形/長方形 57">
            <a:extLst>
              <a:ext uri="{FF2B5EF4-FFF2-40B4-BE49-F238E27FC236}">
                <a16:creationId xmlns:a16="http://schemas.microsoft.com/office/drawing/2014/main" id="{D4E1F7C1-50F6-7783-45A7-81CAE4EAD2E3}"/>
              </a:ext>
            </a:extLst>
          </p:cNvPr>
          <p:cNvSpPr/>
          <p:nvPr/>
        </p:nvSpPr>
        <p:spPr>
          <a:xfrm>
            <a:off x="8616812" y="1478210"/>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帳票基盤</a:t>
            </a:r>
          </a:p>
        </p:txBody>
      </p:sp>
      <p:sp>
        <p:nvSpPr>
          <p:cNvPr id="69" name="正方形/長方形 68">
            <a:extLst>
              <a:ext uri="{FF2B5EF4-FFF2-40B4-BE49-F238E27FC236}">
                <a16:creationId xmlns:a16="http://schemas.microsoft.com/office/drawing/2014/main" id="{66235523-8708-7E27-929E-96886E6B1651}"/>
              </a:ext>
            </a:extLst>
          </p:cNvPr>
          <p:cNvSpPr/>
          <p:nvPr/>
        </p:nvSpPr>
        <p:spPr>
          <a:xfrm>
            <a:off x="9882331" y="879493"/>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メールサーバ</a:t>
            </a:r>
          </a:p>
        </p:txBody>
      </p:sp>
      <p:sp>
        <p:nvSpPr>
          <p:cNvPr id="92" name="正方形/長方形 91">
            <a:extLst>
              <a:ext uri="{FF2B5EF4-FFF2-40B4-BE49-F238E27FC236}">
                <a16:creationId xmlns:a16="http://schemas.microsoft.com/office/drawing/2014/main" id="{94385022-F665-9832-9B5B-CB9798B683BE}"/>
              </a:ext>
            </a:extLst>
          </p:cNvPr>
          <p:cNvSpPr/>
          <p:nvPr/>
        </p:nvSpPr>
        <p:spPr>
          <a:xfrm>
            <a:off x="3136348" y="1267533"/>
            <a:ext cx="1029104"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認証基盤</a:t>
            </a:r>
          </a:p>
        </p:txBody>
      </p:sp>
      <p:sp>
        <p:nvSpPr>
          <p:cNvPr id="101" name="テキスト ボックス 114">
            <a:extLst>
              <a:ext uri="{FF2B5EF4-FFF2-40B4-BE49-F238E27FC236}">
                <a16:creationId xmlns:a16="http://schemas.microsoft.com/office/drawing/2014/main" id="{AD67AF2A-0469-A981-231C-3EA9A30E5286}"/>
              </a:ext>
            </a:extLst>
          </p:cNvPr>
          <p:cNvSpPr txBox="1"/>
          <p:nvPr/>
        </p:nvSpPr>
        <p:spPr>
          <a:xfrm>
            <a:off x="4721071" y="5923073"/>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バッチモジュール</a:t>
            </a:r>
            <a:endParaRPr kumimoji="1" lang="en-US" altLang="ja-JP" sz="900"/>
          </a:p>
        </p:txBody>
      </p:sp>
      <p:sp>
        <p:nvSpPr>
          <p:cNvPr id="109" name="Rectangle 92">
            <a:extLst>
              <a:ext uri="{FF2B5EF4-FFF2-40B4-BE49-F238E27FC236}">
                <a16:creationId xmlns:a16="http://schemas.microsoft.com/office/drawing/2014/main" id="{7CC89809-0BFA-0DCB-0072-169E354AE50D}"/>
              </a:ext>
            </a:extLst>
          </p:cNvPr>
          <p:cNvSpPr>
            <a:spLocks noChangeArrowheads="1"/>
          </p:cNvSpPr>
          <p:nvPr/>
        </p:nvSpPr>
        <p:spPr bwMode="auto">
          <a:xfrm>
            <a:off x="7736260" y="5644372"/>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後方支援</a:t>
            </a:r>
            <a:r>
              <a:rPr lang="en-US" altLang="ja-JP" sz="1100" b="1" i="0" u="none" strike="noStrike" baseline="0">
                <a:solidFill>
                  <a:srgbClr val="000000"/>
                </a:solidFill>
                <a:latin typeface="ＭＳ Ｐゴシック"/>
                <a:ea typeface="ＭＳ Ｐゴシック"/>
              </a:rPr>
              <a:t>PC</a:t>
            </a:r>
            <a:endParaRPr lang="ja-JP" altLang="en-US" sz="1100" b="1" i="0" u="none" strike="noStrike" baseline="0">
              <a:solidFill>
                <a:srgbClr val="000000"/>
              </a:solidFill>
              <a:latin typeface="ＭＳ Ｐゴシック"/>
              <a:ea typeface="ＭＳ Ｐゴシック"/>
            </a:endParaRPr>
          </a:p>
        </p:txBody>
      </p:sp>
      <p:sp>
        <p:nvSpPr>
          <p:cNvPr id="112" name="Rectangle 92">
            <a:extLst>
              <a:ext uri="{FF2B5EF4-FFF2-40B4-BE49-F238E27FC236}">
                <a16:creationId xmlns:a16="http://schemas.microsoft.com/office/drawing/2014/main" id="{8A39C870-D9EF-B108-6CF5-99EC043AFCED}"/>
              </a:ext>
            </a:extLst>
          </p:cNvPr>
          <p:cNvSpPr>
            <a:spLocks noChangeArrowheads="1"/>
          </p:cNvSpPr>
          <p:nvPr/>
        </p:nvSpPr>
        <p:spPr bwMode="auto">
          <a:xfrm>
            <a:off x="9147617" y="5657900"/>
            <a:ext cx="1120582" cy="43703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食堂</a:t>
            </a:r>
            <a:r>
              <a:rPr lang="en-US" altLang="ja-JP" sz="1100" b="1" i="0" u="none" strike="noStrike" baseline="0">
                <a:solidFill>
                  <a:srgbClr val="000000"/>
                </a:solidFill>
                <a:latin typeface="ＭＳ Ｐゴシック"/>
                <a:ea typeface="ＭＳ Ｐゴシック"/>
              </a:rPr>
              <a:t>POS</a:t>
            </a:r>
            <a:endParaRPr lang="ja-JP" altLang="en-US" sz="1100" b="1" i="0" u="none" strike="noStrike" baseline="0">
              <a:solidFill>
                <a:srgbClr val="000000"/>
              </a:solidFill>
              <a:latin typeface="ＭＳ Ｐゴシック"/>
              <a:ea typeface="ＭＳ Ｐゴシック"/>
            </a:endParaRPr>
          </a:p>
        </p:txBody>
      </p:sp>
      <p:sp>
        <p:nvSpPr>
          <p:cNvPr id="134" name="Rectangle 92">
            <a:extLst>
              <a:ext uri="{FF2B5EF4-FFF2-40B4-BE49-F238E27FC236}">
                <a16:creationId xmlns:a16="http://schemas.microsoft.com/office/drawing/2014/main" id="{4B9B1D7C-E84C-E69D-B296-181380121EAB}"/>
              </a:ext>
            </a:extLst>
          </p:cNvPr>
          <p:cNvSpPr>
            <a:spLocks noChangeArrowheads="1"/>
          </p:cNvSpPr>
          <p:nvPr/>
        </p:nvSpPr>
        <p:spPr bwMode="auto">
          <a:xfrm>
            <a:off x="7444376" y="4747592"/>
            <a:ext cx="1131795" cy="35410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連携</a:t>
            </a:r>
            <a:r>
              <a:rPr lang="en-US" altLang="ja-JP" sz="1100" b="1" i="0" u="none" strike="noStrike" baseline="0">
                <a:solidFill>
                  <a:srgbClr val="000000"/>
                </a:solidFill>
                <a:latin typeface="ＭＳ Ｐゴシック"/>
                <a:ea typeface="ＭＳ Ｐゴシック"/>
              </a:rPr>
              <a:t>NAS</a:t>
            </a:r>
            <a:endParaRPr lang="ja-JP" altLang="en-US" sz="1100" b="1" i="0" u="none" strike="noStrike" baseline="0">
              <a:solidFill>
                <a:srgbClr val="000000"/>
              </a:solidFill>
              <a:latin typeface="ＭＳ Ｐゴシック"/>
              <a:ea typeface="ＭＳ Ｐゴシック"/>
            </a:endParaRPr>
          </a:p>
        </p:txBody>
      </p:sp>
      <p:cxnSp>
        <p:nvCxnSpPr>
          <p:cNvPr id="144" name="直線矢印コネクタ 143">
            <a:extLst>
              <a:ext uri="{FF2B5EF4-FFF2-40B4-BE49-F238E27FC236}">
                <a16:creationId xmlns:a16="http://schemas.microsoft.com/office/drawing/2014/main" id="{CE79798D-08CC-1FE0-9CA7-165A825D2F47}"/>
              </a:ext>
            </a:extLst>
          </p:cNvPr>
          <p:cNvCxnSpPr>
            <a:cxnSpLocks/>
            <a:stCxn id="112" idx="1"/>
            <a:endCxn id="109" idx="3"/>
          </p:cNvCxnSpPr>
          <p:nvPr/>
        </p:nvCxnSpPr>
        <p:spPr>
          <a:xfrm flipH="1" flipV="1">
            <a:off x="8868055" y="5862888"/>
            <a:ext cx="279562" cy="1352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166" name="テキスト ボックス 82">
            <a:extLst>
              <a:ext uri="{FF2B5EF4-FFF2-40B4-BE49-F238E27FC236}">
                <a16:creationId xmlns:a16="http://schemas.microsoft.com/office/drawing/2014/main" id="{4C3DF4B2-71C0-5EC6-B48B-389EF0CE3CFC}"/>
              </a:ext>
            </a:extLst>
          </p:cNvPr>
          <p:cNvSpPr txBox="1"/>
          <p:nvPr/>
        </p:nvSpPr>
        <p:spPr>
          <a:xfrm>
            <a:off x="4696216" y="4960844"/>
            <a:ext cx="1591227" cy="334655"/>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a:t>
            </a:r>
            <a:endParaRPr kumimoji="1" lang="en-US" altLang="ja-JP" sz="900"/>
          </a:p>
          <a:p>
            <a:pPr algn="ctr"/>
            <a:r>
              <a:rPr kumimoji="1" lang="ja-JP" altLang="en-US" sz="900"/>
              <a:t>・</a:t>
            </a:r>
            <a:endParaRPr kumimoji="1" lang="en-US" altLang="ja-JP" sz="900"/>
          </a:p>
          <a:p>
            <a:pPr algn="ctr"/>
            <a:r>
              <a:rPr kumimoji="1" lang="ja-JP" altLang="en-US" sz="900"/>
              <a:t>・</a:t>
            </a:r>
            <a:endParaRPr kumimoji="1" lang="en-US" altLang="ja-JP" sz="900"/>
          </a:p>
        </p:txBody>
      </p:sp>
      <p:cxnSp>
        <p:nvCxnSpPr>
          <p:cNvPr id="168" name="カギ線コネクタ 321">
            <a:extLst>
              <a:ext uri="{FF2B5EF4-FFF2-40B4-BE49-F238E27FC236}">
                <a16:creationId xmlns:a16="http://schemas.microsoft.com/office/drawing/2014/main" id="{8D589D3B-85FA-6EFE-A29E-2BD85AF44325}"/>
              </a:ext>
            </a:extLst>
          </p:cNvPr>
          <p:cNvCxnSpPr>
            <a:cxnSpLocks/>
            <a:stCxn id="24" idx="3"/>
            <a:endCxn id="134" idx="1"/>
          </p:cNvCxnSpPr>
          <p:nvPr/>
        </p:nvCxnSpPr>
        <p:spPr>
          <a:xfrm>
            <a:off x="6417159" y="4572638"/>
            <a:ext cx="1027217" cy="352007"/>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cxnSp>
        <p:nvCxnSpPr>
          <p:cNvPr id="171" name="カギ線コネクタ 321">
            <a:extLst>
              <a:ext uri="{FF2B5EF4-FFF2-40B4-BE49-F238E27FC236}">
                <a16:creationId xmlns:a16="http://schemas.microsoft.com/office/drawing/2014/main" id="{B0616520-1EFB-149A-3561-3B16AF6DF58C}"/>
              </a:ext>
            </a:extLst>
          </p:cNvPr>
          <p:cNvCxnSpPr>
            <a:cxnSpLocks/>
            <a:stCxn id="134" idx="3"/>
            <a:endCxn id="174" idx="1"/>
          </p:cNvCxnSpPr>
          <p:nvPr/>
        </p:nvCxnSpPr>
        <p:spPr>
          <a:xfrm flipV="1">
            <a:off x="8576171" y="4922341"/>
            <a:ext cx="1724496" cy="2304"/>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174" name="Rectangle 92">
            <a:extLst>
              <a:ext uri="{FF2B5EF4-FFF2-40B4-BE49-F238E27FC236}">
                <a16:creationId xmlns:a16="http://schemas.microsoft.com/office/drawing/2014/main" id="{761AE20E-8C8E-C939-D27A-25AEC1C44AC9}"/>
              </a:ext>
            </a:extLst>
          </p:cNvPr>
          <p:cNvSpPr>
            <a:spLocks noChangeArrowheads="1"/>
          </p:cNvSpPr>
          <p:nvPr/>
        </p:nvSpPr>
        <p:spPr bwMode="auto">
          <a:xfrm>
            <a:off x="10300667" y="4703825"/>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b="1">
                <a:solidFill>
                  <a:srgbClr val="000000"/>
                </a:solidFill>
                <a:latin typeface="ＭＳ Ｐゴシック"/>
                <a:ea typeface="ＭＳ Ｐゴシック"/>
              </a:rPr>
              <a:t>出クレシステム</a:t>
            </a:r>
            <a:endParaRPr lang="ja-JP" altLang="en-US" sz="1100" b="1" i="0" u="none" strike="noStrike" baseline="0">
              <a:solidFill>
                <a:srgbClr val="000000"/>
              </a:solidFill>
              <a:latin typeface="ＭＳ Ｐゴシック"/>
              <a:ea typeface="ＭＳ Ｐゴシック"/>
            </a:endParaRPr>
          </a:p>
        </p:txBody>
      </p:sp>
      <p:sp>
        <p:nvSpPr>
          <p:cNvPr id="179" name="Rectangle 92">
            <a:extLst>
              <a:ext uri="{FF2B5EF4-FFF2-40B4-BE49-F238E27FC236}">
                <a16:creationId xmlns:a16="http://schemas.microsoft.com/office/drawing/2014/main" id="{07D5911B-1CD5-E4D8-4ED8-6AECC3C7281A}"/>
              </a:ext>
            </a:extLst>
          </p:cNvPr>
          <p:cNvSpPr>
            <a:spLocks noChangeArrowheads="1"/>
          </p:cNvSpPr>
          <p:nvPr/>
        </p:nvSpPr>
        <p:spPr bwMode="auto">
          <a:xfrm>
            <a:off x="7888660" y="5796772"/>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後方支援</a:t>
            </a:r>
            <a:r>
              <a:rPr lang="en-US" altLang="ja-JP" sz="1100" b="1" i="0" u="none" strike="noStrike" baseline="0">
                <a:solidFill>
                  <a:srgbClr val="000000"/>
                </a:solidFill>
                <a:latin typeface="ＭＳ Ｐゴシック"/>
                <a:ea typeface="ＭＳ Ｐゴシック"/>
              </a:rPr>
              <a:t>PC</a:t>
            </a:r>
            <a:endParaRPr lang="ja-JP" altLang="en-US" sz="1100" b="1" i="0" u="none" strike="noStrike" baseline="0">
              <a:solidFill>
                <a:srgbClr val="000000"/>
              </a:solidFill>
              <a:latin typeface="ＭＳ Ｐゴシック"/>
              <a:ea typeface="ＭＳ Ｐゴシック"/>
            </a:endParaRPr>
          </a:p>
        </p:txBody>
      </p:sp>
      <p:sp>
        <p:nvSpPr>
          <p:cNvPr id="180" name="Rectangle 92">
            <a:extLst>
              <a:ext uri="{FF2B5EF4-FFF2-40B4-BE49-F238E27FC236}">
                <a16:creationId xmlns:a16="http://schemas.microsoft.com/office/drawing/2014/main" id="{A059EE11-965D-EA58-2CB6-11F5668C9CEB}"/>
              </a:ext>
            </a:extLst>
          </p:cNvPr>
          <p:cNvSpPr>
            <a:spLocks noChangeArrowheads="1"/>
          </p:cNvSpPr>
          <p:nvPr/>
        </p:nvSpPr>
        <p:spPr bwMode="auto">
          <a:xfrm>
            <a:off x="9300017" y="5810300"/>
            <a:ext cx="1120582" cy="43703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食堂</a:t>
            </a:r>
            <a:r>
              <a:rPr lang="en-US" altLang="ja-JP" sz="1100" b="1" i="0" u="none" strike="noStrike" baseline="0">
                <a:solidFill>
                  <a:srgbClr val="000000"/>
                </a:solidFill>
                <a:latin typeface="ＭＳ Ｐゴシック"/>
                <a:ea typeface="ＭＳ Ｐゴシック"/>
              </a:rPr>
              <a:t>POS</a:t>
            </a:r>
            <a:endParaRPr lang="ja-JP" altLang="en-US" sz="1100" b="1" i="0" u="none" strike="noStrike" baseline="0">
              <a:solidFill>
                <a:srgbClr val="000000"/>
              </a:solidFill>
              <a:latin typeface="ＭＳ Ｐゴシック"/>
              <a:ea typeface="ＭＳ Ｐゴシック"/>
            </a:endParaRPr>
          </a:p>
        </p:txBody>
      </p:sp>
      <p:cxnSp>
        <p:nvCxnSpPr>
          <p:cNvPr id="181" name="直線矢印コネクタ 180">
            <a:extLst>
              <a:ext uri="{FF2B5EF4-FFF2-40B4-BE49-F238E27FC236}">
                <a16:creationId xmlns:a16="http://schemas.microsoft.com/office/drawing/2014/main" id="{046D97D2-B8A4-44B8-D832-98BCF5941E1C}"/>
              </a:ext>
            </a:extLst>
          </p:cNvPr>
          <p:cNvCxnSpPr>
            <a:cxnSpLocks/>
            <a:stCxn id="180" idx="1"/>
            <a:endCxn id="179" idx="3"/>
          </p:cNvCxnSpPr>
          <p:nvPr/>
        </p:nvCxnSpPr>
        <p:spPr>
          <a:xfrm flipH="1" flipV="1">
            <a:off x="9020455" y="6015288"/>
            <a:ext cx="279562" cy="1352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182" name="Rectangle 92">
            <a:extLst>
              <a:ext uri="{FF2B5EF4-FFF2-40B4-BE49-F238E27FC236}">
                <a16:creationId xmlns:a16="http://schemas.microsoft.com/office/drawing/2014/main" id="{7141A045-06E3-7AE2-4043-1C8EBE04EE24}"/>
              </a:ext>
            </a:extLst>
          </p:cNvPr>
          <p:cNvSpPr>
            <a:spLocks noChangeArrowheads="1"/>
          </p:cNvSpPr>
          <p:nvPr/>
        </p:nvSpPr>
        <p:spPr bwMode="auto">
          <a:xfrm>
            <a:off x="8041060" y="5949172"/>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後方支援</a:t>
            </a:r>
            <a:r>
              <a:rPr lang="en-US" altLang="ja-JP" sz="1100" b="1" i="0" u="none" strike="noStrike" baseline="0">
                <a:solidFill>
                  <a:srgbClr val="000000"/>
                </a:solidFill>
                <a:latin typeface="ＭＳ Ｐゴシック"/>
                <a:ea typeface="ＭＳ Ｐゴシック"/>
              </a:rPr>
              <a:t>PC</a:t>
            </a:r>
            <a:endParaRPr lang="ja-JP" altLang="en-US" sz="1100" b="1" i="0" u="none" strike="noStrike" baseline="0">
              <a:solidFill>
                <a:srgbClr val="000000"/>
              </a:solidFill>
              <a:latin typeface="ＭＳ Ｐゴシック"/>
              <a:ea typeface="ＭＳ Ｐゴシック"/>
            </a:endParaRPr>
          </a:p>
        </p:txBody>
      </p:sp>
      <p:sp>
        <p:nvSpPr>
          <p:cNvPr id="183" name="Rectangle 92">
            <a:extLst>
              <a:ext uri="{FF2B5EF4-FFF2-40B4-BE49-F238E27FC236}">
                <a16:creationId xmlns:a16="http://schemas.microsoft.com/office/drawing/2014/main" id="{A89E7070-691F-19F0-EF4B-1BCED7762B3B}"/>
              </a:ext>
            </a:extLst>
          </p:cNvPr>
          <p:cNvSpPr>
            <a:spLocks noChangeArrowheads="1"/>
          </p:cNvSpPr>
          <p:nvPr/>
        </p:nvSpPr>
        <p:spPr bwMode="auto">
          <a:xfrm>
            <a:off x="9452417" y="5962700"/>
            <a:ext cx="1120582" cy="43703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食堂</a:t>
            </a:r>
            <a:r>
              <a:rPr lang="en-US" altLang="ja-JP" sz="1100" b="1" i="0" u="none" strike="noStrike" baseline="0">
                <a:solidFill>
                  <a:srgbClr val="000000"/>
                </a:solidFill>
                <a:latin typeface="ＭＳ Ｐゴシック"/>
                <a:ea typeface="ＭＳ Ｐゴシック"/>
              </a:rPr>
              <a:t>POS</a:t>
            </a:r>
            <a:endParaRPr lang="ja-JP" altLang="en-US" sz="1100" b="1" i="0" u="none" strike="noStrike" baseline="0">
              <a:solidFill>
                <a:srgbClr val="000000"/>
              </a:solidFill>
              <a:latin typeface="ＭＳ Ｐゴシック"/>
              <a:ea typeface="ＭＳ Ｐゴシック"/>
            </a:endParaRPr>
          </a:p>
        </p:txBody>
      </p:sp>
      <p:cxnSp>
        <p:nvCxnSpPr>
          <p:cNvPr id="184" name="直線矢印コネクタ 183">
            <a:extLst>
              <a:ext uri="{FF2B5EF4-FFF2-40B4-BE49-F238E27FC236}">
                <a16:creationId xmlns:a16="http://schemas.microsoft.com/office/drawing/2014/main" id="{FCA4A154-16A5-C9CB-905E-963E266737CC}"/>
              </a:ext>
            </a:extLst>
          </p:cNvPr>
          <p:cNvCxnSpPr>
            <a:cxnSpLocks/>
            <a:stCxn id="183" idx="1"/>
            <a:endCxn id="182" idx="3"/>
          </p:cNvCxnSpPr>
          <p:nvPr/>
        </p:nvCxnSpPr>
        <p:spPr>
          <a:xfrm flipH="1" flipV="1">
            <a:off x="9172855" y="6167688"/>
            <a:ext cx="279562" cy="1352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185" name="カギ線コネクタ 321">
            <a:extLst>
              <a:ext uri="{FF2B5EF4-FFF2-40B4-BE49-F238E27FC236}">
                <a16:creationId xmlns:a16="http://schemas.microsoft.com/office/drawing/2014/main" id="{03B163DE-5749-65E4-D0D9-5DB8B1BB4769}"/>
              </a:ext>
            </a:extLst>
          </p:cNvPr>
          <p:cNvCxnSpPr>
            <a:cxnSpLocks/>
            <a:stCxn id="109" idx="1"/>
            <a:endCxn id="26" idx="3"/>
          </p:cNvCxnSpPr>
          <p:nvPr/>
        </p:nvCxnSpPr>
        <p:spPr>
          <a:xfrm rot="10800000">
            <a:off x="6420964" y="4807956"/>
            <a:ext cx="1315296" cy="1054932"/>
          </a:xfrm>
          <a:prstGeom prst="bentConnector3">
            <a:avLst>
              <a:gd name="adj1" fmla="val 68136"/>
            </a:avLst>
          </a:prstGeom>
          <a:ln>
            <a:tailEnd type="arrow"/>
          </a:ln>
        </p:spPr>
        <p:style>
          <a:lnRef idx="1">
            <a:schemeClr val="dk1"/>
          </a:lnRef>
          <a:fillRef idx="0">
            <a:schemeClr val="dk1"/>
          </a:fillRef>
          <a:effectRef idx="0">
            <a:schemeClr val="dk1"/>
          </a:effectRef>
          <a:fontRef idx="minor">
            <a:schemeClr val="tx1"/>
          </a:fontRef>
        </p:style>
      </p:cxnSp>
      <p:cxnSp>
        <p:nvCxnSpPr>
          <p:cNvPr id="189" name="カギ線コネクタ 321">
            <a:extLst>
              <a:ext uri="{FF2B5EF4-FFF2-40B4-BE49-F238E27FC236}">
                <a16:creationId xmlns:a16="http://schemas.microsoft.com/office/drawing/2014/main" id="{C39C8A22-4D24-B8F8-2C3A-BBEE69AAB580}"/>
              </a:ext>
            </a:extLst>
          </p:cNvPr>
          <p:cNvCxnSpPr>
            <a:cxnSpLocks/>
            <a:endCxn id="26" idx="3"/>
          </p:cNvCxnSpPr>
          <p:nvPr/>
        </p:nvCxnSpPr>
        <p:spPr>
          <a:xfrm rot="10800000">
            <a:off x="6420964" y="4807956"/>
            <a:ext cx="1467696" cy="1207332"/>
          </a:xfrm>
          <a:prstGeom prst="bentConnector3">
            <a:avLst>
              <a:gd name="adj1" fmla="val 72348"/>
            </a:avLst>
          </a:prstGeom>
          <a:ln>
            <a:tailEnd type="arrow"/>
          </a:ln>
        </p:spPr>
        <p:style>
          <a:lnRef idx="1">
            <a:schemeClr val="dk1"/>
          </a:lnRef>
          <a:fillRef idx="0">
            <a:schemeClr val="dk1"/>
          </a:fillRef>
          <a:effectRef idx="0">
            <a:schemeClr val="dk1"/>
          </a:effectRef>
          <a:fontRef idx="minor">
            <a:schemeClr val="tx1"/>
          </a:fontRef>
        </p:style>
      </p:cxnSp>
      <p:cxnSp>
        <p:nvCxnSpPr>
          <p:cNvPr id="193" name="カギ線コネクタ 321">
            <a:extLst>
              <a:ext uri="{FF2B5EF4-FFF2-40B4-BE49-F238E27FC236}">
                <a16:creationId xmlns:a16="http://schemas.microsoft.com/office/drawing/2014/main" id="{3F6E27B7-A3C8-D7E3-44E4-A4EC9C07F56C}"/>
              </a:ext>
            </a:extLst>
          </p:cNvPr>
          <p:cNvCxnSpPr>
            <a:cxnSpLocks/>
            <a:endCxn id="26" idx="3"/>
          </p:cNvCxnSpPr>
          <p:nvPr/>
        </p:nvCxnSpPr>
        <p:spPr>
          <a:xfrm rot="10800000">
            <a:off x="6420964" y="4807956"/>
            <a:ext cx="1620096" cy="1359732"/>
          </a:xfrm>
          <a:prstGeom prst="bentConnector3">
            <a:avLst>
              <a:gd name="adj1" fmla="val 74540"/>
            </a:avLst>
          </a:prstGeom>
          <a:ln>
            <a:tailEnd type="arrow"/>
          </a:ln>
        </p:spPr>
        <p:style>
          <a:lnRef idx="1">
            <a:schemeClr val="dk1"/>
          </a:lnRef>
          <a:fillRef idx="0">
            <a:schemeClr val="dk1"/>
          </a:fillRef>
          <a:effectRef idx="0">
            <a:schemeClr val="dk1"/>
          </a:effectRef>
          <a:fontRef idx="minor">
            <a:schemeClr val="tx1"/>
          </a:fontRef>
        </p:style>
      </p:cxnSp>
      <p:cxnSp>
        <p:nvCxnSpPr>
          <p:cNvPr id="4" name="カギ線コネクタ 91">
            <a:extLst>
              <a:ext uri="{FF2B5EF4-FFF2-40B4-BE49-F238E27FC236}">
                <a16:creationId xmlns:a16="http://schemas.microsoft.com/office/drawing/2014/main" id="{B9876616-74C0-0D5E-0000-3AAA4DF66333}"/>
              </a:ext>
            </a:extLst>
          </p:cNvPr>
          <p:cNvCxnSpPr>
            <a:cxnSpLocks/>
            <a:stCxn id="13" idx="3"/>
            <a:endCxn id="58" idx="2"/>
          </p:cNvCxnSpPr>
          <p:nvPr/>
        </p:nvCxnSpPr>
        <p:spPr>
          <a:xfrm flipV="1">
            <a:off x="6415355" y="2004170"/>
            <a:ext cx="3018192" cy="2153906"/>
          </a:xfrm>
          <a:prstGeom prst="bentConnector2">
            <a:avLst/>
          </a:prstGeom>
          <a:ln>
            <a:tailEnd type="arrow"/>
          </a:ln>
        </p:spPr>
        <p:style>
          <a:lnRef idx="1">
            <a:schemeClr val="dk1"/>
          </a:lnRef>
          <a:fillRef idx="0">
            <a:schemeClr val="dk1"/>
          </a:fillRef>
          <a:effectRef idx="0">
            <a:schemeClr val="dk1"/>
          </a:effectRef>
          <a:fontRef idx="minor">
            <a:schemeClr val="tx1"/>
          </a:fontRef>
        </p:style>
      </p:cxnSp>
      <p:sp>
        <p:nvSpPr>
          <p:cNvPr id="13" name="テキスト ボックス 115">
            <a:extLst>
              <a:ext uri="{FF2B5EF4-FFF2-40B4-BE49-F238E27FC236}">
                <a16:creationId xmlns:a16="http://schemas.microsoft.com/office/drawing/2014/main" id="{CB65CC15-A490-3398-E577-B6B6587C5AEE}"/>
              </a:ext>
            </a:extLst>
          </p:cNvPr>
          <p:cNvSpPr txBox="1"/>
          <p:nvPr/>
        </p:nvSpPr>
        <p:spPr>
          <a:xfrm>
            <a:off x="4600002" y="4085237"/>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帳票印刷</a:t>
            </a:r>
            <a:endParaRPr kumimoji="1" lang="en-US" altLang="ja-JP" sz="900"/>
          </a:p>
        </p:txBody>
      </p:sp>
      <p:cxnSp>
        <p:nvCxnSpPr>
          <p:cNvPr id="16" name="カギ線コネクタ 91">
            <a:extLst>
              <a:ext uri="{FF2B5EF4-FFF2-40B4-BE49-F238E27FC236}">
                <a16:creationId xmlns:a16="http://schemas.microsoft.com/office/drawing/2014/main" id="{EAD93759-9E74-130E-5DE6-B990344623C5}"/>
              </a:ext>
            </a:extLst>
          </p:cNvPr>
          <p:cNvCxnSpPr>
            <a:cxnSpLocks/>
            <a:endCxn id="58" idx="1"/>
          </p:cNvCxnSpPr>
          <p:nvPr/>
        </p:nvCxnSpPr>
        <p:spPr>
          <a:xfrm>
            <a:off x="6725641" y="1655297"/>
            <a:ext cx="1891171" cy="85893"/>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30" name="正方形/長方形 29">
            <a:extLst>
              <a:ext uri="{FF2B5EF4-FFF2-40B4-BE49-F238E27FC236}">
                <a16:creationId xmlns:a16="http://schemas.microsoft.com/office/drawing/2014/main" id="{380A6D1C-6317-A8F7-0048-BB28B7592694}"/>
              </a:ext>
            </a:extLst>
          </p:cNvPr>
          <p:cNvSpPr/>
          <p:nvPr/>
        </p:nvSpPr>
        <p:spPr>
          <a:xfrm>
            <a:off x="7168750" y="2055739"/>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マクロ実行</a:t>
            </a:r>
            <a:endParaRPr lang="en-US" altLang="ja-JP" sz="1600" b="1">
              <a:solidFill>
                <a:schemeClr val="tx1"/>
              </a:solidFill>
            </a:endParaRPr>
          </a:p>
          <a:p>
            <a:pPr algn="ctr"/>
            <a:r>
              <a:rPr lang="ja-JP" altLang="en-US" sz="1600" b="1">
                <a:solidFill>
                  <a:schemeClr val="tx1"/>
                </a:solidFill>
              </a:rPr>
              <a:t>サーバ</a:t>
            </a:r>
          </a:p>
        </p:txBody>
      </p:sp>
      <p:sp>
        <p:nvSpPr>
          <p:cNvPr id="37" name="テキスト ボックス 115">
            <a:extLst>
              <a:ext uri="{FF2B5EF4-FFF2-40B4-BE49-F238E27FC236}">
                <a16:creationId xmlns:a16="http://schemas.microsoft.com/office/drawing/2014/main" id="{49D66C3C-5DAC-D5F7-8DE6-7EFB362A1815}"/>
              </a:ext>
            </a:extLst>
          </p:cNvPr>
          <p:cNvSpPr txBox="1"/>
          <p:nvPr/>
        </p:nvSpPr>
        <p:spPr>
          <a:xfrm>
            <a:off x="4600002" y="3870429"/>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利用者抽出・品名・要領等更新</a:t>
            </a:r>
            <a:endParaRPr kumimoji="1" lang="en-US" altLang="ja-JP" sz="900"/>
          </a:p>
        </p:txBody>
      </p:sp>
      <p:cxnSp>
        <p:nvCxnSpPr>
          <p:cNvPr id="38" name="カギ線コネクタ 91">
            <a:extLst>
              <a:ext uri="{FF2B5EF4-FFF2-40B4-BE49-F238E27FC236}">
                <a16:creationId xmlns:a16="http://schemas.microsoft.com/office/drawing/2014/main" id="{A4C7A58E-08F5-FEA6-7041-C72BC10EE8A8}"/>
              </a:ext>
            </a:extLst>
          </p:cNvPr>
          <p:cNvCxnSpPr>
            <a:cxnSpLocks/>
            <a:stCxn id="37" idx="3"/>
            <a:endCxn id="30" idx="2"/>
          </p:cNvCxnSpPr>
          <p:nvPr/>
        </p:nvCxnSpPr>
        <p:spPr>
          <a:xfrm flipV="1">
            <a:off x="6415355" y="2581699"/>
            <a:ext cx="1570130" cy="1361569"/>
          </a:xfrm>
          <a:prstGeom prst="bentConnector2">
            <a:avLst/>
          </a:prstGeom>
          <a:ln>
            <a:tailEnd type="arrow"/>
          </a:ln>
        </p:spPr>
        <p:style>
          <a:lnRef idx="1">
            <a:schemeClr val="dk1"/>
          </a:lnRef>
          <a:fillRef idx="0">
            <a:schemeClr val="dk1"/>
          </a:fillRef>
          <a:effectRef idx="0">
            <a:schemeClr val="dk1"/>
          </a:effectRef>
          <a:fontRef idx="minor">
            <a:schemeClr val="tx1"/>
          </a:fontRef>
        </p:style>
      </p:cxnSp>
      <p:sp>
        <p:nvSpPr>
          <p:cNvPr id="47" name="Rectangle 92">
            <a:extLst>
              <a:ext uri="{FF2B5EF4-FFF2-40B4-BE49-F238E27FC236}">
                <a16:creationId xmlns:a16="http://schemas.microsoft.com/office/drawing/2014/main" id="{C230E360-E7FE-11CA-1C4E-FA42B9426170}"/>
              </a:ext>
            </a:extLst>
          </p:cNvPr>
          <p:cNvSpPr>
            <a:spLocks noChangeArrowheads="1"/>
          </p:cNvSpPr>
          <p:nvPr/>
        </p:nvSpPr>
        <p:spPr bwMode="auto">
          <a:xfrm>
            <a:off x="8711490" y="4767539"/>
            <a:ext cx="1131795" cy="35410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altLang="ja-JP" sz="1100" b="1" i="0" u="none" strike="noStrike" baseline="0" err="1">
                <a:solidFill>
                  <a:srgbClr val="000000"/>
                </a:solidFill>
                <a:latin typeface="ＭＳ Ｐゴシック"/>
                <a:ea typeface="ＭＳ Ｐゴシック"/>
              </a:rPr>
              <a:t>Waha</a:t>
            </a:r>
            <a:endParaRPr lang="ja-JP" altLang="en-US" sz="1100" b="1" i="0" u="none" strike="noStrike" baseline="0">
              <a:solidFill>
                <a:srgbClr val="000000"/>
              </a:solidFill>
              <a:latin typeface="ＭＳ Ｐゴシック"/>
              <a:ea typeface="ＭＳ Ｐゴシック"/>
            </a:endParaRPr>
          </a:p>
        </p:txBody>
      </p:sp>
      <p:sp>
        <p:nvSpPr>
          <p:cNvPr id="7" name="Slide Number Placeholder 6">
            <a:extLst>
              <a:ext uri="{FF2B5EF4-FFF2-40B4-BE49-F238E27FC236}">
                <a16:creationId xmlns:a16="http://schemas.microsoft.com/office/drawing/2014/main" id="{85C5B5BA-595F-A857-3B03-E22CE1BC3633}"/>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5</a:t>
            </a:fld>
            <a:endParaRPr lang="en-US"/>
          </a:p>
        </p:txBody>
      </p:sp>
      <p:sp>
        <p:nvSpPr>
          <p:cNvPr id="5" name="Footer Placeholder 4">
            <a:extLst>
              <a:ext uri="{FF2B5EF4-FFF2-40B4-BE49-F238E27FC236}">
                <a16:creationId xmlns:a16="http://schemas.microsoft.com/office/drawing/2014/main" id="{5B8D9A42-57B8-812C-B2A0-FFECEA4A052B}"/>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Tree>
    <p:extLst>
      <p:ext uri="{BB962C8B-B14F-4D97-AF65-F5344CB8AC3E}">
        <p14:creationId xmlns:p14="http://schemas.microsoft.com/office/powerpoint/2010/main" val="1589412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lang="en-US" altLang="ja-JP">
                <a:latin typeface="游明朝"/>
                <a:ea typeface="游明朝"/>
              </a:rPr>
              <a:t>4</a:t>
            </a:r>
            <a:r>
              <a:rPr kumimoji="1" lang="en-US" altLang="ja-JP">
                <a:latin typeface="游明朝"/>
                <a:ea typeface="游明朝"/>
              </a:rPr>
              <a:t>. </a:t>
            </a:r>
            <a:r>
              <a:rPr kumimoji="1" lang="ja-JP" altLang="en-US">
                <a:latin typeface="游明朝"/>
                <a:ea typeface="游明朝"/>
              </a:rPr>
              <a:t>想定している</a:t>
            </a:r>
            <a:r>
              <a:rPr lang="ja-JP" altLang="en-US">
                <a:latin typeface="游明朝"/>
                <a:ea typeface="游明朝"/>
              </a:rPr>
              <a:t>作業内容と成果物</a:t>
            </a:r>
            <a:endParaRPr kumimoji="1" lang="ja-JP" altLang="en-US">
              <a:latin typeface="游明朝"/>
              <a:ea typeface="游明朝"/>
            </a:endParaRPr>
          </a:p>
        </p:txBody>
      </p:sp>
      <p:sp>
        <p:nvSpPr>
          <p:cNvPr id="3" name="フッター プレースホルダー 2">
            <a:extLst>
              <a:ext uri="{FF2B5EF4-FFF2-40B4-BE49-F238E27FC236}">
                <a16:creationId xmlns:a16="http://schemas.microsoft.com/office/drawing/2014/main" id="{592C7D7D-4AE4-40B0-8EDA-E5FF88C878DA}"/>
              </a:ext>
            </a:extLst>
          </p:cNvPr>
          <p:cNvSpPr>
            <a:spLocks noGrp="1"/>
          </p:cNvSpPr>
          <p:nvPr>
            <p:ph type="ftr" sz="quarter" idx="14"/>
          </p:nvPr>
        </p:nvSpPr>
        <p:spPr>
          <a:xfrm>
            <a:off x="3036000" y="6552000"/>
            <a:ext cx="6120000" cy="216000"/>
          </a:xfrm>
        </p:spPr>
        <p:txBody>
          <a:bodyPr/>
          <a:lstStyle/>
          <a:p>
            <a:r>
              <a:rPr lang="en-US"/>
              <a:t>Copyright © 2025 SystemEXE,Inc All Rights Reserved.</a:t>
            </a: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1481837375"/>
              </p:ext>
            </p:extLst>
          </p:nvPr>
        </p:nvGraphicFramePr>
        <p:xfrm>
          <a:off x="606000" y="936000"/>
          <a:ext cx="11158390" cy="4857313"/>
        </p:xfrm>
        <a:graphic>
          <a:graphicData uri="http://schemas.openxmlformats.org/drawingml/2006/table">
            <a:tbl>
              <a:tblPr firstRow="1" bandRow="1">
                <a:tableStyleId>{69012ECD-51FC-41F1-AA8D-1B2483CD663E}</a:tableStyleId>
              </a:tblPr>
              <a:tblGrid>
                <a:gridCol w="575786">
                  <a:extLst>
                    <a:ext uri="{9D8B030D-6E8A-4147-A177-3AD203B41FA5}">
                      <a16:colId xmlns:a16="http://schemas.microsoft.com/office/drawing/2014/main" val="820809534"/>
                    </a:ext>
                  </a:extLst>
                </a:gridCol>
                <a:gridCol w="1847164">
                  <a:extLst>
                    <a:ext uri="{9D8B030D-6E8A-4147-A177-3AD203B41FA5}">
                      <a16:colId xmlns:a16="http://schemas.microsoft.com/office/drawing/2014/main" val="2667349602"/>
                    </a:ext>
                  </a:extLst>
                </a:gridCol>
                <a:gridCol w="5502729">
                  <a:extLst>
                    <a:ext uri="{9D8B030D-6E8A-4147-A177-3AD203B41FA5}">
                      <a16:colId xmlns:a16="http://schemas.microsoft.com/office/drawing/2014/main" val="2117318705"/>
                    </a:ext>
                  </a:extLst>
                </a:gridCol>
                <a:gridCol w="3232711">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作業内容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主な成果物</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400" kern="1200">
                          <a:solidFill>
                            <a:schemeClr val="dk1"/>
                          </a:solidFill>
                          <a:latin typeface="游ゴシック"/>
                          <a:ea typeface="游ゴシック"/>
                        </a:rPr>
                        <a:t>1</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要件定義</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改修範囲の確定及び移行計画を作成します。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400">
                          <a:solidFill>
                            <a:schemeClr val="tx1"/>
                          </a:solidFill>
                          <a:latin typeface="游ゴシック"/>
                          <a:ea typeface="游ゴシック"/>
                        </a:rPr>
                        <a:t>移行計画書、</a:t>
                      </a:r>
                      <a:r>
                        <a:rPr kumimoji="1" lang="ja-JP" altLang="en-US" sz="1400">
                          <a:solidFill>
                            <a:schemeClr val="tx1"/>
                          </a:solidFill>
                          <a:latin typeface="游ゴシック"/>
                          <a:ea typeface="游ゴシック"/>
                        </a:rPr>
                        <a:t>システム全体図</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400" kern="1200">
                          <a:solidFill>
                            <a:schemeClr val="dk1"/>
                          </a:solidFill>
                          <a:latin typeface="游ゴシック"/>
                          <a:ea typeface="游ゴシック"/>
                        </a:rPr>
                        <a:t>2</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基本設計</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既存設計書の修正及び全体テストの計画を作成します。</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基本設計書、全体テスト計画</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400" kern="1200">
                          <a:solidFill>
                            <a:schemeClr val="dk1"/>
                          </a:solidFill>
                          <a:latin typeface="游ゴシック"/>
                          <a:ea typeface="游ゴシック"/>
                        </a:rPr>
                        <a:t>3</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400">
                          <a:solidFill>
                            <a:schemeClr val="tx1"/>
                          </a:solidFill>
                          <a:latin typeface="游ゴシック"/>
                          <a:ea typeface="游ゴシック"/>
                        </a:rPr>
                        <a:t>開発</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修正箇所のコーディング及び環境構築を実施します。</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a:t>
                      </a:r>
                      <a:r>
                        <a:rPr lang="ja-JP" altLang="en-US" sz="1400">
                          <a:solidFill>
                            <a:schemeClr val="tx1"/>
                          </a:solidFill>
                          <a:latin typeface="游ゴシック"/>
                          <a:ea typeface="游ゴシック"/>
                        </a:rPr>
                        <a:t>検証環境も含みます。</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プログラム一式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4</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結合テスト</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a:ln>
                            <a:noFill/>
                          </a:ln>
                          <a:solidFill>
                            <a:schemeClr val="tx1"/>
                          </a:solidFill>
                          <a:effectLst/>
                          <a:latin typeface="游ゴシック"/>
                          <a:ea typeface="游ゴシック"/>
                        </a:rPr>
                        <a:t>検証環境にて動作検証を実施します。</a:t>
                      </a:r>
                      <a:endParaRPr lang="en-US" altLang="ja-JP" sz="1400" u="none" strike="noStrike" kern="1200" cap="none" normalizeH="0" baseline="0">
                        <a:ln>
                          <a:noFill/>
                        </a:ln>
                        <a:solidFill>
                          <a:schemeClr val="tx1"/>
                        </a:solidFill>
                        <a:effectLst/>
                        <a:latin typeface="游ゴシック"/>
                        <a:ea typeface="游ゴシック"/>
                      </a:endParaRPr>
                    </a:p>
                    <a:p>
                      <a:pPr marL="0" marR="0" lvl="0" indent="0" algn="l" defTabSz="914400" rtl="0">
                        <a:lnSpc>
                          <a:spcPct val="100000"/>
                        </a:lnSpc>
                        <a:spcBef>
                          <a:spcPts val="0"/>
                        </a:spcBef>
                        <a:spcAft>
                          <a:spcPts val="0"/>
                        </a:spcAft>
                        <a:buClrTx/>
                        <a:buSzTx/>
                        <a:buFont typeface="Arial" pitchFamily="34" charset="0"/>
                        <a:buNone/>
                        <a:tabLst/>
                        <a:defRPr/>
                      </a:pPr>
                      <a:r>
                        <a:rPr lang="en-US" altLang="ja-JP" sz="1400" u="none" strike="noStrike" kern="1200" cap="none" normalizeH="0" baseline="0">
                          <a:ln>
                            <a:noFill/>
                          </a:ln>
                          <a:solidFill>
                            <a:schemeClr val="tx1"/>
                          </a:solidFill>
                          <a:effectLst/>
                          <a:latin typeface="游ゴシック"/>
                          <a:ea typeface="游ゴシック"/>
                        </a:rPr>
                        <a:t>※</a:t>
                      </a:r>
                      <a:r>
                        <a:rPr lang="ja-JP" altLang="en-US" sz="1400" u="none" strike="noStrike" kern="1200" cap="none" normalizeH="0" baseline="0">
                          <a:ln>
                            <a:noFill/>
                          </a:ln>
                          <a:solidFill>
                            <a:schemeClr val="tx1"/>
                          </a:solidFill>
                          <a:effectLst/>
                          <a:latin typeface="游ゴシック"/>
                          <a:ea typeface="游ゴシック"/>
                        </a:rPr>
                        <a:t>テスト仕様書は各機能のチェックリストベースとします。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a:ln>
                            <a:noFill/>
                          </a:ln>
                          <a:solidFill>
                            <a:schemeClr val="tx1"/>
                          </a:solidFill>
                          <a:effectLst/>
                          <a:latin typeface="游ゴシック"/>
                          <a:ea typeface="游ゴシック"/>
                        </a:rPr>
                        <a:t>結合テスト仕様書、エビデンス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5</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システムテスト</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400" u="none" strike="noStrike" kern="1200" cap="none" normalizeH="0" baseline="0">
                          <a:ln>
                            <a:noFill/>
                          </a:ln>
                          <a:solidFill>
                            <a:schemeClr val="tx1"/>
                          </a:solidFill>
                          <a:effectLst/>
                          <a:latin typeface="游ゴシック"/>
                          <a:ea typeface="游ゴシック"/>
                          <a:cs typeface="Meiryo UI" pitchFamily="50" charset="-128"/>
                        </a:rPr>
                        <a:t>本番環境にて</a:t>
                      </a:r>
                      <a:r>
                        <a:rPr lang="ja-JP" altLang="en-US" sz="1400">
                          <a:solidFill>
                            <a:srgbClr val="000000"/>
                          </a:solidFill>
                        </a:rPr>
                        <a:t>その他共通基盤との連携の確認を実施します。</a:t>
                      </a:r>
                      <a:endParaRPr kumimoji="0" lang="ja-JP" altLang="en-US" sz="14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a:ln>
                            <a:noFill/>
                          </a:ln>
                          <a:solidFill>
                            <a:schemeClr val="tx1"/>
                          </a:solidFill>
                          <a:effectLst/>
                          <a:latin typeface="游ゴシック"/>
                          <a:ea typeface="游ゴシック"/>
                        </a:rPr>
                        <a:t>システム</a:t>
                      </a:r>
                      <a:r>
                        <a:rPr kumimoji="0" lang="ja-JP" altLang="en-US" sz="1400" u="none" strike="noStrike" kern="1200" cap="none" normalizeH="0" baseline="0">
                          <a:ln>
                            <a:noFill/>
                          </a:ln>
                          <a:solidFill>
                            <a:schemeClr val="tx1"/>
                          </a:solidFill>
                          <a:effectLst/>
                          <a:latin typeface="游ゴシック"/>
                          <a:ea typeface="游ゴシック"/>
                        </a:rPr>
                        <a:t>テスト仕様書、エビデンス</a:t>
                      </a:r>
                      <a:endParaRPr kumimoji="0" lang="ja-JP" altLang="en-US" sz="14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6</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運用テスト</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400" u="none" strike="noStrike" kern="1200" cap="none" normalizeH="0" baseline="0">
                          <a:ln>
                            <a:noFill/>
                          </a:ln>
                          <a:solidFill>
                            <a:schemeClr val="tx1"/>
                          </a:solidFill>
                          <a:effectLst/>
                          <a:latin typeface="游ゴシック"/>
                          <a:ea typeface="游ゴシック"/>
                          <a:cs typeface="Meiryo UI" pitchFamily="50" charset="-128"/>
                        </a:rPr>
                        <a:t>現場利用ユーザにてシステムの動作検証を実施いただきます。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問題管理表</a:t>
                      </a:r>
                      <a:endParaRPr kumimoji="0" lang="ja-JP" altLang="en-US" sz="14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6000745"/>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7</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400">
                          <a:solidFill>
                            <a:schemeClr val="tx1"/>
                          </a:solidFill>
                          <a:latin typeface="游ゴシック"/>
                          <a:ea typeface="游ゴシック"/>
                        </a:rPr>
                        <a:t>本番環境にてアプリケーションの導入を実施します。</a:t>
                      </a:r>
                      <a:endParaRPr kumimoji="0" lang="en-US" altLang="ja-JP" sz="1400">
                        <a:solidFill>
                          <a:schemeClr val="tx1"/>
                        </a:solidFill>
                        <a:latin typeface="游ゴシック"/>
                        <a:ea typeface="游ゴシック"/>
                      </a:endParaRPr>
                    </a:p>
                    <a:p>
                      <a:pPr marL="0" marR="0" lvl="0" indent="0" algn="l" defTabSz="914400">
                        <a:lnSpc>
                          <a:spcPct val="100000"/>
                        </a:lnSpc>
                        <a:spcBef>
                          <a:spcPts val="0"/>
                        </a:spcBef>
                        <a:spcAft>
                          <a:spcPts val="0"/>
                        </a:spcAft>
                        <a:buClrTx/>
                        <a:buSzTx/>
                        <a:buFont typeface="Arial" pitchFamily="34" charset="0"/>
                        <a:buNone/>
                        <a:tabLst/>
                        <a:defRPr/>
                      </a:pPr>
                      <a:r>
                        <a:rPr kumimoji="0" lang="ja-JP" altLang="en-US" sz="1400">
                          <a:solidFill>
                            <a:schemeClr val="tx1"/>
                          </a:solidFill>
                          <a:latin typeface="游ゴシック"/>
                          <a:ea typeface="游ゴシック"/>
                        </a:rPr>
                        <a:t>バッチ基盤上の</a:t>
                      </a:r>
                      <a:r>
                        <a:rPr kumimoji="0" lang="en-US" altLang="ja-JP" sz="1400">
                          <a:solidFill>
                            <a:schemeClr val="tx1"/>
                          </a:solidFill>
                          <a:latin typeface="游ゴシック"/>
                          <a:ea typeface="游ゴシック"/>
                        </a:rPr>
                        <a:t>JOB</a:t>
                      </a:r>
                      <a:r>
                        <a:rPr kumimoji="0" lang="ja-JP" altLang="en-US" sz="1400">
                          <a:solidFill>
                            <a:schemeClr val="tx1"/>
                          </a:solidFill>
                          <a:latin typeface="游ゴシック"/>
                          <a:ea typeface="游ゴシック"/>
                        </a:rPr>
                        <a:t>を現新で切り替えます。</a:t>
                      </a:r>
                      <a:endParaRPr kumimoji="0" lang="en-US" altLang="ja-JP" sz="1400">
                        <a:solidFill>
                          <a:schemeClr val="tx1"/>
                        </a:solidFill>
                        <a:latin typeface="游ゴシック"/>
                        <a:ea typeface="游ゴシック"/>
                      </a:endParaRPr>
                    </a:p>
                    <a:p>
                      <a:pPr marL="0" marR="0" lvl="0" indent="0" algn="l" defTabSz="914400">
                        <a:lnSpc>
                          <a:spcPct val="100000"/>
                        </a:lnSpc>
                        <a:spcBef>
                          <a:spcPts val="0"/>
                        </a:spcBef>
                        <a:spcAft>
                          <a:spcPts val="0"/>
                        </a:spcAft>
                        <a:buClrTx/>
                        <a:buSzTx/>
                        <a:buFont typeface="Arial" pitchFamily="34" charset="0"/>
                        <a:buNone/>
                        <a:tabLst/>
                        <a:defRPr/>
                      </a:pPr>
                      <a:r>
                        <a:rPr kumimoji="0" lang="en-US" altLang="ja-JP" sz="1400">
                          <a:solidFill>
                            <a:schemeClr val="tx1"/>
                          </a:solidFill>
                          <a:latin typeface="游ゴシック"/>
                          <a:ea typeface="游ゴシック"/>
                        </a:rPr>
                        <a:t>※</a:t>
                      </a:r>
                      <a:r>
                        <a:rPr kumimoji="0" lang="ja-JP" altLang="en-US" sz="1400">
                          <a:solidFill>
                            <a:schemeClr val="tx1"/>
                          </a:solidFill>
                          <a:latin typeface="游ゴシック"/>
                          <a:ea typeface="游ゴシック"/>
                        </a:rPr>
                        <a:t>データ移行は貴社にてご対応お願い致します。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移行手順書</a:t>
                      </a:r>
                      <a:endParaRPr kumimoji="0" lang="ja-JP" altLang="en-US"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540000">
                <a:tc>
                  <a:txBody>
                    <a:bodyPr/>
                    <a:lstStyle/>
                    <a:p>
                      <a:pPr marL="0" lvl="0" algn="ctr" defTabSz="914400" rtl="0">
                        <a:buNone/>
                      </a:pPr>
                      <a:r>
                        <a:rPr kumimoji="1" lang="en-US" altLang="ja-JP" sz="1400" kern="1200">
                          <a:solidFill>
                            <a:schemeClr val="dk1"/>
                          </a:solidFill>
                          <a:latin typeface="游ゴシック"/>
                          <a:ea typeface="游ゴシック"/>
                          <a:cs typeface="+mn-cs"/>
                        </a:rPr>
                        <a:t>8</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400">
                          <a:solidFill>
                            <a:schemeClr val="tx1"/>
                          </a:solidFill>
                          <a:latin typeface="游ゴシック"/>
                          <a:ea typeface="游ゴシック"/>
                        </a:rPr>
                        <a:t>システム稼働後の初期流動対応を実施します。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問題管理表</a:t>
                      </a:r>
                      <a:endParaRPr kumimoji="0" lang="ja-JP" altLang="en-US"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
        <p:nvSpPr>
          <p:cNvPr id="4" name="スライド番号プレースホルダー 3">
            <a:extLst>
              <a:ext uri="{FF2B5EF4-FFF2-40B4-BE49-F238E27FC236}">
                <a16:creationId xmlns:a16="http://schemas.microsoft.com/office/drawing/2014/main" id="{C4588E05-9E85-DF98-0F18-7121F235FA86}"/>
              </a:ext>
            </a:extLst>
          </p:cNvPr>
          <p:cNvSpPr>
            <a:spLocks noGrp="1"/>
          </p:cNvSpPr>
          <p:nvPr>
            <p:ph type="sldNum" sz="quarter" idx="15"/>
          </p:nvPr>
        </p:nvSpPr>
        <p:spPr>
          <a:xfrm>
            <a:off x="10752000" y="6552000"/>
            <a:ext cx="1440000" cy="216000"/>
          </a:xfrm>
        </p:spPr>
        <p:txBody>
          <a:bodyPr/>
          <a:lstStyle/>
          <a:p>
            <a:fld id="{26CA5134-5AAC-D342-B763-43605FECB385}" type="slidenum">
              <a:rPr kumimoji="1" lang="ja-JP" altLang="en-US" smtClean="0"/>
              <a:pPr/>
              <a:t>6</a:t>
            </a:fld>
            <a:endParaRPr kumimoji="1" lang="ja-JP" altLang="en-US" sz="700"/>
          </a:p>
        </p:txBody>
      </p:sp>
    </p:spTree>
    <p:extLst>
      <p:ext uri="{BB962C8B-B14F-4D97-AF65-F5344CB8AC3E}">
        <p14:creationId xmlns:p14="http://schemas.microsoft.com/office/powerpoint/2010/main" val="1395438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lang="en-US" altLang="ja-JP">
                <a:latin typeface="游明朝"/>
                <a:ea typeface="游明朝"/>
              </a:rPr>
              <a:t>5</a:t>
            </a:r>
            <a:r>
              <a:rPr kumimoji="1" lang="en-US" altLang="ja-JP">
                <a:latin typeface="游明朝"/>
                <a:ea typeface="游明朝"/>
              </a:rPr>
              <a:t>. </a:t>
            </a:r>
            <a:r>
              <a:rPr lang="ja-JP" altLang="en-US">
                <a:latin typeface="游明朝"/>
                <a:ea typeface="游明朝"/>
              </a:rPr>
              <a:t>機能数と作業範囲</a:t>
            </a:r>
            <a:endParaRPr kumimoji="1" lang="ja-JP" altLang="en-US">
              <a:latin typeface="游明朝"/>
              <a:ea typeface="游明朝"/>
            </a:endParaRPr>
          </a:p>
        </p:txBody>
      </p:sp>
      <p:sp>
        <p:nvSpPr>
          <p:cNvPr id="3" name="フッター プレースホルダー 2">
            <a:extLst>
              <a:ext uri="{FF2B5EF4-FFF2-40B4-BE49-F238E27FC236}">
                <a16:creationId xmlns:a16="http://schemas.microsoft.com/office/drawing/2014/main" id="{EAE72EB3-397D-4431-B5A6-36A04C1748AB}"/>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3C1429CC-0904-7287-60DD-EC2572B0CED5}"/>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7</a:t>
            </a:fld>
            <a:endParaRPr kumimoji="1" lang="ja-JP" altLang="en-US" sz="700"/>
          </a:p>
        </p:txBody>
      </p:sp>
      <p:graphicFrame>
        <p:nvGraphicFramePr>
          <p:cNvPr id="9" name="表 8">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3330204688"/>
              </p:ext>
            </p:extLst>
          </p:nvPr>
        </p:nvGraphicFramePr>
        <p:xfrm>
          <a:off x="606000" y="936000"/>
          <a:ext cx="11158389" cy="5309679"/>
        </p:xfrm>
        <a:graphic>
          <a:graphicData uri="http://schemas.openxmlformats.org/drawingml/2006/table">
            <a:tbl>
              <a:tblPr firstRow="1" bandRow="1">
                <a:tableStyleId>{69012ECD-51FC-41F1-AA8D-1B2483CD663E}</a:tableStyleId>
              </a:tblPr>
              <a:tblGrid>
                <a:gridCol w="385619">
                  <a:extLst>
                    <a:ext uri="{9D8B030D-6E8A-4147-A177-3AD203B41FA5}">
                      <a16:colId xmlns:a16="http://schemas.microsoft.com/office/drawing/2014/main" val="820809534"/>
                    </a:ext>
                  </a:extLst>
                </a:gridCol>
                <a:gridCol w="926988">
                  <a:extLst>
                    <a:ext uri="{9D8B030D-6E8A-4147-A177-3AD203B41FA5}">
                      <a16:colId xmlns:a16="http://schemas.microsoft.com/office/drawing/2014/main" val="2667349602"/>
                    </a:ext>
                  </a:extLst>
                </a:gridCol>
                <a:gridCol w="1028700">
                  <a:extLst>
                    <a:ext uri="{9D8B030D-6E8A-4147-A177-3AD203B41FA5}">
                      <a16:colId xmlns:a16="http://schemas.microsoft.com/office/drawing/2014/main" val="944581160"/>
                    </a:ext>
                  </a:extLst>
                </a:gridCol>
                <a:gridCol w="5298622">
                  <a:extLst>
                    <a:ext uri="{9D8B030D-6E8A-4147-A177-3AD203B41FA5}">
                      <a16:colId xmlns:a16="http://schemas.microsoft.com/office/drawing/2014/main" val="2117318705"/>
                    </a:ext>
                  </a:extLst>
                </a:gridCol>
                <a:gridCol w="3518460">
                  <a:extLst>
                    <a:ext uri="{9D8B030D-6E8A-4147-A177-3AD203B41FA5}">
                      <a16:colId xmlns:a16="http://schemas.microsoft.com/office/drawing/2014/main" val="852570537"/>
                    </a:ext>
                  </a:extLst>
                </a:gridCol>
              </a:tblGrid>
              <a:tr h="419424">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分類</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機能数</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作業範囲</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作業対象外</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1250218">
                <a:tc>
                  <a:txBody>
                    <a:bodyPr/>
                    <a:lstStyle/>
                    <a:p>
                      <a:pPr algn="ctr"/>
                      <a:r>
                        <a:rPr kumimoji="1" lang="en-US" altLang="ja-JP" sz="1400" kern="1200">
                          <a:solidFill>
                            <a:schemeClr val="dk1"/>
                          </a:solidFill>
                          <a:latin typeface="游ゴシック"/>
                          <a:ea typeface="游ゴシック"/>
                        </a:rPr>
                        <a:t>1</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画面</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400">
                          <a:solidFill>
                            <a:schemeClr val="tx1"/>
                          </a:solidFill>
                          <a:latin typeface="游ゴシック"/>
                          <a:ea typeface="游ゴシック"/>
                        </a:rPr>
                        <a:t>54</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事務管理システム内の全画面を確認し、初期画面の描画や</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正常系の動作に問題がないことを確認します。</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・データベースの参照・登録</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・画面遷移</a:t>
                      </a:r>
                      <a:endParaRPr kumimoji="1"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a:solidFill>
                            <a:schemeClr val="tx1"/>
                          </a:solidFill>
                          <a:latin typeface="游ゴシック"/>
                          <a:ea typeface="游ゴシック"/>
                        </a:rPr>
                        <a:t>・ボタン押下　等</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・全機能の確認（ボタン等）</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・業務パターンのシナリオテスト</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924403">
                <a:tc>
                  <a:txBody>
                    <a:bodyPr/>
                    <a:lstStyle/>
                    <a:p>
                      <a:pPr algn="ctr"/>
                      <a:r>
                        <a:rPr kumimoji="1" lang="en-US" altLang="ja-JP" sz="1400" kern="1200">
                          <a:solidFill>
                            <a:schemeClr val="dk1"/>
                          </a:solidFill>
                          <a:latin typeface="游ゴシック"/>
                          <a:ea typeface="游ゴシック"/>
                        </a:rPr>
                        <a:t>2</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帳票</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400">
                          <a:solidFill>
                            <a:schemeClr val="tx1"/>
                          </a:solidFill>
                          <a:latin typeface="游ゴシック"/>
                          <a:ea typeface="游ゴシック"/>
                        </a:rPr>
                        <a:t>73</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全帳票を印刷し、帳票機能に問題ないことを確認します。</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・帳票内の全項目の印字</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・複数ページ印刷</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・業務パターンのシナリオテスト</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1357817">
                <a:tc>
                  <a:txBody>
                    <a:bodyPr/>
                    <a:lstStyle/>
                    <a:p>
                      <a:pPr algn="ctr"/>
                      <a:r>
                        <a:rPr kumimoji="1" lang="en-US" altLang="ja-JP" sz="1400" kern="1200">
                          <a:solidFill>
                            <a:schemeClr val="dk1"/>
                          </a:solidFill>
                          <a:latin typeface="游ゴシック"/>
                          <a:ea typeface="游ゴシック"/>
                        </a:rPr>
                        <a:t>3</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400" b="0" i="0" u="none" strike="noStrike" noProof="0">
                          <a:solidFill>
                            <a:schemeClr val="tx1"/>
                          </a:solidFill>
                          <a:latin typeface="游ゴシック"/>
                          <a:ea typeface="游ゴシック"/>
                        </a:rPr>
                        <a:t>I/F</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11</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各周辺システムとのデータ連携を検証環境にて実施します。</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各連携が正常に動作することを確認します。</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a:t>
                      </a:r>
                      <a:r>
                        <a:rPr lang="ja-JP" altLang="en-US" sz="1400">
                          <a:solidFill>
                            <a:schemeClr val="tx1"/>
                          </a:solidFill>
                          <a:latin typeface="游ゴシック"/>
                          <a:ea typeface="游ゴシック"/>
                        </a:rPr>
                        <a:t>本番環境については、疎通テストとし、各システムごとに</a:t>
                      </a:r>
                      <a:br>
                        <a:rPr lang="en-US" altLang="ja-JP" sz="1400">
                          <a:solidFill>
                            <a:schemeClr val="tx1"/>
                          </a:solidFill>
                          <a:latin typeface="游ゴシック"/>
                          <a:ea typeface="游ゴシック"/>
                        </a:rPr>
                      </a:br>
                      <a:r>
                        <a:rPr lang="ja-JP" altLang="en-US" sz="1400">
                          <a:solidFill>
                            <a:schemeClr val="tx1"/>
                          </a:solidFill>
                          <a:latin typeface="游ゴシック"/>
                          <a:ea typeface="游ゴシック"/>
                        </a:rPr>
                        <a:t>　</a:t>
                      </a:r>
                      <a:r>
                        <a:rPr lang="en-US" altLang="ja-JP" sz="1400">
                          <a:solidFill>
                            <a:schemeClr val="tx1"/>
                          </a:solidFill>
                          <a:latin typeface="游ゴシック"/>
                          <a:ea typeface="游ゴシック"/>
                        </a:rPr>
                        <a:t>1</a:t>
                      </a:r>
                      <a:r>
                        <a:rPr lang="ja-JP" altLang="en-US" sz="1400">
                          <a:solidFill>
                            <a:schemeClr val="tx1"/>
                          </a:solidFill>
                          <a:latin typeface="游ゴシック"/>
                          <a:ea typeface="游ゴシック"/>
                        </a:rPr>
                        <a:t>連携を想定します。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a:t>
                      </a:r>
                      <a:r>
                        <a:rPr lang="en-US" altLang="ja-JP" sz="1400">
                          <a:solidFill>
                            <a:schemeClr val="tx1"/>
                          </a:solidFill>
                          <a:latin typeface="游ゴシック"/>
                          <a:ea typeface="游ゴシック"/>
                        </a:rPr>
                        <a:t>I/F</a:t>
                      </a:r>
                      <a:r>
                        <a:rPr lang="ja-JP" altLang="en-US" sz="1400">
                          <a:solidFill>
                            <a:schemeClr val="tx1"/>
                          </a:solidFill>
                          <a:latin typeface="游ゴシック"/>
                          <a:ea typeface="游ゴシック"/>
                        </a:rPr>
                        <a:t>項目の全項目テスト</a:t>
                      </a:r>
                      <a:br>
                        <a:rPr lang="en-US" altLang="ja-JP" sz="1400">
                          <a:solidFill>
                            <a:schemeClr val="tx1"/>
                          </a:solidFill>
                          <a:latin typeface="游ゴシック"/>
                          <a:ea typeface="游ゴシック"/>
                        </a:rPr>
                      </a:br>
                      <a:r>
                        <a:rPr lang="ja-JP" altLang="en-US" sz="1400">
                          <a:solidFill>
                            <a:schemeClr val="tx1"/>
                          </a:solidFill>
                          <a:latin typeface="游ゴシック"/>
                          <a:ea typeface="游ゴシック"/>
                        </a:rPr>
                        <a:t>・業務パターンのシナリオテスト</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1357817">
                <a:tc>
                  <a:txBody>
                    <a:bodyPr/>
                    <a:lstStyle/>
                    <a:p>
                      <a:pPr algn="ctr"/>
                      <a:r>
                        <a:rPr kumimoji="1" lang="en-US" altLang="ja-JP" sz="1400" kern="1200">
                          <a:solidFill>
                            <a:schemeClr val="dk1"/>
                          </a:solidFill>
                          <a:latin typeface="游ゴシック"/>
                          <a:ea typeface="游ゴシック"/>
                          <a:cs typeface="+mn-cs"/>
                        </a:rPr>
                        <a:t>4</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400" b="0" i="0" u="none" strike="noStrike" noProof="0">
                          <a:solidFill>
                            <a:srgbClr val="323232"/>
                          </a:solidFill>
                          <a:latin typeface="游ゴシック"/>
                          <a:ea typeface="游ゴシック"/>
                        </a:rPr>
                        <a:t>JOB</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50</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全</a:t>
                      </a:r>
                      <a:r>
                        <a:rPr lang="en-US" altLang="ja-JP" sz="1400">
                          <a:solidFill>
                            <a:schemeClr val="tx1"/>
                          </a:solidFill>
                          <a:latin typeface="游ゴシック"/>
                          <a:ea typeface="游ゴシック"/>
                        </a:rPr>
                        <a:t>JOB</a:t>
                      </a:r>
                      <a:r>
                        <a:rPr lang="ja-JP" altLang="en-US" sz="1400">
                          <a:solidFill>
                            <a:schemeClr val="tx1"/>
                          </a:solidFill>
                          <a:latin typeface="游ゴシック"/>
                          <a:ea typeface="游ゴシック"/>
                        </a:rPr>
                        <a:t>の実行確認を実施します。</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a:t>
                      </a:r>
                      <a:r>
                        <a:rPr lang="ja-JP" altLang="en-US" sz="1400">
                          <a:solidFill>
                            <a:schemeClr val="tx1"/>
                          </a:solidFill>
                          <a:latin typeface="游ゴシック"/>
                          <a:ea typeface="游ゴシック"/>
                        </a:rPr>
                        <a:t>基本的には手動での実行を想定しています。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・異常系のテスト</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・繰り返しのテスト</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・定期起動の確認</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77410183"/>
                  </a:ext>
                </a:extLst>
              </a:tr>
            </a:tbl>
          </a:graphicData>
        </a:graphic>
      </p:graphicFrame>
    </p:spTree>
    <p:extLst>
      <p:ext uri="{BB962C8B-B14F-4D97-AF65-F5344CB8AC3E}">
        <p14:creationId xmlns:p14="http://schemas.microsoft.com/office/powerpoint/2010/main" val="35606063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160FE1C1-CFD6-3436-3F23-42EC735280F7}"/>
              </a:ext>
            </a:extLst>
          </p:cNvPr>
          <p:cNvSpPr/>
          <p:nvPr/>
        </p:nvSpPr>
        <p:spPr>
          <a:xfrm>
            <a:off x="683470" y="1167611"/>
            <a:ext cx="3708000" cy="4814537"/>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 name="タイトル 1"/>
          <p:cNvSpPr>
            <a:spLocks noGrp="1"/>
          </p:cNvSpPr>
          <p:nvPr>
            <p:ph type="title"/>
          </p:nvPr>
        </p:nvSpPr>
        <p:spPr/>
        <p:txBody>
          <a:bodyPr/>
          <a:lstStyle/>
          <a:p>
            <a:r>
              <a:rPr lang="en-US" altLang="ja-JP">
                <a:latin typeface="游明朝"/>
                <a:ea typeface="游明朝"/>
              </a:rPr>
              <a:t>6. </a:t>
            </a:r>
            <a:r>
              <a:rPr lang="ja-JP" altLang="en-US">
                <a:latin typeface="游明朝"/>
                <a:ea typeface="游明朝"/>
              </a:rPr>
              <a:t>体制</a:t>
            </a:r>
            <a:endParaRPr kumimoji="1" lang="ja-JP" altLang="en-US">
              <a:latin typeface="游明朝"/>
              <a:ea typeface="游明朝"/>
            </a:endParaRPr>
          </a:p>
        </p:txBody>
      </p:sp>
      <p:sp>
        <p:nvSpPr>
          <p:cNvPr id="4" name="フッター プレースホルダー 3"/>
          <p:cNvSpPr>
            <a:spLocks noGrp="1"/>
          </p:cNvSpPr>
          <p:nvPr>
            <p:ph type="ftr" sz="quarter" idx="10"/>
          </p:nvPr>
        </p:nvSpPr>
        <p:spPr>
          <a:xfrm>
            <a:off x="3036000" y="6552000"/>
            <a:ext cx="6120000" cy="216000"/>
          </a:xfrm>
        </p:spPr>
        <p:txBody>
          <a:bodyPr/>
          <a:lstStyle/>
          <a:p>
            <a:r>
              <a:rPr lang="en-US" altLang="ja-JP"/>
              <a:t>Copyright © 2025 SystemEXE,Inc All Rights Reserved.</a:t>
            </a:r>
          </a:p>
        </p:txBody>
      </p:sp>
      <p:sp>
        <p:nvSpPr>
          <p:cNvPr id="11" name="正方形/長方形 10">
            <a:extLst>
              <a:ext uri="{FF2B5EF4-FFF2-40B4-BE49-F238E27FC236}">
                <a16:creationId xmlns:a16="http://schemas.microsoft.com/office/drawing/2014/main" id="{C13C1A20-C252-799B-F8A0-29E661C219E7}"/>
              </a:ext>
            </a:extLst>
          </p:cNvPr>
          <p:cNvSpPr/>
          <p:nvPr/>
        </p:nvSpPr>
        <p:spPr>
          <a:xfrm>
            <a:off x="4476001" y="1167611"/>
            <a:ext cx="7019999" cy="4814537"/>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4476001" y="819413"/>
            <a:ext cx="7019999"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cxnSp>
        <p:nvCxnSpPr>
          <p:cNvPr id="16" name="直線コネクタ 15">
            <a:extLst>
              <a:ext uri="{FF2B5EF4-FFF2-40B4-BE49-F238E27FC236}">
                <a16:creationId xmlns:a16="http://schemas.microsoft.com/office/drawing/2014/main" id="{A189C288-EA60-B222-B80F-882125DAEF80}"/>
              </a:ext>
            </a:extLst>
          </p:cNvPr>
          <p:cNvCxnSpPr>
            <a:cxnSpLocks/>
            <a:stCxn id="19" idx="2"/>
            <a:endCxn id="22" idx="3"/>
          </p:cNvCxnSpPr>
          <p:nvPr/>
        </p:nvCxnSpPr>
        <p:spPr>
          <a:xfrm flipH="1">
            <a:off x="2581170" y="2259479"/>
            <a:ext cx="4831" cy="1516768"/>
          </a:xfrm>
          <a:prstGeom prst="line">
            <a:avLst/>
          </a:prstGeom>
          <a:noFill/>
          <a:ln w="28575" cap="flat" cmpd="sng" algn="ctr">
            <a:solidFill>
              <a:schemeClr val="bg1">
                <a:lumMod val="75000"/>
              </a:schemeClr>
            </a:solidFill>
            <a:prstDash val="solid"/>
            <a:miter lim="800000"/>
          </a:ln>
          <a:effectLst/>
        </p:spPr>
      </p:cxnSp>
      <p:grpSp>
        <p:nvGrpSpPr>
          <p:cNvPr id="17" name="グループ化 16">
            <a:extLst>
              <a:ext uri="{FF2B5EF4-FFF2-40B4-BE49-F238E27FC236}">
                <a16:creationId xmlns:a16="http://schemas.microsoft.com/office/drawing/2014/main" id="{7D6E0C23-69C7-6A70-C9ED-9BC927D3D9DC}"/>
              </a:ext>
            </a:extLst>
          </p:cNvPr>
          <p:cNvGrpSpPr/>
          <p:nvPr/>
        </p:nvGrpSpPr>
        <p:grpSpPr>
          <a:xfrm>
            <a:off x="1218001" y="1539479"/>
            <a:ext cx="2736000" cy="720000"/>
            <a:chOff x="1218001" y="2016000"/>
            <a:chExt cx="2736000" cy="720000"/>
          </a:xfrm>
        </p:grpSpPr>
        <p:sp>
          <p:nvSpPr>
            <p:cNvPr id="18" name="片側の 2 つの角を丸めた四角形 13">
              <a:extLst>
                <a:ext uri="{FF2B5EF4-FFF2-40B4-BE49-F238E27FC236}">
                  <a16:creationId xmlns:a16="http://schemas.microsoft.com/office/drawing/2014/main" id="{73CEE1EB-F62F-136A-B1FF-0C11EEA1EC64}"/>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19" name="正方形/長方形 18">
              <a:extLst>
                <a:ext uri="{FF2B5EF4-FFF2-40B4-BE49-F238E27FC236}">
                  <a16:creationId xmlns:a16="http://schemas.microsoft.com/office/drawing/2014/main" id="{BC9B272A-446A-3576-A0E6-D8B79CB959CA}"/>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algn="ctr" defTabSz="914400">
                <a:defRPr/>
              </a:pPr>
              <a:r>
                <a:rPr kumimoji="1" lang="ja-JP" sz="1600" kern="0">
                  <a:solidFill>
                    <a:prstClr val="black"/>
                  </a:solidFill>
                  <a:latin typeface="游ゴシック"/>
                  <a:ea typeface="游ゴシック"/>
                </a:rPr>
                <a:t>澤田 陽哉</a:t>
              </a:r>
              <a:r>
                <a:rPr kumimoji="1" lang="ja-JP" altLang="en-US" sz="1600" b="0" i="0" u="none" strike="noStrike" kern="0" cap="none" spc="0" normalizeH="0" baseline="0" noProof="0">
                  <a:ln>
                    <a:noFill/>
                  </a:ln>
                  <a:solidFill>
                    <a:prstClr val="black"/>
                  </a:solidFill>
                  <a:effectLst/>
                  <a:uLnTx/>
                  <a:uFillTx/>
                  <a:latin typeface="游ゴシック"/>
                  <a:ea typeface="游ゴシック"/>
                </a:rPr>
                <a:t>様</a:t>
              </a:r>
              <a:endParaRPr lang="en-US">
                <a:solidFill>
                  <a:prstClr val="black"/>
                </a:solidFill>
              </a:endParaRPr>
            </a:p>
          </p:txBody>
        </p:sp>
      </p:grpSp>
      <p:grpSp>
        <p:nvGrpSpPr>
          <p:cNvPr id="21" name="グループ化 20">
            <a:extLst>
              <a:ext uri="{FF2B5EF4-FFF2-40B4-BE49-F238E27FC236}">
                <a16:creationId xmlns:a16="http://schemas.microsoft.com/office/drawing/2014/main" id="{B29105FC-9B1C-512E-94BC-6ABA4C93EEAF}"/>
              </a:ext>
            </a:extLst>
          </p:cNvPr>
          <p:cNvGrpSpPr/>
          <p:nvPr/>
        </p:nvGrpSpPr>
        <p:grpSpPr>
          <a:xfrm>
            <a:off x="1213170" y="3776247"/>
            <a:ext cx="2736000" cy="720000"/>
            <a:chOff x="1213170" y="3826430"/>
            <a:chExt cx="2736000" cy="720000"/>
          </a:xfrm>
        </p:grpSpPr>
        <p:sp>
          <p:nvSpPr>
            <p:cNvPr id="22" name="片側の 2 つの角を丸めた四角形 15">
              <a:extLst>
                <a:ext uri="{FF2B5EF4-FFF2-40B4-BE49-F238E27FC236}">
                  <a16:creationId xmlns:a16="http://schemas.microsoft.com/office/drawing/2014/main" id="{3F738138-83BD-2487-7AF9-D1C1133A3FF9}"/>
                </a:ext>
              </a:extLst>
            </p:cNvPr>
            <p:cNvSpPr/>
            <p:nvPr/>
          </p:nvSpPr>
          <p:spPr>
            <a:xfrm>
              <a:off x="1213170" y="382643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プロジェクトメンバー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6" name="正方形/長方形 25">
              <a:extLst>
                <a:ext uri="{FF2B5EF4-FFF2-40B4-BE49-F238E27FC236}">
                  <a16:creationId xmlns:a16="http://schemas.microsoft.com/office/drawing/2014/main" id="{2739018C-A453-9633-6AC1-CD6144A1460D}"/>
                </a:ext>
              </a:extLst>
            </p:cNvPr>
            <p:cNvSpPr/>
            <p:nvPr/>
          </p:nvSpPr>
          <p:spPr>
            <a:xfrm>
              <a:off x="1213170" y="411443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横田 昌彦様</a:t>
              </a:r>
              <a:endParaRPr kumimoji="1" lang="en-US" altLang="ja-JP" sz="1600" b="0" i="0" u="none" strike="noStrike" kern="0" cap="none" spc="0" normalizeH="0" baseline="0" noProof="0">
                <a:ln>
                  <a:noFill/>
                </a:ln>
                <a:solidFill>
                  <a:prstClr val="black"/>
                </a:solidFill>
                <a:effectLst/>
                <a:uLnTx/>
                <a:uFillTx/>
                <a:latin typeface="+mn-ea"/>
              </a:endParaRPr>
            </a:p>
          </p:txBody>
        </p:sp>
      </p:grpSp>
      <p:sp>
        <p:nvSpPr>
          <p:cNvPr id="27" name="正方形/長方形 26">
            <a:extLst>
              <a:ext uri="{FF2B5EF4-FFF2-40B4-BE49-F238E27FC236}">
                <a16:creationId xmlns:a16="http://schemas.microsoft.com/office/drawing/2014/main" id="{71F0CA8E-3321-9653-F38B-173211AD17F5}"/>
              </a:ext>
            </a:extLst>
          </p:cNvPr>
          <p:cNvSpPr/>
          <p:nvPr/>
        </p:nvSpPr>
        <p:spPr>
          <a:xfrm>
            <a:off x="683470" y="819413"/>
            <a:ext cx="3708000"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出光興産様</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8" name="正方形/長方形 27">
            <a:extLst>
              <a:ext uri="{FF2B5EF4-FFF2-40B4-BE49-F238E27FC236}">
                <a16:creationId xmlns:a16="http://schemas.microsoft.com/office/drawing/2014/main" id="{87AEB705-9D44-4043-5619-0DF9929425CE}"/>
              </a:ext>
            </a:extLst>
          </p:cNvPr>
          <p:cNvSpPr/>
          <p:nvPr/>
        </p:nvSpPr>
        <p:spPr>
          <a:xfrm>
            <a:off x="4476001" y="6048000"/>
            <a:ext cx="7020000" cy="72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9" name="正方形/長方形 28">
            <a:extLst>
              <a:ext uri="{FF2B5EF4-FFF2-40B4-BE49-F238E27FC236}">
                <a16:creationId xmlns:a16="http://schemas.microsoft.com/office/drawing/2014/main" id="{44566B70-2084-F03F-F06C-5138A9F10D49}"/>
              </a:ext>
            </a:extLst>
          </p:cNvPr>
          <p:cNvSpPr/>
          <p:nvPr/>
        </p:nvSpPr>
        <p:spPr>
          <a:xfrm>
            <a:off x="696001" y="6048000"/>
            <a:ext cx="3708000" cy="72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grpSp>
        <p:nvGrpSpPr>
          <p:cNvPr id="53" name="グループ化 52">
            <a:extLst>
              <a:ext uri="{FF2B5EF4-FFF2-40B4-BE49-F238E27FC236}">
                <a16:creationId xmlns:a16="http://schemas.microsoft.com/office/drawing/2014/main" id="{A0CC927F-9C1B-D647-66D3-8BB8B2462AB3}"/>
              </a:ext>
            </a:extLst>
          </p:cNvPr>
          <p:cNvGrpSpPr/>
          <p:nvPr/>
        </p:nvGrpSpPr>
        <p:grpSpPr>
          <a:xfrm>
            <a:off x="1218001" y="2653398"/>
            <a:ext cx="2736000" cy="728930"/>
            <a:chOff x="8524839" y="4231002"/>
            <a:chExt cx="2736000" cy="728930"/>
          </a:xfrm>
        </p:grpSpPr>
        <p:sp>
          <p:nvSpPr>
            <p:cNvPr id="54" name="片側の 2 つの角を丸めた四角形 29">
              <a:extLst>
                <a:ext uri="{FF2B5EF4-FFF2-40B4-BE49-F238E27FC236}">
                  <a16:creationId xmlns:a16="http://schemas.microsoft.com/office/drawing/2014/main" id="{CAFC556B-5BEE-8B1E-E45B-5A87AF158B0F}"/>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プロジェクト管理者</a:t>
              </a:r>
            </a:p>
          </p:txBody>
        </p:sp>
        <p:sp>
          <p:nvSpPr>
            <p:cNvPr id="55" name="正方形/長方形 54">
              <a:extLst>
                <a:ext uri="{FF2B5EF4-FFF2-40B4-BE49-F238E27FC236}">
                  <a16:creationId xmlns:a16="http://schemas.microsoft.com/office/drawing/2014/main" id="{D0A35059-8416-A539-CCAD-988529B59C1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山本 将也様</a:t>
              </a:r>
              <a:endParaRPr kumimoji="0" lang="en-US" altLang="ja-JP" sz="1600" b="0" i="0" u="none" strike="noStrike" kern="0" cap="none" spc="0" normalizeH="0" baseline="0" noProof="0">
                <a:ln>
                  <a:noFill/>
                </a:ln>
                <a:solidFill>
                  <a:prstClr val="black"/>
                </a:solidFill>
                <a:effectLst/>
                <a:uLnTx/>
                <a:uFillTx/>
                <a:latin typeface="+mn-ea"/>
              </a:endParaRPr>
            </a:p>
          </p:txBody>
        </p:sp>
      </p:grpSp>
      <p:sp>
        <p:nvSpPr>
          <p:cNvPr id="10" name="テキスト ボックス 9">
            <a:extLst>
              <a:ext uri="{FF2B5EF4-FFF2-40B4-BE49-F238E27FC236}">
                <a16:creationId xmlns:a16="http://schemas.microsoft.com/office/drawing/2014/main" id="{B74C51C4-5DA2-6837-A56D-17C90B51E159}"/>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a:latin typeface="游ゴシック"/>
                <a:ea typeface="游ゴシック"/>
                <a:cs typeface="メイリオ" pitchFamily="50" charset="-128"/>
              </a:rPr>
              <a:t>体制については、ご契約のタイミング状況により変更となる場合がございます。</a:t>
            </a:r>
            <a:endParaRPr lang="en-US" altLang="ja-JP" sz="1400">
              <a:latin typeface="游ゴシック"/>
              <a:ea typeface="游ゴシック"/>
              <a:cs typeface="メイリオ" pitchFamily="50" charset="-128"/>
            </a:endParaRPr>
          </a:p>
        </p:txBody>
      </p:sp>
      <p:sp>
        <p:nvSpPr>
          <p:cNvPr id="23" name="片側の 2 つの角を丸めた四角形 15">
            <a:extLst>
              <a:ext uri="{FF2B5EF4-FFF2-40B4-BE49-F238E27FC236}">
                <a16:creationId xmlns:a16="http://schemas.microsoft.com/office/drawing/2014/main" id="{C4C74907-76BB-E547-7A42-36F13F58EC35}"/>
              </a:ext>
            </a:extLst>
          </p:cNvPr>
          <p:cNvSpPr/>
          <p:nvPr/>
        </p:nvSpPr>
        <p:spPr>
          <a:xfrm>
            <a:off x="1670060" y="5082730"/>
            <a:ext cx="227911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4" name="正方形/長方形 23">
            <a:extLst>
              <a:ext uri="{FF2B5EF4-FFF2-40B4-BE49-F238E27FC236}">
                <a16:creationId xmlns:a16="http://schemas.microsoft.com/office/drawing/2014/main" id="{DC1E26E9-FFEC-98F2-12D5-BC286628CEA0}"/>
              </a:ext>
            </a:extLst>
          </p:cNvPr>
          <p:cNvSpPr/>
          <p:nvPr/>
        </p:nvSpPr>
        <p:spPr>
          <a:xfrm>
            <a:off x="1670060" y="5370730"/>
            <a:ext cx="227911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現場利用者様</a:t>
            </a:r>
            <a:endParaRPr kumimoji="1" lang="en-US" altLang="ja-JP" sz="1600" b="0" i="0" u="none" strike="noStrike" kern="0" cap="none" spc="0" normalizeH="0" baseline="0" noProof="0">
              <a:ln>
                <a:noFill/>
              </a:ln>
              <a:solidFill>
                <a:prstClr val="black"/>
              </a:solidFill>
              <a:effectLst/>
              <a:uLnTx/>
              <a:uFillTx/>
              <a:latin typeface="+mn-ea"/>
            </a:endParaRPr>
          </a:p>
        </p:txBody>
      </p:sp>
      <p:cxnSp>
        <p:nvCxnSpPr>
          <p:cNvPr id="42" name="コネクタ: カギ線 41">
            <a:extLst>
              <a:ext uri="{FF2B5EF4-FFF2-40B4-BE49-F238E27FC236}">
                <a16:creationId xmlns:a16="http://schemas.microsoft.com/office/drawing/2014/main" id="{F1A966ED-94A3-BF90-314B-96016280AE02}"/>
              </a:ext>
            </a:extLst>
          </p:cNvPr>
          <p:cNvCxnSpPr>
            <a:cxnSpLocks/>
            <a:endCxn id="24" idx="1"/>
          </p:cNvCxnSpPr>
          <p:nvPr/>
        </p:nvCxnSpPr>
        <p:spPr>
          <a:xfrm rot="16200000" flipH="1">
            <a:off x="1009789" y="4926458"/>
            <a:ext cx="1090483" cy="230060"/>
          </a:xfrm>
          <a:prstGeom prst="bentConnector2">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スライド番号プレースホルダー 8"/>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8</a:t>
            </a:fld>
            <a:endParaRPr kumimoji="1" lang="ja-JP" altLang="en-US" sz="700"/>
          </a:p>
        </p:txBody>
      </p:sp>
      <p:grpSp>
        <p:nvGrpSpPr>
          <p:cNvPr id="5" name="グループ化 4">
            <a:extLst>
              <a:ext uri="{FF2B5EF4-FFF2-40B4-BE49-F238E27FC236}">
                <a16:creationId xmlns:a16="http://schemas.microsoft.com/office/drawing/2014/main" id="{EE2E3150-6ACF-7CB6-4DDD-9BE64200EB8C}"/>
              </a:ext>
            </a:extLst>
          </p:cNvPr>
          <p:cNvGrpSpPr/>
          <p:nvPr/>
        </p:nvGrpSpPr>
        <p:grpSpPr>
          <a:xfrm>
            <a:off x="5448941" y="1404012"/>
            <a:ext cx="2736000" cy="720000"/>
            <a:chOff x="6852000" y="1800000"/>
            <a:chExt cx="2736000" cy="720000"/>
          </a:xfrm>
        </p:grpSpPr>
        <p:sp>
          <p:nvSpPr>
            <p:cNvPr id="6" name="片側の 2 つの角を丸めた四角形 8">
              <a:extLst>
                <a:ext uri="{FF2B5EF4-FFF2-40B4-BE49-F238E27FC236}">
                  <a16:creationId xmlns:a16="http://schemas.microsoft.com/office/drawing/2014/main" id="{2561BF20-71D3-A881-A8B3-608654C168F7}"/>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7" name="正方形/長方形 6">
              <a:extLst>
                <a:ext uri="{FF2B5EF4-FFF2-40B4-BE49-F238E27FC236}">
                  <a16:creationId xmlns:a16="http://schemas.microsoft.com/office/drawing/2014/main" id="{E11B061B-E430-98FC-EC2C-DDD5576488AF}"/>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a:solidFill>
                    <a:prstClr val="black"/>
                  </a:solidFill>
                  <a:latin typeface="+mn-ea"/>
                </a:rPr>
                <a:t>野村 康二</a:t>
              </a:r>
              <a:endParaRPr kumimoji="0" lang="ja-JP" altLang="en-US" sz="1600" b="0" i="0" u="none" strike="noStrike" kern="0" cap="none" spc="0" normalizeH="0" baseline="0" noProof="0">
                <a:ln>
                  <a:noFill/>
                </a:ln>
                <a:solidFill>
                  <a:prstClr val="black"/>
                </a:solidFill>
                <a:effectLst/>
                <a:uLnTx/>
                <a:uFillTx/>
                <a:latin typeface="+mn-ea"/>
              </a:endParaRPr>
            </a:p>
          </p:txBody>
        </p:sp>
      </p:grpSp>
      <p:cxnSp>
        <p:nvCxnSpPr>
          <p:cNvPr id="12" name="直線コネクタ 11">
            <a:extLst>
              <a:ext uri="{FF2B5EF4-FFF2-40B4-BE49-F238E27FC236}">
                <a16:creationId xmlns:a16="http://schemas.microsoft.com/office/drawing/2014/main" id="{E8CB1D8F-AA13-4826-8923-16851E504D84}"/>
              </a:ext>
            </a:extLst>
          </p:cNvPr>
          <p:cNvCxnSpPr>
            <a:cxnSpLocks/>
          </p:cNvCxnSpPr>
          <p:nvPr/>
        </p:nvCxnSpPr>
        <p:spPr>
          <a:xfrm>
            <a:off x="6816941" y="2124012"/>
            <a:ext cx="0" cy="2818452"/>
          </a:xfrm>
          <a:prstGeom prst="line">
            <a:avLst/>
          </a:prstGeom>
          <a:noFill/>
          <a:ln w="28575" cap="flat" cmpd="sng" algn="ctr">
            <a:solidFill>
              <a:sysClr val="window" lastClr="FFFFFF">
                <a:lumMod val="75000"/>
              </a:sysClr>
            </a:solidFill>
            <a:prstDash val="solid"/>
            <a:miter lim="800000"/>
          </a:ln>
          <a:effectLst/>
        </p:spPr>
      </p:cxnSp>
      <p:grpSp>
        <p:nvGrpSpPr>
          <p:cNvPr id="13" name="グループ化 12">
            <a:extLst>
              <a:ext uri="{FF2B5EF4-FFF2-40B4-BE49-F238E27FC236}">
                <a16:creationId xmlns:a16="http://schemas.microsoft.com/office/drawing/2014/main" id="{F6911C65-186B-6AC0-DDDD-E69F7F7DF96E}"/>
              </a:ext>
            </a:extLst>
          </p:cNvPr>
          <p:cNvGrpSpPr/>
          <p:nvPr/>
        </p:nvGrpSpPr>
        <p:grpSpPr>
          <a:xfrm>
            <a:off x="5437423" y="4684387"/>
            <a:ext cx="2736000" cy="1118343"/>
            <a:chOff x="6852000" y="5532583"/>
            <a:chExt cx="2736000" cy="555891"/>
          </a:xfrm>
        </p:grpSpPr>
        <p:sp>
          <p:nvSpPr>
            <p:cNvPr id="14" name="片側の 2 つの角を丸めた四角形 21">
              <a:extLst>
                <a:ext uri="{FF2B5EF4-FFF2-40B4-BE49-F238E27FC236}">
                  <a16:creationId xmlns:a16="http://schemas.microsoft.com/office/drawing/2014/main" id="{DB6C7046-FAAB-215B-8C6D-E8B0772FB554}"/>
                </a:ext>
              </a:extLst>
            </p:cNvPr>
            <p:cNvSpPr/>
            <p:nvPr/>
          </p:nvSpPr>
          <p:spPr>
            <a:xfrm>
              <a:off x="6852000" y="5532583"/>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プロジェクトメンバー</a:t>
              </a:r>
            </a:p>
          </p:txBody>
        </p:sp>
        <p:sp>
          <p:nvSpPr>
            <p:cNvPr id="20" name="正方形/長方形 19">
              <a:extLst>
                <a:ext uri="{FF2B5EF4-FFF2-40B4-BE49-F238E27FC236}">
                  <a16:creationId xmlns:a16="http://schemas.microsoft.com/office/drawing/2014/main" id="{A221841D-DBE2-150B-1D11-DA688BFC1AE2}"/>
                </a:ext>
              </a:extLst>
            </p:cNvPr>
            <p:cNvSpPr/>
            <p:nvPr/>
          </p:nvSpPr>
          <p:spPr>
            <a:xfrm>
              <a:off x="6852000" y="5727938"/>
              <a:ext cx="2736000" cy="360536"/>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en-US" altLang="ja-JP" sz="1600">
                  <a:solidFill>
                    <a:srgbClr val="333333"/>
                  </a:solidFill>
                  <a:latin typeface="游ゴシック"/>
                  <a:ea typeface="游ゴシック"/>
                </a:rPr>
                <a:t>TBD2</a:t>
              </a:r>
              <a:r>
                <a:rPr lang="ja-JP" altLang="en-US" sz="1600">
                  <a:solidFill>
                    <a:srgbClr val="333333"/>
                  </a:solidFill>
                  <a:latin typeface="游ゴシック"/>
                  <a:ea typeface="游ゴシック"/>
                </a:rPr>
                <a:t>名</a:t>
              </a:r>
              <a:endParaRPr lang="ja-JP" altLang="en-US" sz="1600" b="0" i="0">
                <a:solidFill>
                  <a:srgbClr val="333333"/>
                </a:solidFill>
                <a:effectLst/>
                <a:latin typeface="游ゴシック"/>
                <a:ea typeface="游ゴシック"/>
              </a:endParaRPr>
            </a:p>
          </p:txBody>
        </p:sp>
      </p:grpSp>
      <p:cxnSp>
        <p:nvCxnSpPr>
          <p:cNvPr id="25" name="直線コネクタ 24">
            <a:extLst>
              <a:ext uri="{FF2B5EF4-FFF2-40B4-BE49-F238E27FC236}">
                <a16:creationId xmlns:a16="http://schemas.microsoft.com/office/drawing/2014/main" id="{A16D3BE5-7BD7-D262-672A-CF4C5FA53A30}"/>
              </a:ext>
            </a:extLst>
          </p:cNvPr>
          <p:cNvCxnSpPr>
            <a:cxnSpLocks/>
          </p:cNvCxnSpPr>
          <p:nvPr/>
        </p:nvCxnSpPr>
        <p:spPr>
          <a:xfrm flipH="1">
            <a:off x="6805423" y="2941398"/>
            <a:ext cx="1513909" cy="0"/>
          </a:xfrm>
          <a:prstGeom prst="line">
            <a:avLst/>
          </a:prstGeom>
          <a:noFill/>
          <a:ln w="28575" cap="flat" cmpd="sng" algn="ctr">
            <a:solidFill>
              <a:sysClr val="window" lastClr="FFFFFF">
                <a:lumMod val="75000"/>
              </a:sysClr>
            </a:solidFill>
            <a:prstDash val="solid"/>
            <a:miter lim="800000"/>
          </a:ln>
          <a:effectLst/>
        </p:spPr>
      </p:cxnSp>
      <p:grpSp>
        <p:nvGrpSpPr>
          <p:cNvPr id="38" name="グループ化 37">
            <a:extLst>
              <a:ext uri="{FF2B5EF4-FFF2-40B4-BE49-F238E27FC236}">
                <a16:creationId xmlns:a16="http://schemas.microsoft.com/office/drawing/2014/main" id="{C3F8AD94-D721-A9BA-614D-FB29EAAD5DE6}"/>
              </a:ext>
            </a:extLst>
          </p:cNvPr>
          <p:cNvGrpSpPr/>
          <p:nvPr/>
        </p:nvGrpSpPr>
        <p:grpSpPr>
          <a:xfrm>
            <a:off x="5448941" y="3311319"/>
            <a:ext cx="2736000" cy="711533"/>
            <a:chOff x="6852000" y="2538555"/>
            <a:chExt cx="2736000" cy="711533"/>
          </a:xfrm>
        </p:grpSpPr>
        <p:sp>
          <p:nvSpPr>
            <p:cNvPr id="39" name="片側の 2 つの角を丸めた四角形 8">
              <a:extLst>
                <a:ext uri="{FF2B5EF4-FFF2-40B4-BE49-F238E27FC236}">
                  <a16:creationId xmlns:a16="http://schemas.microsoft.com/office/drawing/2014/main" id="{8FF1C8A5-0170-1D51-8292-3C9D791ECB65}"/>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プロジェクトマネージャー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0" name="正方形/長方形 39">
              <a:extLst>
                <a:ext uri="{FF2B5EF4-FFF2-40B4-BE49-F238E27FC236}">
                  <a16:creationId xmlns:a16="http://schemas.microsoft.com/office/drawing/2014/main" id="{95EB6CD8-C68D-04BA-5641-3A773E84EB0D}"/>
                </a:ext>
              </a:extLst>
            </p:cNvPr>
            <p:cNvSpPr/>
            <p:nvPr/>
          </p:nvSpPr>
          <p:spPr>
            <a:xfrm>
              <a:off x="6852000" y="281808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a:solidFill>
                    <a:srgbClr val="333333"/>
                  </a:solidFill>
                  <a:latin typeface="游ゴシック"/>
                  <a:ea typeface="游ゴシック"/>
                </a:rPr>
                <a:t>天川 絢弥</a:t>
              </a:r>
            </a:p>
          </p:txBody>
        </p:sp>
      </p:grpSp>
      <p:grpSp>
        <p:nvGrpSpPr>
          <p:cNvPr id="41" name="グループ化 40">
            <a:extLst>
              <a:ext uri="{FF2B5EF4-FFF2-40B4-BE49-F238E27FC236}">
                <a16:creationId xmlns:a16="http://schemas.microsoft.com/office/drawing/2014/main" id="{66137411-7E45-B994-6A1A-BDEFBCBA0975}"/>
              </a:ext>
            </a:extLst>
          </p:cNvPr>
          <p:cNvGrpSpPr/>
          <p:nvPr/>
        </p:nvGrpSpPr>
        <p:grpSpPr>
          <a:xfrm>
            <a:off x="8319332" y="2497316"/>
            <a:ext cx="2736000" cy="728930"/>
            <a:chOff x="8524839" y="4231002"/>
            <a:chExt cx="2736000" cy="728930"/>
          </a:xfrm>
        </p:grpSpPr>
        <p:sp>
          <p:nvSpPr>
            <p:cNvPr id="43" name="片側の 2 つの角を丸めた四角形 29">
              <a:extLst>
                <a:ext uri="{FF2B5EF4-FFF2-40B4-BE49-F238E27FC236}">
                  <a16:creationId xmlns:a16="http://schemas.microsoft.com/office/drawing/2014/main" id="{AFD8279B-0F53-3F86-811D-2160236910E4}"/>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営業</a:t>
              </a:r>
            </a:p>
          </p:txBody>
        </p:sp>
        <p:sp>
          <p:nvSpPr>
            <p:cNvPr id="47" name="正方形/長方形 46">
              <a:extLst>
                <a:ext uri="{FF2B5EF4-FFF2-40B4-BE49-F238E27FC236}">
                  <a16:creationId xmlns:a16="http://schemas.microsoft.com/office/drawing/2014/main" id="{A8B6557D-1136-7119-B63F-256D7F03A9FE}"/>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髙浦 祐朗</a:t>
              </a:r>
              <a:endParaRPr kumimoji="0" lang="en-US" altLang="ja-JP" sz="1600" b="0" i="0" u="none" strike="noStrike" kern="0" cap="none" spc="0" normalizeH="0" baseline="0" noProof="0">
                <a:ln>
                  <a:noFill/>
                </a:ln>
                <a:solidFill>
                  <a:prstClr val="black"/>
                </a:solidFill>
                <a:effectLst/>
                <a:uLnTx/>
                <a:uFillTx/>
                <a:latin typeface="+mn-ea"/>
              </a:endParaRPr>
            </a:p>
          </p:txBody>
        </p:sp>
      </p:grpSp>
      <p:grpSp>
        <p:nvGrpSpPr>
          <p:cNvPr id="48" name="グループ化 47">
            <a:extLst>
              <a:ext uri="{FF2B5EF4-FFF2-40B4-BE49-F238E27FC236}">
                <a16:creationId xmlns:a16="http://schemas.microsoft.com/office/drawing/2014/main" id="{38AFE58B-AB1D-EB9E-368C-4214DA09182E}"/>
              </a:ext>
            </a:extLst>
          </p:cNvPr>
          <p:cNvGrpSpPr/>
          <p:nvPr/>
        </p:nvGrpSpPr>
        <p:grpSpPr>
          <a:xfrm>
            <a:off x="8310152" y="4183367"/>
            <a:ext cx="2745180" cy="1068616"/>
            <a:chOff x="8515659" y="4231002"/>
            <a:chExt cx="2745180" cy="1068616"/>
          </a:xfrm>
        </p:grpSpPr>
        <p:sp>
          <p:nvSpPr>
            <p:cNvPr id="49" name="片側の 2 つの角を丸めた四角形 29">
              <a:extLst>
                <a:ext uri="{FF2B5EF4-FFF2-40B4-BE49-F238E27FC236}">
                  <a16:creationId xmlns:a16="http://schemas.microsoft.com/office/drawing/2014/main" id="{409BB09A-4745-7292-CC8A-1D1E62EE68F3}"/>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kern="0">
                  <a:solidFill>
                    <a:prstClr val="white"/>
                  </a:solidFill>
                  <a:latin typeface="+mn-ea"/>
                </a:rPr>
                <a:t>保守サポート</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56" name="正方形/長方形 55">
              <a:extLst>
                <a:ext uri="{FF2B5EF4-FFF2-40B4-BE49-F238E27FC236}">
                  <a16:creationId xmlns:a16="http://schemas.microsoft.com/office/drawing/2014/main" id="{B6730360-ED82-C2C7-602A-B52FEC06F6A2}"/>
                </a:ext>
              </a:extLst>
            </p:cNvPr>
            <p:cNvSpPr/>
            <p:nvPr/>
          </p:nvSpPr>
          <p:spPr>
            <a:xfrm>
              <a:off x="8515659" y="4518752"/>
              <a:ext cx="2745180" cy="780866"/>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東条 美佳</a:t>
              </a:r>
              <a:endParaRPr kumimoji="0" lang="en-US" altLang="ja-JP" sz="1600" b="0" i="0" u="none" strike="noStrike" kern="0" cap="none" spc="0" normalizeH="0" baseline="0" noProof="0">
                <a:ln>
                  <a:noFill/>
                </a:ln>
                <a:solidFill>
                  <a:prstClr val="black"/>
                </a:solidFill>
                <a:effectLst/>
                <a:uLnTx/>
                <a:uFillTx/>
                <a:latin typeface="+mn-ea"/>
              </a:endParaRPr>
            </a:p>
            <a:p>
              <a:pPr algn="ctr" defTabSz="914400">
                <a:defRPr/>
              </a:pPr>
              <a:r>
                <a:rPr lang="ja-JP" altLang="en-US" sz="1600" kern="0">
                  <a:solidFill>
                    <a:prstClr val="black"/>
                  </a:solidFill>
                  <a:latin typeface="游ゴシック"/>
                  <a:ea typeface="游ゴシック"/>
                </a:rPr>
                <a:t>伊達 翔互</a:t>
              </a:r>
            </a:p>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a:solidFill>
                    <a:prstClr val="black"/>
                  </a:solidFill>
                  <a:latin typeface="+mn-ea"/>
                </a:rPr>
                <a:t>篠塚 正裕</a:t>
              </a:r>
              <a:endParaRPr kumimoji="0" lang="en-US" altLang="ja-JP" sz="1600" b="0" i="0" u="none" strike="noStrike" kern="0" cap="none" spc="0" normalizeH="0" baseline="0" noProof="0">
                <a:ln>
                  <a:noFill/>
                </a:ln>
                <a:solidFill>
                  <a:prstClr val="black"/>
                </a:solidFill>
                <a:effectLst/>
                <a:uLnTx/>
                <a:uFillTx/>
                <a:latin typeface="+mn-ea"/>
              </a:endParaRPr>
            </a:p>
          </p:txBody>
        </p:sp>
      </p:grpSp>
      <p:cxnSp>
        <p:nvCxnSpPr>
          <p:cNvPr id="57" name="直線コネクタ 56">
            <a:extLst>
              <a:ext uri="{FF2B5EF4-FFF2-40B4-BE49-F238E27FC236}">
                <a16:creationId xmlns:a16="http://schemas.microsoft.com/office/drawing/2014/main" id="{888358D9-7F91-7189-3C7F-6851F47AFA2C}"/>
              </a:ext>
            </a:extLst>
          </p:cNvPr>
          <p:cNvCxnSpPr>
            <a:cxnSpLocks/>
          </p:cNvCxnSpPr>
          <p:nvPr/>
        </p:nvCxnSpPr>
        <p:spPr>
          <a:xfrm flipH="1">
            <a:off x="6797496" y="4512843"/>
            <a:ext cx="1513909" cy="0"/>
          </a:xfrm>
          <a:prstGeom prst="line">
            <a:avLst/>
          </a:prstGeom>
          <a:noFill/>
          <a:ln w="28575" cap="flat" cmpd="sng" algn="ctr">
            <a:solidFill>
              <a:sysClr val="window" lastClr="FFFFFF">
                <a:lumMod val="75000"/>
              </a:sysClr>
            </a:solidFill>
            <a:prstDash val="solid"/>
            <a:miter lim="800000"/>
          </a:ln>
          <a:effectLst/>
        </p:spPr>
      </p:cxnSp>
    </p:spTree>
    <p:extLst>
      <p:ext uri="{BB962C8B-B14F-4D97-AF65-F5344CB8AC3E}">
        <p14:creationId xmlns:p14="http://schemas.microsoft.com/office/powerpoint/2010/main" val="18516141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lang="en-US" altLang="ja-JP">
                <a:latin typeface="游明朝"/>
                <a:ea typeface="游明朝"/>
              </a:rPr>
              <a:t>7</a:t>
            </a:r>
            <a:r>
              <a:rPr kumimoji="1" lang="en-US" altLang="ja-JP">
                <a:latin typeface="游明朝"/>
                <a:ea typeface="游明朝"/>
              </a:rPr>
              <a:t>. </a:t>
            </a:r>
            <a:r>
              <a:rPr kumimoji="1" lang="ja-JP" altLang="en-US">
                <a:latin typeface="游明朝"/>
                <a:ea typeface="游明朝"/>
              </a:rPr>
              <a:t>スケジュール</a:t>
            </a:r>
          </a:p>
        </p:txBody>
      </p:sp>
      <p:graphicFrame>
        <p:nvGraphicFramePr>
          <p:cNvPr id="10" name="表 9">
            <a:extLst>
              <a:ext uri="{FF2B5EF4-FFF2-40B4-BE49-F238E27FC236}">
                <a16:creationId xmlns:a16="http://schemas.microsoft.com/office/drawing/2014/main" id="{1B9651D0-1C8B-452E-8B2F-91E497A82D84}"/>
              </a:ext>
            </a:extLst>
          </p:cNvPr>
          <p:cNvGraphicFramePr>
            <a:graphicFrameLocks noGrp="1"/>
          </p:cNvGraphicFramePr>
          <p:nvPr>
            <p:extLst>
              <p:ext uri="{D42A27DB-BD31-4B8C-83A1-F6EECF244321}">
                <p14:modId xmlns:p14="http://schemas.microsoft.com/office/powerpoint/2010/main" val="2277674539"/>
              </p:ext>
            </p:extLst>
          </p:nvPr>
        </p:nvGraphicFramePr>
        <p:xfrm>
          <a:off x="576004" y="936002"/>
          <a:ext cx="11253431" cy="4416561"/>
        </p:xfrm>
        <a:graphic>
          <a:graphicData uri="http://schemas.openxmlformats.org/drawingml/2006/table">
            <a:tbl>
              <a:tblPr firstRow="1">
                <a:tableStyleId>{69012ECD-51FC-41F1-AA8D-1B2483CD663E}</a:tableStyleId>
              </a:tblPr>
              <a:tblGrid>
                <a:gridCol w="2207961">
                  <a:extLst>
                    <a:ext uri="{9D8B030D-6E8A-4147-A177-3AD203B41FA5}">
                      <a16:colId xmlns:a16="http://schemas.microsoft.com/office/drawing/2014/main" val="20001"/>
                    </a:ext>
                  </a:extLst>
                </a:gridCol>
                <a:gridCol w="981470">
                  <a:extLst>
                    <a:ext uri="{9D8B030D-6E8A-4147-A177-3AD203B41FA5}">
                      <a16:colId xmlns:a16="http://schemas.microsoft.com/office/drawing/2014/main" val="332361526"/>
                    </a:ext>
                  </a:extLst>
                </a:gridCol>
                <a:gridCol w="1008000">
                  <a:extLst>
                    <a:ext uri="{9D8B030D-6E8A-4147-A177-3AD203B41FA5}">
                      <a16:colId xmlns:a16="http://schemas.microsoft.com/office/drawing/2014/main" val="1301509302"/>
                    </a:ext>
                  </a:extLst>
                </a:gridCol>
                <a:gridCol w="1008000">
                  <a:extLst>
                    <a:ext uri="{9D8B030D-6E8A-4147-A177-3AD203B41FA5}">
                      <a16:colId xmlns:a16="http://schemas.microsoft.com/office/drawing/2014/main" val="2064698816"/>
                    </a:ext>
                  </a:extLst>
                </a:gridCol>
                <a:gridCol w="1008000">
                  <a:extLst>
                    <a:ext uri="{9D8B030D-6E8A-4147-A177-3AD203B41FA5}">
                      <a16:colId xmlns:a16="http://schemas.microsoft.com/office/drawing/2014/main" val="1049139473"/>
                    </a:ext>
                  </a:extLst>
                </a:gridCol>
                <a:gridCol w="1008000">
                  <a:extLst>
                    <a:ext uri="{9D8B030D-6E8A-4147-A177-3AD203B41FA5}">
                      <a16:colId xmlns:a16="http://schemas.microsoft.com/office/drawing/2014/main" val="581626291"/>
                    </a:ext>
                  </a:extLst>
                </a:gridCol>
                <a:gridCol w="1008000">
                  <a:extLst>
                    <a:ext uri="{9D8B030D-6E8A-4147-A177-3AD203B41FA5}">
                      <a16:colId xmlns:a16="http://schemas.microsoft.com/office/drawing/2014/main" val="1794734865"/>
                    </a:ext>
                  </a:extLst>
                </a:gridCol>
                <a:gridCol w="1008000">
                  <a:extLst>
                    <a:ext uri="{9D8B030D-6E8A-4147-A177-3AD203B41FA5}">
                      <a16:colId xmlns:a16="http://schemas.microsoft.com/office/drawing/2014/main" val="3533700286"/>
                    </a:ext>
                  </a:extLst>
                </a:gridCol>
                <a:gridCol w="1008000">
                  <a:extLst>
                    <a:ext uri="{9D8B030D-6E8A-4147-A177-3AD203B41FA5}">
                      <a16:colId xmlns:a16="http://schemas.microsoft.com/office/drawing/2014/main" val="721600156"/>
                    </a:ext>
                  </a:extLst>
                </a:gridCol>
                <a:gridCol w="1008000">
                  <a:extLst>
                    <a:ext uri="{9D8B030D-6E8A-4147-A177-3AD203B41FA5}">
                      <a16:colId xmlns:a16="http://schemas.microsoft.com/office/drawing/2014/main" val="3348131173"/>
                    </a:ext>
                  </a:extLst>
                </a:gridCol>
              </a:tblGrid>
              <a:tr h="453716">
                <a:tc rowSpan="2">
                  <a:txBody>
                    <a:bodyPr/>
                    <a:lstStyle/>
                    <a:p>
                      <a:pPr algn="ctr"/>
                      <a:endParaRPr kumimoji="1" lang="ja-JP" altLang="en-US" sz="12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6">
                  <a:txBody>
                    <a:bodyPr/>
                    <a:lstStyle/>
                    <a:p>
                      <a:r>
                        <a:rPr kumimoji="1" lang="en-US" altLang="ja-JP"/>
                        <a:t>2025</a:t>
                      </a:r>
                      <a:r>
                        <a:rPr kumimoji="1" lang="ja-JP" altLang="en-US"/>
                        <a:t>年</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gridSpan="3">
                  <a:txBody>
                    <a:bodyPr/>
                    <a:lstStyle/>
                    <a:p>
                      <a:r>
                        <a:rPr kumimoji="1" lang="en-US" altLang="ja-JP"/>
                        <a:t>2026</a:t>
                      </a:r>
                      <a:r>
                        <a:rPr kumimoji="1" lang="ja-JP" altLang="en-US"/>
                        <a:t>年</a:t>
                      </a:r>
                    </a:p>
                  </a:txBody>
                  <a:tcPr>
                    <a:lnL w="12700" cap="flat" cmpd="sng" algn="ctr">
                      <a:solidFill>
                        <a:schemeClr val="bg1">
                          <a:lumMod val="65000"/>
                        </a:schemeClr>
                      </a:solidFill>
                      <a:prstDash val="solid"/>
                      <a:round/>
                      <a:headEnd type="none" w="med" len="med"/>
                      <a:tailEnd type="none" w="med" len="med"/>
                    </a:lnL>
                    <a:lnB w="12700" cap="flat" cmpd="sng" algn="ctr">
                      <a:solidFill>
                        <a:schemeClr val="bg1">
                          <a:lumMod val="65000"/>
                        </a:schemeClr>
                      </a:solidFill>
                      <a:prstDash val="solid"/>
                      <a:round/>
                      <a:headEnd type="none" w="med" len="med"/>
                      <a:tailEnd type="none" w="med" len="med"/>
                    </a:lnB>
                  </a:tcPr>
                </a:tc>
                <a:tc h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chemeClr val="bg1">
                          <a:lumMod val="65000"/>
                        </a:schemeClr>
                      </a:solidFill>
                      <a:prstDash val="solid"/>
                      <a:round/>
                      <a:headEnd type="none" w="med" len="med"/>
                      <a:tailEnd type="none" w="med" len="med"/>
                    </a:lnB>
                  </a:tcPr>
                </a:tc>
                <a:tc h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618650">
                <a:tc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kumimoji="1" lang="en-US" altLang="ja-JP" sz="1400" b="0">
                          <a:solidFill>
                            <a:srgbClr val="FFFFFF"/>
                          </a:solidFill>
                          <a:latin typeface="游ゴシック"/>
                          <a:ea typeface="游ゴシック"/>
                        </a:rPr>
                        <a:t>7</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8</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9</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10</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400" b="0">
                          <a:solidFill>
                            <a:srgbClr val="FFFFFF"/>
                          </a:solidFill>
                          <a:latin typeface="游ゴシック"/>
                          <a:ea typeface="游ゴシック"/>
                          <a:cs typeface="Meiryo UI" pitchFamily="50" charset="-128"/>
                        </a:rPr>
                        <a:t>１</a:t>
                      </a:r>
                      <a:endParaRPr kumimoji="1" lang="en-US" altLang="ja-JP" sz="1400" b="0">
                        <a:solidFill>
                          <a:srgbClr val="FFFFFF"/>
                        </a:solidFill>
                        <a:latin typeface="游ゴシック"/>
                        <a:ea typeface="游ゴシック"/>
                        <a:cs typeface="Meiryo UI" pitchFamily="50" charset="-128"/>
                      </a:endParaRP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2</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3</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815514">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マイルストン</a:t>
                      </a:r>
                      <a:endParaRPr kumimoji="1" lang="en-US" altLang="ja-JP"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1440000">
                <a:tc>
                  <a:txBody>
                    <a:bodyPr/>
                    <a:lstStyle/>
                    <a:p>
                      <a:pPr algn="l"/>
                      <a:r>
                        <a:rPr kumimoji="1" lang="ja-JP" altLang="en-US" sz="1200" b="0">
                          <a:latin typeface="游ゴシック" panose="020B0400000000000000" pitchFamily="50" charset="-128"/>
                          <a:ea typeface="+mn-ea"/>
                          <a:cs typeface="Meiryo UI" pitchFamily="50" charset="-128"/>
                        </a:rPr>
                        <a:t>① 縮小版共通基盤へのシステム資産移行</a:t>
                      </a:r>
                      <a:endParaRPr kumimoji="1" lang="ja-JP" altLang="en-US"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0133689"/>
                  </a:ext>
                </a:extLst>
              </a:tr>
              <a:tr h="1088681">
                <a:tc>
                  <a:txBody>
                    <a:bodyPr/>
                    <a:lstStyle/>
                    <a:p>
                      <a:pPr algn="l"/>
                      <a:r>
                        <a:rPr kumimoji="1" lang="ja-JP" altLang="en-US" sz="1200" b="0">
                          <a:latin typeface="游ゴシック"/>
                          <a:ea typeface="+mn-ea"/>
                          <a:cs typeface="Meiryo UI" pitchFamily="50" charset="-128"/>
                        </a:rPr>
                        <a:t>② </a:t>
                      </a:r>
                      <a:r>
                        <a:rPr kumimoji="1" lang="ja-JP" altLang="en-US" sz="1200" b="0">
                          <a:latin typeface="游ゴシック"/>
                          <a:ea typeface="+mn-ea"/>
                        </a:rPr>
                        <a:t>その他共通基盤の環境移行に際する</a:t>
                      </a:r>
                      <a:r>
                        <a:rPr lang="ja-JP" altLang="en-US" sz="1200" b="0">
                          <a:latin typeface="游ゴシック"/>
                          <a:ea typeface="+mn-ea"/>
                        </a:rPr>
                        <a:t>支援</a:t>
                      </a:r>
                      <a:endParaRPr kumimoji="1" lang="ja-JP" altLang="en-US" sz="1200" b="0">
                        <a:latin typeface="游ゴシック"/>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18592313"/>
                  </a:ext>
                </a:extLst>
              </a:tr>
            </a:tbl>
          </a:graphicData>
        </a:graphic>
      </p:graphicFrame>
      <p:sp>
        <p:nvSpPr>
          <p:cNvPr id="11" name="ホームベース 30">
            <a:extLst>
              <a:ext uri="{FF2B5EF4-FFF2-40B4-BE49-F238E27FC236}">
                <a16:creationId xmlns:a16="http://schemas.microsoft.com/office/drawing/2014/main" id="{3B57EEC6-A848-4914-BC9B-95C84C7B6637}"/>
              </a:ext>
            </a:extLst>
          </p:cNvPr>
          <p:cNvSpPr/>
          <p:nvPr/>
        </p:nvSpPr>
        <p:spPr>
          <a:xfrm>
            <a:off x="8071307" y="5531384"/>
            <a:ext cx="1260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12" name="ホームベース 31">
            <a:extLst>
              <a:ext uri="{FF2B5EF4-FFF2-40B4-BE49-F238E27FC236}">
                <a16:creationId xmlns:a16="http://schemas.microsoft.com/office/drawing/2014/main" id="{2BED1E46-0D50-4D21-A77D-92FC258B00B7}"/>
              </a:ext>
            </a:extLst>
          </p:cNvPr>
          <p:cNvSpPr/>
          <p:nvPr/>
        </p:nvSpPr>
        <p:spPr>
          <a:xfrm>
            <a:off x="9363207" y="5531384"/>
            <a:ext cx="1260000" cy="360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13" name="ホームベース 32">
            <a:extLst>
              <a:ext uri="{FF2B5EF4-FFF2-40B4-BE49-F238E27FC236}">
                <a16:creationId xmlns:a16="http://schemas.microsoft.com/office/drawing/2014/main" id="{C37584D3-7DC1-4AF5-821B-4EB0B466578A}"/>
              </a:ext>
            </a:extLst>
          </p:cNvPr>
          <p:cNvSpPr/>
          <p:nvPr/>
        </p:nvSpPr>
        <p:spPr>
          <a:xfrm>
            <a:off x="10655106" y="5531384"/>
            <a:ext cx="1260000" cy="360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14" name="角丸四角形 33">
            <a:extLst>
              <a:ext uri="{FF2B5EF4-FFF2-40B4-BE49-F238E27FC236}">
                <a16:creationId xmlns:a16="http://schemas.microsoft.com/office/drawing/2014/main" id="{5E7C7353-36D9-4E13-AE62-C6438FB175BA}"/>
              </a:ext>
            </a:extLst>
          </p:cNvPr>
          <p:cNvSpPr/>
          <p:nvPr/>
        </p:nvSpPr>
        <p:spPr>
          <a:xfrm>
            <a:off x="7996270" y="5456686"/>
            <a:ext cx="4014837" cy="509396"/>
          </a:xfrm>
          <a:prstGeom prst="roundRect">
            <a:avLst/>
          </a:prstGeom>
          <a:noFill/>
          <a:ln w="19050">
            <a:solidFill>
              <a:schemeClr val="accent1"/>
            </a:solidFill>
            <a:prstDash val="solid"/>
            <a:headEnd/>
            <a:tailEnd/>
          </a:ln>
        </p:spPr>
        <p:style>
          <a:lnRef idx="2">
            <a:schemeClr val="accent3"/>
          </a:lnRef>
          <a:fillRef idx="1">
            <a:schemeClr val="lt1"/>
          </a:fillRef>
          <a:effectRef idx="0">
            <a:schemeClr val="accent3"/>
          </a:effectRef>
          <a:fontRef idx="minor">
            <a:schemeClr val="dk1"/>
          </a:fontRef>
        </p:style>
        <p:txBody>
          <a:bodyPr vert="eaVert" rtlCol="0" anchor="b"/>
          <a:lstStyle/>
          <a:p>
            <a:pPr algn="ctr">
              <a:defRPr/>
            </a:pPr>
            <a:endParaRPr kumimoji="0" lang="ja-JP" altLang="en-US" sz="1000">
              <a:solidFill>
                <a:schemeClr val="tx1"/>
              </a:solidFill>
              <a:latin typeface="游ゴシック" panose="020B0400000000000000" pitchFamily="50" charset="-128"/>
              <a:ea typeface="游ゴシック" panose="020B0400000000000000" pitchFamily="50" charset="-128"/>
              <a:cs typeface="Meiryo UI" pitchFamily="50" charset="-128"/>
            </a:endParaRPr>
          </a:p>
        </p:txBody>
      </p:sp>
      <p:sp>
        <p:nvSpPr>
          <p:cNvPr id="15" name="正方形/長方形 14">
            <a:extLst>
              <a:ext uri="{FF2B5EF4-FFF2-40B4-BE49-F238E27FC236}">
                <a16:creationId xmlns:a16="http://schemas.microsoft.com/office/drawing/2014/main" id="{9C526A88-681C-4A44-BFD9-AF76E9622DCF}"/>
              </a:ext>
            </a:extLst>
          </p:cNvPr>
          <p:cNvSpPr/>
          <p:nvPr/>
        </p:nvSpPr>
        <p:spPr>
          <a:xfrm>
            <a:off x="3765175" y="3510717"/>
            <a:ext cx="504000" cy="5400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要件</a:t>
            </a:r>
            <a:endParaRPr lang="en-US" altLang="ja-JP" sz="1100">
              <a:solidFill>
                <a:schemeClr val="tx1"/>
              </a:solidFill>
              <a:latin typeface="游ゴシック" panose="020B0400000000000000" pitchFamily="50" charset="-128"/>
              <a:ea typeface="游ゴシック" panose="020B0400000000000000" pitchFamily="50" charset="-128"/>
            </a:endParaRPr>
          </a:p>
          <a:p>
            <a:pPr algn="ctr"/>
            <a:r>
              <a:rPr lang="ja-JP" altLang="en-US" sz="1100">
                <a:solidFill>
                  <a:schemeClr val="tx1"/>
                </a:solidFill>
                <a:latin typeface="游ゴシック" panose="020B0400000000000000" pitchFamily="50" charset="-128"/>
                <a:ea typeface="游ゴシック" panose="020B0400000000000000" pitchFamily="50" charset="-128"/>
              </a:rPr>
              <a:t>定義</a:t>
            </a:r>
          </a:p>
        </p:txBody>
      </p:sp>
      <p:sp>
        <p:nvSpPr>
          <p:cNvPr id="21" name="正方形/長方形 20">
            <a:extLst>
              <a:ext uri="{FF2B5EF4-FFF2-40B4-BE49-F238E27FC236}">
                <a16:creationId xmlns:a16="http://schemas.microsoft.com/office/drawing/2014/main" id="{D288673B-1B1E-4C6E-BA69-E5F1FEDB27ED}"/>
              </a:ext>
            </a:extLst>
          </p:cNvPr>
          <p:cNvSpPr/>
          <p:nvPr/>
        </p:nvSpPr>
        <p:spPr>
          <a:xfrm>
            <a:off x="7794307" y="3510717"/>
            <a:ext cx="1008317"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システム</a:t>
            </a:r>
            <a:endParaRPr lang="en-US" altLang="ja-JP" sz="1100">
              <a:solidFill>
                <a:schemeClr val="tx1"/>
              </a:solidFill>
              <a:latin typeface="游ゴシック" panose="020B0400000000000000" pitchFamily="50" charset="-128"/>
              <a:ea typeface="游ゴシック" panose="020B0400000000000000" pitchFamily="50" charset="-128"/>
            </a:endParaRPr>
          </a:p>
          <a:p>
            <a:pPr algn="ctr"/>
            <a:r>
              <a:rPr lang="ja-JP" altLang="en-US" sz="1100">
                <a:solidFill>
                  <a:schemeClr val="tx1"/>
                </a:solidFill>
                <a:latin typeface="游ゴシック" panose="020B0400000000000000" pitchFamily="50" charset="-128"/>
                <a:ea typeface="游ゴシック" panose="020B0400000000000000" pitchFamily="50" charset="-128"/>
              </a:rPr>
              <a:t>テスト</a:t>
            </a:r>
          </a:p>
        </p:txBody>
      </p:sp>
      <p:sp>
        <p:nvSpPr>
          <p:cNvPr id="22" name="正方形/長方形 21">
            <a:extLst>
              <a:ext uri="{FF2B5EF4-FFF2-40B4-BE49-F238E27FC236}">
                <a16:creationId xmlns:a16="http://schemas.microsoft.com/office/drawing/2014/main" id="{BF31360D-FAB3-4C87-B7AB-B502DDFDA9EC}"/>
              </a:ext>
            </a:extLst>
          </p:cNvPr>
          <p:cNvSpPr/>
          <p:nvPr/>
        </p:nvSpPr>
        <p:spPr>
          <a:xfrm>
            <a:off x="4268626" y="3510717"/>
            <a:ext cx="504000" cy="5400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基本</a:t>
            </a:r>
            <a:endParaRPr lang="en-US" altLang="ja-JP" sz="1100">
              <a:solidFill>
                <a:schemeClr val="tx1"/>
              </a:solidFill>
              <a:latin typeface="游ゴシック" panose="020B0400000000000000" pitchFamily="50" charset="-128"/>
              <a:ea typeface="游ゴシック" panose="020B0400000000000000" pitchFamily="50" charset="-128"/>
            </a:endParaRPr>
          </a:p>
          <a:p>
            <a:pPr algn="ctr"/>
            <a:r>
              <a:rPr lang="ja-JP" altLang="en-US" sz="1100">
                <a:solidFill>
                  <a:schemeClr val="tx1"/>
                </a:solidFill>
                <a:latin typeface="游ゴシック" panose="020B0400000000000000" pitchFamily="50" charset="-128"/>
                <a:ea typeface="游ゴシック" panose="020B0400000000000000" pitchFamily="50" charset="-128"/>
              </a:rPr>
              <a:t>設計</a:t>
            </a:r>
          </a:p>
        </p:txBody>
      </p:sp>
      <p:sp>
        <p:nvSpPr>
          <p:cNvPr id="23" name="正方形/長方形 22">
            <a:extLst>
              <a:ext uri="{FF2B5EF4-FFF2-40B4-BE49-F238E27FC236}">
                <a16:creationId xmlns:a16="http://schemas.microsoft.com/office/drawing/2014/main" id="{60BE86B4-B849-422B-8758-4720CC34871C}"/>
              </a:ext>
            </a:extLst>
          </p:cNvPr>
          <p:cNvSpPr/>
          <p:nvPr/>
        </p:nvSpPr>
        <p:spPr>
          <a:xfrm>
            <a:off x="5765794" y="3510717"/>
            <a:ext cx="2016000" cy="54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結合テスト</a:t>
            </a:r>
          </a:p>
        </p:txBody>
      </p:sp>
      <p:sp>
        <p:nvSpPr>
          <p:cNvPr id="24" name="正方形/長方形 23">
            <a:extLst>
              <a:ext uri="{FF2B5EF4-FFF2-40B4-BE49-F238E27FC236}">
                <a16:creationId xmlns:a16="http://schemas.microsoft.com/office/drawing/2014/main" id="{D2FFFA7C-8485-4FB5-B3FC-30EC4188DB9D}"/>
              </a:ext>
            </a:extLst>
          </p:cNvPr>
          <p:cNvSpPr/>
          <p:nvPr/>
        </p:nvSpPr>
        <p:spPr>
          <a:xfrm>
            <a:off x="9594941" y="3510717"/>
            <a:ext cx="690284"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a:ea typeface="游ゴシック"/>
              </a:rPr>
              <a:t>本番移行</a:t>
            </a:r>
            <a:endParaRPr lang="en-US" altLang="ja-JP" sz="1100">
              <a:solidFill>
                <a:schemeClr val="tx1"/>
              </a:solidFill>
              <a:latin typeface="游ゴシック"/>
              <a:ea typeface="游ゴシック"/>
            </a:endParaRPr>
          </a:p>
          <a:p>
            <a:pPr algn="ctr"/>
            <a:r>
              <a:rPr lang="ja-JP" altLang="en-US" sz="1100">
                <a:solidFill>
                  <a:schemeClr val="tx1"/>
                </a:solidFill>
                <a:latin typeface="游ゴシック"/>
                <a:ea typeface="游ゴシック"/>
              </a:rPr>
              <a:t>初期流動</a:t>
            </a:r>
          </a:p>
        </p:txBody>
      </p:sp>
      <p:sp>
        <p:nvSpPr>
          <p:cNvPr id="4" name="正方形/長方形 3">
            <a:extLst>
              <a:ext uri="{FF2B5EF4-FFF2-40B4-BE49-F238E27FC236}">
                <a16:creationId xmlns:a16="http://schemas.microsoft.com/office/drawing/2014/main" id="{A1B67386-AD83-3967-5D45-C866A13904CF}"/>
              </a:ext>
            </a:extLst>
          </p:cNvPr>
          <p:cNvSpPr/>
          <p:nvPr/>
        </p:nvSpPr>
        <p:spPr>
          <a:xfrm>
            <a:off x="8802624" y="3510717"/>
            <a:ext cx="792317"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運用テスト</a:t>
            </a:r>
          </a:p>
        </p:txBody>
      </p:sp>
      <p:sp>
        <p:nvSpPr>
          <p:cNvPr id="5" name="テキスト ボックス 4">
            <a:extLst>
              <a:ext uri="{FF2B5EF4-FFF2-40B4-BE49-F238E27FC236}">
                <a16:creationId xmlns:a16="http://schemas.microsoft.com/office/drawing/2014/main" id="{4C383857-658A-27E0-C87F-6186580943F2}"/>
              </a:ext>
            </a:extLst>
          </p:cNvPr>
          <p:cNvSpPr txBox="1"/>
          <p:nvPr/>
        </p:nvSpPr>
        <p:spPr>
          <a:xfrm>
            <a:off x="4607310" y="1974873"/>
            <a:ext cx="2583321" cy="261610"/>
          </a:xfrm>
          <a:prstGeom prst="rect">
            <a:avLst/>
          </a:prstGeom>
          <a:noFill/>
        </p:spPr>
        <p:txBody>
          <a:bodyPr wrap="square" rtlCol="0">
            <a:spAutoFit/>
          </a:bodyPr>
          <a:lstStyle/>
          <a:p>
            <a:r>
              <a:rPr kumimoji="1" lang="ja-JP" altLang="en-US" sz="1100">
                <a:latin typeface="游ゴシック" panose="020B0400000000000000" pitchFamily="50" charset="-128"/>
                <a:ea typeface="游ゴシック" panose="020B0400000000000000" pitchFamily="50" charset="-128"/>
              </a:rPr>
              <a:t>★検証環境構築（</a:t>
            </a:r>
            <a:r>
              <a:rPr kumimoji="1" lang="en-US" altLang="ja-JP" sz="1100">
                <a:latin typeface="游ゴシック" panose="020B0400000000000000" pitchFamily="50" charset="-128"/>
                <a:ea typeface="游ゴシック" panose="020B0400000000000000" pitchFamily="50" charset="-128"/>
              </a:rPr>
              <a:t>AP</a:t>
            </a:r>
            <a:r>
              <a:rPr kumimoji="1" lang="ja-JP" altLang="en-US" sz="1100">
                <a:latin typeface="游ゴシック" panose="020B0400000000000000" pitchFamily="50" charset="-128"/>
                <a:ea typeface="游ゴシック" panose="020B0400000000000000" pitchFamily="50" charset="-128"/>
              </a:rPr>
              <a:t>・</a:t>
            </a:r>
            <a:r>
              <a:rPr kumimoji="1" lang="en-US" altLang="ja-JP" sz="1100">
                <a:latin typeface="游ゴシック" panose="020B0400000000000000" pitchFamily="50" charset="-128"/>
                <a:ea typeface="游ゴシック" panose="020B0400000000000000" pitchFamily="50" charset="-128"/>
              </a:rPr>
              <a:t>DB</a:t>
            </a:r>
            <a:r>
              <a:rPr kumimoji="1" lang="ja-JP" altLang="en-US" sz="1100">
                <a:latin typeface="游ゴシック" panose="020B0400000000000000" pitchFamily="50" charset="-128"/>
                <a:ea typeface="游ゴシック" panose="020B0400000000000000" pitchFamily="50" charset="-128"/>
              </a:rPr>
              <a:t>・バッチ）</a:t>
            </a:r>
          </a:p>
        </p:txBody>
      </p:sp>
      <p:sp>
        <p:nvSpPr>
          <p:cNvPr id="9" name="テキスト ボックス 8">
            <a:extLst>
              <a:ext uri="{FF2B5EF4-FFF2-40B4-BE49-F238E27FC236}">
                <a16:creationId xmlns:a16="http://schemas.microsoft.com/office/drawing/2014/main" id="{95E9508C-14AD-4227-AFB2-DA670F343CD0}"/>
              </a:ext>
            </a:extLst>
          </p:cNvPr>
          <p:cNvSpPr txBox="1"/>
          <p:nvPr/>
        </p:nvSpPr>
        <p:spPr>
          <a:xfrm>
            <a:off x="5585660" y="2384528"/>
            <a:ext cx="2583321" cy="261610"/>
          </a:xfrm>
          <a:prstGeom prst="rect">
            <a:avLst/>
          </a:prstGeom>
          <a:noFill/>
        </p:spPr>
        <p:txBody>
          <a:bodyPr wrap="square" rtlCol="0">
            <a:spAutoFit/>
          </a:bodyPr>
          <a:lstStyle/>
          <a:p>
            <a:r>
              <a:rPr kumimoji="1" lang="ja-JP" altLang="en-US" sz="1100">
                <a:latin typeface="游ゴシック" panose="020B0400000000000000" pitchFamily="50" charset="-128"/>
                <a:ea typeface="游ゴシック" panose="020B0400000000000000" pitchFamily="50" charset="-128"/>
              </a:rPr>
              <a:t>★本番環境構築（</a:t>
            </a:r>
            <a:r>
              <a:rPr kumimoji="1" lang="en-US" altLang="ja-JP" sz="1100">
                <a:latin typeface="游ゴシック" panose="020B0400000000000000" pitchFamily="50" charset="-128"/>
                <a:ea typeface="游ゴシック" panose="020B0400000000000000" pitchFamily="50" charset="-128"/>
              </a:rPr>
              <a:t>AP</a:t>
            </a:r>
            <a:r>
              <a:rPr kumimoji="1" lang="ja-JP" altLang="en-US" sz="1100">
                <a:latin typeface="游ゴシック" panose="020B0400000000000000" pitchFamily="50" charset="-128"/>
                <a:ea typeface="游ゴシック" panose="020B0400000000000000" pitchFamily="50" charset="-128"/>
              </a:rPr>
              <a:t>・</a:t>
            </a:r>
            <a:r>
              <a:rPr kumimoji="1" lang="en-US" altLang="ja-JP" sz="1100">
                <a:latin typeface="游ゴシック" panose="020B0400000000000000" pitchFamily="50" charset="-128"/>
                <a:ea typeface="游ゴシック" panose="020B0400000000000000" pitchFamily="50" charset="-128"/>
              </a:rPr>
              <a:t>DB</a:t>
            </a:r>
            <a:r>
              <a:rPr kumimoji="1" lang="ja-JP" altLang="en-US" sz="1100">
                <a:latin typeface="游ゴシック" panose="020B0400000000000000" pitchFamily="50" charset="-128"/>
                <a:ea typeface="游ゴシック" panose="020B0400000000000000" pitchFamily="50" charset="-128"/>
              </a:rPr>
              <a:t>・バッチ）</a:t>
            </a:r>
          </a:p>
        </p:txBody>
      </p:sp>
      <p:sp>
        <p:nvSpPr>
          <p:cNvPr id="16" name="テキスト ボックス 15">
            <a:extLst>
              <a:ext uri="{FF2B5EF4-FFF2-40B4-BE49-F238E27FC236}">
                <a16:creationId xmlns:a16="http://schemas.microsoft.com/office/drawing/2014/main" id="{5C58B4E0-435A-97E7-B757-B0DE17C1F398}"/>
              </a:ext>
            </a:extLst>
          </p:cNvPr>
          <p:cNvSpPr txBox="1"/>
          <p:nvPr/>
        </p:nvSpPr>
        <p:spPr>
          <a:xfrm>
            <a:off x="9363207" y="2023946"/>
            <a:ext cx="1123122" cy="261610"/>
          </a:xfrm>
          <a:prstGeom prst="rect">
            <a:avLst/>
          </a:prstGeom>
          <a:noFill/>
        </p:spPr>
        <p:txBody>
          <a:bodyPr wrap="square" rtlCol="0">
            <a:spAutoFit/>
          </a:bodyPr>
          <a:lstStyle/>
          <a:p>
            <a:r>
              <a:rPr kumimoji="1" lang="ja-JP" altLang="en-US" sz="1100">
                <a:latin typeface="游ゴシック" panose="020B0400000000000000" pitchFamily="50" charset="-128"/>
                <a:ea typeface="游ゴシック" panose="020B0400000000000000" pitchFamily="50" charset="-128"/>
              </a:rPr>
              <a:t>★①本番切替</a:t>
            </a:r>
          </a:p>
        </p:txBody>
      </p:sp>
      <p:sp>
        <p:nvSpPr>
          <p:cNvPr id="25" name="正方形/長方形 24">
            <a:extLst>
              <a:ext uri="{FF2B5EF4-FFF2-40B4-BE49-F238E27FC236}">
                <a16:creationId xmlns:a16="http://schemas.microsoft.com/office/drawing/2014/main" id="{C6BD5980-8D5F-A160-EDE4-23BF5091E87D}"/>
              </a:ext>
            </a:extLst>
          </p:cNvPr>
          <p:cNvSpPr/>
          <p:nvPr/>
        </p:nvSpPr>
        <p:spPr>
          <a:xfrm>
            <a:off x="3759602" y="4480577"/>
            <a:ext cx="7712398" cy="578571"/>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rgbClr val="FF0000"/>
                </a:solidFill>
                <a:latin typeface="+mn-ea"/>
              </a:rPr>
              <a:t>その他共通基盤の移行時期未定のため、確定後に検討</a:t>
            </a:r>
            <a:endParaRPr kumimoji="1" lang="en-US" altLang="ja-JP">
              <a:solidFill>
                <a:srgbClr val="FF0000"/>
              </a:solidFill>
              <a:latin typeface="+mn-ea"/>
            </a:endParaRPr>
          </a:p>
          <a:p>
            <a:pPr algn="ctr"/>
            <a:r>
              <a:rPr kumimoji="1" lang="ja-JP" altLang="en-US">
                <a:solidFill>
                  <a:srgbClr val="FF0000"/>
                </a:solidFill>
                <a:latin typeface="+mn-ea"/>
              </a:rPr>
              <a:t>（開始から</a:t>
            </a:r>
            <a:r>
              <a:rPr kumimoji="1" lang="en-US" altLang="ja-JP">
                <a:solidFill>
                  <a:srgbClr val="FF0000"/>
                </a:solidFill>
                <a:latin typeface="+mn-ea"/>
              </a:rPr>
              <a:t>4</a:t>
            </a:r>
            <a:r>
              <a:rPr kumimoji="1" lang="ja-JP" altLang="en-US">
                <a:solidFill>
                  <a:srgbClr val="FF0000"/>
                </a:solidFill>
                <a:latin typeface="+mn-ea"/>
              </a:rPr>
              <a:t>か月程度を想定）</a:t>
            </a:r>
          </a:p>
        </p:txBody>
      </p:sp>
      <p:sp>
        <p:nvSpPr>
          <p:cNvPr id="6" name="Slide Number Placeholder 5">
            <a:extLst>
              <a:ext uri="{FF2B5EF4-FFF2-40B4-BE49-F238E27FC236}">
                <a16:creationId xmlns:a16="http://schemas.microsoft.com/office/drawing/2014/main" id="{FCB654B0-232F-0B8C-AD6C-A67A98497A4C}"/>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9</a:t>
            </a:fld>
            <a:endParaRPr lang="en-US"/>
          </a:p>
        </p:txBody>
      </p:sp>
      <p:sp>
        <p:nvSpPr>
          <p:cNvPr id="3" name="Footer Placeholder 2">
            <a:extLst>
              <a:ext uri="{FF2B5EF4-FFF2-40B4-BE49-F238E27FC236}">
                <a16:creationId xmlns:a16="http://schemas.microsoft.com/office/drawing/2014/main" id="{80B194A0-C198-FAC1-050B-9EA648E549AA}"/>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8" name="矢印: 左右 7">
            <a:extLst>
              <a:ext uri="{FF2B5EF4-FFF2-40B4-BE49-F238E27FC236}">
                <a16:creationId xmlns:a16="http://schemas.microsoft.com/office/drawing/2014/main" id="{EE71303A-190E-DC83-D7A8-7F863FFBEC07}"/>
              </a:ext>
            </a:extLst>
          </p:cNvPr>
          <p:cNvSpPr/>
          <p:nvPr/>
        </p:nvSpPr>
        <p:spPr>
          <a:xfrm>
            <a:off x="3765175" y="3021023"/>
            <a:ext cx="992303" cy="458917"/>
          </a:xfrm>
          <a:prstGeom prst="leftRight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ja-JP" altLang="en-US" sz="1400">
                <a:solidFill>
                  <a:schemeClr val="tx1"/>
                </a:solidFill>
                <a:ea typeface="游ゴシック"/>
              </a:rPr>
              <a:t>契約①</a:t>
            </a:r>
          </a:p>
        </p:txBody>
      </p:sp>
      <p:sp>
        <p:nvSpPr>
          <p:cNvPr id="17" name="矢印: 左右 16">
            <a:extLst>
              <a:ext uri="{FF2B5EF4-FFF2-40B4-BE49-F238E27FC236}">
                <a16:creationId xmlns:a16="http://schemas.microsoft.com/office/drawing/2014/main" id="{4A65D611-AB6C-7F27-69C8-9C603A0332F2}"/>
              </a:ext>
            </a:extLst>
          </p:cNvPr>
          <p:cNvSpPr/>
          <p:nvPr/>
        </p:nvSpPr>
        <p:spPr>
          <a:xfrm>
            <a:off x="4773491" y="3021023"/>
            <a:ext cx="3022534" cy="484317"/>
          </a:xfrm>
          <a:prstGeom prst="leftRight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rPr>
              <a:t>契約②</a:t>
            </a:r>
          </a:p>
        </p:txBody>
      </p:sp>
      <p:sp>
        <p:nvSpPr>
          <p:cNvPr id="20" name="正方形/長方形 19">
            <a:extLst>
              <a:ext uri="{FF2B5EF4-FFF2-40B4-BE49-F238E27FC236}">
                <a16:creationId xmlns:a16="http://schemas.microsoft.com/office/drawing/2014/main" id="{F552483D-B47E-4672-AAB8-B1378D36B674}"/>
              </a:ext>
            </a:extLst>
          </p:cNvPr>
          <p:cNvSpPr/>
          <p:nvPr/>
        </p:nvSpPr>
        <p:spPr>
          <a:xfrm>
            <a:off x="4757478" y="3510717"/>
            <a:ext cx="1023465" cy="54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開発</a:t>
            </a:r>
          </a:p>
        </p:txBody>
      </p:sp>
      <p:sp>
        <p:nvSpPr>
          <p:cNvPr id="7" name="矢印: 左右 6">
            <a:extLst>
              <a:ext uri="{FF2B5EF4-FFF2-40B4-BE49-F238E27FC236}">
                <a16:creationId xmlns:a16="http://schemas.microsoft.com/office/drawing/2014/main" id="{581BF7FC-AFD2-1166-A329-35329387B9E1}"/>
              </a:ext>
            </a:extLst>
          </p:cNvPr>
          <p:cNvSpPr/>
          <p:nvPr/>
        </p:nvSpPr>
        <p:spPr>
          <a:xfrm>
            <a:off x="7779158" y="3021022"/>
            <a:ext cx="2506067" cy="484317"/>
          </a:xfrm>
          <a:prstGeom prst="leftRight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ja-JP" altLang="en-US" sz="1400">
                <a:solidFill>
                  <a:schemeClr val="tx1"/>
                </a:solidFill>
                <a:ea typeface="游ゴシック"/>
              </a:rPr>
              <a:t>契約③</a:t>
            </a:r>
          </a:p>
        </p:txBody>
      </p:sp>
    </p:spTree>
    <p:extLst>
      <p:ext uri="{BB962C8B-B14F-4D97-AF65-F5344CB8AC3E}">
        <p14:creationId xmlns:p14="http://schemas.microsoft.com/office/powerpoint/2010/main" val="32612654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kumimoji="1" lang="en-US" altLang="ja-JP">
                <a:latin typeface="游明朝"/>
                <a:ea typeface="游明朝"/>
              </a:rPr>
              <a:t>8.</a:t>
            </a:r>
            <a:r>
              <a:rPr lang="ja-JP" altLang="en-US">
                <a:latin typeface="游明朝"/>
                <a:ea typeface="游明朝"/>
              </a:rPr>
              <a:t>想定している会議体</a:t>
            </a:r>
            <a:endParaRPr kumimoji="1" lang="ja-JP" altLang="en-US">
              <a:latin typeface="游明朝"/>
              <a:ea typeface="游明朝"/>
            </a:endParaRPr>
          </a:p>
        </p:txBody>
      </p:sp>
      <p:sp>
        <p:nvSpPr>
          <p:cNvPr id="3" name="フッター プレースホルダー 2">
            <a:extLst>
              <a:ext uri="{FF2B5EF4-FFF2-40B4-BE49-F238E27FC236}">
                <a16:creationId xmlns:a16="http://schemas.microsoft.com/office/drawing/2014/main" id="{EAE72EB3-397D-4431-B5A6-36A04C1748AB}"/>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3C1429CC-0904-7287-60DD-EC2572B0CED5}"/>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10</a:t>
            </a:fld>
            <a:endParaRPr kumimoji="1" lang="ja-JP" altLang="en-US" sz="700"/>
          </a:p>
        </p:txBody>
      </p:sp>
      <p:sp>
        <p:nvSpPr>
          <p:cNvPr id="7" name="テキスト ボックス 6">
            <a:extLst>
              <a:ext uri="{FF2B5EF4-FFF2-40B4-BE49-F238E27FC236}">
                <a16:creationId xmlns:a16="http://schemas.microsoft.com/office/drawing/2014/main" id="{ABC8AA5A-10BD-4D38-B3F4-DE12131249F5}"/>
              </a:ext>
            </a:extLst>
          </p:cNvPr>
          <p:cNvSpPr txBox="1"/>
          <p:nvPr/>
        </p:nvSpPr>
        <p:spPr>
          <a:xfrm>
            <a:off x="576000" y="788894"/>
            <a:ext cx="10961576" cy="584775"/>
          </a:xfrm>
          <a:prstGeom prst="rect">
            <a:avLst/>
          </a:prstGeom>
          <a:noFill/>
        </p:spPr>
        <p:txBody>
          <a:bodyPr wrap="square" rtlCol="0">
            <a:spAutoFit/>
          </a:bodyPr>
          <a:lstStyle/>
          <a:p>
            <a:r>
              <a:rPr kumimoji="1" lang="ja-JP" altLang="en-US" sz="1600">
                <a:latin typeface="游ゴシック" panose="020B0400000000000000" pitchFamily="50" charset="-128"/>
                <a:ea typeface="游ゴシック" panose="020B0400000000000000" pitchFamily="50" charset="-128"/>
              </a:rPr>
              <a:t>要件定義フェーズで想定している会議体となります。</a:t>
            </a:r>
            <a:endParaRPr kumimoji="1" lang="en-US" altLang="ja-JP" sz="1600">
              <a:latin typeface="游ゴシック" panose="020B0400000000000000" pitchFamily="50" charset="-128"/>
              <a:ea typeface="游ゴシック" panose="020B0400000000000000" pitchFamily="50" charset="-128"/>
            </a:endParaRPr>
          </a:p>
          <a:p>
            <a:r>
              <a:rPr kumimoji="1" lang="ja-JP" altLang="en-US" sz="1600">
                <a:latin typeface="游ゴシック" panose="020B0400000000000000" pitchFamily="50" charset="-128"/>
                <a:ea typeface="游ゴシック" panose="020B0400000000000000" pitchFamily="50" charset="-128"/>
              </a:rPr>
              <a:t>開発フェーズ以降は別途調整させていただきます。</a:t>
            </a:r>
          </a:p>
        </p:txBody>
      </p:sp>
      <p:graphicFrame>
        <p:nvGraphicFramePr>
          <p:cNvPr id="8" name="表 7">
            <a:extLst>
              <a:ext uri="{FF2B5EF4-FFF2-40B4-BE49-F238E27FC236}">
                <a16:creationId xmlns:a16="http://schemas.microsoft.com/office/drawing/2014/main" id="{59E87056-BFCA-4F79-814E-450EDD5EA42B}"/>
              </a:ext>
            </a:extLst>
          </p:cNvPr>
          <p:cNvGraphicFramePr>
            <a:graphicFrameLocks noGrp="1"/>
          </p:cNvGraphicFramePr>
          <p:nvPr>
            <p:extLst>
              <p:ext uri="{D42A27DB-BD31-4B8C-83A1-F6EECF244321}">
                <p14:modId xmlns:p14="http://schemas.microsoft.com/office/powerpoint/2010/main" val="357746691"/>
              </p:ext>
            </p:extLst>
          </p:nvPr>
        </p:nvGraphicFramePr>
        <p:xfrm>
          <a:off x="576000" y="1478563"/>
          <a:ext cx="11158372" cy="2257920"/>
        </p:xfrm>
        <a:graphic>
          <a:graphicData uri="http://schemas.openxmlformats.org/drawingml/2006/table">
            <a:tbl>
              <a:tblPr firstRow="1" bandRow="1">
                <a:tableStyleId>{69012ECD-51FC-41F1-AA8D-1B2483CD663E}</a:tableStyleId>
              </a:tblPr>
              <a:tblGrid>
                <a:gridCol w="350026">
                  <a:extLst>
                    <a:ext uri="{9D8B030D-6E8A-4147-A177-3AD203B41FA5}">
                      <a16:colId xmlns:a16="http://schemas.microsoft.com/office/drawing/2014/main" val="820809534"/>
                    </a:ext>
                  </a:extLst>
                </a:gridCol>
                <a:gridCol w="1842939">
                  <a:extLst>
                    <a:ext uri="{9D8B030D-6E8A-4147-A177-3AD203B41FA5}">
                      <a16:colId xmlns:a16="http://schemas.microsoft.com/office/drawing/2014/main" val="2667349602"/>
                    </a:ext>
                  </a:extLst>
                </a:gridCol>
                <a:gridCol w="1573426">
                  <a:extLst>
                    <a:ext uri="{9D8B030D-6E8A-4147-A177-3AD203B41FA5}">
                      <a16:colId xmlns:a16="http://schemas.microsoft.com/office/drawing/2014/main" val="610294435"/>
                    </a:ext>
                  </a:extLst>
                </a:gridCol>
                <a:gridCol w="2034745">
                  <a:extLst>
                    <a:ext uri="{9D8B030D-6E8A-4147-A177-3AD203B41FA5}">
                      <a16:colId xmlns:a16="http://schemas.microsoft.com/office/drawing/2014/main" val="3248297098"/>
                    </a:ext>
                  </a:extLst>
                </a:gridCol>
                <a:gridCol w="5357236">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会議名</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lvl="0" algn="ctr">
                        <a:buNone/>
                      </a:pPr>
                      <a:r>
                        <a:rPr lang="ja-JP" altLang="en-US" sz="1600">
                          <a:solidFill>
                            <a:srgbClr val="FFFFFF"/>
                          </a:solidFill>
                          <a:latin typeface="游ゴシック"/>
                          <a:ea typeface="游ゴシック"/>
                        </a:rPr>
                        <a:t>時期</a:t>
                      </a:r>
                      <a:endParaRPr kumimoji="1" lang="ja-JP" altLang="en-US" sz="1600">
                        <a:solidFill>
                          <a:srgbClr val="FFFFFF"/>
                        </a:solidFill>
                        <a:latin typeface="游ゴシック"/>
                        <a:ea typeface="游ゴシック"/>
                      </a:endParaRPr>
                    </a:p>
                  </a:txBody>
                  <a:tcPr marL="36000" marR="36000" marT="36000" marB="36000"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solidFill>
                      <a:schemeClr val="accent1"/>
                    </a:solidFill>
                  </a:tcPr>
                </a:tc>
                <a:tc>
                  <a:txBody>
                    <a:bodyPr/>
                    <a:lstStyle/>
                    <a:p>
                      <a:pPr lvl="0" algn="ctr">
                        <a:buNone/>
                      </a:pPr>
                      <a:r>
                        <a:rPr lang="ja-JP" altLang="en-US" sz="1600">
                          <a:solidFill>
                            <a:srgbClr val="FFFFFF"/>
                          </a:solidFill>
                          <a:latin typeface="游ゴシック"/>
                          <a:ea typeface="游ゴシック"/>
                        </a:rPr>
                        <a:t>参加者</a:t>
                      </a:r>
                      <a:endParaRPr kumimoji="1" lang="ja-JP" altLang="en-US" sz="1600">
                        <a:solidFill>
                          <a:srgbClr val="FFFFFF"/>
                        </a:solidFill>
                        <a:latin typeface="游ゴシック"/>
                        <a:ea typeface="游ゴシック"/>
                      </a:endParaRPr>
                    </a:p>
                  </a:txBody>
                  <a:tcPr marL="36000" marR="36000" marT="36000" marB="36000"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solidFill>
                      <a:schemeClr val="accent1"/>
                    </a:solidFill>
                  </a:tcPr>
                </a:tc>
                <a:tc>
                  <a:txBody>
                    <a:bodyPr/>
                    <a:lstStyle/>
                    <a:p>
                      <a:pPr algn="ctr"/>
                      <a:r>
                        <a:rPr lang="ja-JP" altLang="en-US" sz="1600">
                          <a:solidFill>
                            <a:srgbClr val="FFFFFF"/>
                          </a:solidFill>
                          <a:latin typeface="游ゴシック"/>
                          <a:ea typeface="游ゴシック"/>
                        </a:rPr>
                        <a:t>議題</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dk1"/>
                          </a:solidFill>
                          <a:latin typeface="游ゴシック"/>
                          <a:ea typeface="游ゴシック"/>
                        </a:rPr>
                        <a:t>1</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lang="ja-JP" altLang="en-US" sz="1600">
                          <a:solidFill>
                            <a:schemeClr val="tx1"/>
                          </a:solidFill>
                          <a:latin typeface="游ゴシック"/>
                          <a:ea typeface="游ゴシック"/>
                        </a:rPr>
                        <a:t>キックオフ</a:t>
                      </a:r>
                      <a:endParaRPr kumimoji="1"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None/>
                      </a:pPr>
                      <a:r>
                        <a:rPr lang="ja-JP" altLang="en-US" sz="1600">
                          <a:solidFill>
                            <a:schemeClr val="tx1"/>
                          </a:solidFill>
                          <a:latin typeface="游ゴシック"/>
                          <a:ea typeface="游ゴシック"/>
                        </a:rPr>
                        <a:t>2025/8上旬</a:t>
                      </a:r>
                      <a:endParaRPr kumimoji="1" lang="ja-JP" altLang="en-US" sz="1600">
                        <a:solidFill>
                          <a:schemeClr val="tx1"/>
                        </a:solidFill>
                        <a:latin typeface="游ゴシック"/>
                        <a:ea typeface="游ゴシック"/>
                      </a:endParaRPr>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buNone/>
                      </a:pPr>
                      <a:r>
                        <a:rPr lang="ja-JP" altLang="en-US" sz="1600">
                          <a:solidFill>
                            <a:schemeClr val="tx1"/>
                          </a:solidFill>
                          <a:latin typeface="游ゴシック"/>
                          <a:ea typeface="游ゴシック"/>
                        </a:rPr>
                        <a:t>四課様、EXE</a:t>
                      </a:r>
                      <a:endParaRPr kumimoji="1" lang="ja-JP" altLang="en-US" sz="1600">
                        <a:solidFill>
                          <a:schemeClr val="tx1"/>
                        </a:solidFill>
                        <a:latin typeface="游ゴシック"/>
                        <a:ea typeface="游ゴシック"/>
                      </a:endParaRPr>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indent="0">
                        <a:buFont typeface="Arial" pitchFamily="34" charset="0"/>
                        <a:buNone/>
                      </a:pPr>
                      <a:r>
                        <a:rPr lang="ja-JP" altLang="en-US" sz="1600">
                          <a:solidFill>
                            <a:schemeClr val="tx1"/>
                          </a:solidFill>
                          <a:latin typeface="游ゴシック"/>
                          <a:ea typeface="游ゴシック"/>
                        </a:rPr>
                        <a:t>プロジェクト内容、スケジュール、進め方の認識合わせを実施いたします。</a:t>
                      </a:r>
                      <a:endParaRPr kumimoji="1"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600" kern="1200">
                          <a:solidFill>
                            <a:schemeClr val="dk1"/>
                          </a:solidFill>
                          <a:latin typeface="游ゴシック"/>
                          <a:ea typeface="游ゴシック"/>
                        </a:rPr>
                        <a:t>2</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600">
                          <a:solidFill>
                            <a:schemeClr val="tx1"/>
                          </a:solidFill>
                          <a:latin typeface="游ゴシック"/>
                          <a:ea typeface="游ゴシック"/>
                        </a:rPr>
                        <a:t>週次報告</a:t>
                      </a:r>
                      <a:endParaRPr kumimoji="1"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None/>
                      </a:pPr>
                      <a:r>
                        <a:rPr lang="ja-JP" altLang="en-US" sz="1600">
                          <a:solidFill>
                            <a:schemeClr val="tx1"/>
                          </a:solidFill>
                          <a:latin typeface="游ゴシック"/>
                          <a:ea typeface="游ゴシック"/>
                        </a:rPr>
                        <a:t>毎週</a:t>
                      </a:r>
                      <a:endParaRPr kumimoji="1" lang="ja-JP" altLang="en-US" sz="1600">
                        <a:solidFill>
                          <a:schemeClr val="tx1"/>
                        </a:solidFill>
                        <a:latin typeface="游ゴシック"/>
                        <a:ea typeface="游ゴシック"/>
                      </a:endParaRPr>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buNone/>
                      </a:pPr>
                      <a:r>
                        <a:rPr lang="ja-JP" sz="1600" b="0" i="0" u="none" strike="noStrike" noProof="0">
                          <a:solidFill>
                            <a:schemeClr val="tx1"/>
                          </a:solidFill>
                          <a:latin typeface="游ゴシック"/>
                          <a:ea typeface="游ゴシック"/>
                        </a:rPr>
                        <a:t>四課様、EXE</a:t>
                      </a:r>
                      <a:endParaRPr kumimoji="1" lang="en-US" altLang="ja-JP"/>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indent="0">
                        <a:buFont typeface="Arial" pitchFamily="34" charset="0"/>
                        <a:buNone/>
                      </a:pPr>
                      <a:r>
                        <a:rPr lang="ja-JP" altLang="en-US" sz="1600">
                          <a:solidFill>
                            <a:schemeClr val="tx1"/>
                          </a:solidFill>
                          <a:latin typeface="游ゴシック"/>
                          <a:ea typeface="游ゴシック"/>
                        </a:rPr>
                        <a:t>プロジェクトの進捗、課題の報告をいたします。</a:t>
                      </a:r>
                      <a:endParaRPr kumimoji="1"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600" kern="1200">
                          <a:solidFill>
                            <a:schemeClr val="dk1"/>
                          </a:solidFill>
                          <a:latin typeface="游ゴシック"/>
                          <a:ea typeface="游ゴシック"/>
                          <a:cs typeface="+mn-cs"/>
                        </a:rPr>
                        <a:t>3</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a:solidFill>
                            <a:schemeClr val="tx1"/>
                          </a:solidFill>
                          <a:latin typeface="游ゴシック"/>
                          <a:ea typeface="游ゴシック"/>
                        </a:rPr>
                        <a:t>要件確定</a:t>
                      </a:r>
                      <a:r>
                        <a:rPr lang="en-US" altLang="ja-JP" sz="1600">
                          <a:solidFill>
                            <a:schemeClr val="tx1"/>
                          </a:solidFill>
                          <a:latin typeface="游ゴシック"/>
                          <a:ea typeface="游ゴシック"/>
                        </a:rPr>
                        <a:t>/</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設計書レビュー</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ja-JP" sz="1600" b="0" i="0" u="none" strike="noStrike" noProof="0">
                          <a:solidFill>
                            <a:schemeClr val="tx1"/>
                          </a:solidFill>
                          <a:latin typeface="游ゴシック"/>
                          <a:ea typeface="游ゴシック"/>
                        </a:rPr>
                        <a:t>2025/8</a:t>
                      </a:r>
                      <a:r>
                        <a:rPr lang="ja-JP" altLang="en-US" sz="1600" b="0" i="0" u="none" strike="noStrike" noProof="0">
                          <a:solidFill>
                            <a:schemeClr val="tx1"/>
                          </a:solidFill>
                          <a:latin typeface="游ゴシック"/>
                          <a:ea typeface="游ゴシック"/>
                        </a:rPr>
                        <a:t>下旬</a:t>
                      </a:r>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lang="ja-JP" sz="1600" b="0" i="0" u="none" strike="noStrike" noProof="0">
                          <a:solidFill>
                            <a:schemeClr val="tx1"/>
                          </a:solidFill>
                          <a:latin typeface="游ゴシック"/>
                          <a:ea typeface="游ゴシック"/>
                        </a:rPr>
                        <a:t>四課様、EXE</a:t>
                      </a:r>
                      <a:endParaRPr lang="en-US" altLang="ja-JP"/>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移行計画、テスト計画の合意を行います。</a:t>
                      </a:r>
                      <a:endParaRPr lang="en-US" altLang="ja-JP" sz="16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設計内容のレビューを頂きます。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bl>
          </a:graphicData>
        </a:graphic>
      </p:graphicFrame>
    </p:spTree>
    <p:extLst>
      <p:ext uri="{BB962C8B-B14F-4D97-AF65-F5344CB8AC3E}">
        <p14:creationId xmlns:p14="http://schemas.microsoft.com/office/powerpoint/2010/main" val="40369874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en-US" altLang="ja-JP">
                <a:latin typeface="游明朝"/>
                <a:ea typeface="游明朝"/>
              </a:rPr>
              <a:t>9. </a:t>
            </a:r>
            <a:r>
              <a:rPr lang="ja-JP" altLang="en-US">
                <a:latin typeface="游明朝"/>
                <a:ea typeface="游明朝"/>
              </a:rPr>
              <a:t>お見積もり</a:t>
            </a:r>
            <a:r>
              <a:rPr lang="en-US" altLang="ja-JP">
                <a:latin typeface="游明朝"/>
                <a:ea typeface="游明朝"/>
              </a:rPr>
              <a:t>(</a:t>
            </a:r>
            <a:r>
              <a:rPr lang="ja-JP" altLang="en-US">
                <a:latin typeface="游明朝"/>
                <a:ea typeface="游明朝"/>
              </a:rPr>
              <a:t>① 縮小版共通基盤へのシステム資産移行</a:t>
            </a:r>
            <a:r>
              <a:rPr lang="en-US" altLang="ja-JP">
                <a:latin typeface="游明朝"/>
                <a:ea typeface="游明朝"/>
              </a:rPr>
              <a:t>)</a:t>
            </a:r>
            <a:r>
              <a:rPr lang="ja-JP" altLang="en-US">
                <a:latin typeface="游明朝"/>
                <a:ea typeface="游明朝"/>
              </a:rPr>
              <a:t> </a:t>
            </a:r>
            <a:endParaRPr kumimoji="1" lang="ja-JP" altLang="en-US" sz="2000">
              <a:latin typeface="游明朝"/>
              <a:ea typeface="游明朝"/>
            </a:endParaRPr>
          </a:p>
        </p:txBody>
      </p:sp>
      <p:sp>
        <p:nvSpPr>
          <p:cNvPr id="3" name="フッター プレースホルダー 2">
            <a:extLst>
              <a:ext uri="{FF2B5EF4-FFF2-40B4-BE49-F238E27FC236}">
                <a16:creationId xmlns:a16="http://schemas.microsoft.com/office/drawing/2014/main" id="{367FCF23-2C12-1622-9EEB-804CDD53B06F}"/>
              </a:ext>
            </a:extLst>
          </p:cNvPr>
          <p:cNvSpPr>
            <a:spLocks noGrp="1"/>
          </p:cNvSpPr>
          <p:nvPr>
            <p:ph type="ftr" sz="quarter" idx="14"/>
          </p:nvPr>
        </p:nvSpPr>
        <p:spPr>
          <a:xfrm>
            <a:off x="3036000" y="6552000"/>
            <a:ext cx="6120000" cy="216000"/>
          </a:xfrm>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B6EDFBB4-85D2-C7DB-88A3-8C326CAECAC5}"/>
              </a:ext>
            </a:extLst>
          </p:cNvPr>
          <p:cNvSpPr>
            <a:spLocks noGrp="1"/>
          </p:cNvSpPr>
          <p:nvPr>
            <p:ph type="sldNum" sz="quarter" idx="15"/>
          </p:nvPr>
        </p:nvSpPr>
        <p:spPr>
          <a:xfrm>
            <a:off x="10752000" y="6552000"/>
            <a:ext cx="1440000" cy="216000"/>
          </a:xfrm>
        </p:spPr>
        <p:txBody>
          <a:bodyPr/>
          <a:lstStyle/>
          <a:p>
            <a:fld id="{26CA5134-5AAC-D342-B763-43605FECB385}" type="slidenum">
              <a:rPr kumimoji="1" lang="ja-JP" altLang="en-US" smtClean="0"/>
              <a:pPr/>
              <a:t>11</a:t>
            </a:fld>
            <a:endParaRPr kumimoji="1" lang="ja-JP" altLang="en-US" sz="700"/>
          </a:p>
        </p:txBody>
      </p:sp>
      <p:sp>
        <p:nvSpPr>
          <p:cNvPr id="8" name="テキスト ボックス 7">
            <a:extLst>
              <a:ext uri="{FF2B5EF4-FFF2-40B4-BE49-F238E27FC236}">
                <a16:creationId xmlns:a16="http://schemas.microsoft.com/office/drawing/2014/main" id="{453955C1-0D61-FE82-6F40-7F3B27DB02AD}"/>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BBA8B256-12B2-6E8C-50F9-31564ECC0266}"/>
              </a:ext>
            </a:extLst>
          </p:cNvPr>
          <p:cNvGraphicFramePr>
            <a:graphicFrameLocks noGrp="1"/>
          </p:cNvGraphicFramePr>
          <p:nvPr>
            <p:extLst>
              <p:ext uri="{D42A27DB-BD31-4B8C-83A1-F6EECF244321}">
                <p14:modId xmlns:p14="http://schemas.microsoft.com/office/powerpoint/2010/main" val="1872167918"/>
              </p:ext>
            </p:extLst>
          </p:nvPr>
        </p:nvGraphicFramePr>
        <p:xfrm>
          <a:off x="606000" y="865868"/>
          <a:ext cx="10979999" cy="5111460"/>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209429">
                  <a:extLst>
                    <a:ext uri="{9D8B030D-6E8A-4147-A177-3AD203B41FA5}">
                      <a16:colId xmlns:a16="http://schemas.microsoft.com/office/drawing/2014/main" val="568014644"/>
                    </a:ext>
                  </a:extLst>
                </a:gridCol>
                <a:gridCol w="1894114">
                  <a:extLst>
                    <a:ext uri="{9D8B030D-6E8A-4147-A177-3AD203B41FA5}">
                      <a16:colId xmlns:a16="http://schemas.microsoft.com/office/drawing/2014/main" val="3608806225"/>
                    </a:ext>
                  </a:extLst>
                </a:gridCol>
                <a:gridCol w="898072">
                  <a:extLst>
                    <a:ext uri="{9D8B030D-6E8A-4147-A177-3AD203B41FA5}">
                      <a16:colId xmlns:a16="http://schemas.microsoft.com/office/drawing/2014/main" val="2247639322"/>
                    </a:ext>
                  </a:extLst>
                </a:gridCol>
                <a:gridCol w="2900099">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24000">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24000">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endParaRPr lang="en-US" altLang="ja-JP" sz="1600" b="0" i="0" u="none" strike="noStrike">
                        <a:solidFill>
                          <a:schemeClr val="tx1"/>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0.8</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800,000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12587978"/>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基本設計</a:t>
                      </a:r>
                    </a:p>
                  </a:txBody>
                  <a:tcPr marL="72000" marR="72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0.8</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800,000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45517169"/>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420,000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99362617"/>
                  </a:ext>
                </a:extLst>
              </a:tr>
              <a:tr h="32400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1.9</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2,020,000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251460">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4">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600" b="0" i="0" u="none" strike="noStrike">
                          <a:solidFill>
                            <a:srgbClr val="000000"/>
                          </a:solidFill>
                          <a:effectLst/>
                          <a:latin typeface="游ゴシック" panose="020B0400000000000000" pitchFamily="50" charset="-128"/>
                          <a:ea typeface="+mn-ea"/>
                        </a:rPr>
                        <a:t>準委任</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開発・環境構築</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1.8</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240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3.8</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4,000,000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1,400,000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2400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6.6</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7,000,000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24000">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３</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6">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600" b="0" i="0" u="none" strike="noStrike">
                          <a:solidFill>
                            <a:srgbClr val="000000"/>
                          </a:solidFill>
                          <a:effectLst/>
                          <a:latin typeface="游ゴシック" panose="020B0400000000000000" pitchFamily="50" charset="-128"/>
                          <a:ea typeface="+mn-ea"/>
                        </a:rPr>
                        <a:t>準委任</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運用テスト</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06017373"/>
                  </a:ext>
                </a:extLst>
              </a:tr>
              <a:tr h="324000">
                <a:tc vMerge="1">
                  <a:txBody>
                    <a:bodyPr/>
                    <a:lstStyle/>
                    <a:p>
                      <a:endParaRPr kumimoji="1" lang="ja-JP" altLang="en-US"/>
                    </a:p>
                  </a:txBody>
                  <a:tcPr>
                    <a:lnT w="12700" cap="flat" cmpd="sng" algn="ctr">
                      <a:solidFill>
                        <a:schemeClr val="bg1">
                          <a:lumMod val="7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7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7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75000"/>
                        </a:schemeClr>
                      </a:solidFill>
                      <a:prstDash val="solid"/>
                      <a:round/>
                      <a:headEnd type="none" w="med" len="med"/>
                      <a:tailEnd type="none" w="med" len="med"/>
                    </a:lnT>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1,000,000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18611761"/>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1,000,000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14659426"/>
                  </a:ext>
                </a:extLst>
              </a:tr>
              <a:tr h="324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1,400,000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24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5.5</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5,900,000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24000">
                <a:tc gridSpan="5">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14.0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14,920,000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7" name="テキスト ボックス 6">
            <a:extLst>
              <a:ext uri="{FF2B5EF4-FFF2-40B4-BE49-F238E27FC236}">
                <a16:creationId xmlns:a16="http://schemas.microsoft.com/office/drawing/2014/main" id="{FDFED2A7-F321-4C04-95BF-EE02313DA64C}"/>
              </a:ext>
            </a:extLst>
          </p:cNvPr>
          <p:cNvSpPr txBox="1"/>
          <p:nvPr/>
        </p:nvSpPr>
        <p:spPr>
          <a:xfrm>
            <a:off x="576000" y="6066196"/>
            <a:ext cx="9828257" cy="345057"/>
          </a:xfrm>
          <a:prstGeom prst="rect">
            <a:avLst/>
          </a:prstGeom>
          <a:noFill/>
        </p:spPr>
        <p:txBody>
          <a:bodyPr wrap="square" rtlCol="0">
            <a:noAutofit/>
          </a:bodyPr>
          <a:lstStyle/>
          <a:p>
            <a:r>
              <a:rPr lang="en-US" altLang="ja-JP" sz="1400">
                <a:latin typeface="+mn-ea"/>
                <a:cs typeface="メイリオ" pitchFamily="50" charset="-128"/>
              </a:rPr>
              <a:t>※</a:t>
            </a:r>
            <a:r>
              <a:rPr lang="ja-JP" altLang="en-US" sz="1400">
                <a:latin typeface="+mn-ea"/>
                <a:cs typeface="メイリオ" pitchFamily="50" charset="-128"/>
              </a:rPr>
              <a:t>ご契約は</a:t>
            </a:r>
            <a:r>
              <a:rPr lang="ja-JP" altLang="en-US" sz="1400"/>
              <a:t>「要件定義・設計」「開発」「システムテスト以降」の各フェーズ単位を想定しております。</a:t>
            </a:r>
            <a:endParaRPr lang="en-US" altLang="ja-JP" sz="1400">
              <a:latin typeface="+mn-ea"/>
              <a:cs typeface="メイリオ" pitchFamily="50" charset="-128"/>
            </a:endParaRPr>
          </a:p>
        </p:txBody>
      </p:sp>
    </p:spTree>
    <p:extLst>
      <p:ext uri="{BB962C8B-B14F-4D97-AF65-F5344CB8AC3E}">
        <p14:creationId xmlns:p14="http://schemas.microsoft.com/office/powerpoint/2010/main" val="24534056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en-US" altLang="ja-JP">
                <a:latin typeface="游明朝"/>
                <a:ea typeface="游明朝"/>
              </a:rPr>
              <a:t>9. 【</a:t>
            </a:r>
            <a:r>
              <a:rPr lang="ja-JP" altLang="en-US">
                <a:latin typeface="游明朝"/>
                <a:ea typeface="游明朝"/>
              </a:rPr>
              <a:t>参考</a:t>
            </a:r>
            <a:r>
              <a:rPr lang="en-US" altLang="ja-JP">
                <a:latin typeface="游明朝"/>
                <a:ea typeface="游明朝"/>
              </a:rPr>
              <a:t>】</a:t>
            </a:r>
            <a:r>
              <a:rPr lang="ja-JP" altLang="en-US">
                <a:latin typeface="游明朝"/>
                <a:ea typeface="游明朝"/>
              </a:rPr>
              <a:t>お見積もり</a:t>
            </a:r>
            <a:r>
              <a:rPr lang="en-US" altLang="ja-JP">
                <a:latin typeface="游明朝"/>
                <a:ea typeface="游明朝"/>
              </a:rPr>
              <a:t>(</a:t>
            </a:r>
            <a:r>
              <a:rPr lang="ja-JP" altLang="en-US">
                <a:latin typeface="游明朝"/>
                <a:ea typeface="游明朝"/>
              </a:rPr>
              <a:t>② その他共通基盤の環境移行に際する支援</a:t>
            </a:r>
            <a:r>
              <a:rPr lang="en-US" altLang="ja-JP">
                <a:latin typeface="游明朝"/>
                <a:ea typeface="游明朝"/>
              </a:rPr>
              <a:t>)</a:t>
            </a:r>
            <a:r>
              <a:rPr lang="ja-JP" altLang="en-US">
                <a:latin typeface="游明朝"/>
                <a:ea typeface="游明朝"/>
              </a:rPr>
              <a:t> </a:t>
            </a:r>
            <a:endParaRPr kumimoji="1" lang="ja-JP" altLang="en-US" sz="2000">
              <a:latin typeface="游明朝"/>
              <a:ea typeface="游明朝"/>
            </a:endParaRPr>
          </a:p>
        </p:txBody>
      </p:sp>
      <p:sp>
        <p:nvSpPr>
          <p:cNvPr id="3" name="フッター プレースホルダー 2">
            <a:extLst>
              <a:ext uri="{FF2B5EF4-FFF2-40B4-BE49-F238E27FC236}">
                <a16:creationId xmlns:a16="http://schemas.microsoft.com/office/drawing/2014/main" id="{367FCF23-2C12-1622-9EEB-804CDD53B06F}"/>
              </a:ext>
            </a:extLst>
          </p:cNvPr>
          <p:cNvSpPr>
            <a:spLocks noGrp="1"/>
          </p:cNvSpPr>
          <p:nvPr>
            <p:ph type="ftr" sz="quarter" idx="14"/>
          </p:nvPr>
        </p:nvSpPr>
        <p:spPr>
          <a:xfrm>
            <a:off x="3036000" y="6552000"/>
            <a:ext cx="6120000" cy="216000"/>
          </a:xfrm>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B6EDFBB4-85D2-C7DB-88A3-8C326CAECAC5}"/>
              </a:ext>
            </a:extLst>
          </p:cNvPr>
          <p:cNvSpPr>
            <a:spLocks noGrp="1"/>
          </p:cNvSpPr>
          <p:nvPr>
            <p:ph type="sldNum" sz="quarter" idx="15"/>
          </p:nvPr>
        </p:nvSpPr>
        <p:spPr>
          <a:xfrm>
            <a:off x="10752000" y="6552000"/>
            <a:ext cx="1440000" cy="216000"/>
          </a:xfrm>
        </p:spPr>
        <p:txBody>
          <a:bodyPr/>
          <a:lstStyle/>
          <a:p>
            <a:fld id="{26CA5134-5AAC-D342-B763-43605FECB385}" type="slidenum">
              <a:rPr kumimoji="1" lang="ja-JP" altLang="en-US" smtClean="0"/>
              <a:pPr/>
              <a:t>12</a:t>
            </a:fld>
            <a:endParaRPr kumimoji="1" lang="ja-JP" altLang="en-US" sz="700"/>
          </a:p>
        </p:txBody>
      </p:sp>
      <p:sp>
        <p:nvSpPr>
          <p:cNvPr id="8" name="テキスト ボックス 7">
            <a:extLst>
              <a:ext uri="{FF2B5EF4-FFF2-40B4-BE49-F238E27FC236}">
                <a16:creationId xmlns:a16="http://schemas.microsoft.com/office/drawing/2014/main" id="{453955C1-0D61-FE82-6F40-7F3B27DB02AD}"/>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BBA8B256-12B2-6E8C-50F9-31564ECC0266}"/>
              </a:ext>
            </a:extLst>
          </p:cNvPr>
          <p:cNvGraphicFramePr>
            <a:graphicFrameLocks noGrp="1"/>
          </p:cNvGraphicFramePr>
          <p:nvPr>
            <p:extLst>
              <p:ext uri="{D42A27DB-BD31-4B8C-83A1-F6EECF244321}">
                <p14:modId xmlns:p14="http://schemas.microsoft.com/office/powerpoint/2010/main" val="735233850"/>
              </p:ext>
            </p:extLst>
          </p:nvPr>
        </p:nvGraphicFramePr>
        <p:xfrm>
          <a:off x="606000" y="865868"/>
          <a:ext cx="10979999" cy="5113230"/>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209429">
                  <a:extLst>
                    <a:ext uri="{9D8B030D-6E8A-4147-A177-3AD203B41FA5}">
                      <a16:colId xmlns:a16="http://schemas.microsoft.com/office/drawing/2014/main" val="568014644"/>
                    </a:ext>
                  </a:extLst>
                </a:gridCol>
                <a:gridCol w="1894114">
                  <a:extLst>
                    <a:ext uri="{9D8B030D-6E8A-4147-A177-3AD203B41FA5}">
                      <a16:colId xmlns:a16="http://schemas.microsoft.com/office/drawing/2014/main" val="3608806225"/>
                    </a:ext>
                  </a:extLst>
                </a:gridCol>
                <a:gridCol w="898072">
                  <a:extLst>
                    <a:ext uri="{9D8B030D-6E8A-4147-A177-3AD203B41FA5}">
                      <a16:colId xmlns:a16="http://schemas.microsoft.com/office/drawing/2014/main" val="2247639322"/>
                    </a:ext>
                  </a:extLst>
                </a:gridCol>
                <a:gridCol w="2900099">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24000">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9282">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300,000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1928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基本設計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200,000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45517169"/>
                  </a:ext>
                </a:extLst>
              </a:tr>
              <a:tr h="31928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0.1</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140,000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9362617"/>
                  </a:ext>
                </a:extLst>
              </a:tr>
              <a:tr h="319282">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0.6</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640,000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19282">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a:ea typeface="游ゴシック"/>
                        </a:rPr>
                        <a:t>500,000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19282">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a:ea typeface="游ゴシック"/>
                        </a:rPr>
                        <a:t>500,000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1928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a:ea typeface="游ゴシック"/>
                        </a:rPr>
                        <a:t>0.2</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a:ea typeface="游ゴシック"/>
                        </a:rPr>
                        <a:t>280,000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19282">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1.2</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1,280,000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19282">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３</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1,000,000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1928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運用テスト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300,000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24587139"/>
                  </a:ext>
                </a:extLst>
              </a:tr>
              <a:tr h="31928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500,000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18611761"/>
                  </a:ext>
                </a:extLst>
              </a:tr>
              <a:tr h="31928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500,000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14659426"/>
                  </a:ext>
                </a:extLst>
              </a:tr>
              <a:tr h="319282">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0.3</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420,000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19282">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2.6</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2,720,000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19282">
                <a:tc gridSpan="5">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4.4</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4,640,000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10" name="テキスト ボックス 9">
            <a:extLst>
              <a:ext uri="{FF2B5EF4-FFF2-40B4-BE49-F238E27FC236}">
                <a16:creationId xmlns:a16="http://schemas.microsoft.com/office/drawing/2014/main" id="{AA608998-7E3E-1298-045C-A506F642ABA9}"/>
              </a:ext>
            </a:extLst>
          </p:cNvPr>
          <p:cNvSpPr txBox="1"/>
          <p:nvPr/>
        </p:nvSpPr>
        <p:spPr>
          <a:xfrm>
            <a:off x="576000" y="6066196"/>
            <a:ext cx="9828257" cy="345057"/>
          </a:xfrm>
          <a:prstGeom prst="rect">
            <a:avLst/>
          </a:prstGeom>
          <a:noFill/>
        </p:spPr>
        <p:txBody>
          <a:bodyPr wrap="square" rtlCol="0">
            <a:noAutofit/>
          </a:bodyPr>
          <a:lstStyle/>
          <a:p>
            <a:r>
              <a:rPr lang="en-US" altLang="ja-JP" sz="1400">
                <a:latin typeface="+mn-ea"/>
                <a:cs typeface="メイリオ" pitchFamily="50" charset="-128"/>
              </a:rPr>
              <a:t>※</a:t>
            </a:r>
            <a:r>
              <a:rPr lang="ja-JP" altLang="en-US" sz="1400">
                <a:latin typeface="+mn-ea"/>
                <a:cs typeface="メイリオ" pitchFamily="50" charset="-128"/>
              </a:rPr>
              <a:t>個別に実施した場合の想定金額となります。①のシステム資産移行と同時に実施する場合は金額が異なります。</a:t>
            </a:r>
            <a:endParaRPr lang="en-US" altLang="ja-JP" sz="1400">
              <a:latin typeface="+mn-ea"/>
              <a:cs typeface="メイリオ" pitchFamily="50" charset="-128"/>
            </a:endParaRPr>
          </a:p>
        </p:txBody>
      </p:sp>
    </p:spTree>
    <p:extLst>
      <p:ext uri="{BB962C8B-B14F-4D97-AF65-F5344CB8AC3E}">
        <p14:creationId xmlns:p14="http://schemas.microsoft.com/office/powerpoint/2010/main" val="14718032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en-US" altLang="ja-JP">
                <a:latin typeface="游明朝"/>
                <a:ea typeface="游明朝"/>
              </a:rPr>
              <a:t>10.</a:t>
            </a:r>
            <a:r>
              <a:rPr lang="ja-JP" altLang="en-US">
                <a:latin typeface="游明朝"/>
                <a:ea typeface="游明朝"/>
              </a:rPr>
              <a:t> お見積もり前提条件</a:t>
            </a:r>
            <a:endParaRPr kumimoji="1" lang="ja-JP" altLang="en-US">
              <a:latin typeface="游明朝"/>
              <a:ea typeface="游明朝"/>
            </a:endParaRPr>
          </a:p>
        </p:txBody>
      </p:sp>
      <p:sp>
        <p:nvSpPr>
          <p:cNvPr id="3" name="フッター プレースホルダー 2">
            <a:extLst>
              <a:ext uri="{FF2B5EF4-FFF2-40B4-BE49-F238E27FC236}">
                <a16:creationId xmlns:a16="http://schemas.microsoft.com/office/drawing/2014/main" id="{7FFE6012-16C9-4E66-95F3-FFCA3BF4B89A}"/>
              </a:ext>
            </a:extLst>
          </p:cNvPr>
          <p:cNvSpPr>
            <a:spLocks noGrp="1"/>
          </p:cNvSpPr>
          <p:nvPr>
            <p:ph type="ftr" sz="quarter" idx="14"/>
          </p:nvPr>
        </p:nvSpPr>
        <p:spPr>
          <a:xfrm>
            <a:off x="3036000" y="6552000"/>
            <a:ext cx="6120000" cy="216000"/>
          </a:xfrm>
        </p:spPr>
        <p:txBody>
          <a:bodyPr/>
          <a:lstStyle/>
          <a:p>
            <a:r>
              <a:rPr lang="en-US"/>
              <a:t>Copyright © 2025 SystemEXE,Inc All Rights Reserved.</a:t>
            </a:r>
          </a:p>
        </p:txBody>
      </p:sp>
      <p:sp>
        <p:nvSpPr>
          <p:cNvPr id="5" name="テキスト プレースホルダー 4">
            <a:extLst>
              <a:ext uri="{FF2B5EF4-FFF2-40B4-BE49-F238E27FC236}">
                <a16:creationId xmlns:a16="http://schemas.microsoft.com/office/drawing/2014/main" id="{97E6FBE8-190C-40F0-AA01-14695A77D734}"/>
              </a:ext>
            </a:extLst>
          </p:cNvPr>
          <p:cNvSpPr>
            <a:spLocks noGrp="1"/>
          </p:cNvSpPr>
          <p:nvPr>
            <p:ph type="body" sz="quarter" idx="13"/>
          </p:nvPr>
        </p:nvSpPr>
        <p:spPr>
          <a:xfrm>
            <a:off x="576000" y="936000"/>
            <a:ext cx="11320436" cy="5350500"/>
          </a:xfrm>
        </p:spPr>
        <p:txBody>
          <a:bodyPr vert="horz" lIns="91440" tIns="45720" rIns="91440" bIns="45720" rtlCol="0" anchor="t">
            <a:normAutofit fontScale="92500" lnSpcReduction="20000"/>
          </a:bodyPr>
          <a:lstStyle/>
          <a:p>
            <a:r>
              <a:rPr kumimoji="1" lang="ja-JP" altLang="en-US" b="0" u="none"/>
              <a:t>本資料記載の金額は全て税抜となります。</a:t>
            </a:r>
            <a:endParaRPr kumimoji="1" lang="en-US" altLang="ja-JP" b="0" u="none"/>
          </a:p>
          <a:p>
            <a:r>
              <a:rPr lang="ja-JP" altLang="en-US" b="0" u="none"/>
              <a:t>本お見積もりの契約形態は準委任契約を想定しております。</a:t>
            </a:r>
            <a:endParaRPr lang="en-US" altLang="ja-JP" b="0" u="none"/>
          </a:p>
          <a:p>
            <a:r>
              <a:rPr kumimoji="1" lang="ja-JP" altLang="en-US" b="0" u="none">
                <a:latin typeface="游ゴシック"/>
                <a:ea typeface="游ゴシック"/>
              </a:rPr>
              <a:t>本お見積もりの作業内容は、「</a:t>
            </a:r>
            <a:r>
              <a:rPr kumimoji="1" lang="en-US" altLang="ja-JP" b="0" u="none">
                <a:latin typeface="游ゴシック"/>
                <a:ea typeface="游ゴシック"/>
              </a:rPr>
              <a:t>4.</a:t>
            </a:r>
            <a:r>
              <a:rPr kumimoji="1" lang="ja-JP" altLang="en-US" b="0" u="none">
                <a:latin typeface="游ゴシック"/>
                <a:ea typeface="游ゴシック"/>
              </a:rPr>
              <a:t> </a:t>
            </a:r>
            <a:r>
              <a:rPr lang="ja-JP" altLang="en-US" b="0" u="none">
                <a:latin typeface="游ゴシック"/>
                <a:ea typeface="游ゴシック"/>
              </a:rPr>
              <a:t>想定している作業内容と成果物」に基づいてお見積もりしております。</a:t>
            </a:r>
            <a:br>
              <a:rPr lang="ja-JP" altLang="en-US" b="0" u="none">
                <a:latin typeface="游ゴシック"/>
                <a:ea typeface="游ゴシック"/>
              </a:rPr>
            </a:br>
            <a:r>
              <a:rPr lang="ja-JP" altLang="en-US" b="0" u="none">
                <a:latin typeface="游ゴシック"/>
                <a:ea typeface="游ゴシック"/>
              </a:rPr>
              <a:t>上記以外の対応が発生した場合は別途ご相談の上、決定させていただきます。</a:t>
            </a:r>
            <a:endParaRPr lang="en-US" altLang="ja-JP" b="0" u="none"/>
          </a:p>
          <a:p>
            <a:r>
              <a:rPr lang="ja-JP" altLang="en-US" b="0" u="none"/>
              <a:t>本お見積もりは縮小版共通基盤への単純移行を想定しております。</a:t>
            </a:r>
            <a:endParaRPr lang="en-US" altLang="ja-JP" b="0" u="none"/>
          </a:p>
          <a:p>
            <a:r>
              <a:rPr lang="ja-JP" altLang="en-US" b="0" u="none">
                <a:solidFill>
                  <a:srgbClr val="000000"/>
                </a:solidFill>
              </a:rPr>
              <a:t>開発フェーズ以降の工数および金額につきましては、概算お見積りとなります。要件定義・設計フェーズ完了後に正式なお見積りをご提示いたします。</a:t>
            </a:r>
            <a:endParaRPr kumimoji="1" lang="en-US" altLang="ja-JP" b="0" u="none"/>
          </a:p>
          <a:p>
            <a:r>
              <a:rPr lang="ja-JP" altLang="en-US" b="0" u="none"/>
              <a:t>作業場所は原則弊社オフィス内とします。弊社オフィス内には在宅での勤務を含みます。</a:t>
            </a:r>
            <a:endParaRPr lang="en-US" altLang="ja-JP" b="0" u="none"/>
          </a:p>
          <a:p>
            <a:r>
              <a:rPr lang="ja-JP" altLang="en-US" b="0" u="none">
                <a:latin typeface="游ゴシック"/>
                <a:ea typeface="游ゴシック"/>
              </a:rPr>
              <a:t>アプリケーション、ミドルウェアのライセンスやインストールは貴社にてご対応をお願いいたします。</a:t>
            </a:r>
            <a:endParaRPr lang="en-US" altLang="ja-JP" b="0" u="none">
              <a:latin typeface="游ゴシック"/>
              <a:ea typeface="游ゴシック"/>
            </a:endParaRPr>
          </a:p>
          <a:p>
            <a:r>
              <a:rPr kumimoji="1" lang="ja-JP" altLang="en-US" b="0" u="none"/>
              <a:t>インフラ環境の</a:t>
            </a:r>
            <a:r>
              <a:rPr lang="ja-JP" altLang="en-US" b="0" u="none"/>
              <a:t>調達・</a:t>
            </a:r>
            <a:r>
              <a:rPr kumimoji="1" lang="ja-JP" altLang="en-US" b="0" u="none"/>
              <a:t>構築は含まれておりません。</a:t>
            </a:r>
            <a:endParaRPr kumimoji="1" lang="en-US" altLang="ja-JP" b="0" u="none"/>
          </a:p>
          <a:p>
            <a:r>
              <a:rPr kumimoji="1" lang="en-US" altLang="ja-JP" b="0" u="none">
                <a:latin typeface="游ゴシック"/>
                <a:ea typeface="游ゴシック"/>
              </a:rPr>
              <a:t>DB</a:t>
            </a:r>
            <a:r>
              <a:rPr kumimoji="1" lang="ja-JP" altLang="en-US" b="0" u="none">
                <a:latin typeface="游ゴシック"/>
                <a:ea typeface="游ゴシック"/>
              </a:rPr>
              <a:t>の移行先は</a:t>
            </a:r>
            <a:r>
              <a:rPr kumimoji="1" lang="en-US" altLang="ja-JP" b="0" u="none">
                <a:latin typeface="游ゴシック"/>
                <a:ea typeface="游ゴシック"/>
              </a:rPr>
              <a:t>Oracle</a:t>
            </a:r>
            <a:r>
              <a:rPr kumimoji="1" lang="ja-JP" altLang="en-US" b="0" u="none">
                <a:latin typeface="游ゴシック"/>
                <a:ea typeface="游ゴシック"/>
              </a:rPr>
              <a:t> </a:t>
            </a:r>
            <a:r>
              <a:rPr lang="en-US" altLang="ja-JP" b="0" u="none">
                <a:latin typeface="游ゴシック"/>
                <a:ea typeface="游ゴシック"/>
              </a:rPr>
              <a:t>Database</a:t>
            </a:r>
            <a:r>
              <a:rPr kumimoji="1" lang="ja-JP" altLang="en-US" b="0" u="none">
                <a:latin typeface="游ゴシック"/>
                <a:ea typeface="游ゴシック"/>
              </a:rPr>
              <a:t>を想定しております。</a:t>
            </a:r>
            <a:endParaRPr kumimoji="1" lang="en-US" altLang="ja-JP" b="0" u="none">
              <a:latin typeface="游ゴシック"/>
              <a:ea typeface="游ゴシック"/>
            </a:endParaRPr>
          </a:p>
          <a:p>
            <a:r>
              <a:rPr lang="ja-JP" altLang="en-US" b="0" u="none">
                <a:latin typeface="游ゴシック"/>
                <a:ea typeface="游ゴシック"/>
              </a:rPr>
              <a:t>DB移行に関する費用は含まれておりません。</a:t>
            </a:r>
            <a:endParaRPr lang="en-US" altLang="ja-JP" b="0" u="none">
              <a:latin typeface="游ゴシック"/>
              <a:ea typeface="游ゴシック"/>
            </a:endParaRPr>
          </a:p>
          <a:p>
            <a:r>
              <a:rPr lang="ja-JP" b="0" u="none">
                <a:latin typeface="游ゴシック"/>
                <a:ea typeface="游ゴシック"/>
                <a:cs typeface="+mn-ea"/>
              </a:rPr>
              <a:t>Azureのサーバ等は、2</a:t>
            </a:r>
            <a:r>
              <a:rPr lang="en-US" altLang="ja-JP" b="0" u="none">
                <a:latin typeface="游ゴシック"/>
                <a:ea typeface="游ゴシック"/>
                <a:cs typeface="+mn-ea"/>
              </a:rPr>
              <a:t>5</a:t>
            </a:r>
            <a:r>
              <a:rPr lang="ja-JP" b="0" u="none">
                <a:latin typeface="游ゴシック"/>
                <a:ea typeface="游ゴシック"/>
                <a:cs typeface="+mn-ea"/>
              </a:rPr>
              <a:t>年</a:t>
            </a:r>
            <a:r>
              <a:rPr lang="en-US" altLang="ja-JP" b="0" u="none">
                <a:latin typeface="游ゴシック"/>
                <a:ea typeface="游ゴシック"/>
                <a:cs typeface="+mn-ea"/>
              </a:rPr>
              <a:t>8</a:t>
            </a:r>
            <a:r>
              <a:rPr lang="ja-JP" b="0" u="none">
                <a:latin typeface="游ゴシック"/>
                <a:ea typeface="游ゴシック"/>
                <a:cs typeface="+mn-ea"/>
              </a:rPr>
              <a:t>月の案件開始時点で必要数分を</a:t>
            </a:r>
            <a:r>
              <a:rPr lang="ja-JP" altLang="en-US" b="0" u="none">
                <a:latin typeface="游ゴシック"/>
                <a:ea typeface="游ゴシック"/>
                <a:cs typeface="+mn-ea"/>
              </a:rPr>
              <a:t>貴社にて</a:t>
            </a:r>
            <a:r>
              <a:rPr lang="ja-JP" b="0" u="none">
                <a:latin typeface="游ゴシック"/>
                <a:ea typeface="游ゴシック"/>
                <a:cs typeface="+mn-ea"/>
              </a:rPr>
              <a:t>ご用意をお願いいたします</a:t>
            </a:r>
            <a:r>
              <a:rPr lang="ja-JP" altLang="en-US" b="0" u="none">
                <a:latin typeface="游ゴシック"/>
                <a:ea typeface="游ゴシック"/>
                <a:cs typeface="+mn-ea"/>
              </a:rPr>
              <a:t>。</a:t>
            </a:r>
            <a:endParaRPr lang="en-US" altLang="ja-JP" b="0" u="none">
              <a:latin typeface="游ゴシック"/>
              <a:ea typeface="游ゴシック"/>
            </a:endParaRPr>
          </a:p>
          <a:p>
            <a:r>
              <a:rPr lang="ja-JP" b="0" u="none">
                <a:latin typeface="游ゴシック"/>
                <a:ea typeface="游ゴシック"/>
                <a:cs typeface="+mn-ea"/>
              </a:rPr>
              <a:t>非互換対応</a:t>
            </a:r>
            <a:r>
              <a:rPr lang="ja-JP" altLang="en-US" b="0" u="none">
                <a:latin typeface="游ゴシック"/>
                <a:ea typeface="游ゴシック"/>
                <a:cs typeface="+mn-ea"/>
              </a:rPr>
              <a:t>や業務変更などのプログラム改修は想定していません。</a:t>
            </a:r>
            <a:endParaRPr lang="ja-JP" altLang="en-US" b="0" u="none">
              <a:latin typeface="游ゴシック"/>
              <a:ea typeface="游ゴシック"/>
            </a:endParaRPr>
          </a:p>
          <a:p>
            <a:r>
              <a:rPr lang="ja-JP" altLang="en-US" b="0" u="none">
                <a:latin typeface="游ゴシック"/>
                <a:ea typeface="游ゴシック"/>
                <a:cs typeface="+mn-ea"/>
              </a:rPr>
              <a:t>汎用徴収と上下水道システム（</a:t>
            </a:r>
            <a:r>
              <a:rPr lang="en-US" altLang="ja-JP" b="0" u="none">
                <a:latin typeface="游ゴシック"/>
                <a:ea typeface="游ゴシック"/>
                <a:cs typeface="+mn-ea"/>
              </a:rPr>
              <a:t>Excel</a:t>
            </a:r>
            <a:r>
              <a:rPr lang="ja-JP" altLang="en-US" b="0" u="none">
                <a:latin typeface="游ゴシック"/>
                <a:ea typeface="游ゴシック"/>
                <a:cs typeface="+mn-ea"/>
              </a:rPr>
              <a:t>）は本御見積対象外となります。</a:t>
            </a:r>
            <a:endParaRPr lang="en-US" altLang="ja-JP" b="0" u="none">
              <a:latin typeface="游ゴシック"/>
              <a:ea typeface="游ゴシック"/>
              <a:cs typeface="+mn-ea"/>
            </a:endParaRPr>
          </a:p>
          <a:p>
            <a:r>
              <a:rPr lang="ja-JP" altLang="en-US" b="0" u="none">
                <a:latin typeface="游ゴシック"/>
                <a:ea typeface="游ゴシック"/>
              </a:rPr>
              <a:t>出クレ送信処理については、事務管理⇒連携</a:t>
            </a:r>
            <a:r>
              <a:rPr lang="en-US" altLang="ja-JP" b="0" u="none">
                <a:latin typeface="游ゴシック"/>
                <a:ea typeface="游ゴシック"/>
              </a:rPr>
              <a:t>NAS</a:t>
            </a:r>
            <a:r>
              <a:rPr lang="ja-JP" altLang="en-US" b="0" u="none">
                <a:latin typeface="游ゴシック"/>
                <a:ea typeface="游ゴシック"/>
              </a:rPr>
              <a:t>間の移行のみ対象となります。</a:t>
            </a:r>
            <a:br>
              <a:rPr lang="en-US" altLang="ja-JP" b="0" u="none">
                <a:latin typeface="游ゴシック"/>
                <a:ea typeface="游ゴシック"/>
              </a:rPr>
            </a:br>
            <a:r>
              <a:rPr lang="ja-JP" altLang="en-US" b="0" u="none">
                <a:latin typeface="游ゴシック"/>
                <a:ea typeface="游ゴシック"/>
              </a:rPr>
              <a:t>後続処理（</a:t>
            </a:r>
            <a:r>
              <a:rPr lang="en-US" altLang="ja-JP" b="0" u="none" err="1">
                <a:latin typeface="游ゴシック"/>
                <a:ea typeface="游ゴシック"/>
              </a:rPr>
              <a:t>Waha</a:t>
            </a:r>
            <a:r>
              <a:rPr lang="ja-JP" altLang="en-US" b="0" u="none">
                <a:latin typeface="游ゴシック"/>
                <a:ea typeface="游ゴシック"/>
              </a:rPr>
              <a:t>変換、出クレシステムへの送信）は貴社にてご対応お願いします。</a:t>
            </a:r>
          </a:p>
          <a:p>
            <a:r>
              <a:rPr kumimoji="1" lang="ja-JP" altLang="en-US" b="0" u="none"/>
              <a:t>上記に記載のない諸条件につきましては、別途ご相談の上、決定させていただきます。</a:t>
            </a:r>
          </a:p>
        </p:txBody>
      </p:sp>
      <p:sp>
        <p:nvSpPr>
          <p:cNvPr id="4" name="スライド番号プレースホルダー 3">
            <a:extLst>
              <a:ext uri="{FF2B5EF4-FFF2-40B4-BE49-F238E27FC236}">
                <a16:creationId xmlns:a16="http://schemas.microsoft.com/office/drawing/2014/main" id="{9727429A-C023-892D-7F62-63C0A818E404}"/>
              </a:ext>
            </a:extLst>
          </p:cNvPr>
          <p:cNvSpPr>
            <a:spLocks noGrp="1"/>
          </p:cNvSpPr>
          <p:nvPr>
            <p:ph type="sldNum" sz="quarter" idx="15"/>
          </p:nvPr>
        </p:nvSpPr>
        <p:spPr>
          <a:xfrm>
            <a:off x="10752000" y="6552000"/>
            <a:ext cx="1440000" cy="216000"/>
          </a:xfrm>
        </p:spPr>
        <p:txBody>
          <a:bodyPr/>
          <a:lstStyle/>
          <a:p>
            <a:fld id="{26CA5134-5AAC-D342-B763-43605FECB385}" type="slidenum">
              <a:rPr kumimoji="1" lang="ja-JP" altLang="en-US" smtClean="0"/>
              <a:pPr/>
              <a:t>13</a:t>
            </a:fld>
            <a:endParaRPr kumimoji="1" lang="ja-JP" altLang="en-US" sz="700"/>
          </a:p>
        </p:txBody>
      </p:sp>
    </p:spTree>
    <p:extLst>
      <p:ext uri="{BB962C8B-B14F-4D97-AF65-F5344CB8AC3E}">
        <p14:creationId xmlns:p14="http://schemas.microsoft.com/office/powerpoint/2010/main" val="24103749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CF095D63-28E3-4ACD-BFC6-41E0771A0F31}"/>
              </a:ext>
            </a:extLst>
          </p:cNvPr>
          <p:cNvSpPr>
            <a:spLocks noGrp="1"/>
          </p:cNvSpPr>
          <p:nvPr>
            <p:ph type="ftr" sz="quarter" idx="19"/>
          </p:nvPr>
        </p:nvSpPr>
        <p:spPr>
          <a:xfrm>
            <a:off x="3036000" y="6552000"/>
            <a:ext cx="6120000" cy="216000"/>
          </a:xfrm>
        </p:spPr>
        <p:txBody>
          <a:bodyPr/>
          <a:lstStyle/>
          <a:p>
            <a:r>
              <a:rPr lang="en-US"/>
              <a:t>Copyright © 2025 SystemEXE,Inc All Rights Reserved.</a:t>
            </a:r>
          </a:p>
        </p:txBody>
      </p:sp>
      <p:sp>
        <p:nvSpPr>
          <p:cNvPr id="4" name="テキスト プレースホルダー 3">
            <a:extLst>
              <a:ext uri="{FF2B5EF4-FFF2-40B4-BE49-F238E27FC236}">
                <a16:creationId xmlns:a16="http://schemas.microsoft.com/office/drawing/2014/main" id="{98BBBA1E-94AB-4E3B-9E77-B45E577B51A5}"/>
              </a:ext>
            </a:extLst>
          </p:cNvPr>
          <p:cNvSpPr>
            <a:spLocks noGrp="1"/>
          </p:cNvSpPr>
          <p:nvPr>
            <p:ph type="body" sz="quarter" idx="13"/>
          </p:nvPr>
        </p:nvSpPr>
        <p:spPr/>
        <p:txBody>
          <a:bodyPr/>
          <a:lstStyle/>
          <a:p>
            <a:r>
              <a:rPr kumimoji="1" lang="ja-JP" altLang="en-US"/>
              <a:t>株式会社システムエグゼ</a:t>
            </a:r>
          </a:p>
        </p:txBody>
      </p:sp>
      <p:sp>
        <p:nvSpPr>
          <p:cNvPr id="5" name="テキスト プレースホルダー 4">
            <a:extLst>
              <a:ext uri="{FF2B5EF4-FFF2-40B4-BE49-F238E27FC236}">
                <a16:creationId xmlns:a16="http://schemas.microsoft.com/office/drawing/2014/main" id="{7F991670-34BF-469F-8779-F7AF8FF3751B}"/>
              </a:ext>
            </a:extLst>
          </p:cNvPr>
          <p:cNvSpPr>
            <a:spLocks noGrp="1"/>
          </p:cNvSpPr>
          <p:nvPr>
            <p:ph type="body" sz="quarter" idx="14"/>
          </p:nvPr>
        </p:nvSpPr>
        <p:spPr>
          <a:xfrm>
            <a:off x="1920000" y="3086684"/>
            <a:ext cx="3936000" cy="432000"/>
          </a:xfrm>
        </p:spPr>
        <p:txBody>
          <a:bodyPr/>
          <a:lstStyle/>
          <a:p>
            <a:r>
              <a:rPr kumimoji="1" lang="ja-JP" altLang="en-US">
                <a:latin typeface="游ゴシック"/>
                <a:ea typeface="游ゴシック"/>
              </a:rPr>
              <a:t>担当：</a:t>
            </a:r>
            <a:r>
              <a:rPr lang="ja-JP" altLang="en-US">
                <a:latin typeface="游ゴシック"/>
                <a:ea typeface="游ゴシック"/>
              </a:rPr>
              <a:t>野村康二</a:t>
            </a:r>
            <a:r>
              <a:rPr kumimoji="1" lang="ja-JP" altLang="en-US">
                <a:latin typeface="游ゴシック"/>
                <a:ea typeface="游ゴシック"/>
              </a:rPr>
              <a:t>、髙浦祐朗</a:t>
            </a:r>
          </a:p>
        </p:txBody>
      </p:sp>
      <p:sp>
        <p:nvSpPr>
          <p:cNvPr id="6" name="テキスト プレースホルダー 5">
            <a:extLst>
              <a:ext uri="{FF2B5EF4-FFF2-40B4-BE49-F238E27FC236}">
                <a16:creationId xmlns:a16="http://schemas.microsoft.com/office/drawing/2014/main" id="{FE4390D4-3234-4341-AB1E-4ED43D45D25C}"/>
              </a:ext>
            </a:extLst>
          </p:cNvPr>
          <p:cNvSpPr>
            <a:spLocks noGrp="1"/>
          </p:cNvSpPr>
          <p:nvPr>
            <p:ph type="body" sz="quarter" idx="15"/>
          </p:nvPr>
        </p:nvSpPr>
        <p:spPr/>
        <p:txBody>
          <a:bodyPr/>
          <a:lstStyle/>
          <a:p>
            <a:r>
              <a:rPr kumimoji="1" lang="en-US" altLang="ja-JP"/>
              <a:t>TEL</a:t>
            </a:r>
            <a:r>
              <a:rPr kumimoji="1" lang="ja-JP" altLang="en-US"/>
              <a:t>：</a:t>
            </a:r>
            <a:r>
              <a:rPr kumimoji="1" lang="en-US" altLang="ja-JP"/>
              <a:t>03-5299-5351</a:t>
            </a:r>
            <a:endParaRPr kumimoji="1" lang="ja-JP" altLang="en-US"/>
          </a:p>
        </p:txBody>
      </p:sp>
      <p:sp>
        <p:nvSpPr>
          <p:cNvPr id="7" name="テキスト プレースホルダー 6">
            <a:extLst>
              <a:ext uri="{FF2B5EF4-FFF2-40B4-BE49-F238E27FC236}">
                <a16:creationId xmlns:a16="http://schemas.microsoft.com/office/drawing/2014/main" id="{13DC9859-5929-4710-A8F2-FBBA9210DDDD}"/>
              </a:ext>
            </a:extLst>
          </p:cNvPr>
          <p:cNvSpPr>
            <a:spLocks noGrp="1"/>
          </p:cNvSpPr>
          <p:nvPr>
            <p:ph type="body" sz="quarter" idx="16"/>
          </p:nvPr>
        </p:nvSpPr>
        <p:spPr>
          <a:xfrm>
            <a:off x="1920000" y="4011757"/>
            <a:ext cx="3936000" cy="422683"/>
          </a:xfrm>
        </p:spPr>
        <p:txBody>
          <a:bodyPr/>
          <a:lstStyle/>
          <a:p>
            <a:r>
              <a:rPr kumimoji="1" lang="en-US" altLang="ja-JP">
                <a:latin typeface="游ゴシック"/>
                <a:ea typeface="游ゴシック"/>
              </a:rPr>
              <a:t>Mail</a:t>
            </a:r>
            <a:r>
              <a:rPr kumimoji="1" lang="ja-JP" altLang="en-US">
                <a:latin typeface="游ゴシック"/>
                <a:ea typeface="游ゴシック"/>
              </a:rPr>
              <a:t>：</a:t>
            </a:r>
            <a:r>
              <a:rPr lang="ja-JP" altLang="en-US">
                <a:latin typeface="游ゴシック"/>
                <a:ea typeface="游ゴシック"/>
              </a:rPr>
              <a:t>kouji</a:t>
            </a:r>
            <a:r>
              <a:rPr lang="en-US" altLang="ja-JP">
                <a:latin typeface="游ゴシック"/>
                <a:ea typeface="游ゴシック"/>
              </a:rPr>
              <a:t>.nomura@system-exe.jp</a:t>
            </a:r>
            <a:endParaRPr kumimoji="1" lang="en-US" altLang="ja-JP">
              <a:latin typeface="游ゴシック"/>
              <a:ea typeface="游ゴシック"/>
            </a:endParaRPr>
          </a:p>
          <a:p>
            <a:r>
              <a:rPr lang="ja-JP" altLang="en-US">
                <a:latin typeface="游ゴシック"/>
                <a:ea typeface="游ゴシック"/>
              </a:rPr>
              <a:t>　　　</a:t>
            </a:r>
            <a:r>
              <a:rPr kumimoji="1" lang="en-US" altLang="ja-JP">
                <a:latin typeface="游ゴシック"/>
                <a:ea typeface="游ゴシック"/>
              </a:rPr>
              <a:t>masaaki.takaura@system-exe.jp</a:t>
            </a:r>
            <a:endParaRPr kumimoji="1" lang="ja-JP" altLang="en-US">
              <a:latin typeface="游ゴシック"/>
              <a:ea typeface="游ゴシック"/>
            </a:endParaRPr>
          </a:p>
        </p:txBody>
      </p:sp>
      <p:sp>
        <p:nvSpPr>
          <p:cNvPr id="8" name="テキスト プレースホルダー 7">
            <a:extLst>
              <a:ext uri="{FF2B5EF4-FFF2-40B4-BE49-F238E27FC236}">
                <a16:creationId xmlns:a16="http://schemas.microsoft.com/office/drawing/2014/main" id="{00A413B6-8F7C-48BB-9D71-4076EBB30EB9}"/>
              </a:ext>
            </a:extLst>
          </p:cNvPr>
          <p:cNvSpPr>
            <a:spLocks noGrp="1"/>
          </p:cNvSpPr>
          <p:nvPr>
            <p:ph type="body" sz="quarter" idx="17"/>
          </p:nvPr>
        </p:nvSpPr>
        <p:spPr/>
        <p:txBody>
          <a:bodyPr/>
          <a:lstStyle/>
          <a:p>
            <a:r>
              <a:rPr kumimoji="1" lang="en-US" altLang="ja-JP"/>
              <a:t>URL</a:t>
            </a:r>
            <a:r>
              <a:rPr kumimoji="1" lang="ja-JP" altLang="en-US"/>
              <a:t>：</a:t>
            </a:r>
            <a:r>
              <a:rPr kumimoji="1" lang="en-US" altLang="ja-JP"/>
              <a:t>https://www.system-exe.co.jp</a:t>
            </a:r>
            <a:endParaRPr kumimoji="1" lang="ja-JP" altLang="en-US"/>
          </a:p>
        </p:txBody>
      </p:sp>
      <p:sp>
        <p:nvSpPr>
          <p:cNvPr id="9" name="テキスト プレースホルダー 8">
            <a:extLst>
              <a:ext uri="{FF2B5EF4-FFF2-40B4-BE49-F238E27FC236}">
                <a16:creationId xmlns:a16="http://schemas.microsoft.com/office/drawing/2014/main" id="{1A1339C8-3BE8-4E1B-83AE-6CA3E2BCCEB3}"/>
              </a:ext>
            </a:extLst>
          </p:cNvPr>
          <p:cNvSpPr>
            <a:spLocks noGrp="1"/>
          </p:cNvSpPr>
          <p:nvPr>
            <p:ph type="body" sz="quarter" idx="18"/>
          </p:nvPr>
        </p:nvSpPr>
        <p:spPr>
          <a:xfrm>
            <a:off x="1920000" y="4824000"/>
            <a:ext cx="3936000" cy="570036"/>
          </a:xfrm>
        </p:spPr>
        <p:txBody>
          <a:bodyPr/>
          <a:lstStyle/>
          <a:p>
            <a:r>
              <a:rPr kumimoji="1" lang="ja-JP" altLang="en-US"/>
              <a:t>〒</a:t>
            </a:r>
            <a:r>
              <a:rPr lang="en-US" altLang="ja-JP"/>
              <a:t>103-0022</a:t>
            </a:r>
            <a:endParaRPr kumimoji="1" lang="en-US" altLang="ja-JP"/>
          </a:p>
          <a:p>
            <a:r>
              <a:rPr kumimoji="1" lang="ja-JP" altLang="en-US"/>
              <a:t>東京都中央区日本橋室町</a:t>
            </a:r>
            <a:r>
              <a:rPr kumimoji="1" lang="en-US" altLang="ja-JP"/>
              <a:t>3-4-4 OVOL</a:t>
            </a:r>
            <a:r>
              <a:rPr kumimoji="1" lang="ja-JP" altLang="en-US"/>
              <a:t>日本橋ビル</a:t>
            </a:r>
            <a:r>
              <a:rPr kumimoji="1" lang="en-US" altLang="ja-JP"/>
              <a:t>7</a:t>
            </a:r>
            <a:r>
              <a:rPr lang="en-US" altLang="ja-JP"/>
              <a:t>F</a:t>
            </a:r>
            <a:endParaRPr kumimoji="1" lang="en-US" altLang="ja-JP"/>
          </a:p>
        </p:txBody>
      </p:sp>
      <p:sp>
        <p:nvSpPr>
          <p:cNvPr id="3" name="スライド番号プレースホルダー 2">
            <a:extLst>
              <a:ext uri="{FF2B5EF4-FFF2-40B4-BE49-F238E27FC236}">
                <a16:creationId xmlns:a16="http://schemas.microsoft.com/office/drawing/2014/main" id="{D2AC980A-9628-92BB-20DA-EB1F38EE5911}"/>
              </a:ext>
            </a:extLst>
          </p:cNvPr>
          <p:cNvSpPr>
            <a:spLocks noGrp="1"/>
          </p:cNvSpPr>
          <p:nvPr>
            <p:ph type="sldNum" sz="quarter" idx="20"/>
          </p:nvPr>
        </p:nvSpPr>
        <p:spPr>
          <a:xfrm>
            <a:off x="10752000" y="6552000"/>
            <a:ext cx="1440000" cy="216000"/>
          </a:xfrm>
        </p:spPr>
        <p:txBody>
          <a:bodyPr/>
          <a:lstStyle/>
          <a:p>
            <a:fld id="{26CA5134-5AAC-D342-B763-43605FECB385}" type="slidenum">
              <a:rPr kumimoji="1" lang="ja-JP" altLang="en-US" smtClean="0"/>
              <a:pPr/>
              <a:t>14</a:t>
            </a:fld>
            <a:endParaRPr kumimoji="1" lang="ja-JP" altLang="en-US" sz="533"/>
          </a:p>
        </p:txBody>
      </p:sp>
    </p:spTree>
    <p:extLst>
      <p:ext uri="{BB962C8B-B14F-4D97-AF65-F5344CB8AC3E}">
        <p14:creationId xmlns:p14="http://schemas.microsoft.com/office/powerpoint/2010/main" val="33256382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en-US" altLang="ja-JP">
                <a:latin typeface="游明朝"/>
                <a:ea typeface="游明朝"/>
              </a:rPr>
              <a:t>8. </a:t>
            </a:r>
            <a:r>
              <a:rPr lang="ja-JP" altLang="en-US">
                <a:latin typeface="游明朝"/>
                <a:ea typeface="游明朝"/>
              </a:rPr>
              <a:t>お見積もり</a:t>
            </a:r>
            <a:r>
              <a:rPr lang="en-US" altLang="ja-JP">
                <a:latin typeface="游明朝"/>
                <a:ea typeface="游明朝"/>
              </a:rPr>
              <a:t>(</a:t>
            </a:r>
            <a:r>
              <a:rPr lang="ja-JP" altLang="en-US">
                <a:latin typeface="游明朝"/>
                <a:ea typeface="游明朝"/>
              </a:rPr>
              <a:t>② その他共通基盤の環境移行に際するご協力のお願い</a:t>
            </a:r>
            <a:r>
              <a:rPr lang="en-US" altLang="ja-JP">
                <a:latin typeface="游明朝"/>
                <a:ea typeface="游明朝"/>
              </a:rPr>
              <a:t>)</a:t>
            </a:r>
            <a:r>
              <a:rPr lang="ja-JP" altLang="en-US">
                <a:latin typeface="游明朝"/>
                <a:ea typeface="游明朝"/>
              </a:rPr>
              <a:t> </a:t>
            </a:r>
            <a:endParaRPr kumimoji="1" lang="ja-JP" altLang="en-US" sz="2000">
              <a:latin typeface="游明朝"/>
              <a:ea typeface="游明朝"/>
            </a:endParaRPr>
          </a:p>
        </p:txBody>
      </p:sp>
      <p:sp>
        <p:nvSpPr>
          <p:cNvPr id="3" name="フッター プレースホルダー 2">
            <a:extLst>
              <a:ext uri="{FF2B5EF4-FFF2-40B4-BE49-F238E27FC236}">
                <a16:creationId xmlns:a16="http://schemas.microsoft.com/office/drawing/2014/main" id="{367FCF23-2C12-1622-9EEB-804CDD53B06F}"/>
              </a:ext>
            </a:extLst>
          </p:cNvPr>
          <p:cNvSpPr>
            <a:spLocks noGrp="1"/>
          </p:cNvSpPr>
          <p:nvPr>
            <p:ph type="ftr" sz="quarter" idx="14"/>
          </p:nvPr>
        </p:nvSpPr>
        <p:spPr>
          <a:xfrm>
            <a:off x="3036000" y="6552000"/>
            <a:ext cx="6120000" cy="216000"/>
          </a:xfrm>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B6EDFBB4-85D2-C7DB-88A3-8C326CAECAC5}"/>
              </a:ext>
            </a:extLst>
          </p:cNvPr>
          <p:cNvSpPr>
            <a:spLocks noGrp="1"/>
          </p:cNvSpPr>
          <p:nvPr>
            <p:ph type="sldNum" sz="quarter" idx="15"/>
          </p:nvPr>
        </p:nvSpPr>
        <p:spPr>
          <a:xfrm>
            <a:off x="10752000" y="6552000"/>
            <a:ext cx="1440000" cy="216000"/>
          </a:xfrm>
        </p:spPr>
        <p:txBody>
          <a:bodyPr/>
          <a:lstStyle/>
          <a:p>
            <a:fld id="{26CA5134-5AAC-D342-B763-43605FECB385}" type="slidenum">
              <a:rPr kumimoji="1" lang="ja-JP" altLang="en-US" smtClean="0"/>
              <a:pPr/>
              <a:t>15</a:t>
            </a:fld>
            <a:endParaRPr kumimoji="1" lang="ja-JP" altLang="en-US" sz="700"/>
          </a:p>
        </p:txBody>
      </p:sp>
      <p:sp>
        <p:nvSpPr>
          <p:cNvPr id="8" name="テキスト ボックス 7">
            <a:extLst>
              <a:ext uri="{FF2B5EF4-FFF2-40B4-BE49-F238E27FC236}">
                <a16:creationId xmlns:a16="http://schemas.microsoft.com/office/drawing/2014/main" id="{453955C1-0D61-FE82-6F40-7F3B27DB02AD}"/>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BBA8B256-12B2-6E8C-50F9-31564ECC0266}"/>
              </a:ext>
            </a:extLst>
          </p:cNvPr>
          <p:cNvGraphicFramePr>
            <a:graphicFrameLocks noGrp="1"/>
          </p:cNvGraphicFramePr>
          <p:nvPr/>
        </p:nvGraphicFramePr>
        <p:xfrm>
          <a:off x="606000" y="865868"/>
          <a:ext cx="10979999" cy="5113230"/>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209429">
                  <a:extLst>
                    <a:ext uri="{9D8B030D-6E8A-4147-A177-3AD203B41FA5}">
                      <a16:colId xmlns:a16="http://schemas.microsoft.com/office/drawing/2014/main" val="568014644"/>
                    </a:ext>
                  </a:extLst>
                </a:gridCol>
                <a:gridCol w="1894114">
                  <a:extLst>
                    <a:ext uri="{9D8B030D-6E8A-4147-A177-3AD203B41FA5}">
                      <a16:colId xmlns:a16="http://schemas.microsoft.com/office/drawing/2014/main" val="3608806225"/>
                    </a:ext>
                  </a:extLst>
                </a:gridCol>
                <a:gridCol w="898072">
                  <a:extLst>
                    <a:ext uri="{9D8B030D-6E8A-4147-A177-3AD203B41FA5}">
                      <a16:colId xmlns:a16="http://schemas.microsoft.com/office/drawing/2014/main" val="2247639322"/>
                    </a:ext>
                  </a:extLst>
                </a:gridCol>
                <a:gridCol w="2900099">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24000">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9282">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500,000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1928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基本設計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200,000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45517169"/>
                  </a:ext>
                </a:extLst>
              </a:tr>
              <a:tr h="31928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0.1</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140,000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9362617"/>
                  </a:ext>
                </a:extLst>
              </a:tr>
              <a:tr h="319282">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0.8</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840,000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19282">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a:ea typeface="游ゴシック"/>
                        </a:rPr>
                        <a:t>1,000,000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19282">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a:ea typeface="游ゴシック"/>
                        </a:rPr>
                        <a:t>2,000,000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1928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a:ea typeface="游ゴシック"/>
                        </a:rPr>
                        <a:t>0.5</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a:ea typeface="游ゴシック"/>
                        </a:rPr>
                        <a:t>700,000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19282">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2.5</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3,700,000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19282">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３</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2,000,000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1928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運用テスト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500,000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24587139"/>
                  </a:ext>
                </a:extLst>
              </a:tr>
              <a:tr h="31928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1,000,000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18611761"/>
                  </a:ext>
                </a:extLst>
              </a:tr>
              <a:tr h="31928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1,000,000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14659426"/>
                  </a:ext>
                </a:extLst>
              </a:tr>
              <a:tr h="319282">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1.0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1,400,000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19282">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5.5</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5,900,000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19282">
                <a:tc gridSpan="5">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8.8</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10,440,000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10" name="テキスト ボックス 9">
            <a:extLst>
              <a:ext uri="{FF2B5EF4-FFF2-40B4-BE49-F238E27FC236}">
                <a16:creationId xmlns:a16="http://schemas.microsoft.com/office/drawing/2014/main" id="{AA608998-7E3E-1298-045C-A506F642ABA9}"/>
              </a:ext>
            </a:extLst>
          </p:cNvPr>
          <p:cNvSpPr txBox="1"/>
          <p:nvPr/>
        </p:nvSpPr>
        <p:spPr>
          <a:xfrm>
            <a:off x="576000" y="6066196"/>
            <a:ext cx="9828257" cy="345057"/>
          </a:xfrm>
          <a:prstGeom prst="rect">
            <a:avLst/>
          </a:prstGeom>
          <a:noFill/>
        </p:spPr>
        <p:txBody>
          <a:bodyPr wrap="square" rtlCol="0">
            <a:noAutofit/>
          </a:bodyPr>
          <a:lstStyle/>
          <a:p>
            <a:r>
              <a:rPr lang="en-US" altLang="ja-JP" sz="1400">
                <a:latin typeface="+mn-ea"/>
                <a:cs typeface="メイリオ" pitchFamily="50" charset="-128"/>
              </a:rPr>
              <a:t>※</a:t>
            </a:r>
            <a:r>
              <a:rPr lang="ja-JP" altLang="en-US" sz="1400">
                <a:latin typeface="+mn-ea"/>
                <a:cs typeface="メイリオ" pitchFamily="50" charset="-128"/>
              </a:rPr>
              <a:t>個別に実施した場合の想定金額となります。①のシステム資産移行と同時に実施する場合は金額が異なります。</a:t>
            </a:r>
            <a:endParaRPr lang="en-US" altLang="ja-JP" sz="1400">
              <a:latin typeface="+mn-ea"/>
              <a:cs typeface="メイリオ" pitchFamily="50" charset="-128"/>
            </a:endParaRPr>
          </a:p>
        </p:txBody>
      </p:sp>
      <p:sp>
        <p:nvSpPr>
          <p:cNvPr id="11" name="正方形/長方形 10">
            <a:extLst>
              <a:ext uri="{FF2B5EF4-FFF2-40B4-BE49-F238E27FC236}">
                <a16:creationId xmlns:a16="http://schemas.microsoft.com/office/drawing/2014/main" id="{A3D249A9-1153-4F2E-985C-DB545E892B6B}"/>
              </a:ext>
            </a:extLst>
          </p:cNvPr>
          <p:cNvSpPr/>
          <p:nvPr/>
        </p:nvSpPr>
        <p:spPr>
          <a:xfrm>
            <a:off x="9432235" y="180000"/>
            <a:ext cx="1908313" cy="50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t>修正前</a:t>
            </a:r>
          </a:p>
        </p:txBody>
      </p:sp>
    </p:spTree>
    <p:extLst>
      <p:ext uri="{BB962C8B-B14F-4D97-AF65-F5344CB8AC3E}">
        <p14:creationId xmlns:p14="http://schemas.microsoft.com/office/powerpoint/2010/main" val="1440214791"/>
      </p:ext>
    </p:extLst>
  </p:cSld>
  <p:clrMapOvr>
    <a:masterClrMapping/>
  </p:clrMapOvr>
</p:sld>
</file>

<file path=ppt/theme/theme1.xml><?xml version="1.0" encoding="utf-8"?>
<a:theme xmlns:a="http://schemas.openxmlformats.org/drawingml/2006/main" name="Office テーマ">
  <a:themeElements>
    <a:clrScheme name="ユーザー定義 1">
      <a:dk1>
        <a:srgbClr val="323232"/>
      </a:dk1>
      <a:lt1>
        <a:srgbClr val="FFFFFF"/>
      </a:lt1>
      <a:dk2>
        <a:srgbClr val="4B4B4B"/>
      </a:dk2>
      <a:lt2>
        <a:srgbClr val="A0A095"/>
      </a:lt2>
      <a:accent1>
        <a:srgbClr val="9A3B5D"/>
      </a:accent1>
      <a:accent2>
        <a:srgbClr val="86CEFA"/>
      </a:accent2>
      <a:accent3>
        <a:srgbClr val="3D9599"/>
      </a:accent3>
      <a:accent4>
        <a:srgbClr val="CC6600"/>
      </a:accent4>
      <a:accent5>
        <a:srgbClr val="6666FF"/>
      </a:accent5>
      <a:accent6>
        <a:srgbClr val="FFFFFF"/>
      </a:accent6>
      <a:hlink>
        <a:srgbClr val="0070C0"/>
      </a:hlink>
      <a:folHlink>
        <a:srgbClr val="0070C0"/>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69aef985f427d6df22868eedf41448bf">
  <xsd:schema xmlns:xsd="http://www.w3.org/2001/XMLSchema" xmlns:xs="http://www.w3.org/2001/XMLSchema" xmlns:p="http://schemas.microsoft.com/office/2006/metadata/properties" xmlns:ns2="2fd442da-66a9-4fa6-ba31-eb0d54ad1381" targetNamespace="http://schemas.microsoft.com/office/2006/metadata/properties" ma:root="true" ma:fieldsID="5ea8d7fed5e91ecceba9cbd3c6ab47c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D8262E6-A4A2-4E8A-8AA5-A4BEF4991A11}">
  <ds:schemaRefs>
    <ds:schemaRef ds:uri="2fd442da-66a9-4fa6-ba31-eb0d54ad138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4C728C5-B22A-42B4-8163-E4A5D49941FF}">
  <ds:schemaRefs>
    <ds:schemaRef ds:uri="2fd442da-66a9-4fa6-ba31-eb0d54ad138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AE332BF2-0A3C-4B34-A48C-16084CC4E11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16</Slides>
  <Notes>4</Notes>
  <HiddenSlides>1</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テーマ</vt:lpstr>
      <vt:lpstr>概算お見積もり(第3.0版）</vt:lpstr>
      <vt:lpstr>１. プロジェクトの背景と目的</vt:lpstr>
      <vt:lpstr>２. お見積り範囲</vt:lpstr>
      <vt:lpstr>3. システム構成（AsIs）</vt:lpstr>
      <vt:lpstr>3. システム構成（ToBe）① 縮小版共通基盤へのシステム資産移行</vt:lpstr>
      <vt:lpstr>3. システム構成（ToBe）② その他共通基盤の環境移行</vt:lpstr>
      <vt:lpstr>4. 想定している作業内容と成果物</vt:lpstr>
      <vt:lpstr>5. 機能数と作業範囲</vt:lpstr>
      <vt:lpstr>6. 体制</vt:lpstr>
      <vt:lpstr>7. スケジュール</vt:lpstr>
      <vt:lpstr>8.想定している会議体</vt:lpstr>
      <vt:lpstr>9. お見積もり(① 縮小版共通基盤へのシステム資産移行) </vt:lpstr>
      <vt:lpstr>9. 【参考】お見積もり(② その他共通基盤の環境移行に際する支援) </vt:lpstr>
      <vt:lpstr>10. お見積もり前提条件</vt:lpstr>
      <vt:lpstr>PowerPoint Presentation</vt:lpstr>
      <vt:lpstr>8. お見積もり(② その他共通基盤の環境移行に際するご協力のお願い)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revision>1</cp:revision>
  <dcterms:created xsi:type="dcterms:W3CDTF">2021-02-05T06:36:21Z</dcterms:created>
  <dcterms:modified xsi:type="dcterms:W3CDTF">2025-07-17T08:07:54Z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