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58" r:id="rId4"/>
  </p:sldMasterIdLst>
  <p:notesMasterIdLst>
    <p:notesMasterId r:id="rId13"/>
  </p:notesMasterIdLst>
  <p:handoutMasterIdLst>
    <p:handoutMasterId r:id="rId14"/>
  </p:handoutMasterIdLst>
  <p:sldIdLst>
    <p:sldId id="615" r:id="rId5"/>
    <p:sldId id="838" r:id="rId6"/>
    <p:sldId id="740" r:id="rId7"/>
    <p:sldId id="784" r:id="rId8"/>
    <p:sldId id="837" r:id="rId9"/>
    <p:sldId id="804" r:id="rId10"/>
    <p:sldId id="800" r:id="rId11"/>
    <p:sldId id="780" r:id="rId12"/>
  </p:sldIdLst>
  <p:sldSz cx="9906000" cy="6858000" type="A4"/>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9" userDrawn="1">
          <p15:clr>
            <a:srgbClr val="A4A3A4"/>
          </p15:clr>
        </p15:guide>
        <p15:guide id="2" orient="horz" pos="1162" userDrawn="1">
          <p15:clr>
            <a:srgbClr val="A4A3A4"/>
          </p15:clr>
        </p15:guide>
        <p15:guide id="3" orient="horz" pos="3135">
          <p15:clr>
            <a:srgbClr val="A4A3A4"/>
          </p15:clr>
        </p15:guide>
        <p15:guide id="4" orient="horz" pos="3838" userDrawn="1">
          <p15:clr>
            <a:srgbClr val="A4A3A4"/>
          </p15:clr>
        </p15:guide>
        <p15:guide id="5" orient="horz" pos="414">
          <p15:clr>
            <a:srgbClr val="A4A3A4"/>
          </p15:clr>
        </p15:guide>
        <p15:guide id="6" pos="512">
          <p15:clr>
            <a:srgbClr val="A4A3A4"/>
          </p15:clr>
        </p15:guide>
        <p15:guide id="7" pos="5751" userDrawn="1">
          <p15:clr>
            <a:srgbClr val="A4A3A4"/>
          </p15:clr>
        </p15:guide>
        <p15:guide id="8" pos="3120" userDrawn="1">
          <p15:clr>
            <a:srgbClr val="A4A3A4"/>
          </p15:clr>
        </p15:guide>
        <p15:guide id="9" pos="2145">
          <p15:clr>
            <a:srgbClr val="A4A3A4"/>
          </p15:clr>
        </p15:guide>
        <p15:guide id="10" pos="4095">
          <p15:clr>
            <a:srgbClr val="A4A3A4"/>
          </p15:clr>
        </p15:guide>
        <p15:guide id="11" pos="3279" userDrawn="1">
          <p15:clr>
            <a:srgbClr val="A4A3A4"/>
          </p15:clr>
        </p15:guide>
        <p15:guide id="12" pos="29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EAEA"/>
    <a:srgbClr val="FFFFFF"/>
    <a:srgbClr val="000000"/>
    <a:srgbClr val="FFFF00"/>
    <a:srgbClr val="E4007F"/>
    <a:srgbClr val="00FF00"/>
    <a:srgbClr val="0000FF"/>
    <a:srgbClr val="00FFFF"/>
    <a:srgbClr val="0071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7EF150-875E-4608-836A-87E2586406C3}" v="18" dt="2025-12-12T04:59:29.05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269D01E-BC32-4049-B463-5C60D7B0CCD2}" styleName="テーマ スタイル 2 - アクセント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テーマ スタイル 2 - アクセント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0155" autoAdjust="0"/>
  </p:normalViewPr>
  <p:slideViewPr>
    <p:cSldViewPr snapToGrid="0">
      <p:cViewPr varScale="1">
        <p:scale>
          <a:sx n="97" d="100"/>
          <a:sy n="97" d="100"/>
        </p:scale>
        <p:origin x="3408" y="60"/>
      </p:cViewPr>
      <p:guideLst>
        <p:guide orient="horz" pos="2069"/>
        <p:guide orient="horz" pos="1162"/>
        <p:guide orient="horz" pos="3135"/>
        <p:guide orient="horz" pos="3838"/>
        <p:guide orient="horz" pos="414"/>
        <p:guide pos="512"/>
        <p:guide pos="5751"/>
        <p:guide pos="3120"/>
        <p:guide pos="2145"/>
        <p:guide pos="4095"/>
        <p:guide pos="3279"/>
        <p:guide pos="2939"/>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元廣 沙織" userId="c17baaea-7faa-44c2-be1f-b4a8a77c0ed1" providerId="ADAL" clId="{7AA07729-AD28-4152-BC66-2A01925024C6}"/>
    <pc:docChg chg="modSld">
      <pc:chgData name="元廣 沙織" userId="c17baaea-7faa-44c2-be1f-b4a8a77c0ed1" providerId="ADAL" clId="{7AA07729-AD28-4152-BC66-2A01925024C6}" dt="2025-12-05T07:55:47.948" v="2" actId="20577"/>
      <pc:docMkLst>
        <pc:docMk/>
      </pc:docMkLst>
    </pc:docChg>
  </pc:docChgLst>
  <pc:docChgLst>
    <pc:chgData name="井上 ゆき" userId="9a4db8be-3331-4665-be8a-3d7f16d5f375" providerId="ADAL" clId="{3B98244C-AD1C-4DB8-A1CE-0D7CDA09C107}"/>
    <pc:docChg chg="undo custSel addSld delSld modSld sldOrd">
      <pc:chgData name="井上 ゆき" userId="9a4db8be-3331-4665-be8a-3d7f16d5f375" providerId="ADAL" clId="{3B98244C-AD1C-4DB8-A1CE-0D7CDA09C107}" dt="2025-12-12T04:59:34.476" v="10018" actId="20577"/>
      <pc:docMkLst>
        <pc:docMk/>
      </pc:docMkLst>
      <pc:sldChg chg="addSp modSp mod">
        <pc:chgData name="井上 ゆき" userId="9a4db8be-3331-4665-be8a-3d7f16d5f375" providerId="ADAL" clId="{3B98244C-AD1C-4DB8-A1CE-0D7CDA09C107}" dt="2025-12-12T00:31:22.354" v="9751" actId="20577"/>
        <pc:sldMkLst>
          <pc:docMk/>
          <pc:sldMk cId="4123226770" sldId="615"/>
        </pc:sldMkLst>
        <pc:spChg chg="mod">
          <ac:chgData name="井上 ゆき" userId="9a4db8be-3331-4665-be8a-3d7f16d5f375" providerId="ADAL" clId="{3B98244C-AD1C-4DB8-A1CE-0D7CDA09C107}" dt="2025-12-12T00:31:22.354" v="9751" actId="20577"/>
          <ac:spMkLst>
            <pc:docMk/>
            <pc:sldMk cId="4123226770" sldId="615"/>
            <ac:spMk id="2" creationId="{00000000-0000-0000-0000-000000000000}"/>
          </ac:spMkLst>
        </pc:spChg>
      </pc:sldChg>
      <pc:sldChg chg="modSp add mod">
        <pc:chgData name="井上 ゆき" userId="9a4db8be-3331-4665-be8a-3d7f16d5f375" providerId="ADAL" clId="{3B98244C-AD1C-4DB8-A1CE-0D7CDA09C107}" dt="2025-12-12T04:38:00.927" v="9979" actId="20577"/>
        <pc:sldMkLst>
          <pc:docMk/>
          <pc:sldMk cId="1028638768" sldId="740"/>
        </pc:sldMkLst>
        <pc:spChg chg="mod">
          <ac:chgData name="井上 ゆき" userId="9a4db8be-3331-4665-be8a-3d7f16d5f375" providerId="ADAL" clId="{3B98244C-AD1C-4DB8-A1CE-0D7CDA09C107}" dt="2025-12-12T04:38:00.927" v="9979" actId="20577"/>
          <ac:spMkLst>
            <pc:docMk/>
            <pc:sldMk cId="1028638768" sldId="740"/>
            <ac:spMk id="5" creationId="{00000000-0000-0000-0000-000000000000}"/>
          </ac:spMkLst>
        </pc:spChg>
        <pc:spChg chg="mod">
          <ac:chgData name="井上 ゆき" userId="9a4db8be-3331-4665-be8a-3d7f16d5f375" providerId="ADAL" clId="{3B98244C-AD1C-4DB8-A1CE-0D7CDA09C107}" dt="2025-12-12T00:33:17.035" v="9855" actId="14100"/>
          <ac:spMkLst>
            <pc:docMk/>
            <pc:sldMk cId="1028638768" sldId="740"/>
            <ac:spMk id="265" creationId="{00000000-0000-0000-0000-000000000000}"/>
          </ac:spMkLst>
        </pc:spChg>
      </pc:sldChg>
      <pc:sldChg chg="modSp add mod modNotesTx">
        <pc:chgData name="井上 ゆき" userId="9a4db8be-3331-4665-be8a-3d7f16d5f375" providerId="ADAL" clId="{3B98244C-AD1C-4DB8-A1CE-0D7CDA09C107}" dt="2025-12-12T04:36:33.087" v="9970" actId="20577"/>
        <pc:sldMkLst>
          <pc:docMk/>
          <pc:sldMk cId="480317065" sldId="784"/>
        </pc:sldMkLst>
        <pc:spChg chg="mod">
          <ac:chgData name="井上 ゆき" userId="9a4db8be-3331-4665-be8a-3d7f16d5f375" providerId="ADAL" clId="{3B98244C-AD1C-4DB8-A1CE-0D7CDA09C107}" dt="2025-12-05T06:48:56.706" v="7510" actId="20577"/>
          <ac:spMkLst>
            <pc:docMk/>
            <pc:sldMk cId="480317065" sldId="784"/>
            <ac:spMk id="2" creationId="{45853975-0037-4EAD-89FC-ACF106CFBF75}"/>
          </ac:spMkLst>
        </pc:spChg>
        <pc:spChg chg="mod">
          <ac:chgData name="井上 ゆき" userId="9a4db8be-3331-4665-be8a-3d7f16d5f375" providerId="ADAL" clId="{3B98244C-AD1C-4DB8-A1CE-0D7CDA09C107}" dt="2025-12-12T04:36:33.087" v="9970" actId="20577"/>
          <ac:spMkLst>
            <pc:docMk/>
            <pc:sldMk cId="480317065" sldId="784"/>
            <ac:spMk id="6" creationId="{508CF40E-739E-490D-ADE4-2B5FD8A68122}"/>
          </ac:spMkLst>
        </pc:spChg>
      </pc:sldChg>
      <pc:sldChg chg="addSp delSp modSp add mod modNotesTx">
        <pc:chgData name="井上 ゆき" userId="9a4db8be-3331-4665-be8a-3d7f16d5f375" providerId="ADAL" clId="{3B98244C-AD1C-4DB8-A1CE-0D7CDA09C107}" dt="2025-12-12T04:36:39.276" v="9971"/>
        <pc:sldMkLst>
          <pc:docMk/>
          <pc:sldMk cId="3266578541" sldId="800"/>
        </pc:sldMkLst>
        <pc:spChg chg="mod">
          <ac:chgData name="井上 ゆき" userId="9a4db8be-3331-4665-be8a-3d7f16d5f375" providerId="ADAL" clId="{3B98244C-AD1C-4DB8-A1CE-0D7CDA09C107}" dt="2025-12-12T04:36:09.891" v="9968" actId="1076"/>
          <ac:spMkLst>
            <pc:docMk/>
            <pc:sldMk cId="3266578541" sldId="800"/>
            <ac:spMk id="2" creationId="{53F16C87-0DBE-83A7-6000-38600E74C26A}"/>
          </ac:spMkLst>
        </pc:spChg>
        <pc:graphicFrameChg chg="add mod">
          <ac:chgData name="井上 ゆき" userId="9a4db8be-3331-4665-be8a-3d7f16d5f375" providerId="ADAL" clId="{3B98244C-AD1C-4DB8-A1CE-0D7CDA09C107}" dt="2025-12-12T04:36:39.276" v="9971"/>
          <ac:graphicFrameMkLst>
            <pc:docMk/>
            <pc:sldMk cId="3266578541" sldId="800"/>
            <ac:graphicFrameMk id="6" creationId="{030EE227-7B51-616E-5137-AD0CD4ECAB00}"/>
          </ac:graphicFrameMkLst>
        </pc:graphicFrameChg>
      </pc:sldChg>
      <pc:sldChg chg="addSp delSp modSp add mod">
        <pc:chgData name="井上 ゆき" userId="9a4db8be-3331-4665-be8a-3d7f16d5f375" providerId="ADAL" clId="{3B98244C-AD1C-4DB8-A1CE-0D7CDA09C107}" dt="2025-12-12T04:59:34.476" v="10018" actId="20577"/>
        <pc:sldMkLst>
          <pc:docMk/>
          <pc:sldMk cId="2178550647" sldId="804"/>
        </pc:sldMkLst>
        <pc:spChg chg="mod">
          <ac:chgData name="井上 ゆき" userId="9a4db8be-3331-4665-be8a-3d7f16d5f375" providerId="ADAL" clId="{3B98244C-AD1C-4DB8-A1CE-0D7CDA09C107}" dt="2025-12-08T09:44:34.053" v="8949" actId="20577"/>
          <ac:spMkLst>
            <pc:docMk/>
            <pc:sldMk cId="2178550647" sldId="804"/>
            <ac:spMk id="7" creationId="{D52D7312-8BDE-85D6-8481-6D67CB9FD405}"/>
          </ac:spMkLst>
        </pc:spChg>
        <pc:graphicFrameChg chg="add del mod">
          <ac:chgData name="井上 ゆき" userId="9a4db8be-3331-4665-be8a-3d7f16d5f375" providerId="ADAL" clId="{3B98244C-AD1C-4DB8-A1CE-0D7CDA09C107}" dt="2025-12-12T04:40:00.260" v="9982" actId="478"/>
          <ac:graphicFrameMkLst>
            <pc:docMk/>
            <pc:sldMk cId="2178550647" sldId="804"/>
            <ac:graphicFrameMk id="2" creationId="{F7918442-B648-FF1F-E893-4C04A25CA18D}"/>
          </ac:graphicFrameMkLst>
        </pc:graphicFrameChg>
        <pc:graphicFrameChg chg="add mod modGraphic">
          <ac:chgData name="井上 ゆき" userId="9a4db8be-3331-4665-be8a-3d7f16d5f375" providerId="ADAL" clId="{3B98244C-AD1C-4DB8-A1CE-0D7CDA09C107}" dt="2025-12-12T04:59:34.476" v="10018" actId="20577"/>
          <ac:graphicFrameMkLst>
            <pc:docMk/>
            <pc:sldMk cId="2178550647" sldId="804"/>
            <ac:graphicFrameMk id="3" creationId="{C185A939-0282-7070-AFC8-341B3CFCCDF1}"/>
          </ac:graphicFrameMkLst>
        </pc:graphicFrameChg>
        <pc:graphicFrameChg chg="del">
          <ac:chgData name="井上 ゆき" userId="9a4db8be-3331-4665-be8a-3d7f16d5f375" providerId="ADAL" clId="{3B98244C-AD1C-4DB8-A1CE-0D7CDA09C107}" dt="2025-12-12T04:39:08.618" v="9980" actId="478"/>
          <ac:graphicFrameMkLst>
            <pc:docMk/>
            <pc:sldMk cId="2178550647" sldId="804"/>
            <ac:graphicFrameMk id="4" creationId="{AD480C12-824A-E1C5-2095-9A17E80DADC9}"/>
          </ac:graphicFrameMkLst>
        </pc:graphicFrameChg>
      </pc:sldChg>
      <pc:sldChg chg="addSp delSp modSp new mod ord">
        <pc:chgData name="井上 ゆき" userId="9a4db8be-3331-4665-be8a-3d7f16d5f375" providerId="ADAL" clId="{3B98244C-AD1C-4DB8-A1CE-0D7CDA09C107}" dt="2025-12-12T00:42:46.115" v="9938" actId="6549"/>
        <pc:sldMkLst>
          <pc:docMk/>
          <pc:sldMk cId="673680177" sldId="837"/>
        </pc:sldMkLst>
        <pc:spChg chg="add mod">
          <ac:chgData name="井上 ゆき" userId="9a4db8be-3331-4665-be8a-3d7f16d5f375" providerId="ADAL" clId="{3B98244C-AD1C-4DB8-A1CE-0D7CDA09C107}" dt="2025-12-12T00:42:46.115" v="9938" actId="6549"/>
          <ac:spMkLst>
            <pc:docMk/>
            <pc:sldMk cId="673680177" sldId="837"/>
            <ac:spMk id="5" creationId="{B9D458F7-5951-495C-4C38-E5D707E058DE}"/>
          </ac:spMkLst>
        </pc:spChg>
        <pc:spChg chg="add mod">
          <ac:chgData name="井上 ゆき" userId="9a4db8be-3331-4665-be8a-3d7f16d5f375" providerId="ADAL" clId="{3B98244C-AD1C-4DB8-A1CE-0D7CDA09C107}" dt="2025-12-05T04:55:02.835" v="6639"/>
          <ac:spMkLst>
            <pc:docMk/>
            <pc:sldMk cId="673680177" sldId="837"/>
            <ac:spMk id="9" creationId="{F67863AA-1CB1-8234-1BCB-5364ECC5840B}"/>
          </ac:spMkLst>
        </pc:spChg>
        <pc:graphicFrameChg chg="add mod modGraphic">
          <ac:chgData name="井上 ゆき" userId="9a4db8be-3331-4665-be8a-3d7f16d5f375" providerId="ADAL" clId="{3B98244C-AD1C-4DB8-A1CE-0D7CDA09C107}" dt="2025-12-11T02:52:51.092" v="9691" actId="2165"/>
          <ac:graphicFrameMkLst>
            <pc:docMk/>
            <pc:sldMk cId="673680177" sldId="837"/>
            <ac:graphicFrameMk id="4" creationId="{0E8BC61A-CE54-09A5-593C-6B419EC843CC}"/>
          </ac:graphicFrameMkLst>
        </pc:graphicFrameChg>
      </pc:sldChg>
      <pc:sldChg chg="addSp delSp modSp new mod chgLayout">
        <pc:chgData name="井上 ゆき" userId="9a4db8be-3331-4665-be8a-3d7f16d5f375" providerId="ADAL" clId="{3B98244C-AD1C-4DB8-A1CE-0D7CDA09C107}" dt="2025-12-05T04:53:12.759" v="6529"/>
        <pc:sldMkLst>
          <pc:docMk/>
          <pc:sldMk cId="4173247399" sldId="838"/>
        </pc:sldMkLst>
        <pc:spChg chg="add mod ord">
          <ac:chgData name="井上 ゆき" userId="9a4db8be-3331-4665-be8a-3d7f16d5f375" providerId="ADAL" clId="{3B98244C-AD1C-4DB8-A1CE-0D7CDA09C107}" dt="2025-12-05T04:53:12.759" v="6529"/>
          <ac:spMkLst>
            <pc:docMk/>
            <pc:sldMk cId="4173247399" sldId="838"/>
            <ac:spMk id="4" creationId="{A7AE4085-41C5-741D-CB44-8E53C21826C6}"/>
          </ac:spMkLst>
        </pc:spChg>
      </pc:sldChg>
      <pc:sldChg chg="modSp add del mod">
        <pc:chgData name="井上 ゆき" userId="9a4db8be-3331-4665-be8a-3d7f16d5f375" providerId="ADAL" clId="{3B98244C-AD1C-4DB8-A1CE-0D7CDA09C107}" dt="2025-12-11T02:54:35.105" v="9695" actId="47"/>
        <pc:sldMkLst>
          <pc:docMk/>
          <pc:sldMk cId="4048392057" sldId="839"/>
        </pc:sldMkLst>
      </pc:sldChg>
      <pc:sldChg chg="addSp delSp modSp new del mod">
        <pc:chgData name="井上 ゆき" userId="9a4db8be-3331-4665-be8a-3d7f16d5f375" providerId="ADAL" clId="{3B98244C-AD1C-4DB8-A1CE-0D7CDA09C107}" dt="2025-12-11T02:54:35.105" v="9695" actId="47"/>
        <pc:sldMkLst>
          <pc:docMk/>
          <pc:sldMk cId="2164056931" sldId="840"/>
        </pc:sldMkLst>
      </pc:sldChg>
      <pc:sldChg chg="addSp delSp modSp add del mod">
        <pc:chgData name="井上 ゆき" userId="9a4db8be-3331-4665-be8a-3d7f16d5f375" providerId="ADAL" clId="{3B98244C-AD1C-4DB8-A1CE-0D7CDA09C107}" dt="2025-12-11T02:54:35.105" v="9695" actId="47"/>
        <pc:sldMkLst>
          <pc:docMk/>
          <pc:sldMk cId="530907503" sldId="841"/>
        </pc:sldMkLst>
      </pc:sldChg>
      <pc:sldChg chg="addSp delSp modSp add del mod">
        <pc:chgData name="井上 ゆき" userId="9a4db8be-3331-4665-be8a-3d7f16d5f375" providerId="ADAL" clId="{3B98244C-AD1C-4DB8-A1CE-0D7CDA09C107}" dt="2025-12-11T02:54:35.105" v="9695" actId="47"/>
        <pc:sldMkLst>
          <pc:docMk/>
          <pc:sldMk cId="1583532352" sldId="842"/>
        </pc:sldMkLst>
      </pc:sldChg>
      <pc:sldChg chg="addSp delSp modSp add del mod">
        <pc:chgData name="井上 ゆき" userId="9a4db8be-3331-4665-be8a-3d7f16d5f375" providerId="ADAL" clId="{3B98244C-AD1C-4DB8-A1CE-0D7CDA09C107}" dt="2025-12-11T02:54:35.105" v="9695" actId="47"/>
        <pc:sldMkLst>
          <pc:docMk/>
          <pc:sldMk cId="4290057516" sldId="844"/>
        </pc:sldMkLst>
      </pc:sldChg>
      <pc:sldChg chg="addSp delSp modSp add del mod ord">
        <pc:chgData name="井上 ゆき" userId="9a4db8be-3331-4665-be8a-3d7f16d5f375" providerId="ADAL" clId="{3B98244C-AD1C-4DB8-A1CE-0D7CDA09C107}" dt="2025-12-11T02:54:35.105" v="9695" actId="47"/>
        <pc:sldMkLst>
          <pc:docMk/>
          <pc:sldMk cId="3986842718" sldId="846"/>
        </pc:sldMkLst>
      </pc:sldChg>
      <pc:sldChg chg="addSp delSp modSp new del mod">
        <pc:chgData name="井上 ゆき" userId="9a4db8be-3331-4665-be8a-3d7f16d5f375" providerId="ADAL" clId="{3B98244C-AD1C-4DB8-A1CE-0D7CDA09C107}" dt="2025-12-11T02:54:35.105" v="9695" actId="47"/>
        <pc:sldMkLst>
          <pc:docMk/>
          <pc:sldMk cId="1352352489" sldId="848"/>
        </pc:sldMkLst>
      </pc:sldChg>
      <pc:sldChg chg="addSp delSp modSp new del mod">
        <pc:chgData name="井上 ゆき" userId="9a4db8be-3331-4665-be8a-3d7f16d5f375" providerId="ADAL" clId="{3B98244C-AD1C-4DB8-A1CE-0D7CDA09C107}" dt="2025-12-11T02:54:35.105" v="9695" actId="47"/>
        <pc:sldMkLst>
          <pc:docMk/>
          <pc:sldMk cId="3253993839" sldId="849"/>
        </pc:sldMkLst>
      </pc:sldChg>
      <pc:sldChg chg="addSp delSp modSp new del mod">
        <pc:chgData name="井上 ゆき" userId="9a4db8be-3331-4665-be8a-3d7f16d5f375" providerId="ADAL" clId="{3B98244C-AD1C-4DB8-A1CE-0D7CDA09C107}" dt="2025-12-11T02:54:35.105" v="9695" actId="47"/>
        <pc:sldMkLst>
          <pc:docMk/>
          <pc:sldMk cId="3755675346" sldId="850"/>
        </pc:sldMkLst>
      </pc:sldChg>
      <pc:sldChg chg="addSp delSp modSp new del mod">
        <pc:chgData name="井上 ゆき" userId="9a4db8be-3331-4665-be8a-3d7f16d5f375" providerId="ADAL" clId="{3B98244C-AD1C-4DB8-A1CE-0D7CDA09C107}" dt="2025-12-11T02:54:35.105" v="9695" actId="47"/>
        <pc:sldMkLst>
          <pc:docMk/>
          <pc:sldMk cId="1654055994" sldId="851"/>
        </pc:sldMkLst>
      </pc:sldChg>
      <pc:sldChg chg="addSp delSp modSp new del mod">
        <pc:chgData name="井上 ゆき" userId="9a4db8be-3331-4665-be8a-3d7f16d5f375" providerId="ADAL" clId="{3B98244C-AD1C-4DB8-A1CE-0D7CDA09C107}" dt="2025-12-11T02:54:35.105" v="9695" actId="47"/>
        <pc:sldMkLst>
          <pc:docMk/>
          <pc:sldMk cId="3368700596" sldId="852"/>
        </pc:sldMkLst>
      </pc:sldChg>
      <pc:sldChg chg="addSp delSp modSp add del mod">
        <pc:chgData name="井上 ゆき" userId="9a4db8be-3331-4665-be8a-3d7f16d5f375" providerId="ADAL" clId="{3B98244C-AD1C-4DB8-A1CE-0D7CDA09C107}" dt="2025-12-11T02:54:35.105" v="9695" actId="47"/>
        <pc:sldMkLst>
          <pc:docMk/>
          <pc:sldMk cId="2687985373" sldId="853"/>
        </pc:sldMkLst>
      </pc:sldChg>
      <pc:sldChg chg="addSp delSp modSp add del mod">
        <pc:chgData name="井上 ゆき" userId="9a4db8be-3331-4665-be8a-3d7f16d5f375" providerId="ADAL" clId="{3B98244C-AD1C-4DB8-A1CE-0D7CDA09C107}" dt="2025-12-11T02:54:35.105" v="9695" actId="47"/>
        <pc:sldMkLst>
          <pc:docMk/>
          <pc:sldMk cId="1194546988" sldId="854"/>
        </pc:sldMkLst>
      </pc:sldChg>
      <pc:sldChg chg="addSp delSp modSp new del mod">
        <pc:chgData name="井上 ゆき" userId="9a4db8be-3331-4665-be8a-3d7f16d5f375" providerId="ADAL" clId="{3B98244C-AD1C-4DB8-A1CE-0D7CDA09C107}" dt="2025-12-11T02:54:35.105" v="9695" actId="47"/>
        <pc:sldMkLst>
          <pc:docMk/>
          <pc:sldMk cId="2370484740" sldId="855"/>
        </pc:sldMkLst>
      </pc:sldChg>
      <pc:sldChg chg="addSp delSp modSp add del mod">
        <pc:chgData name="井上 ゆき" userId="9a4db8be-3331-4665-be8a-3d7f16d5f375" providerId="ADAL" clId="{3B98244C-AD1C-4DB8-A1CE-0D7CDA09C107}" dt="2025-12-11T02:54:35.105" v="9695" actId="47"/>
        <pc:sldMkLst>
          <pc:docMk/>
          <pc:sldMk cId="2876440549" sldId="856"/>
        </pc:sldMkLst>
      </pc:sldChg>
      <pc:sldChg chg="addSp delSp modSp add del mod">
        <pc:chgData name="井上 ゆき" userId="9a4db8be-3331-4665-be8a-3d7f16d5f375" providerId="ADAL" clId="{3B98244C-AD1C-4DB8-A1CE-0D7CDA09C107}" dt="2025-12-11T02:54:35.105" v="9695" actId="47"/>
        <pc:sldMkLst>
          <pc:docMk/>
          <pc:sldMk cId="3350780388" sldId="857"/>
        </pc:sldMkLst>
      </pc:sldChg>
      <pc:sldChg chg="addSp delSp modSp new del mod">
        <pc:chgData name="井上 ゆき" userId="9a4db8be-3331-4665-be8a-3d7f16d5f375" providerId="ADAL" clId="{3B98244C-AD1C-4DB8-A1CE-0D7CDA09C107}" dt="2025-12-11T02:54:35.105" v="9695" actId="47"/>
        <pc:sldMkLst>
          <pc:docMk/>
          <pc:sldMk cId="612615437" sldId="858"/>
        </pc:sldMkLst>
      </pc:sldChg>
      <pc:sldChg chg="addSp delSp modSp add del mod">
        <pc:chgData name="井上 ゆき" userId="9a4db8be-3331-4665-be8a-3d7f16d5f375" providerId="ADAL" clId="{3B98244C-AD1C-4DB8-A1CE-0D7CDA09C107}" dt="2025-12-11T02:54:35.105" v="9695" actId="47"/>
        <pc:sldMkLst>
          <pc:docMk/>
          <pc:sldMk cId="1557393333" sldId="85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6CA9A1-49A5-4813-BE73-64411D697E83}" type="datetimeFigureOut">
              <a:rPr kumimoji="1" lang="ja-JP" altLang="en-US" smtClean="0"/>
              <a:t>2025/12/12</a:t>
            </a:fld>
            <a:endParaRPr kumimoji="1" lang="ja-JP" altLang="en-US"/>
          </a:p>
        </p:txBody>
      </p:sp>
      <p:sp>
        <p:nvSpPr>
          <p:cNvPr id="4" name="フッター プレースホルダー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2E35D2-4F1F-4BDF-88EC-2B2C6B449510}" type="slidenum">
              <a:rPr kumimoji="1" lang="ja-JP" altLang="en-US" smtClean="0"/>
              <a:t>‹#›</a:t>
            </a:fld>
            <a:endParaRPr kumimoji="1" lang="ja-JP" altLang="en-US"/>
          </a:p>
        </p:txBody>
      </p:sp>
    </p:spTree>
    <p:extLst>
      <p:ext uri="{BB962C8B-B14F-4D97-AF65-F5344CB8AC3E}">
        <p14:creationId xmlns:p14="http://schemas.microsoft.com/office/powerpoint/2010/main" val="20501498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218005-AB2E-4230-9CBF-EC876F8C3946}" type="datetimeFigureOut">
              <a:rPr kumimoji="1" lang="ja-JP" altLang="en-US" smtClean="0"/>
              <a:t>2025/12/12</a:t>
            </a:fld>
            <a:endParaRPr kumimoji="1" lang="ja-JP" altLang="en-US"/>
          </a:p>
        </p:txBody>
      </p:sp>
      <p:sp>
        <p:nvSpPr>
          <p:cNvPr id="4" name="スライド イメージ プレースホルダー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6E3972-898B-454C-95F2-E930BA80A49A}" type="slidenum">
              <a:rPr kumimoji="1" lang="ja-JP" altLang="en-US" smtClean="0"/>
              <a:t>‹#›</a:t>
            </a:fld>
            <a:endParaRPr kumimoji="1" lang="ja-JP" altLang="en-US"/>
          </a:p>
        </p:txBody>
      </p:sp>
    </p:spTree>
    <p:extLst>
      <p:ext uri="{BB962C8B-B14F-4D97-AF65-F5344CB8AC3E}">
        <p14:creationId xmlns:p14="http://schemas.microsoft.com/office/powerpoint/2010/main" val="216073034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AF6E3972-898B-454C-95F2-E930BA80A49A}" type="slidenum">
              <a:rPr kumimoji="1" lang="ja-JP" altLang="en-US" smtClean="0"/>
              <a:t>0</a:t>
            </a:fld>
            <a:endParaRPr kumimoji="1" lang="ja-JP" altLang="en-US"/>
          </a:p>
        </p:txBody>
      </p:sp>
    </p:spTree>
    <p:extLst>
      <p:ext uri="{BB962C8B-B14F-4D97-AF65-F5344CB8AC3E}">
        <p14:creationId xmlns:p14="http://schemas.microsoft.com/office/powerpoint/2010/main" val="4032109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F6E3972-898B-454C-95F2-E930BA80A49A}" type="slidenum">
              <a:rPr kumimoji="1" lang="ja-JP" altLang="en-US" smtClean="0"/>
              <a:t>2</a:t>
            </a:fld>
            <a:endParaRPr kumimoji="1" lang="ja-JP" altLang="en-US"/>
          </a:p>
        </p:txBody>
      </p:sp>
    </p:spTree>
    <p:extLst>
      <p:ext uri="{BB962C8B-B14F-4D97-AF65-F5344CB8AC3E}">
        <p14:creationId xmlns:p14="http://schemas.microsoft.com/office/powerpoint/2010/main" val="1443599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F6E3972-898B-454C-95F2-E930BA80A49A}" type="slidenum">
              <a:rPr kumimoji="1" lang="ja-JP" altLang="en-US" smtClean="0"/>
              <a:t>3</a:t>
            </a:fld>
            <a:endParaRPr kumimoji="1" lang="ja-JP" altLang="en-US"/>
          </a:p>
        </p:txBody>
      </p:sp>
    </p:spTree>
    <p:extLst>
      <p:ext uri="{BB962C8B-B14F-4D97-AF65-F5344CB8AC3E}">
        <p14:creationId xmlns:p14="http://schemas.microsoft.com/office/powerpoint/2010/main" val="3598924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F6E3972-898B-454C-95F2-E930BA80A49A}" type="slidenum">
              <a:rPr kumimoji="1" lang="ja-JP" altLang="en-US" smtClean="0"/>
              <a:t>6</a:t>
            </a:fld>
            <a:endParaRPr kumimoji="1" lang="ja-JP" altLang="en-US"/>
          </a:p>
        </p:txBody>
      </p:sp>
    </p:spTree>
    <p:extLst>
      <p:ext uri="{BB962C8B-B14F-4D97-AF65-F5344CB8AC3E}">
        <p14:creationId xmlns:p14="http://schemas.microsoft.com/office/powerpoint/2010/main" val="689669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タイトル">
    <p:spTree>
      <p:nvGrpSpPr>
        <p:cNvPr id="1" name=""/>
        <p:cNvGrpSpPr/>
        <p:nvPr/>
      </p:nvGrpSpPr>
      <p:grpSpPr>
        <a:xfrm>
          <a:off x="0" y="0"/>
          <a:ext cx="0" cy="0"/>
          <a:chOff x="0" y="0"/>
          <a:chExt cx="0" cy="0"/>
        </a:xfrm>
      </p:grpSpPr>
      <p:sp>
        <p:nvSpPr>
          <p:cNvPr id="2" name="タイトル 1"/>
          <p:cNvSpPr>
            <a:spLocks noGrp="1"/>
          </p:cNvSpPr>
          <p:nvPr>
            <p:ph type="ctrTitle"/>
          </p:nvPr>
        </p:nvSpPr>
        <p:spPr>
          <a:xfrm>
            <a:off x="812800" y="3096601"/>
            <a:ext cx="8280400" cy="664797"/>
          </a:xfrm>
        </p:spPr>
        <p:txBody>
          <a:bodyPr wrap="square">
            <a:spAutoFit/>
          </a:bodyPr>
          <a:lstStyle>
            <a:lvl1pPr algn="ctr">
              <a:lnSpc>
                <a:spcPct val="120000"/>
              </a:lnSpc>
              <a:defRPr sz="3600" b="1"/>
            </a:lvl1pPr>
          </a:lstStyle>
          <a:p>
            <a:endParaRPr kumimoji="1" lang="ja-JP" altLang="en-US"/>
          </a:p>
        </p:txBody>
      </p:sp>
      <p:sp>
        <p:nvSpPr>
          <p:cNvPr id="8" name="フッター プレースホルダー 3"/>
          <p:cNvSpPr>
            <a:spLocks noGrp="1"/>
          </p:cNvSpPr>
          <p:nvPr>
            <p:ph type="ftr" sz="quarter" idx="3"/>
          </p:nvPr>
        </p:nvSpPr>
        <p:spPr>
          <a:xfrm>
            <a:off x="92460" y="6575112"/>
            <a:ext cx="632346" cy="202260"/>
          </a:xfrm>
          <a:prstGeom prst="rect">
            <a:avLst/>
          </a:prstGeom>
          <a:solidFill>
            <a:schemeClr val="bg1"/>
          </a:solidFill>
          <a:ln>
            <a:noFill/>
          </a:ln>
        </p:spPr>
        <p:txBody>
          <a:bodyPr wrap="square" lIns="0" tIns="36000" rIns="0" bIns="18000" anchor="ctr" anchorCtr="0">
            <a:spAutoFit/>
          </a:bodyPr>
          <a:lstStyle>
            <a:lvl1pPr algn="ctr">
              <a:lnSpc>
                <a:spcPct val="120000"/>
              </a:lnSpc>
              <a:defRPr sz="800">
                <a:solidFill>
                  <a:schemeClr val="tx1"/>
                </a:solidFill>
                <a:latin typeface="+mn-ea"/>
                <a:ea typeface="+mn-ea"/>
                <a:cs typeface="メイリオ" pitchFamily="50" charset="-128"/>
              </a:defRPr>
            </a:lvl1pPr>
          </a:lstStyle>
          <a:p>
            <a:r>
              <a:rPr lang="en-US" altLang="ja-JP"/>
              <a:t>#J18031</a:t>
            </a:r>
            <a:endParaRPr lang="ja-JP" altLang="en-US"/>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2634353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目次">
    <p:spTree>
      <p:nvGrpSpPr>
        <p:cNvPr id="1" name=""/>
        <p:cNvGrpSpPr/>
        <p:nvPr/>
      </p:nvGrpSpPr>
      <p:grpSpPr>
        <a:xfrm>
          <a:off x="0" y="0"/>
          <a:ext cx="0" cy="0"/>
          <a:chOff x="0" y="0"/>
          <a:chExt cx="0" cy="0"/>
        </a:xfrm>
      </p:grpSpPr>
      <p:sp>
        <p:nvSpPr>
          <p:cNvPr id="6" name="Rectangle 6"/>
          <p:cNvSpPr>
            <a:spLocks noChangeArrowheads="1"/>
          </p:cNvSpPr>
          <p:nvPr userDrawn="1"/>
        </p:nvSpPr>
        <p:spPr bwMode="gray">
          <a:xfrm>
            <a:off x="0" y="0"/>
            <a:ext cx="1892300" cy="6858000"/>
          </a:xfrm>
          <a:prstGeom prst="rect">
            <a:avLst/>
          </a:prstGeom>
          <a:solidFill>
            <a:schemeClr val="tx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gray">
          <a:xfrm>
            <a:off x="2361600" y="1051200"/>
            <a:ext cx="6731600" cy="396044"/>
          </a:xfrm>
        </p:spPr>
        <p:txBody>
          <a:bodyPr/>
          <a:lstStyle>
            <a:lvl1pPr>
              <a:defRPr>
                <a:solidFill>
                  <a:schemeClr val="tx2"/>
                </a:solidFill>
              </a:defRPr>
            </a:lvl1pPr>
          </a:lstStyle>
          <a:p>
            <a:r>
              <a:rPr kumimoji="1" lang="ja-JP" altLang="en-US"/>
              <a:t>マスター タイトルの書式設定</a:t>
            </a:r>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5" name="フッター プレースホルダー 2"/>
          <p:cNvSpPr>
            <a:spLocks noGrp="1"/>
          </p:cNvSpPr>
          <p:nvPr>
            <p:ph type="ftr" sz="quarter" idx="3"/>
          </p:nvPr>
        </p:nvSpPr>
        <p:spPr bwMode="white">
          <a:xfrm>
            <a:off x="92460" y="6575112"/>
            <a:ext cx="632346" cy="202260"/>
          </a:xfrm>
          <a:prstGeom prst="rect">
            <a:avLst/>
          </a:prstGeom>
          <a:solidFill>
            <a:schemeClr val="bg1">
              <a:alpha val="20000"/>
            </a:schemeClr>
          </a:solidFill>
        </p:spPr>
        <p:txBody>
          <a:bodyPr lIns="0" tIns="36000" rIns="0" bIns="18000" anchor="ctr" anchorCtr="0"/>
          <a:lstStyle>
            <a:lvl1pPr algn="ctr">
              <a:lnSpc>
                <a:spcPct val="120000"/>
              </a:lnSpc>
              <a:defRPr sz="800">
                <a:solidFill>
                  <a:schemeClr val="bg1"/>
                </a:solidFill>
                <a:latin typeface="+mn-ea"/>
                <a:ea typeface="+mn-ea"/>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3093928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Only" preserve="1">
  <p:cSld name="中扉">
    <p:bg>
      <p:bgRef idx="1001">
        <a:schemeClr val="bg1"/>
      </p:bgRef>
    </p:bg>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9906000" cy="6858000"/>
          </a:xfrm>
          <a:prstGeom prst="rect">
            <a:avLst/>
          </a:prstGeom>
          <a:solidFill>
            <a:schemeClr val="bg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a:xfrm>
            <a:off x="632520" y="2988884"/>
            <a:ext cx="8640960" cy="844229"/>
          </a:xfrm>
          <a:ln w="6350">
            <a:solidFill>
              <a:schemeClr val="tx2"/>
            </a:solidFill>
          </a:ln>
        </p:spPr>
        <p:txBody>
          <a:bodyPr wrap="square" lIns="180000" tIns="180000" rIns="180000" bIns="144000">
            <a:spAutoFit/>
          </a:bodyPr>
          <a:lstStyle>
            <a:lvl1pPr algn="ctr">
              <a:lnSpc>
                <a:spcPct val="120000"/>
              </a:lnSpc>
              <a:defRPr sz="2800">
                <a:solidFill>
                  <a:schemeClr val="tx2"/>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a:xfrm>
            <a:off x="92460" y="6575112"/>
            <a:ext cx="632346" cy="202260"/>
          </a:xfrm>
          <a:prstGeom prst="rect">
            <a:avLst/>
          </a:prstGeom>
          <a:solidFill>
            <a:schemeClr val="bg1"/>
          </a:solidFill>
        </p:spPr>
        <p:txBody>
          <a:bodyPr lIns="0" tIns="36000" rIns="0" bIns="18000" anchor="ctr" anchorCtr="0"/>
          <a:lstStyle>
            <a:lvl1pPr algn="ctr">
              <a:lnSpc>
                <a:spcPct val="120000"/>
              </a:lnSpc>
              <a:defRPr sz="800">
                <a:solidFill>
                  <a:schemeClr val="tx2"/>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2"/>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126988676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lnSpc>
                <a:spcPct val="110000"/>
              </a:lnSpc>
              <a:defRPr/>
            </a:lvl1pPr>
          </a:lstStyle>
          <a:p>
            <a:r>
              <a:rPr kumimoji="1" lang="ja-JP" altLang="en-US"/>
              <a:t>マスター タイトルの書式設定</a:t>
            </a:r>
          </a:p>
        </p:txBody>
      </p:sp>
      <p:sp>
        <p:nvSpPr>
          <p:cNvPr id="7" name="Rectangle 10"/>
          <p:cNvSpPr>
            <a:spLocks noChangeArrowheads="1"/>
          </p:cNvSpPr>
          <p:nvPr userDrawn="1"/>
        </p:nvSpPr>
        <p:spPr bwMode="auto">
          <a:xfrm>
            <a:off x="0" y="639763"/>
            <a:ext cx="9906000" cy="36512"/>
          </a:xfrm>
          <a:prstGeom prst="rect">
            <a:avLst/>
          </a:prstGeom>
          <a:solidFill>
            <a:schemeClr val="bg1">
              <a:lumMod val="85000"/>
            </a:schemeClr>
          </a:solidFill>
          <a:ln>
            <a:noFill/>
          </a:ln>
          <a:effectLst/>
        </p:spPr>
        <p:txBody>
          <a:bodyPr wrap="none" lIns="0" tIns="0" rIns="0" bIns="0" anchor="ctr">
            <a:noAutofit/>
          </a:bodyPr>
          <a:lstStyle/>
          <a:p>
            <a:endParaRPr lang="ja-JP" altLang="en-US"/>
          </a:p>
        </p:txBody>
      </p:sp>
      <p:sp>
        <p:nvSpPr>
          <p:cNvPr id="8"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rgbClr val="4D4D4D"/>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9" name="フッター プレースホルダー 3"/>
          <p:cNvSpPr>
            <a:spLocks noGrp="1"/>
          </p:cNvSpPr>
          <p:nvPr>
            <p:ph type="ftr" sz="quarter" idx="3"/>
          </p:nvPr>
        </p:nvSpPr>
        <p:spPr>
          <a:xfrm>
            <a:off x="92460" y="6575112"/>
            <a:ext cx="632346" cy="202260"/>
          </a:xfrm>
          <a:prstGeom prst="rect">
            <a:avLst/>
          </a:prstGeom>
          <a:solidFill>
            <a:schemeClr val="bg1">
              <a:lumMod val="95000"/>
            </a:schemeClr>
          </a:solidFill>
          <a:ln>
            <a:noFill/>
          </a:ln>
        </p:spPr>
        <p:txBody>
          <a:bodyPr wrap="square" lIns="0" tIns="36000" rIns="0" bIns="18000" anchor="ctr" anchorCtr="0">
            <a:spAutoFit/>
          </a:bodyPr>
          <a:lstStyle>
            <a:lvl1pPr algn="ctr">
              <a:lnSpc>
                <a:spcPct val="120000"/>
              </a:lnSpc>
              <a:defRPr sz="800">
                <a:solidFill>
                  <a:schemeClr val="tx1"/>
                </a:solidFill>
                <a:latin typeface="+mn-ea"/>
                <a:ea typeface="+mn-ea"/>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1560100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補足#1">
    <p:spTree>
      <p:nvGrpSpPr>
        <p:cNvPr id="1" name=""/>
        <p:cNvGrpSpPr/>
        <p:nvPr/>
      </p:nvGrpSpPr>
      <p:grpSpPr>
        <a:xfrm>
          <a:off x="0" y="0"/>
          <a:ext cx="0" cy="0"/>
          <a:chOff x="0" y="0"/>
          <a:chExt cx="0" cy="0"/>
        </a:xfrm>
      </p:grpSpPr>
      <p:sp>
        <p:nvSpPr>
          <p:cNvPr id="8" name="角丸四角形 7"/>
          <p:cNvSpPr/>
          <p:nvPr userDrawn="1"/>
        </p:nvSpPr>
        <p:spPr bwMode="auto">
          <a:xfrm>
            <a:off x="0" y="1"/>
            <a:ext cx="9906000" cy="656692"/>
          </a:xfrm>
          <a:prstGeom prst="roundRect">
            <a:avLst>
              <a:gd name="adj" fmla="val 0"/>
            </a:avLst>
          </a:prstGeom>
          <a:solidFill>
            <a:schemeClr val="tx1">
              <a:alpha val="80000"/>
            </a:schemeClr>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a:solidFill>
                <a:schemeClr val="bg1"/>
              </a:solidFill>
              <a:latin typeface="メイリオ" pitchFamily="50" charset="-128"/>
              <a:ea typeface="メイリオ" pitchFamily="50" charset="-128"/>
              <a:cs typeface="メイリオ" pitchFamily="50" charset="-128"/>
            </a:endParaRPr>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rgbClr val="4D4D4D"/>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12" name="タイトル 11"/>
          <p:cNvSpPr>
            <a:spLocks noGrp="1"/>
          </p:cNvSpPr>
          <p:nvPr>
            <p:ph type="title"/>
          </p:nvPr>
        </p:nvSpPr>
        <p:spPr bwMode="white"/>
        <p:txBody>
          <a:bodyPr/>
          <a:lstStyle>
            <a:lvl1pPr>
              <a:lnSpc>
                <a:spcPct val="110000"/>
              </a:lnSpc>
              <a:defRPr sz="2400">
                <a:solidFill>
                  <a:schemeClr val="bg1"/>
                </a:solidFill>
              </a:defRPr>
            </a:lvl1pPr>
          </a:lstStyle>
          <a:p>
            <a:r>
              <a:rPr kumimoji="1" lang="ja-JP" altLang="en-US"/>
              <a:t>マスター タイトルの書式設定</a:t>
            </a:r>
          </a:p>
        </p:txBody>
      </p:sp>
      <p:sp>
        <p:nvSpPr>
          <p:cNvPr id="6" name="フッター プレースホルダー 3"/>
          <p:cNvSpPr>
            <a:spLocks noGrp="1"/>
          </p:cNvSpPr>
          <p:nvPr>
            <p:ph type="ftr" sz="quarter" idx="3"/>
          </p:nvPr>
        </p:nvSpPr>
        <p:spPr>
          <a:xfrm>
            <a:off x="92460" y="6575112"/>
            <a:ext cx="632346" cy="202260"/>
          </a:xfrm>
          <a:prstGeom prst="rect">
            <a:avLst/>
          </a:prstGeom>
          <a:solidFill>
            <a:schemeClr val="bg1">
              <a:lumMod val="95000"/>
            </a:schemeClr>
          </a:solidFill>
          <a:ln>
            <a:noFill/>
          </a:ln>
        </p:spPr>
        <p:txBody>
          <a:bodyPr wrap="square" lIns="0" tIns="36000" rIns="0" bIns="18000" anchor="ctr" anchorCtr="0">
            <a:spAutoFit/>
          </a:bodyPr>
          <a:lstStyle>
            <a:lvl1pPr algn="ctr">
              <a:lnSpc>
                <a:spcPct val="120000"/>
              </a:lnSpc>
              <a:defRPr sz="800">
                <a:solidFill>
                  <a:srgbClr val="4D4D4D"/>
                </a:solidFill>
                <a:latin typeface="+mn-ea"/>
                <a:ea typeface="+mn-ea"/>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3361829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補足#2">
    <p:spTree>
      <p:nvGrpSpPr>
        <p:cNvPr id="1" name=""/>
        <p:cNvGrpSpPr/>
        <p:nvPr/>
      </p:nvGrpSpPr>
      <p:grpSpPr>
        <a:xfrm>
          <a:off x="0" y="0"/>
          <a:ext cx="0" cy="0"/>
          <a:chOff x="0" y="0"/>
          <a:chExt cx="0" cy="0"/>
        </a:xfrm>
      </p:grpSpPr>
      <p:sp>
        <p:nvSpPr>
          <p:cNvPr id="2" name="タイトル 1"/>
          <p:cNvSpPr>
            <a:spLocks noGrp="1"/>
          </p:cNvSpPr>
          <p:nvPr>
            <p:ph type="title"/>
          </p:nvPr>
        </p:nvSpPr>
        <p:spPr>
          <a:xfrm>
            <a:off x="308484" y="404664"/>
            <a:ext cx="9253028" cy="396044"/>
          </a:xfrm>
        </p:spPr>
        <p:txBody>
          <a:bodyPr/>
          <a:lstStyle>
            <a:lvl1pPr algn="ctr">
              <a:defRPr b="0">
                <a:solidFill>
                  <a:schemeClr val="tx2"/>
                </a:solidFill>
              </a:defRPr>
            </a:lvl1pPr>
          </a:lstStyle>
          <a:p>
            <a:r>
              <a:rPr kumimoji="1" lang="ja-JP" altLang="en-US"/>
              <a:t>マスター タイトルの書式設定</a:t>
            </a:r>
          </a:p>
        </p:txBody>
      </p:sp>
      <p:sp>
        <p:nvSpPr>
          <p:cNvPr id="13" name="フッター プレースホルダー 3"/>
          <p:cNvSpPr>
            <a:spLocks noGrp="1"/>
          </p:cNvSpPr>
          <p:nvPr>
            <p:ph type="ftr" sz="quarter" idx="3"/>
          </p:nvPr>
        </p:nvSpPr>
        <p:spPr>
          <a:xfrm>
            <a:off x="272480" y="6381328"/>
            <a:ext cx="632346" cy="202260"/>
          </a:xfrm>
          <a:prstGeom prst="rect">
            <a:avLst/>
          </a:prstGeom>
          <a:solidFill>
            <a:schemeClr val="bg1">
              <a:lumMod val="95000"/>
            </a:schemeClr>
          </a:solidFill>
          <a:ln>
            <a:noFill/>
          </a:ln>
        </p:spPr>
        <p:txBody>
          <a:bodyPr wrap="square" lIns="0" tIns="36000" rIns="0" bIns="18000" anchor="ctr" anchorCtr="0">
            <a:spAutoFit/>
          </a:bodyPr>
          <a:lstStyle>
            <a:lvl1pPr algn="ctr">
              <a:lnSpc>
                <a:spcPct val="120000"/>
              </a:lnSpc>
              <a:defRPr sz="800">
                <a:solidFill>
                  <a:srgbClr val="4D4D4D"/>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a:xfrm>
            <a:off x="7329264" y="6412247"/>
            <a:ext cx="2311400" cy="257113"/>
          </a:xfrm>
          <a:prstGeom prst="rect">
            <a:avLst/>
          </a:prstGeom>
        </p:spPr>
        <p:txBody>
          <a:bodyPr vert="horz" lIns="0" tIns="0" rIns="0" bIns="0" rtlCol="0" anchor="ctr"/>
          <a:lstStyle>
            <a:lvl1pPr algn="r">
              <a:defRPr sz="10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11" name="角丸四角形 6"/>
          <p:cNvSpPr/>
          <p:nvPr userDrawn="1"/>
        </p:nvSpPr>
        <p:spPr bwMode="auto">
          <a:xfrm>
            <a:off x="0" y="0"/>
            <a:ext cx="9912016" cy="6858000"/>
          </a:xfrm>
          <a:custGeom>
            <a:avLst/>
            <a:gdLst/>
            <a:ahLst/>
            <a:cxnLst/>
            <a:rect l="l" t="t" r="r" b="b"/>
            <a:pathLst>
              <a:path w="9903600" h="6858000">
                <a:moveTo>
                  <a:pt x="183240" y="144000"/>
                </a:moveTo>
                <a:cubicBezTo>
                  <a:pt x="162231" y="144000"/>
                  <a:pt x="145200" y="161031"/>
                  <a:pt x="145200" y="182040"/>
                </a:cubicBezTo>
                <a:lnTo>
                  <a:pt x="145200" y="6675960"/>
                </a:lnTo>
                <a:cubicBezTo>
                  <a:pt x="145200" y="6696969"/>
                  <a:pt x="162231" y="6714000"/>
                  <a:pt x="183240" y="6714000"/>
                </a:cubicBezTo>
                <a:lnTo>
                  <a:pt x="9722760" y="6714000"/>
                </a:lnTo>
                <a:cubicBezTo>
                  <a:pt x="9743769" y="6714000"/>
                  <a:pt x="9760800" y="6696969"/>
                  <a:pt x="9760800" y="6675960"/>
                </a:cubicBezTo>
                <a:lnTo>
                  <a:pt x="9760800" y="182040"/>
                </a:lnTo>
                <a:cubicBezTo>
                  <a:pt x="9760800" y="161031"/>
                  <a:pt x="9743769" y="144000"/>
                  <a:pt x="9722760" y="144000"/>
                </a:cubicBezTo>
                <a:close/>
                <a:moveTo>
                  <a:pt x="0" y="0"/>
                </a:moveTo>
                <a:lnTo>
                  <a:pt x="9903600" y="0"/>
                </a:lnTo>
                <a:lnTo>
                  <a:pt x="9903600" y="6858000"/>
                </a:lnTo>
                <a:lnTo>
                  <a:pt x="0" y="6858000"/>
                </a:lnTo>
                <a:close/>
              </a:path>
            </a:pathLst>
          </a:custGeom>
          <a:solidFill>
            <a:schemeClr val="tx2"/>
          </a:solidFill>
          <a:ln>
            <a:noFill/>
          </a:ln>
          <a:effectLst/>
        </p:spPr>
        <p:txBody>
          <a:bodyPr wrap="square" lIns="0" tIns="0" rIns="0" bIns="0" rtlCol="0" anchor="ctr">
            <a:noAutofit/>
          </a:bodyPr>
          <a:lstStyle/>
          <a:p>
            <a:pPr algn="just">
              <a:lnSpc>
                <a:spcPct val="140000"/>
              </a:lnSpc>
              <a:spcBef>
                <a:spcPct val="0"/>
              </a:spcBef>
              <a:spcAft>
                <a:spcPts val="600"/>
              </a:spcAft>
            </a:pPr>
            <a:endParaRPr lang="ja-JP" altLang="en-US" sz="1600">
              <a:solidFill>
                <a:srgbClr val="4D4D4D"/>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130265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ブランク（ベースカラー）">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solidFill>
                  <a:schemeClr val="tx1"/>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a:xfrm>
            <a:off x="92460" y="6575112"/>
            <a:ext cx="632346" cy="202260"/>
          </a:xfrm>
          <a:prstGeom prst="rect">
            <a:avLst/>
          </a:prstGeom>
          <a:solidFill>
            <a:schemeClr val="bg1">
              <a:lumMod val="95000"/>
            </a:schemeClr>
          </a:solidFill>
        </p:spPr>
        <p:txBody>
          <a:bodyPr lIns="0" tIns="36000" rIns="0" bIns="18000" anchor="ctr" anchorCtr="0"/>
          <a:lstStyle>
            <a:lvl1pPr algn="ctr">
              <a:lnSpc>
                <a:spcPct val="120000"/>
              </a:lnSpc>
              <a:defRPr sz="800">
                <a:solidFill>
                  <a:schemeClr val="tx1"/>
                </a:solidFill>
                <a:latin typeface="メイリオ" pitchFamily="50" charset="-128"/>
                <a:ea typeface="メイリオ" pitchFamily="50" charset="-128"/>
                <a:cs typeface="メイリオ" pitchFamily="50" charset="-128"/>
              </a:defRPr>
            </a:lvl1pPr>
          </a:lstStyle>
          <a:p>
            <a:r>
              <a:rPr lang="en-US" altLang="ja-JP"/>
              <a:t>#J18031</a:t>
            </a:r>
            <a:endParaRPr lang="ja-JP" altLang="en-US"/>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1"/>
                </a:solidFill>
                <a:latin typeface="メイリオ" pitchFamily="50" charset="-128"/>
                <a:ea typeface="メイリオ" pitchFamily="50" charset="-128"/>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1366344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ブランク（メインカラー）">
    <p:bg>
      <p:bgRef idx="1001">
        <a:schemeClr val="bg1"/>
      </p:bgRef>
    </p:bg>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9906000" cy="6858000"/>
          </a:xfrm>
          <a:prstGeom prst="rect">
            <a:avLst/>
          </a:prstGeom>
          <a:solidFill>
            <a:schemeClr val="tx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white"/>
        <p:txBody>
          <a:bodyPr/>
          <a:lstStyle>
            <a:lvl1pPr>
              <a:defRPr>
                <a:solidFill>
                  <a:schemeClr val="bg1"/>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bwMode="white">
          <a:xfrm>
            <a:off x="92460" y="6575112"/>
            <a:ext cx="632346" cy="202260"/>
          </a:xfrm>
          <a:prstGeom prst="rect">
            <a:avLst/>
          </a:prstGeom>
          <a:solidFill>
            <a:schemeClr val="bg1">
              <a:alpha val="20000"/>
            </a:schemeClr>
          </a:solidFill>
        </p:spPr>
        <p:txBody>
          <a:bodyPr lIns="0" tIns="36000" rIns="0" bIns="18000" anchor="ctr" anchorCtr="0"/>
          <a:lstStyle>
            <a:lvl1pPr algn="ctr">
              <a:lnSpc>
                <a:spcPct val="120000"/>
              </a:lnSpc>
              <a:defRPr sz="800">
                <a:solidFill>
                  <a:schemeClr val="bg1"/>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bwMode="white">
          <a:xfrm>
            <a:off x="7437276" y="6592267"/>
            <a:ext cx="2311400" cy="257113"/>
          </a:xfrm>
          <a:prstGeom prst="rect">
            <a:avLst/>
          </a:prstGeom>
        </p:spPr>
        <p:txBody>
          <a:bodyPr vert="horz" lIns="0" tIns="0" rIns="0" bIns="0" rtlCol="0" anchor="ctr"/>
          <a:lstStyle>
            <a:lvl1pPr algn="r">
              <a:defRPr sz="1000" b="1">
                <a:solidFill>
                  <a:schemeClr val="bg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106267437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ブランク（ブラック）">
    <p:bg>
      <p:bgRef idx="1001">
        <a:schemeClr val="bg1"/>
      </p:bgRef>
    </p:bg>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9906000" cy="6858000"/>
          </a:xfrm>
          <a:prstGeom prst="rect">
            <a:avLst/>
          </a:prstGeom>
          <a:solidFill>
            <a:srgbClr val="000000"/>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white"/>
        <p:txBody>
          <a:bodyPr/>
          <a:lstStyle>
            <a:lvl1pPr>
              <a:defRPr>
                <a:solidFill>
                  <a:schemeClr val="bg1"/>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bwMode="white">
          <a:xfrm>
            <a:off x="92460" y="6575112"/>
            <a:ext cx="632346" cy="202260"/>
          </a:xfrm>
          <a:prstGeom prst="rect">
            <a:avLst/>
          </a:prstGeom>
          <a:solidFill>
            <a:schemeClr val="bg1">
              <a:alpha val="20000"/>
            </a:schemeClr>
          </a:solidFill>
        </p:spPr>
        <p:txBody>
          <a:bodyPr lIns="0" tIns="36000" rIns="0" bIns="18000" anchor="ctr" anchorCtr="0"/>
          <a:lstStyle>
            <a:lvl1pPr algn="ctr">
              <a:lnSpc>
                <a:spcPct val="120000"/>
              </a:lnSpc>
              <a:defRPr sz="800">
                <a:solidFill>
                  <a:schemeClr val="bg1"/>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bwMode="white">
          <a:xfrm>
            <a:off x="7437276" y="6592267"/>
            <a:ext cx="2311400" cy="257113"/>
          </a:xfrm>
          <a:prstGeom prst="rect">
            <a:avLst/>
          </a:prstGeom>
        </p:spPr>
        <p:txBody>
          <a:bodyPr vert="horz" lIns="0" tIns="0" rIns="0" bIns="0" rtlCol="0" anchor="ctr"/>
          <a:lstStyle>
            <a:lvl1pPr algn="r">
              <a:defRPr sz="1000" b="1">
                <a:solidFill>
                  <a:schemeClr val="bg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400698693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ガイド位置">
    <p:spTree>
      <p:nvGrpSpPr>
        <p:cNvPr id="1" name=""/>
        <p:cNvGrpSpPr/>
        <p:nvPr/>
      </p:nvGrpSpPr>
      <p:grpSpPr>
        <a:xfrm>
          <a:off x="0" y="0"/>
          <a:ext cx="0" cy="0"/>
          <a:chOff x="0" y="0"/>
          <a:chExt cx="0" cy="0"/>
        </a:xfrm>
      </p:grpSpPr>
      <p:cxnSp>
        <p:nvCxnSpPr>
          <p:cNvPr id="27" name="直線コネクタ 26"/>
          <p:cNvCxnSpPr/>
          <p:nvPr userDrawn="1"/>
        </p:nvCxnSpPr>
        <p:spPr>
          <a:xfrm flipV="1">
            <a:off x="812800"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userDrawn="1"/>
        </p:nvCxnSpPr>
        <p:spPr>
          <a:xfrm flipV="1">
            <a:off x="4953000"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userDrawn="1"/>
        </p:nvCxnSpPr>
        <p:spPr>
          <a:xfrm flipV="1">
            <a:off x="3405188" y="-1"/>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userDrawn="1"/>
        </p:nvCxnSpPr>
        <p:spPr>
          <a:xfrm flipV="1">
            <a:off x="6491288"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userDrawn="1"/>
        </p:nvCxnSpPr>
        <p:spPr>
          <a:xfrm flipV="1">
            <a:off x="9093200"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userDrawn="1"/>
        </p:nvCxnSpPr>
        <p:spPr>
          <a:xfrm flipH="1">
            <a:off x="0" y="656691"/>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userDrawn="1"/>
        </p:nvCxnSpPr>
        <p:spPr>
          <a:xfrm flipH="1">
            <a:off x="0" y="1881187"/>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userDrawn="1"/>
        </p:nvCxnSpPr>
        <p:spPr>
          <a:xfrm flipH="1">
            <a:off x="0" y="3428999"/>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userDrawn="1"/>
        </p:nvCxnSpPr>
        <p:spPr>
          <a:xfrm flipH="1">
            <a:off x="-13109" y="4976812"/>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userDrawn="1"/>
        </p:nvCxnSpPr>
        <p:spPr>
          <a:xfrm flipH="1">
            <a:off x="0" y="6201308"/>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37" name="AutoShape 33"/>
          <p:cNvSpPr>
            <a:spLocks noChangeArrowheads="1"/>
          </p:cNvSpPr>
          <p:nvPr userDrawn="1"/>
        </p:nvSpPr>
        <p:spPr bwMode="gray">
          <a:xfrm>
            <a:off x="4988942" y="3248980"/>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メイリオ" pitchFamily="50" charset="-128"/>
              </a:rPr>
              <a:t>0cm</a:t>
            </a:r>
          </a:p>
        </p:txBody>
      </p:sp>
      <p:sp>
        <p:nvSpPr>
          <p:cNvPr id="38" name="AutoShape 33"/>
          <p:cNvSpPr>
            <a:spLocks noChangeArrowheads="1"/>
          </p:cNvSpPr>
          <p:nvPr userDrawn="1"/>
        </p:nvSpPr>
        <p:spPr bwMode="gray">
          <a:xfrm>
            <a:off x="4989004" y="1715278"/>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39" name="AutoShape 33"/>
          <p:cNvSpPr>
            <a:spLocks noChangeArrowheads="1"/>
          </p:cNvSpPr>
          <p:nvPr userDrawn="1"/>
        </p:nvSpPr>
        <p:spPr bwMode="gray">
          <a:xfrm>
            <a:off x="236476" y="3563938"/>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11.50cm</a:t>
            </a:r>
          </a:p>
        </p:txBody>
      </p:sp>
      <p:sp>
        <p:nvSpPr>
          <p:cNvPr id="40" name="AutoShape 33"/>
          <p:cNvSpPr>
            <a:spLocks noChangeArrowheads="1"/>
          </p:cNvSpPr>
          <p:nvPr userDrawn="1"/>
        </p:nvSpPr>
        <p:spPr bwMode="gray">
          <a:xfrm>
            <a:off x="4989004" y="6021288"/>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7.70cm</a:t>
            </a:r>
          </a:p>
        </p:txBody>
      </p:sp>
      <p:sp>
        <p:nvSpPr>
          <p:cNvPr id="41" name="AutoShape 33"/>
          <p:cNvSpPr>
            <a:spLocks noChangeArrowheads="1"/>
          </p:cNvSpPr>
          <p:nvPr userDrawn="1"/>
        </p:nvSpPr>
        <p:spPr bwMode="gray">
          <a:xfrm>
            <a:off x="4989004" y="468891"/>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7.70cm</a:t>
            </a:r>
          </a:p>
        </p:txBody>
      </p:sp>
      <p:sp>
        <p:nvSpPr>
          <p:cNvPr id="42" name="AutoShape 33"/>
          <p:cNvSpPr>
            <a:spLocks noChangeArrowheads="1"/>
          </p:cNvSpPr>
          <p:nvPr userDrawn="1"/>
        </p:nvSpPr>
        <p:spPr bwMode="gray">
          <a:xfrm>
            <a:off x="2828764" y="3573016"/>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43" name="AutoShape 33"/>
          <p:cNvSpPr>
            <a:spLocks noChangeArrowheads="1"/>
          </p:cNvSpPr>
          <p:nvPr userDrawn="1"/>
        </p:nvSpPr>
        <p:spPr bwMode="gray">
          <a:xfrm>
            <a:off x="4376936" y="356523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0cm</a:t>
            </a:r>
          </a:p>
        </p:txBody>
      </p:sp>
      <p:sp>
        <p:nvSpPr>
          <p:cNvPr id="44" name="AutoShape 33"/>
          <p:cNvSpPr>
            <a:spLocks noChangeArrowheads="1"/>
          </p:cNvSpPr>
          <p:nvPr userDrawn="1"/>
        </p:nvSpPr>
        <p:spPr bwMode="gray">
          <a:xfrm>
            <a:off x="5925108" y="356523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45" name="AutoShape 33"/>
          <p:cNvSpPr>
            <a:spLocks noChangeArrowheads="1"/>
          </p:cNvSpPr>
          <p:nvPr userDrawn="1"/>
        </p:nvSpPr>
        <p:spPr bwMode="gray">
          <a:xfrm>
            <a:off x="8517396" y="356523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11.50cm</a:t>
            </a:r>
          </a:p>
        </p:txBody>
      </p:sp>
      <p:sp>
        <p:nvSpPr>
          <p:cNvPr id="46" name="AutoShape 33"/>
          <p:cNvSpPr>
            <a:spLocks noChangeArrowheads="1"/>
          </p:cNvSpPr>
          <p:nvPr userDrawn="1"/>
        </p:nvSpPr>
        <p:spPr bwMode="gray">
          <a:xfrm>
            <a:off x="4989004" y="482537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48" name="タイトル 1"/>
          <p:cNvSpPr>
            <a:spLocks noGrp="1"/>
          </p:cNvSpPr>
          <p:nvPr>
            <p:ph type="title"/>
          </p:nvPr>
        </p:nvSpPr>
        <p:spPr bwMode="gray">
          <a:xfrm>
            <a:off x="272480" y="152636"/>
            <a:ext cx="9361040" cy="396044"/>
          </a:xfrm>
        </p:spPr>
        <p:txBody>
          <a:bodyPr/>
          <a:lstStyle>
            <a:lvl1pPr>
              <a:defRPr>
                <a:solidFill>
                  <a:schemeClr val="tx1"/>
                </a:solidFill>
              </a:defRPr>
            </a:lvl1pPr>
          </a:lstStyle>
          <a:p>
            <a:r>
              <a:rPr kumimoji="1" lang="ja-JP" altLang="en-US"/>
              <a:t>マスター タイトルの書式設定</a:t>
            </a:r>
          </a:p>
        </p:txBody>
      </p:sp>
      <p:sp>
        <p:nvSpPr>
          <p:cNvPr id="49"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rgbClr val="4D4D4D"/>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26" name="フッター プレースホルダー 2"/>
          <p:cNvSpPr>
            <a:spLocks noGrp="1"/>
          </p:cNvSpPr>
          <p:nvPr>
            <p:ph type="ftr" sz="quarter" idx="3"/>
          </p:nvPr>
        </p:nvSpPr>
        <p:spPr>
          <a:xfrm>
            <a:off x="92460" y="6575112"/>
            <a:ext cx="632346" cy="202260"/>
          </a:xfrm>
          <a:prstGeom prst="rect">
            <a:avLst/>
          </a:prstGeom>
          <a:solidFill>
            <a:schemeClr val="bg1">
              <a:lumMod val="95000"/>
            </a:schemeClr>
          </a:solidFill>
        </p:spPr>
        <p:txBody>
          <a:bodyPr lIns="0" tIns="36000" rIns="0" bIns="18000" anchor="ctr" anchorCtr="0"/>
          <a:lstStyle>
            <a:lvl1pPr algn="ctr">
              <a:lnSpc>
                <a:spcPct val="120000"/>
              </a:lnSpc>
              <a:defRPr sz="800">
                <a:solidFill>
                  <a:schemeClr val="tx1"/>
                </a:solidFill>
                <a:latin typeface="メイリオ" pitchFamily="50" charset="-128"/>
                <a:ea typeface="メイリオ" pitchFamily="50" charset="-128"/>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2244655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tif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272480" y="152636"/>
            <a:ext cx="9361040" cy="396044"/>
          </a:xfrm>
          <a:prstGeom prst="rect">
            <a:avLst/>
          </a:prstGeom>
        </p:spPr>
        <p:txBody>
          <a:bodyPr vert="horz" lIns="0" tIns="0" rIns="0" bIns="0" rtlCol="0" anchor="ctr">
            <a:noAutofit/>
          </a:bodyPr>
          <a:lstStyle/>
          <a:p>
            <a:r>
              <a:rPr kumimoji="1" lang="ja-JP" altLang="en-US"/>
              <a:t>マスター タイトルの書式設定</a:t>
            </a:r>
          </a:p>
        </p:txBody>
      </p:sp>
      <p:pic>
        <p:nvPicPr>
          <p:cNvPr id="2050" name="Picture 2" descr="\\ts01\disk8\サイプレス\サイプレスロゴ\TIFFファイル\cypress_mono1.tif"/>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4608576" y="6633356"/>
            <a:ext cx="688848" cy="161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3298996"/>
      </p:ext>
    </p:extLst>
  </p:cSld>
  <p:clrMap bg1="lt1" tx1="dk1" bg2="lt2" tx2="dk2" accent1="accent1" accent2="accent2" accent3="accent3" accent4="accent4" accent5="accent5" accent6="accent6" hlink="hlink" folHlink="folHlink"/>
  <p:sldLayoutIdLst>
    <p:sldLayoutId id="2147483724" r:id="rId1"/>
    <p:sldLayoutId id="2147483663" r:id="rId2"/>
    <p:sldLayoutId id="2147483712" r:id="rId3"/>
    <p:sldLayoutId id="2147483725" r:id="rId4"/>
    <p:sldLayoutId id="2147483698" r:id="rId5"/>
    <p:sldLayoutId id="2147483714" r:id="rId6"/>
    <p:sldLayoutId id="2147483699" r:id="rId7"/>
    <p:sldLayoutId id="2147483700" r:id="rId8"/>
    <p:sldLayoutId id="2147483726" r:id="rId9"/>
    <p:sldLayoutId id="2147483716" r:id="rId10"/>
  </p:sldLayoutIdLst>
  <p:hf sldNum="0" hdr="0" ftr="0" dt="0"/>
  <p:txStyles>
    <p:titleStyle>
      <a:lvl1pPr algn="l" defTabSz="914400" rtl="0" eaLnBrk="1" latinLnBrk="0" hangingPunct="1">
        <a:spcBef>
          <a:spcPct val="0"/>
        </a:spcBef>
        <a:buNone/>
        <a:defRPr kumimoji="1" sz="2400" kern="1200">
          <a:solidFill>
            <a:schemeClr val="tx1"/>
          </a:solidFill>
          <a:latin typeface="+mj-ea"/>
          <a:ea typeface="+mj-ea"/>
          <a:cs typeface="メイリオ" pitchFamily="50" charset="-128"/>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812800" y="1204180"/>
            <a:ext cx="8280400" cy="3317831"/>
          </a:xfrm>
        </p:spPr>
        <p:txBody>
          <a:bodyPr anchor="t" anchorCtr="0">
            <a:spAutoFit/>
          </a:bodyPr>
          <a:lstStyle/>
          <a:p>
            <a:pPr>
              <a:lnSpc>
                <a:spcPct val="110000"/>
              </a:lnSpc>
            </a:pPr>
            <a:r>
              <a:rPr lang="ja-JP" altLang="en-US" sz="4000" dirty="0"/>
              <a:t>御見積書</a:t>
            </a:r>
            <a:br>
              <a:rPr lang="en-US" altLang="ja-JP" sz="4000" dirty="0"/>
            </a:br>
            <a:br>
              <a:rPr lang="en-US" altLang="ja-JP" sz="2400" b="0" dirty="0"/>
            </a:br>
            <a:r>
              <a:rPr lang="ja-JP" altLang="ja-JP" dirty="0"/>
              <a:t>海上入出荷計画業務システム</a:t>
            </a:r>
            <a:br>
              <a:rPr lang="en-US" altLang="ja-JP" dirty="0"/>
            </a:br>
            <a:r>
              <a:rPr lang="ja-JP" altLang="ja-JP" dirty="0"/>
              <a:t>（</a:t>
            </a:r>
            <a:r>
              <a:rPr lang="ja-JP" altLang="en-US" dirty="0"/>
              <a:t>北海道</a:t>
            </a:r>
            <a:r>
              <a:rPr lang="ja-JP" altLang="ja-JP" dirty="0"/>
              <a:t>）</a:t>
            </a:r>
            <a:r>
              <a:rPr lang="ja-JP" altLang="en-US" dirty="0"/>
              <a:t>機能反映対応</a:t>
            </a:r>
            <a:br>
              <a:rPr lang="en-US" altLang="ja-JP" sz="4000" dirty="0"/>
            </a:br>
            <a:r>
              <a:rPr lang="ja-JP" altLang="en-US" sz="4000" dirty="0"/>
              <a:t>見積　</a:t>
            </a:r>
            <a:br>
              <a:rPr lang="en-US" altLang="ja-JP" sz="2000" b="0" dirty="0"/>
            </a:br>
            <a:r>
              <a:rPr lang="en-US" altLang="ja-JP" sz="2000" dirty="0"/>
              <a:t>2025.12.11 Rev.1.0</a:t>
            </a:r>
            <a:endParaRPr kumimoji="1" lang="ja-JP" altLang="en-US" sz="1200" b="0" dirty="0"/>
          </a:p>
        </p:txBody>
      </p:sp>
      <p:sp>
        <p:nvSpPr>
          <p:cNvPr id="8" name="AutoShape 3"/>
          <p:cNvSpPr>
            <a:spLocks noChangeArrowheads="1"/>
          </p:cNvSpPr>
          <p:nvPr/>
        </p:nvSpPr>
        <p:spPr bwMode="auto">
          <a:xfrm>
            <a:off x="812800" y="1016732"/>
            <a:ext cx="8280399" cy="320088"/>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ct val="140000"/>
              </a:lnSpc>
              <a:spcAft>
                <a:spcPts val="1200"/>
              </a:spcAft>
            </a:pPr>
            <a:r>
              <a:rPr lang="ja-JP" altLang="en-US" sz="1600">
                <a:latin typeface="メイリオ" pitchFamily="50" charset="-128"/>
                <a:ea typeface="メイリオ" pitchFamily="50" charset="-128"/>
                <a:cs typeface="メイリオ" pitchFamily="50" charset="-128"/>
              </a:rPr>
              <a:t>　</a:t>
            </a:r>
            <a:endParaRPr lang="en-US" altLang="ja-JP" sz="1600">
              <a:latin typeface="メイリオ" pitchFamily="50" charset="-128"/>
              <a:ea typeface="メイリオ" pitchFamily="50" charset="-128"/>
              <a:cs typeface="メイリオ" pitchFamily="50" charset="-128"/>
            </a:endParaRPr>
          </a:p>
        </p:txBody>
      </p:sp>
      <p:sp>
        <p:nvSpPr>
          <p:cNvPr id="49" name="直角三角形 48"/>
          <p:cNvSpPr/>
          <p:nvPr/>
        </p:nvSpPr>
        <p:spPr bwMode="auto">
          <a:xfrm flipH="1">
            <a:off x="9285287" y="6237288"/>
            <a:ext cx="620713" cy="620713"/>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a:solidFill>
                <a:srgbClr val="4D4D4D"/>
              </a:solidFill>
              <a:latin typeface="メイリオ" pitchFamily="50" charset="-128"/>
              <a:ea typeface="メイリオ" pitchFamily="50" charset="-128"/>
              <a:cs typeface="メイリオ" pitchFamily="50" charset="-128"/>
            </a:endParaRPr>
          </a:p>
        </p:txBody>
      </p:sp>
      <p:sp>
        <p:nvSpPr>
          <p:cNvPr id="50" name="直角三角形 49"/>
          <p:cNvSpPr/>
          <p:nvPr/>
        </p:nvSpPr>
        <p:spPr bwMode="auto">
          <a:xfrm flipV="1">
            <a:off x="0" y="0"/>
            <a:ext cx="620713" cy="620713"/>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a:solidFill>
                <a:srgbClr val="4D4D4D"/>
              </a:solidFill>
              <a:latin typeface="メイリオ" pitchFamily="50" charset="-128"/>
              <a:ea typeface="メイリオ" pitchFamily="50" charset="-128"/>
              <a:cs typeface="メイリオ" pitchFamily="50" charset="-128"/>
            </a:endParaRPr>
          </a:p>
        </p:txBody>
      </p:sp>
      <p:pic>
        <p:nvPicPr>
          <p:cNvPr id="1029" name="Picture 5" descr="\\ts01\disk8\サイプレス\サイプレスロゴ\TIFFファイル\cypress_mono2.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1256" y="5339172"/>
            <a:ext cx="2755900" cy="646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3226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A7AE4085-41C5-741D-CB44-8E53C21826C6}"/>
              </a:ext>
            </a:extLst>
          </p:cNvPr>
          <p:cNvSpPr>
            <a:spLocks noGrp="1"/>
          </p:cNvSpPr>
          <p:nvPr>
            <p:ph type="title"/>
          </p:nvPr>
        </p:nvSpPr>
        <p:spPr/>
        <p:txBody>
          <a:bodyPr/>
          <a:lstStyle/>
          <a:p>
            <a:r>
              <a:rPr lang="ja-JP" altLang="en-US" dirty="0"/>
              <a:t>１．見積概要</a:t>
            </a:r>
          </a:p>
        </p:txBody>
      </p:sp>
    </p:spTree>
    <p:extLst>
      <p:ext uri="{BB962C8B-B14F-4D97-AF65-F5344CB8AC3E}">
        <p14:creationId xmlns:p14="http://schemas.microsoft.com/office/powerpoint/2010/main" val="4173247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1-1.</a:t>
            </a:r>
            <a:r>
              <a:rPr kumimoji="1" lang="ja-JP" altLang="en-US" dirty="0"/>
              <a:t>本書の内容（見積範囲）</a:t>
            </a:r>
          </a:p>
        </p:txBody>
      </p:sp>
      <p:sp>
        <p:nvSpPr>
          <p:cNvPr id="265" name="AutoShape 3"/>
          <p:cNvSpPr>
            <a:spLocks noChangeArrowheads="1"/>
          </p:cNvSpPr>
          <p:nvPr/>
        </p:nvSpPr>
        <p:spPr bwMode="auto">
          <a:xfrm>
            <a:off x="488504" y="908720"/>
            <a:ext cx="8784976" cy="76944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400" b="1" dirty="0">
                <a:latin typeface="+mn-ea"/>
                <a:cs typeface="メイリオ" pitchFamily="50" charset="-128"/>
              </a:rPr>
              <a:t>本書は「海上入出荷計画業務システム（北海道）における機能反映対応」の見積仕様書です。</a:t>
            </a:r>
            <a:endParaRPr lang="en-US" altLang="ja-JP" sz="2400" b="1" dirty="0">
              <a:latin typeface="+mn-ea"/>
              <a:cs typeface="メイリオ" pitchFamily="50" charset="-128"/>
            </a:endParaRPr>
          </a:p>
        </p:txBody>
      </p:sp>
      <p:sp>
        <p:nvSpPr>
          <p:cNvPr id="5" name="AutoShape 3"/>
          <p:cNvSpPr>
            <a:spLocks noChangeArrowheads="1"/>
          </p:cNvSpPr>
          <p:nvPr/>
        </p:nvSpPr>
        <p:spPr bwMode="auto">
          <a:xfrm>
            <a:off x="812800" y="1988840"/>
            <a:ext cx="8460680" cy="1538883"/>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457200" lvl="0" indent="-457200" algn="just">
              <a:spcAft>
                <a:spcPts val="1200"/>
              </a:spcAft>
              <a:buFont typeface="+mj-ea"/>
              <a:buAutoNum type="circleNumDbPlain"/>
            </a:pPr>
            <a:r>
              <a:rPr lang="ja-JP" altLang="en-US" sz="2000" dirty="0">
                <a:latin typeface="+mn-ea"/>
                <a:cs typeface="メイリオ" pitchFamily="50" charset="-128"/>
              </a:rPr>
              <a:t>検証環境構築・テスト・リリースを本書における見積範囲とします。</a:t>
            </a:r>
            <a:endParaRPr lang="en-US" altLang="ja-JP" sz="2000" dirty="0">
              <a:latin typeface="+mn-ea"/>
              <a:cs typeface="メイリオ" pitchFamily="50" charset="-128"/>
            </a:endParaRPr>
          </a:p>
          <a:p>
            <a:pPr marL="457200" lvl="0" indent="-457200" algn="just">
              <a:spcAft>
                <a:spcPts val="1200"/>
              </a:spcAft>
              <a:buFont typeface="+mj-ea"/>
              <a:buAutoNum type="circleNumDbPlain"/>
            </a:pPr>
            <a:r>
              <a:rPr lang="ja-JP" altLang="en-US" sz="2000" dirty="0">
                <a:solidFill>
                  <a:schemeClr val="accent3"/>
                </a:solidFill>
                <a:latin typeface="+mn-ea"/>
                <a:cs typeface="メイリオ" pitchFamily="50" charset="-128"/>
              </a:rPr>
              <a:t>出張経費は本見積対象外です。</a:t>
            </a:r>
            <a:endParaRPr lang="en-US" altLang="ja-JP" sz="2000" dirty="0">
              <a:solidFill>
                <a:schemeClr val="accent3"/>
              </a:solidFill>
              <a:latin typeface="+mn-ea"/>
              <a:cs typeface="メイリオ" pitchFamily="50" charset="-128"/>
            </a:endParaRPr>
          </a:p>
          <a:p>
            <a:pPr marL="457200" lvl="0" indent="-457200" algn="just">
              <a:spcAft>
                <a:spcPts val="1200"/>
              </a:spcAft>
              <a:buFont typeface="+mj-ea"/>
              <a:buAutoNum type="circleNumDbPlain"/>
            </a:pPr>
            <a:r>
              <a:rPr lang="ja-JP" altLang="en-US" sz="2000" dirty="0">
                <a:latin typeface="+mn-ea"/>
                <a:cs typeface="メイリオ" pitchFamily="50" charset="-128"/>
              </a:rPr>
              <a:t>本見積対象外とした項目については、今後具体的な内容が決まり次第お見積りいたします。</a:t>
            </a:r>
            <a:endParaRPr lang="en-US" altLang="ja-JP" sz="2000" dirty="0">
              <a:latin typeface="+mn-ea"/>
              <a:cs typeface="メイリオ" pitchFamily="50" charset="-128"/>
            </a:endParaRPr>
          </a:p>
        </p:txBody>
      </p:sp>
    </p:spTree>
    <p:extLst>
      <p:ext uri="{BB962C8B-B14F-4D97-AF65-F5344CB8AC3E}">
        <p14:creationId xmlns:p14="http://schemas.microsoft.com/office/powerpoint/2010/main" val="1028638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853975-0037-4EAD-89FC-ACF106CFBF75}"/>
              </a:ext>
            </a:extLst>
          </p:cNvPr>
          <p:cNvSpPr>
            <a:spLocks noGrp="1"/>
          </p:cNvSpPr>
          <p:nvPr>
            <p:ph type="title"/>
          </p:nvPr>
        </p:nvSpPr>
        <p:spPr/>
        <p:txBody>
          <a:bodyPr/>
          <a:lstStyle/>
          <a:p>
            <a:r>
              <a:rPr lang="en-US" altLang="ja-JP" dirty="0"/>
              <a:t>1-2.</a:t>
            </a:r>
            <a:r>
              <a:rPr lang="ja-JP" altLang="en-US" dirty="0"/>
              <a:t>見積条件</a:t>
            </a:r>
            <a:endParaRPr kumimoji="1" lang="ja-JP" altLang="en-US" dirty="0"/>
          </a:p>
        </p:txBody>
      </p:sp>
      <p:sp>
        <p:nvSpPr>
          <p:cNvPr id="6" name="AutoShape 3">
            <a:extLst>
              <a:ext uri="{FF2B5EF4-FFF2-40B4-BE49-F238E27FC236}">
                <a16:creationId xmlns:a16="http://schemas.microsoft.com/office/drawing/2014/main" id="{508CF40E-739E-490D-ADE4-2B5FD8A68122}"/>
              </a:ext>
            </a:extLst>
          </p:cNvPr>
          <p:cNvSpPr>
            <a:spLocks noChangeArrowheads="1"/>
          </p:cNvSpPr>
          <p:nvPr/>
        </p:nvSpPr>
        <p:spPr bwMode="auto">
          <a:xfrm>
            <a:off x="895322" y="1016732"/>
            <a:ext cx="8198137" cy="4028026"/>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228600" indent="-228600" algn="just">
              <a:lnSpc>
                <a:spcPts val="1400"/>
              </a:lnSpc>
              <a:spcAft>
                <a:spcPts val="600"/>
              </a:spcAft>
              <a:buFont typeface="+mj-ea"/>
              <a:buAutoNum type="arabicPeriod"/>
            </a:pPr>
            <a:r>
              <a:rPr lang="ja-JP" altLang="en-US" sz="1200" dirty="0">
                <a:latin typeface="+mn-ea"/>
                <a:cs typeface="メイリオ" pitchFamily="50" charset="-128"/>
              </a:rPr>
              <a:t>ソース</a:t>
            </a:r>
            <a:endParaRPr lang="en-US" altLang="ja-JP" sz="1200" dirty="0">
              <a:latin typeface="+mn-ea"/>
              <a:cs typeface="メイリオ" pitchFamily="50" charset="-128"/>
            </a:endParaRPr>
          </a:p>
          <a:p>
            <a:pPr marL="628650" lvl="1" indent="-17145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改造内容は千葉（</a:t>
            </a:r>
            <a:r>
              <a:rPr lang="en-US" altLang="ja-JP" sz="1200" dirty="0">
                <a:latin typeface="+mn-ea"/>
                <a:cs typeface="メイリオ" pitchFamily="50" charset="-128"/>
              </a:rPr>
              <a:t>64bit)</a:t>
            </a:r>
            <a:r>
              <a:rPr lang="ja-JP" altLang="en-US" sz="1200" dirty="0">
                <a:latin typeface="+mn-ea"/>
                <a:cs typeface="メイリオ" pitchFamily="50" charset="-128"/>
              </a:rPr>
              <a:t>でリリースされ、動作保証されていることを前提としております。</a:t>
            </a:r>
            <a:endParaRPr lang="en-US" altLang="ja-JP" sz="1200" dirty="0">
              <a:latin typeface="+mn-ea"/>
              <a:cs typeface="メイリオ" pitchFamily="50" charset="-128"/>
            </a:endParaRPr>
          </a:p>
          <a:p>
            <a:pPr marL="628650" lvl="1" indent="-17145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上記の機能の反映のため北海道固有の改造対応は含まないものとします。</a:t>
            </a:r>
            <a:endParaRPr lang="en-US" altLang="ja-JP" sz="1200" dirty="0">
              <a:latin typeface="+mn-ea"/>
              <a:cs typeface="メイリオ" pitchFamily="50" charset="-128"/>
            </a:endParaRPr>
          </a:p>
          <a:p>
            <a:pPr marL="628650" lvl="1" indent="-171450" algn="just">
              <a:lnSpc>
                <a:spcPts val="1400"/>
              </a:lnSpc>
              <a:spcAft>
                <a:spcPts val="600"/>
              </a:spcAft>
              <a:buFont typeface="Arial" panose="020B0604020202020204" pitchFamily="34" charset="0"/>
              <a:buChar char="•"/>
            </a:pPr>
            <a:endParaRPr lang="en-US" altLang="ja-JP" sz="1200" dirty="0">
              <a:latin typeface="+mn-ea"/>
              <a:cs typeface="メイリオ" pitchFamily="50" charset="-128"/>
            </a:endParaRPr>
          </a:p>
          <a:p>
            <a:pPr marL="228600" indent="-228600" algn="just">
              <a:lnSpc>
                <a:spcPts val="1400"/>
              </a:lnSpc>
              <a:spcAft>
                <a:spcPts val="600"/>
              </a:spcAft>
              <a:buFont typeface="+mj-ea"/>
              <a:buAutoNum type="arabicPeriod"/>
            </a:pPr>
            <a:r>
              <a:rPr lang="ja-JP" altLang="en-US" sz="1200" dirty="0">
                <a:latin typeface="+mn-ea"/>
                <a:cs typeface="メイリオ" pitchFamily="50" charset="-128"/>
              </a:rPr>
              <a:t>作業場所</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原則的に弊社姉崎事務所とさせて頂きます。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現地常駐は行わず、弊社姉崎事務所からのリモート接続対応とさせて頂きます。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endParaRPr lang="en-US" altLang="ja-JP" sz="1200" dirty="0">
              <a:latin typeface="+mn-ea"/>
              <a:cs typeface="メイリオ" pitchFamily="50" charset="-128"/>
            </a:endParaRPr>
          </a:p>
          <a:p>
            <a:pPr marL="228600" indent="-228600" algn="just">
              <a:lnSpc>
                <a:spcPts val="1400"/>
              </a:lnSpc>
              <a:spcAft>
                <a:spcPts val="600"/>
              </a:spcAft>
              <a:buFont typeface="+mj-ea"/>
              <a:buAutoNum type="arabicPeriod"/>
            </a:pPr>
            <a:r>
              <a:rPr lang="ja-JP" altLang="en-US" sz="1200" dirty="0">
                <a:latin typeface="+mn-ea"/>
                <a:cs typeface="メイリオ" pitchFamily="50" charset="-128"/>
              </a:rPr>
              <a:t>作業期間</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作業期間を</a:t>
            </a:r>
            <a:r>
              <a:rPr lang="en-US" altLang="ja-JP" sz="1200" dirty="0">
                <a:latin typeface="+mn-ea"/>
                <a:cs typeface="メイリオ" pitchFamily="50" charset="-128"/>
              </a:rPr>
              <a:t>0.8</a:t>
            </a:r>
            <a:r>
              <a:rPr lang="ja-JP" altLang="en-US" sz="1200" dirty="0">
                <a:latin typeface="+mn-ea"/>
                <a:cs typeface="メイリオ" pitchFamily="50" charset="-128"/>
              </a:rPr>
              <a:t>か月と想定してます。作業期間を超える場合は</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様と対応可否について協議致します。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endParaRPr lang="en-US" altLang="ja-JP" sz="1200" dirty="0">
              <a:latin typeface="+mn-ea"/>
              <a:cs typeface="メイリオ" pitchFamily="50" charset="-128"/>
            </a:endParaRPr>
          </a:p>
          <a:p>
            <a:pPr marL="228600" indent="-228600" algn="just">
              <a:lnSpc>
                <a:spcPts val="1400"/>
              </a:lnSpc>
              <a:spcAft>
                <a:spcPts val="600"/>
              </a:spcAft>
              <a:buFont typeface="+mj-lt"/>
              <a:buAutoNum type="arabicPeriod"/>
            </a:pPr>
            <a:r>
              <a:rPr lang="ja-JP" altLang="en-US" sz="1200" dirty="0">
                <a:latin typeface="+mn-ea"/>
                <a:cs typeface="メイリオ" pitchFamily="50" charset="-128"/>
              </a:rPr>
              <a:t>見積条件</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マスタの整備による遅延で、作業期間を超える場合は、</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様と対応可否について協議致します。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エンジン側のスケジュールの構築遅延で、作業期間を超える場合は</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様と対応可否について協議致します。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エンジン側の要件で大幅に改造が生じ、作業期間を超える場合は</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様と対応可否について協議致します。</a:t>
            </a:r>
            <a:endParaRPr lang="en-US" altLang="ja-JP" sz="1200" dirty="0">
              <a:latin typeface="+mn-ea"/>
              <a:cs typeface="メイリオ" pitchFamily="50" charset="-128"/>
            </a:endParaRPr>
          </a:p>
          <a:p>
            <a:pPr lvl="1" algn="just">
              <a:lnSpc>
                <a:spcPts val="1400"/>
              </a:lnSpc>
              <a:spcAft>
                <a:spcPts val="600"/>
              </a:spcAft>
            </a:pPr>
            <a:endParaRPr lang="en-US" altLang="ja-JP" sz="1200" dirty="0">
              <a:latin typeface="+mn-ea"/>
              <a:cs typeface="メイリオ" pitchFamily="50" charset="-128"/>
            </a:endParaRPr>
          </a:p>
        </p:txBody>
      </p:sp>
    </p:spTree>
    <p:extLst>
      <p:ext uri="{BB962C8B-B14F-4D97-AF65-F5344CB8AC3E}">
        <p14:creationId xmlns:p14="http://schemas.microsoft.com/office/powerpoint/2010/main" val="480317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0E8BC61A-CE54-09A5-593C-6B419EC843CC}"/>
              </a:ext>
            </a:extLst>
          </p:cNvPr>
          <p:cNvGraphicFramePr>
            <a:graphicFrameLocks noGrp="1"/>
          </p:cNvGraphicFramePr>
          <p:nvPr>
            <p:extLst>
              <p:ext uri="{D42A27DB-BD31-4B8C-83A1-F6EECF244321}">
                <p14:modId xmlns:p14="http://schemas.microsoft.com/office/powerpoint/2010/main" val="2414047329"/>
              </p:ext>
            </p:extLst>
          </p:nvPr>
        </p:nvGraphicFramePr>
        <p:xfrm>
          <a:off x="332483" y="1471541"/>
          <a:ext cx="9335457" cy="2682240"/>
        </p:xfrm>
        <a:graphic>
          <a:graphicData uri="http://schemas.openxmlformats.org/drawingml/2006/table">
            <a:tbl>
              <a:tblPr>
                <a:tableStyleId>{5C22544A-7EE6-4342-B048-85BDC9FD1C3A}</a:tableStyleId>
              </a:tblPr>
              <a:tblGrid>
                <a:gridCol w="510228">
                  <a:extLst>
                    <a:ext uri="{9D8B030D-6E8A-4147-A177-3AD203B41FA5}">
                      <a16:colId xmlns:a16="http://schemas.microsoft.com/office/drawing/2014/main" val="20000"/>
                    </a:ext>
                  </a:extLst>
                </a:gridCol>
                <a:gridCol w="2495868">
                  <a:extLst>
                    <a:ext uri="{9D8B030D-6E8A-4147-A177-3AD203B41FA5}">
                      <a16:colId xmlns:a16="http://schemas.microsoft.com/office/drawing/2014/main" val="1372820904"/>
                    </a:ext>
                  </a:extLst>
                </a:gridCol>
                <a:gridCol w="4614796">
                  <a:extLst>
                    <a:ext uri="{9D8B030D-6E8A-4147-A177-3AD203B41FA5}">
                      <a16:colId xmlns:a16="http://schemas.microsoft.com/office/drawing/2014/main" val="20001"/>
                    </a:ext>
                  </a:extLst>
                </a:gridCol>
                <a:gridCol w="1714565">
                  <a:extLst>
                    <a:ext uri="{9D8B030D-6E8A-4147-A177-3AD203B41FA5}">
                      <a16:colId xmlns:a16="http://schemas.microsoft.com/office/drawing/2014/main" val="20003"/>
                    </a:ext>
                  </a:extLst>
                </a:gridCol>
              </a:tblGrid>
              <a:tr h="171450">
                <a:tc>
                  <a:txBody>
                    <a:bodyPr/>
                    <a:lstStyle/>
                    <a:p>
                      <a:pPr algn="ctr" fontAlgn="ctr"/>
                      <a:r>
                        <a:rPr lang="en-US" sz="1400" u="none" strike="noStrike">
                          <a:solidFill>
                            <a:schemeClr val="bg1"/>
                          </a:solidFill>
                          <a:effectLst/>
                          <a:latin typeface="+mn-ea"/>
                          <a:ea typeface="+mn-ea"/>
                        </a:rPr>
                        <a:t>No</a:t>
                      </a:r>
                      <a:endParaRPr lang="en-US" sz="1400" b="0" i="0" u="none" strike="noStrike">
                        <a:solidFill>
                          <a:schemeClr val="bg1"/>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dirty="0">
                          <a:solidFill>
                            <a:schemeClr val="bg1"/>
                          </a:solidFill>
                          <a:effectLst/>
                          <a:latin typeface="+mn-ea"/>
                          <a:ea typeface="+mn-ea"/>
                        </a:rPr>
                        <a:t>検討課題</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dirty="0">
                          <a:solidFill>
                            <a:schemeClr val="bg1"/>
                          </a:solidFill>
                          <a:effectLst/>
                          <a:latin typeface="+mn-ea"/>
                          <a:ea typeface="+mn-ea"/>
                        </a:rPr>
                        <a:t>内容</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dirty="0">
                          <a:solidFill>
                            <a:schemeClr val="bg1"/>
                          </a:solidFill>
                          <a:effectLst/>
                          <a:latin typeface="+mn-ea"/>
                          <a:ea typeface="+mn-ea"/>
                        </a:rPr>
                        <a:t>備考</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71450">
                <a:tc>
                  <a:txBody>
                    <a:bodyPr/>
                    <a:lstStyle/>
                    <a:p>
                      <a:pPr algn="r" fontAlgn="ctr"/>
                      <a:r>
                        <a:rPr lang="en-US" altLang="ja-JP" sz="1050" b="0" i="0" u="none" strike="noStrike">
                          <a:solidFill>
                            <a:srgbClr val="000000"/>
                          </a:solidFill>
                          <a:effectLst/>
                          <a:latin typeface="+mn-ea"/>
                          <a:ea typeface="+mn-ea"/>
                        </a:rPr>
                        <a:t>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仮</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BT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繰り機能</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連日の仮</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BT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繰り結果が横並びで一覧として表示され、どの</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BT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の状況と、どの船をどの日にずらすと回せそうかの相談を、画面共有できる。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71450">
                <a:tc>
                  <a:txBody>
                    <a:bodyPr/>
                    <a:lstStyle/>
                    <a:p>
                      <a:pPr algn="r" fontAlgn="ctr"/>
                      <a:r>
                        <a:rPr lang="ja-JP" altLang="en-US" sz="1050" b="0" i="0" u="none" strike="noStrike">
                          <a:solidFill>
                            <a:srgbClr val="000000"/>
                          </a:solidFill>
                          <a:effectLst/>
                          <a:latin typeface="+mn-ea"/>
                          <a:ea typeface="+mn-ea"/>
                        </a:rPr>
                        <a:t>２</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船マスタ機能</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船独自の制約を入力できる備考欄を追加することで、都度確認する手間を省く。</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1" i="0" u="none" strike="noStrike" dirty="0">
                          <a:solidFill>
                            <a:srgbClr val="FF0000"/>
                          </a:solidFill>
                          <a:effectLst/>
                          <a:latin typeface="メイリオ" panose="020B0604030504040204" pitchFamily="50" charset="-128"/>
                          <a:ea typeface="メイリオ" panose="020B0604030504040204" pitchFamily="50" charset="-128"/>
                        </a:rPr>
                        <a:t>愛知で大部分実装済み</a:t>
                      </a:r>
                      <a:endParaRPr lang="en-US" altLang="ja-JP" sz="1050" b="1" i="0" u="none" strike="noStrike" dirty="0">
                        <a:solidFill>
                          <a:srgbClr val="FF0000"/>
                        </a:solidFill>
                        <a:effectLst/>
                        <a:latin typeface="メイリオ" panose="020B0604030504040204" pitchFamily="50" charset="-128"/>
                        <a:ea typeface="メイリオ" panose="020B0604030504040204" pitchFamily="50" charset="-128"/>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2488038"/>
                  </a:ext>
                </a:extLst>
              </a:tr>
              <a:tr h="171450">
                <a:tc>
                  <a:txBody>
                    <a:bodyPr/>
                    <a:lstStyle/>
                    <a:p>
                      <a:pPr algn="r" fontAlgn="ctr"/>
                      <a:r>
                        <a:rPr lang="ja-JP" altLang="en-US" sz="1050" b="0" i="0" u="none" strike="noStrike">
                          <a:solidFill>
                            <a:srgbClr val="000000"/>
                          </a:solidFill>
                          <a:effectLst/>
                          <a:latin typeface="+mn-ea"/>
                          <a:ea typeface="+mn-ea"/>
                        </a:rPr>
                        <a:t>３</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ガントチャート機能メンテナンス機能</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最適化処理を解除したうえで、着桟～荷役時間・荷役後～離桟時間、荷役時間のバーを手動で自由に動かせる機能があると、意図した計画を表示でき、関係者説明の手間がかかる。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endParaRPr lang="ja-JP" altLang="en-US"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0703346"/>
                  </a:ext>
                </a:extLst>
              </a:tr>
              <a:tr h="0">
                <a:tc>
                  <a:txBody>
                    <a:bodyPr/>
                    <a:lstStyle/>
                    <a:p>
                      <a:pPr algn="r" fontAlgn="ctr"/>
                      <a:r>
                        <a:rPr lang="ja-JP" altLang="en-US" sz="1050" b="0" i="0" u="none" strike="noStrike">
                          <a:solidFill>
                            <a:srgbClr val="000000"/>
                          </a:solidFill>
                          <a:effectLst/>
                          <a:latin typeface="+mn-ea"/>
                          <a:ea typeface="+mn-ea"/>
                        </a:rPr>
                        <a:t>４</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工事制約表示</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仮</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BT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機能、ダッシュボード画面、ガントチャート画面にその日の工事制約が常時表示されることで、制約を考慮した調整の共有化ができる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algn="r" fontAlgn="ctr"/>
                      <a:r>
                        <a:rPr lang="ja-JP" altLang="en-US" sz="1050" b="0" i="0" u="none" strike="noStrike">
                          <a:solidFill>
                            <a:srgbClr val="000000"/>
                          </a:solidFill>
                          <a:effectLst/>
                          <a:latin typeface="+mn-ea"/>
                          <a:ea typeface="+mn-ea"/>
                        </a:rPr>
                        <a:t>５</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ガントチャート背景</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ガントチャート画面の背景の色にて着桟可能時間を識別することで、担当以外にも視覚的に着桟可能時間不可時間を識別できる。なお、各バースの着桟不可時間の管理は、マスタで手動変更可能とする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altLang="ja-JP"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 name="AutoShape 3">
            <a:extLst>
              <a:ext uri="{FF2B5EF4-FFF2-40B4-BE49-F238E27FC236}">
                <a16:creationId xmlns:a16="http://schemas.microsoft.com/office/drawing/2014/main" id="{B9D458F7-5951-495C-4C38-E5D707E058DE}"/>
              </a:ext>
            </a:extLst>
          </p:cNvPr>
          <p:cNvSpPr>
            <a:spLocks noChangeArrowheads="1"/>
          </p:cNvSpPr>
          <p:nvPr/>
        </p:nvSpPr>
        <p:spPr bwMode="auto">
          <a:xfrm>
            <a:off x="332483" y="946820"/>
            <a:ext cx="8784976" cy="365485"/>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000" b="1" dirty="0">
                <a:latin typeface="+mn-ea"/>
                <a:cs typeface="メイリオ" pitchFamily="50" charset="-128"/>
              </a:rPr>
              <a:t>海上入出荷計画業務システムの機能反映の範囲を下表に示す。</a:t>
            </a:r>
            <a:endParaRPr lang="en-US" altLang="ja-JP" sz="2000" b="1" dirty="0">
              <a:latin typeface="+mn-ea"/>
              <a:cs typeface="メイリオ" pitchFamily="50" charset="-128"/>
            </a:endParaRPr>
          </a:p>
        </p:txBody>
      </p:sp>
      <p:sp>
        <p:nvSpPr>
          <p:cNvPr id="9" name="タイトル 1">
            <a:extLst>
              <a:ext uri="{FF2B5EF4-FFF2-40B4-BE49-F238E27FC236}">
                <a16:creationId xmlns:a16="http://schemas.microsoft.com/office/drawing/2014/main" id="{F67863AA-1CB1-8234-1BCB-5364ECC5840B}"/>
              </a:ext>
            </a:extLst>
          </p:cNvPr>
          <p:cNvSpPr>
            <a:spLocks noGrp="1"/>
          </p:cNvSpPr>
          <p:nvPr>
            <p:ph type="title"/>
          </p:nvPr>
        </p:nvSpPr>
        <p:spPr>
          <a:xfrm>
            <a:off x="272480" y="152636"/>
            <a:ext cx="9361040" cy="396044"/>
          </a:xfrm>
        </p:spPr>
        <p:txBody>
          <a:bodyPr/>
          <a:lstStyle/>
          <a:p>
            <a:r>
              <a:rPr kumimoji="1" lang="en-US" altLang="ja-JP" dirty="0"/>
              <a:t>1-3.</a:t>
            </a:r>
            <a:r>
              <a:rPr kumimoji="1" lang="ja-JP" altLang="en-US" dirty="0"/>
              <a:t>改造範囲</a:t>
            </a:r>
          </a:p>
        </p:txBody>
      </p:sp>
    </p:spTree>
    <p:extLst>
      <p:ext uri="{BB962C8B-B14F-4D97-AF65-F5344CB8AC3E}">
        <p14:creationId xmlns:p14="http://schemas.microsoft.com/office/powerpoint/2010/main" val="673680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D52D7312-8BDE-85D6-8481-6D67CB9FD405}"/>
              </a:ext>
            </a:extLst>
          </p:cNvPr>
          <p:cNvSpPr>
            <a:spLocks noGrp="1"/>
          </p:cNvSpPr>
          <p:nvPr>
            <p:ph type="title"/>
          </p:nvPr>
        </p:nvSpPr>
        <p:spPr>
          <a:xfrm>
            <a:off x="272480" y="152636"/>
            <a:ext cx="9361040" cy="396044"/>
          </a:xfrm>
        </p:spPr>
        <p:txBody>
          <a:bodyPr/>
          <a:lstStyle/>
          <a:p>
            <a:r>
              <a:rPr lang="en-US" altLang="ja-JP" dirty="0"/>
              <a:t>1-4.</a:t>
            </a:r>
            <a:r>
              <a:rPr lang="ja-JP" altLang="en-US" dirty="0"/>
              <a:t>納品物件</a:t>
            </a:r>
            <a:endParaRPr kumimoji="1" lang="ja-JP" altLang="en-US" dirty="0"/>
          </a:p>
        </p:txBody>
      </p:sp>
      <p:graphicFrame>
        <p:nvGraphicFramePr>
          <p:cNvPr id="3" name="表 2">
            <a:extLst>
              <a:ext uri="{FF2B5EF4-FFF2-40B4-BE49-F238E27FC236}">
                <a16:creationId xmlns:a16="http://schemas.microsoft.com/office/drawing/2014/main" id="{C185A939-0282-7070-AFC8-341B3CFCCDF1}"/>
              </a:ext>
            </a:extLst>
          </p:cNvPr>
          <p:cNvGraphicFramePr>
            <a:graphicFrameLocks noGrp="1"/>
          </p:cNvGraphicFramePr>
          <p:nvPr>
            <p:extLst>
              <p:ext uri="{D42A27DB-BD31-4B8C-83A1-F6EECF244321}">
                <p14:modId xmlns:p14="http://schemas.microsoft.com/office/powerpoint/2010/main" val="2678165191"/>
              </p:ext>
            </p:extLst>
          </p:nvPr>
        </p:nvGraphicFramePr>
        <p:xfrm>
          <a:off x="623746" y="1038533"/>
          <a:ext cx="8505967" cy="1529280"/>
        </p:xfrm>
        <a:graphic>
          <a:graphicData uri="http://schemas.openxmlformats.org/drawingml/2006/table">
            <a:tbl>
              <a:tblPr>
                <a:tableStyleId>{5C22544A-7EE6-4342-B048-85BDC9FD1C3A}</a:tableStyleId>
              </a:tblPr>
              <a:tblGrid>
                <a:gridCol w="542546">
                  <a:extLst>
                    <a:ext uri="{9D8B030D-6E8A-4147-A177-3AD203B41FA5}">
                      <a16:colId xmlns:a16="http://schemas.microsoft.com/office/drawing/2014/main" val="3794791739"/>
                    </a:ext>
                  </a:extLst>
                </a:gridCol>
                <a:gridCol w="4203258">
                  <a:extLst>
                    <a:ext uri="{9D8B030D-6E8A-4147-A177-3AD203B41FA5}">
                      <a16:colId xmlns:a16="http://schemas.microsoft.com/office/drawing/2014/main" val="1340540472"/>
                    </a:ext>
                  </a:extLst>
                </a:gridCol>
                <a:gridCol w="3760163">
                  <a:extLst>
                    <a:ext uri="{9D8B030D-6E8A-4147-A177-3AD203B41FA5}">
                      <a16:colId xmlns:a16="http://schemas.microsoft.com/office/drawing/2014/main" val="2213560828"/>
                    </a:ext>
                  </a:extLst>
                </a:gridCol>
              </a:tblGrid>
              <a:tr h="238125">
                <a:tc>
                  <a:txBody>
                    <a:bodyPr/>
                    <a:lstStyle/>
                    <a:p>
                      <a:pPr algn="ctr" fontAlgn="ctr"/>
                      <a:r>
                        <a:rPr lang="en-US" altLang="ja-JP" sz="1200" b="0" i="0" u="none" strike="noStrike">
                          <a:solidFill>
                            <a:srgbClr val="000000"/>
                          </a:solidFill>
                          <a:effectLst/>
                          <a:latin typeface="+mn-ea"/>
                          <a:ea typeface="+mn-ea"/>
                        </a:rPr>
                        <a:t>No.</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1200" b="0" i="0" u="none" strike="noStrike">
                          <a:solidFill>
                            <a:srgbClr val="000000"/>
                          </a:solidFill>
                          <a:effectLst/>
                          <a:latin typeface="+mn-ea"/>
                          <a:ea typeface="+mn-ea"/>
                        </a:rPr>
                        <a:t>納品物</a:t>
                      </a:r>
                      <a:endParaRPr lang="en-US" altLang="ja-JP" sz="12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1200" b="0" i="0" u="none" strike="noStrike">
                          <a:solidFill>
                            <a:srgbClr val="000000"/>
                          </a:solidFill>
                          <a:effectLst/>
                          <a:latin typeface="+mn-ea"/>
                          <a:ea typeface="+mn-ea"/>
                        </a:rPr>
                        <a:t>説明</a:t>
                      </a:r>
                      <a:endParaRPr lang="en-US" altLang="ja-JP" sz="12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29439347"/>
                  </a:ext>
                </a:extLst>
              </a:tr>
              <a:tr h="238125">
                <a:tc>
                  <a:txBody>
                    <a:bodyPr/>
                    <a:lstStyle/>
                    <a:p>
                      <a:pPr algn="r" fontAlgn="ctr"/>
                      <a:r>
                        <a:rPr lang="en-US" altLang="ja-JP" sz="1200" b="0" i="0" u="none" strike="noStrike" dirty="0">
                          <a:solidFill>
                            <a:srgbClr val="000000"/>
                          </a:solidFill>
                          <a:effectLst/>
                          <a:latin typeface="+mn-ea"/>
                          <a:ea typeface="+mn-ea"/>
                        </a:rPr>
                        <a:t>1</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rgbClr val="000000"/>
                          </a:solidFill>
                          <a:effectLst/>
                          <a:latin typeface="+mn-ea"/>
                          <a:ea typeface="+mn-ea"/>
                        </a:rPr>
                        <a:t>ソース及びファイル</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5343848"/>
                  </a:ext>
                </a:extLst>
              </a:tr>
              <a:tr h="238125">
                <a:tc>
                  <a:txBody>
                    <a:bodyPr/>
                    <a:lstStyle/>
                    <a:p>
                      <a:pPr algn="r" fontAlgn="ctr"/>
                      <a:r>
                        <a:rPr lang="ja-JP" altLang="en-US" sz="1200" b="0" i="0" u="none" strike="noStrike" dirty="0">
                          <a:solidFill>
                            <a:schemeClr val="tx1">
                              <a:lumMod val="50000"/>
                            </a:schemeClr>
                          </a:solidFill>
                          <a:effectLst/>
                          <a:latin typeface="+mn-ea"/>
                          <a:ea typeface="+mn-ea"/>
                        </a:rPr>
                        <a:t>２</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基本設計書</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0805215"/>
                  </a:ext>
                </a:extLst>
              </a:tr>
              <a:tr h="238125">
                <a:tc>
                  <a:txBody>
                    <a:bodyPr/>
                    <a:lstStyle/>
                    <a:p>
                      <a:pPr algn="r" fontAlgn="ctr"/>
                      <a:r>
                        <a:rPr lang="ja-JP" altLang="en-US" sz="1200" b="0" i="0" u="none" strike="noStrike" dirty="0">
                          <a:solidFill>
                            <a:schemeClr val="tx1">
                              <a:lumMod val="50000"/>
                            </a:schemeClr>
                          </a:solidFill>
                          <a:effectLst/>
                          <a:latin typeface="+mn-ea"/>
                          <a:ea typeface="+mn-ea"/>
                        </a:rPr>
                        <a:t>３</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詳細設計書</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71069142"/>
                  </a:ext>
                </a:extLst>
              </a:tr>
              <a:tr h="238125">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n-ea"/>
                          <a:ea typeface="+mn-ea"/>
                        </a:rPr>
                        <a:t>４</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システムテスト</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8030237"/>
                  </a:ext>
                </a:extLst>
              </a:tr>
              <a:tr h="238125">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rgbClr val="000000"/>
                          </a:solidFill>
                          <a:effectLst/>
                          <a:latin typeface="+mn-ea"/>
                          <a:ea typeface="+mn-ea"/>
                        </a:rPr>
                        <a:t>５</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シナリオテスト</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5222221"/>
                  </a:ext>
                </a:extLst>
              </a:tr>
            </a:tbl>
          </a:graphicData>
        </a:graphic>
      </p:graphicFrame>
    </p:spTree>
    <p:extLst>
      <p:ext uri="{BB962C8B-B14F-4D97-AF65-F5344CB8AC3E}">
        <p14:creationId xmlns:p14="http://schemas.microsoft.com/office/powerpoint/2010/main" val="2178550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005220F8-2B1D-ED43-34AB-480DA28294F3}"/>
              </a:ext>
            </a:extLst>
          </p:cNvPr>
          <p:cNvSpPr txBox="1"/>
          <p:nvPr/>
        </p:nvSpPr>
        <p:spPr>
          <a:xfrm>
            <a:off x="8193360" y="675463"/>
            <a:ext cx="1338828" cy="400110"/>
          </a:xfrm>
          <a:prstGeom prst="rect">
            <a:avLst/>
          </a:prstGeom>
          <a:noFill/>
        </p:spPr>
        <p:txBody>
          <a:bodyPr wrap="none" rtlCol="0">
            <a:spAutoFit/>
          </a:bodyPr>
          <a:lstStyle/>
          <a:p>
            <a:r>
              <a:rPr lang="ja-JP" altLang="en-US" sz="1000"/>
              <a:t>　工数の単位は人月</a:t>
            </a:r>
            <a:endParaRPr lang="en-US" altLang="ja-JP" sz="1000"/>
          </a:p>
          <a:p>
            <a:r>
              <a:rPr lang="ja-JP" altLang="en-US" sz="1000"/>
              <a:t>　金額の単位は千円</a:t>
            </a:r>
            <a:endParaRPr lang="en-US" altLang="ja-JP" sz="1000"/>
          </a:p>
        </p:txBody>
      </p:sp>
      <p:sp>
        <p:nvSpPr>
          <p:cNvPr id="7" name="タイトル 1">
            <a:extLst>
              <a:ext uri="{FF2B5EF4-FFF2-40B4-BE49-F238E27FC236}">
                <a16:creationId xmlns:a16="http://schemas.microsoft.com/office/drawing/2014/main" id="{D52D7312-8BDE-85D6-8481-6D67CB9FD405}"/>
              </a:ext>
            </a:extLst>
          </p:cNvPr>
          <p:cNvSpPr>
            <a:spLocks noGrp="1"/>
          </p:cNvSpPr>
          <p:nvPr>
            <p:ph type="title"/>
          </p:nvPr>
        </p:nvSpPr>
        <p:spPr>
          <a:xfrm>
            <a:off x="272480" y="152636"/>
            <a:ext cx="9361040" cy="396044"/>
          </a:xfrm>
        </p:spPr>
        <p:txBody>
          <a:bodyPr/>
          <a:lstStyle/>
          <a:p>
            <a:r>
              <a:rPr lang="en-US" altLang="ja-JP" dirty="0"/>
              <a:t>1-4.</a:t>
            </a:r>
            <a:r>
              <a:rPr lang="ja-JP" altLang="en-US" dirty="0"/>
              <a:t>改造見積</a:t>
            </a:r>
            <a:endParaRPr kumimoji="1" lang="ja-JP" altLang="en-US" dirty="0"/>
          </a:p>
        </p:txBody>
      </p:sp>
      <p:sp>
        <p:nvSpPr>
          <p:cNvPr id="2" name="テキスト ボックス 1">
            <a:extLst>
              <a:ext uri="{FF2B5EF4-FFF2-40B4-BE49-F238E27FC236}">
                <a16:creationId xmlns:a16="http://schemas.microsoft.com/office/drawing/2014/main" id="{53F16C87-0DBE-83A7-6000-38600E74C26A}"/>
              </a:ext>
            </a:extLst>
          </p:cNvPr>
          <p:cNvSpPr txBox="1"/>
          <p:nvPr/>
        </p:nvSpPr>
        <p:spPr>
          <a:xfrm>
            <a:off x="418039" y="3429000"/>
            <a:ext cx="9300573" cy="400110"/>
          </a:xfrm>
          <a:prstGeom prst="rect">
            <a:avLst/>
          </a:prstGeom>
          <a:noFill/>
        </p:spPr>
        <p:txBody>
          <a:bodyPr wrap="square" rtlCol="0">
            <a:spAutoFit/>
          </a:bodyPr>
          <a:lstStyle/>
          <a:p>
            <a:endParaRPr kumimoji="1" lang="en-US" altLang="ja-JP" sz="1000" b="1" dirty="0">
              <a:solidFill>
                <a:schemeClr val="accent3"/>
              </a:solidFill>
            </a:endParaRPr>
          </a:p>
          <a:p>
            <a:r>
              <a:rPr kumimoji="1" lang="en-US" altLang="ja-JP" sz="1000" dirty="0"/>
              <a:t>※</a:t>
            </a:r>
            <a:r>
              <a:rPr kumimoji="1" lang="ja-JP" altLang="en-US" sz="1000" dirty="0"/>
              <a:t>お客様からの要請指示による移動、出張にかかる費用（交通費・宿泊費）は別途実費請求いたします。</a:t>
            </a:r>
            <a:endParaRPr kumimoji="1" lang="en-US" altLang="ja-JP" sz="1000" dirty="0"/>
          </a:p>
        </p:txBody>
      </p:sp>
      <p:sp>
        <p:nvSpPr>
          <p:cNvPr id="8" name="AutoShape 3">
            <a:extLst>
              <a:ext uri="{FF2B5EF4-FFF2-40B4-BE49-F238E27FC236}">
                <a16:creationId xmlns:a16="http://schemas.microsoft.com/office/drawing/2014/main" id="{59B3A9F7-31CA-04AB-7FAE-B99D12283C49}"/>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400" b="1" dirty="0">
                <a:latin typeface="+mn-ea"/>
                <a:cs typeface="メイリオ" pitchFamily="50" charset="-128"/>
              </a:rPr>
              <a:t>改造見積を下表に示します。</a:t>
            </a:r>
            <a:endParaRPr lang="en-US" altLang="ja-JP" sz="2400" b="1" dirty="0">
              <a:latin typeface="+mn-ea"/>
              <a:cs typeface="メイリオ" pitchFamily="50" charset="-128"/>
            </a:endParaRPr>
          </a:p>
        </p:txBody>
      </p:sp>
      <p:graphicFrame>
        <p:nvGraphicFramePr>
          <p:cNvPr id="6" name="オブジェクト 5">
            <a:extLst>
              <a:ext uri="{FF2B5EF4-FFF2-40B4-BE49-F238E27FC236}">
                <a16:creationId xmlns:a16="http://schemas.microsoft.com/office/drawing/2014/main" id="{030EE227-7B51-616E-5137-AD0CD4ECAB00}"/>
              </a:ext>
            </a:extLst>
          </p:cNvPr>
          <p:cNvGraphicFramePr>
            <a:graphicFrameLocks noChangeAspect="1"/>
          </p:cNvGraphicFramePr>
          <p:nvPr>
            <p:extLst>
              <p:ext uri="{D42A27DB-BD31-4B8C-83A1-F6EECF244321}">
                <p14:modId xmlns:p14="http://schemas.microsoft.com/office/powerpoint/2010/main" val="341638431"/>
              </p:ext>
            </p:extLst>
          </p:nvPr>
        </p:nvGraphicFramePr>
        <p:xfrm>
          <a:off x="488504" y="1606836"/>
          <a:ext cx="8512997" cy="2692193"/>
        </p:xfrm>
        <a:graphic>
          <a:graphicData uri="http://schemas.openxmlformats.org/presentationml/2006/ole">
            <mc:AlternateContent xmlns:mc="http://schemas.openxmlformats.org/markup-compatibility/2006">
              <mc:Choice xmlns:v="urn:schemas-microsoft-com:vml" Requires="v">
                <p:oleObj name="Worksheet" r:id="rId3" imgW="9779102" imgH="3092557" progId="Excel.Sheet.12">
                  <p:embed/>
                </p:oleObj>
              </mc:Choice>
              <mc:Fallback>
                <p:oleObj name="Worksheet" r:id="rId3" imgW="9779102" imgH="3092557" progId="Excel.Sheet.12">
                  <p:embed/>
                  <p:pic>
                    <p:nvPicPr>
                      <p:cNvPr id="6" name="オブジェクト 5">
                        <a:extLst>
                          <a:ext uri="{FF2B5EF4-FFF2-40B4-BE49-F238E27FC236}">
                            <a16:creationId xmlns:a16="http://schemas.microsoft.com/office/drawing/2014/main" id="{030EE227-7B51-616E-5137-AD0CD4ECAB00}"/>
                          </a:ext>
                        </a:extLst>
                      </p:cNvPr>
                      <p:cNvPicPr/>
                      <p:nvPr/>
                    </p:nvPicPr>
                    <p:blipFill>
                      <a:blip r:embed="rId4"/>
                      <a:stretch>
                        <a:fillRect/>
                      </a:stretch>
                    </p:blipFill>
                    <p:spPr>
                      <a:xfrm>
                        <a:off x="488504" y="1606836"/>
                        <a:ext cx="8512997" cy="2692193"/>
                      </a:xfrm>
                      <a:prstGeom prst="rect">
                        <a:avLst/>
                      </a:prstGeom>
                    </p:spPr>
                  </p:pic>
                </p:oleObj>
              </mc:Fallback>
            </mc:AlternateContent>
          </a:graphicData>
        </a:graphic>
      </p:graphicFrame>
    </p:spTree>
    <p:extLst>
      <p:ext uri="{BB962C8B-B14F-4D97-AF65-F5344CB8AC3E}">
        <p14:creationId xmlns:p14="http://schemas.microsoft.com/office/powerpoint/2010/main" val="3266578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946D17F-D2B9-41BC-87BE-A6CE962A5BD0}"/>
              </a:ext>
            </a:extLst>
          </p:cNvPr>
          <p:cNvSpPr>
            <a:spLocks noGrp="1"/>
          </p:cNvSpPr>
          <p:nvPr>
            <p:ph type="ctrTitle"/>
          </p:nvPr>
        </p:nvSpPr>
        <p:spPr>
          <a:xfrm>
            <a:off x="812800" y="3110451"/>
            <a:ext cx="8280400" cy="637097"/>
          </a:xfrm>
        </p:spPr>
        <p:txBody>
          <a:bodyPr/>
          <a:lstStyle/>
          <a:p>
            <a:r>
              <a:rPr kumimoji="1" lang="ja-JP" altLang="en-US"/>
              <a:t>以上</a:t>
            </a:r>
          </a:p>
        </p:txBody>
      </p:sp>
    </p:spTree>
    <p:extLst>
      <p:ext uri="{BB962C8B-B14F-4D97-AF65-F5344CB8AC3E}">
        <p14:creationId xmlns:p14="http://schemas.microsoft.com/office/powerpoint/2010/main" val="1278332205"/>
      </p:ext>
    </p:extLst>
  </p:cSld>
  <p:clrMapOvr>
    <a:masterClrMapping/>
  </p:clrMapOvr>
</p:sld>
</file>

<file path=ppt/theme/theme1.xml><?xml version="1.0" encoding="utf-8"?>
<a:theme xmlns:a="http://schemas.openxmlformats.org/drawingml/2006/main" name="PowerPoint Design">
  <a:themeElements>
    <a:clrScheme name="PowerPoint Design 2017">
      <a:dk1>
        <a:srgbClr val="4D4D4D"/>
      </a:dk1>
      <a:lt1>
        <a:srgbClr val="FFFFFF"/>
      </a:lt1>
      <a:dk2>
        <a:srgbClr val="0071BC"/>
      </a:dk2>
      <a:lt2>
        <a:srgbClr val="E2F1FA"/>
      </a:lt2>
      <a:accent1>
        <a:srgbClr val="00395E"/>
      </a:accent1>
      <a:accent2>
        <a:srgbClr val="0071BC"/>
      </a:accent2>
      <a:accent3>
        <a:srgbClr val="FF5050"/>
      </a:accent3>
      <a:accent4>
        <a:srgbClr val="FF9596"/>
      </a:accent4>
      <a:accent5>
        <a:srgbClr val="EAEAEA"/>
      </a:accent5>
      <a:accent6>
        <a:srgbClr val="AFAFAF"/>
      </a:accent6>
      <a:hlink>
        <a:srgbClr val="2FADFF"/>
      </a:hlink>
      <a:folHlink>
        <a:srgbClr val="00395E"/>
      </a:folHlink>
    </a:clrScheme>
    <a:fontScheme name="PowerPoint Design">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6350">
          <a:solidFill>
            <a:schemeClr val="tx1"/>
          </a:solidFill>
        </a:ln>
        <a:effectLst/>
      </a:spPr>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defPPr algn="just">
          <a:lnSpc>
            <a:spcPct val="140000"/>
          </a:lnSpc>
          <a:spcBef>
            <a:spcPct val="0"/>
          </a:spcBef>
          <a:spcAft>
            <a:spcPts val="600"/>
          </a:spcAft>
          <a:defRPr kumimoji="1" sz="1600" dirty="0" smtClean="0">
            <a:solidFill>
              <a:srgbClr val="4D4D4D"/>
            </a:solidFill>
            <a:latin typeface="メイリオ" pitchFamily="50" charset="-128"/>
            <a:ea typeface="メイリオ" pitchFamily="50" charset="-128"/>
            <a:cs typeface="メイリオ" pitchFamily="50"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b7644d4de02ded20394603be2720d07a">
  <xsd:schema xmlns:xsd="http://www.w3.org/2001/XMLSchema" xmlns:xs="http://www.w3.org/2001/XMLSchema" xmlns:p="http://schemas.microsoft.com/office/2006/metadata/properties" xmlns:ns2="2fd442da-66a9-4fa6-ba31-eb0d54ad1381" targetNamespace="http://schemas.microsoft.com/office/2006/metadata/properties" ma:root="true" ma:fieldsID="2cb02ba061cb2e2c8687b0626190540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3890BE-2534-4BC3-B2B9-472646B4C2F4}">
  <ds:schemaRefs>
    <ds:schemaRef ds:uri="http://schemas.microsoft.com/office/2006/documentManagement/types"/>
    <ds:schemaRef ds:uri="http://schemas.openxmlformats.org/package/2006/metadata/core-properties"/>
    <ds:schemaRef ds:uri="http://purl.org/dc/terms/"/>
    <ds:schemaRef ds:uri="http://www.w3.org/XML/1998/namespace"/>
    <ds:schemaRef ds:uri="http://purl.org/dc/dcmitype/"/>
    <ds:schemaRef ds:uri="http://schemas.microsoft.com/office/infopath/2007/PartnerControls"/>
    <ds:schemaRef ds:uri="http://schemas.microsoft.com/office/2006/metadata/properties"/>
    <ds:schemaRef ds:uri="b18a18ac-cd84-4b43-ba64-64797f156433"/>
    <ds:schemaRef ds:uri="9b706657-abf8-4c5a-8f3a-fbe1d0d02aba"/>
    <ds:schemaRef ds:uri="http://purl.org/dc/elements/1.1/"/>
  </ds:schemaRefs>
</ds:datastoreItem>
</file>

<file path=customXml/itemProps2.xml><?xml version="1.0" encoding="utf-8"?>
<ds:datastoreItem xmlns:ds="http://schemas.openxmlformats.org/officeDocument/2006/customXml" ds:itemID="{67E8DEEE-DDFF-47D5-A930-B9D3D7C24600}">
  <ds:schemaRefs>
    <ds:schemaRef ds:uri="http://schemas.microsoft.com/sharepoint/v3/contenttype/forms"/>
  </ds:schemaRefs>
</ds:datastoreItem>
</file>

<file path=customXml/itemProps3.xml><?xml version="1.0" encoding="utf-8"?>
<ds:datastoreItem xmlns:ds="http://schemas.openxmlformats.org/officeDocument/2006/customXml" ds:itemID="{6605E9FB-EEAF-473D-9BDE-216692182CFE}"/>
</file>

<file path=docProps/app.xml><?xml version="1.0" encoding="utf-8"?>
<Properties xmlns="http://schemas.openxmlformats.org/officeDocument/2006/extended-properties" xmlns:vt="http://schemas.openxmlformats.org/officeDocument/2006/docPropsVTypes">
  <Template/>
  <TotalTime>586</TotalTime>
  <Words>596</Words>
  <Application>Microsoft Office PowerPoint</Application>
  <PresentationFormat>A4 210 x 297 mm</PresentationFormat>
  <Paragraphs>71</Paragraphs>
  <Slides>8</Slides>
  <Notes>4</Notes>
  <HiddenSlides>0</HiddenSlides>
  <MMClips>0</MMClips>
  <ScaleCrop>false</ScaleCrop>
  <HeadingPairs>
    <vt:vector size="8" baseType="variant">
      <vt:variant>
        <vt:lpstr>使用されているフォント</vt:lpstr>
      </vt:variant>
      <vt:variant>
        <vt:i4>3</vt:i4>
      </vt:variant>
      <vt:variant>
        <vt:lpstr>テーマ</vt:lpstr>
      </vt:variant>
      <vt:variant>
        <vt:i4>1</vt:i4>
      </vt:variant>
      <vt:variant>
        <vt:lpstr>埋め込まれた OLE サーバー</vt:lpstr>
      </vt:variant>
      <vt:variant>
        <vt:i4>1</vt:i4>
      </vt:variant>
      <vt:variant>
        <vt:lpstr>スライド タイトル</vt:lpstr>
      </vt:variant>
      <vt:variant>
        <vt:i4>8</vt:i4>
      </vt:variant>
    </vt:vector>
  </HeadingPairs>
  <TitlesOfParts>
    <vt:vector size="13" baseType="lpstr">
      <vt:lpstr>メイリオ</vt:lpstr>
      <vt:lpstr>Arial</vt:lpstr>
      <vt:lpstr>Calibri</vt:lpstr>
      <vt:lpstr>PowerPoint Design</vt:lpstr>
      <vt:lpstr>Worksheet</vt:lpstr>
      <vt:lpstr>御見積書  海上入出荷計画業務システム （北海道）機能反映対応 見積　 2025.12.11 Rev.1.0</vt:lpstr>
      <vt:lpstr>１．見積概要</vt:lpstr>
      <vt:lpstr>1-1.本書の内容（見積範囲）</vt:lpstr>
      <vt:lpstr>1-2.見積条件</vt:lpstr>
      <vt:lpstr>1-3.改造範囲</vt:lpstr>
      <vt:lpstr>1-4.納品物件</vt:lpstr>
      <vt:lpstr>1-4.改造見積</vt:lpstr>
      <vt:lpstr>以上</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Design デザイン・テンプレート</dc:title>
  <dc:creator>鈴木　春人</dc:creator>
  <cp:lastModifiedBy>井上 ゆき</cp:lastModifiedBy>
  <cp:revision>9</cp:revision>
  <dcterms:created xsi:type="dcterms:W3CDTF">2013-06-19T15:30:58Z</dcterms:created>
  <dcterms:modified xsi:type="dcterms:W3CDTF">2025-12-12T04:59:35Z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