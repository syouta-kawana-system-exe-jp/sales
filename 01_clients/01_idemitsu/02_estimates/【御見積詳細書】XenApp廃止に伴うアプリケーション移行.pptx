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customXml/itemProps1.xml" ContentType="application/vnd.openxmlformats-officedocument.customXmlProperties+xml"/>
  <Override PartName="/docProps/core.xml" ContentType="application/vnd.openxmlformats-package.core-properties+xml"/>
  <Override PartName="/ppt/changesInfos/changesInfo1.xml" ContentType="application/vnd.ms-powerpoint.changesinfo+xml"/>
  <Override PartName="/ppt/revisionInfo.xml" ContentType="application/vnd.ms-powerpoint.revisioninfo+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3"/>
  </p:sldMasterIdLst>
  <p:notesMasterIdLst>
    <p:notesMasterId r:id="rId16"/>
  </p:notesMasterIdLst>
  <p:handoutMasterIdLst>
    <p:handoutMasterId r:id="rId17"/>
  </p:handoutMasterIdLst>
  <p:sldIdLst>
    <p:sldId id="714" r:id="rId4"/>
    <p:sldId id="756" r:id="rId5"/>
    <p:sldId id="757" r:id="rId6"/>
    <p:sldId id="768" r:id="rId7"/>
    <p:sldId id="932" r:id="rId8"/>
    <p:sldId id="928" r:id="rId9"/>
    <p:sldId id="766" r:id="rId10"/>
    <p:sldId id="926" r:id="rId11"/>
    <p:sldId id="765" r:id="rId12"/>
    <p:sldId id="921" r:id="rId13"/>
    <p:sldId id="767" r:id="rId14"/>
    <p:sldId id="74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A3B5D"/>
    <a:srgbClr val="FFFFFF"/>
    <a:srgbClr val="FDEDDA"/>
    <a:srgbClr val="FAF2D4"/>
    <a:srgbClr val="F2F2F2"/>
    <a:srgbClr val="EDEDED"/>
    <a:srgbClr val="4B4B4B"/>
    <a:srgbClr val="323232"/>
    <a:srgbClr val="78787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155D45-CA2F-4023-88DE-5D1346668643}" v="6" dt="2024-06-14T01:59:41.979"/>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300" y="4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1.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customXml" Target="../customXml/item3.xml"/><Relationship Id="rId5" Type="http://schemas.openxmlformats.org/officeDocument/2006/relationships/slide" Target="slides/slide2.xml"/><Relationship Id="rId15" Type="http://schemas.openxmlformats.org/officeDocument/2006/relationships/slide" Target="slides/slide12.xml"/><Relationship Id="rId23" Type="http://schemas.microsoft.com/office/2015/10/relationships/revisionInfo" Target="revisionInfo.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福田一希" userId="S::kazuki.fukuda@system-exe.jp::fdfbe5ba-eec8-4756-aa2a-cf5b9de944cd" providerId="AD" clId="Web-{279E7CBF-8D4A-4F34-99AD-58C5FDC9A20F}"/>
    <pc:docChg chg="modSld">
      <pc:chgData name="福田一希" userId="S::kazuki.fukuda@system-exe.jp::fdfbe5ba-eec8-4756-aa2a-cf5b9de944cd" providerId="AD" clId="Web-{279E7CBF-8D4A-4F34-99AD-58C5FDC9A20F}" dt="2024-06-05T08:21:36.349" v="787"/>
      <pc:docMkLst>
        <pc:docMk/>
      </pc:docMkLst>
      <pc:sldChg chg="modSp">
        <pc:chgData name="福田一希" userId="S::kazuki.fukuda@system-exe.jp::fdfbe5ba-eec8-4756-aa2a-cf5b9de944cd" providerId="AD" clId="Web-{279E7CBF-8D4A-4F34-99AD-58C5FDC9A20F}" dt="2024-06-05T08:10:18.758" v="312"/>
        <pc:sldMkLst>
          <pc:docMk/>
          <pc:sldMk cId="2896692699" sldId="921"/>
        </pc:sldMkLst>
        <pc:graphicFrameChg chg="mod modGraphic">
          <ac:chgData name="福田一希" userId="S::kazuki.fukuda@system-exe.jp::fdfbe5ba-eec8-4756-aa2a-cf5b9de944cd" providerId="AD" clId="Web-{279E7CBF-8D4A-4F34-99AD-58C5FDC9A20F}" dt="2024-06-05T08:10:15.570" v="311"/>
          <ac:graphicFrameMkLst>
            <pc:docMk/>
            <pc:sldMk cId="2896692699" sldId="921"/>
            <ac:graphicFrameMk id="7" creationId="{C8FD79AB-6DF3-804D-3E1D-BEA790AC160C}"/>
          </ac:graphicFrameMkLst>
        </pc:graphicFrameChg>
        <pc:graphicFrameChg chg="mod modGraphic">
          <ac:chgData name="福田一希" userId="S::kazuki.fukuda@system-exe.jp::fdfbe5ba-eec8-4756-aa2a-cf5b9de944cd" providerId="AD" clId="Web-{279E7CBF-8D4A-4F34-99AD-58C5FDC9A20F}" dt="2024-06-05T08:10:18.758" v="312"/>
          <ac:graphicFrameMkLst>
            <pc:docMk/>
            <pc:sldMk cId="2896692699" sldId="921"/>
            <ac:graphicFrameMk id="11" creationId="{C8FD79AB-6DF3-804D-3E1D-BEA790AC160C}"/>
          </ac:graphicFrameMkLst>
        </pc:graphicFrameChg>
      </pc:sldChg>
      <pc:sldChg chg="addSp delSp modSp">
        <pc:chgData name="福田一希" userId="S::kazuki.fukuda@system-exe.jp::fdfbe5ba-eec8-4756-aa2a-cf5b9de944cd" providerId="AD" clId="Web-{279E7CBF-8D4A-4F34-99AD-58C5FDC9A20F}" dt="2024-06-05T08:21:36.349" v="787"/>
        <pc:sldMkLst>
          <pc:docMk/>
          <pc:sldMk cId="3122172521" sldId="925"/>
        </pc:sldMkLst>
        <pc:graphicFrameChg chg="mod modGraphic">
          <ac:chgData name="福田一希" userId="S::kazuki.fukuda@system-exe.jp::fdfbe5ba-eec8-4756-aa2a-cf5b9de944cd" providerId="AD" clId="Web-{279E7CBF-8D4A-4F34-99AD-58C5FDC9A20F}" dt="2024-06-05T08:21:36.349" v="787"/>
          <ac:graphicFrameMkLst>
            <pc:docMk/>
            <pc:sldMk cId="3122172521" sldId="925"/>
            <ac:graphicFrameMk id="7" creationId="{C8FD79AB-6DF3-804D-3E1D-BEA790AC160C}"/>
          </ac:graphicFrameMkLst>
        </pc:graphicFrameChg>
        <pc:graphicFrameChg chg="add del">
          <ac:chgData name="福田一希" userId="S::kazuki.fukuda@system-exe.jp::fdfbe5ba-eec8-4756-aa2a-cf5b9de944cd" providerId="AD" clId="Web-{279E7CBF-8D4A-4F34-99AD-58C5FDC9A20F}" dt="2024-06-05T08:09:28.569" v="304"/>
          <ac:graphicFrameMkLst>
            <pc:docMk/>
            <pc:sldMk cId="3122172521" sldId="925"/>
            <ac:graphicFrameMk id="9" creationId="{86381BEC-62FA-36AE-80F2-ABFF6DD1EA61}"/>
          </ac:graphicFrameMkLst>
        </pc:graphicFrameChg>
      </pc:sldChg>
    </pc:docChg>
  </pc:docChgLst>
  <pc:docChgLst>
    <pc:chgData name="福田一希" userId="S::kazuki.fukuda@system-exe.jp::fdfbe5ba-eec8-4756-aa2a-cf5b9de944cd" providerId="AD" clId="Web-{7AEA9ACB-C536-47BD-B54A-37EBFA160F0F}"/>
    <pc:docChg chg="modSld">
      <pc:chgData name="福田一希" userId="S::kazuki.fukuda@system-exe.jp::fdfbe5ba-eec8-4756-aa2a-cf5b9de944cd" providerId="AD" clId="Web-{7AEA9ACB-C536-47BD-B54A-37EBFA160F0F}" dt="2024-06-07T02:18:57.238" v="83"/>
      <pc:docMkLst>
        <pc:docMk/>
      </pc:docMkLst>
      <pc:sldChg chg="modSp">
        <pc:chgData name="福田一希" userId="S::kazuki.fukuda@system-exe.jp::fdfbe5ba-eec8-4756-aa2a-cf5b9de944cd" providerId="AD" clId="Web-{7AEA9ACB-C536-47BD-B54A-37EBFA160F0F}" dt="2024-06-07T02:18:57.238" v="83"/>
        <pc:sldMkLst>
          <pc:docMk/>
          <pc:sldMk cId="1395438993" sldId="765"/>
        </pc:sldMkLst>
        <pc:graphicFrameChg chg="mod modGraphic">
          <ac:chgData name="福田一希" userId="S::kazuki.fukuda@system-exe.jp::fdfbe5ba-eec8-4756-aa2a-cf5b9de944cd" providerId="AD" clId="Web-{7AEA9ACB-C536-47BD-B54A-37EBFA160F0F}" dt="2024-06-07T02:18:57.238" v="83"/>
          <ac:graphicFrameMkLst>
            <pc:docMk/>
            <pc:sldMk cId="1395438993" sldId="765"/>
            <ac:graphicFrameMk id="7" creationId="{2864E947-18B0-4839-AED3-D416F628DDF0}"/>
          </ac:graphicFrameMkLst>
        </pc:graphicFrameChg>
      </pc:sldChg>
      <pc:sldChg chg="addSp delSp modSp">
        <pc:chgData name="福田一希" userId="S::kazuki.fukuda@system-exe.jp::fdfbe5ba-eec8-4756-aa2a-cf5b9de944cd" providerId="AD" clId="Web-{7AEA9ACB-C536-47BD-B54A-37EBFA160F0F}" dt="2024-06-07T02:17:39.502" v="53" actId="14100"/>
        <pc:sldMkLst>
          <pc:docMk/>
          <pc:sldMk cId="3560606343" sldId="766"/>
        </pc:sldMkLst>
        <pc:spChg chg="add mod">
          <ac:chgData name="福田一希" userId="S::kazuki.fukuda@system-exe.jp::fdfbe5ba-eec8-4756-aa2a-cf5b9de944cd" providerId="AD" clId="Web-{7AEA9ACB-C536-47BD-B54A-37EBFA160F0F}" dt="2024-06-07T02:17:39.502" v="53" actId="14100"/>
          <ac:spMkLst>
            <pc:docMk/>
            <pc:sldMk cId="3560606343" sldId="766"/>
            <ac:spMk id="15" creationId="{11B8F351-7614-6969-59D2-39391667C2E8}"/>
          </ac:spMkLst>
        </pc:spChg>
        <pc:spChg chg="add mod">
          <ac:chgData name="福田一希" userId="S::kazuki.fukuda@system-exe.jp::fdfbe5ba-eec8-4756-aa2a-cf5b9de944cd" providerId="AD" clId="Web-{7AEA9ACB-C536-47BD-B54A-37EBFA160F0F}" dt="2024-06-07T02:16:53.625" v="52" actId="20577"/>
          <ac:spMkLst>
            <pc:docMk/>
            <pc:sldMk cId="3560606343" sldId="766"/>
            <ac:spMk id="16" creationId="{DEB90DC0-D555-8773-22A0-20C490BA965B}"/>
          </ac:spMkLst>
        </pc:spChg>
        <pc:spChg chg="mod">
          <ac:chgData name="福田一希" userId="S::kazuki.fukuda@system-exe.jp::fdfbe5ba-eec8-4756-aa2a-cf5b9de944cd" providerId="AD" clId="Web-{7AEA9ACB-C536-47BD-B54A-37EBFA160F0F}" dt="2024-06-07T02:15:59.640" v="30" actId="20577"/>
          <ac:spMkLst>
            <pc:docMk/>
            <pc:sldMk cId="3560606343" sldId="766"/>
            <ac:spMk id="29" creationId="{3B57EEC6-A848-4914-BC9B-95C84C7B6637}"/>
          </ac:spMkLst>
        </pc:spChg>
        <pc:spChg chg="mod">
          <ac:chgData name="福田一希" userId="S::kazuki.fukuda@system-exe.jp::fdfbe5ba-eec8-4756-aa2a-cf5b9de944cd" providerId="AD" clId="Web-{7AEA9ACB-C536-47BD-B54A-37EBFA160F0F}" dt="2024-06-07T02:15:52.921" v="28" actId="14100"/>
          <ac:spMkLst>
            <pc:docMk/>
            <pc:sldMk cId="3560606343" sldId="766"/>
            <ac:spMk id="30" creationId="{2BED1E46-0D50-4D21-A77D-92FC258B00B7}"/>
          </ac:spMkLst>
        </pc:spChg>
        <pc:grpChg chg="add del">
          <ac:chgData name="福田一希" userId="S::kazuki.fukuda@system-exe.jp::fdfbe5ba-eec8-4756-aa2a-cf5b9de944cd" providerId="AD" clId="Web-{7AEA9ACB-C536-47BD-B54A-37EBFA160F0F}" dt="2024-06-07T02:16:07.359" v="32"/>
          <ac:grpSpMkLst>
            <pc:docMk/>
            <pc:sldMk cId="3560606343" sldId="766"/>
            <ac:grpSpMk id="14" creationId="{2B5F9636-3BDB-C23C-9B36-043AFCBA4EB0}"/>
          </ac:grpSpMkLst>
        </pc:grpChg>
      </pc:sldChg>
      <pc:sldChg chg="addSp delSp modSp">
        <pc:chgData name="福田一希" userId="S::kazuki.fukuda@system-exe.jp::fdfbe5ba-eec8-4756-aa2a-cf5b9de944cd" providerId="AD" clId="Web-{7AEA9ACB-C536-47BD-B54A-37EBFA160F0F}" dt="2024-06-07T02:14:46.388" v="26" actId="1076"/>
        <pc:sldMkLst>
          <pc:docMk/>
          <pc:sldMk cId="1635957379" sldId="926"/>
        </pc:sldMkLst>
        <pc:spChg chg="mod">
          <ac:chgData name="福田一希" userId="S::kazuki.fukuda@system-exe.jp::fdfbe5ba-eec8-4756-aa2a-cf5b9de944cd" providerId="AD" clId="Web-{7AEA9ACB-C536-47BD-B54A-37EBFA160F0F}" dt="2024-06-07T02:14:46.388" v="26" actId="1076"/>
          <ac:spMkLst>
            <pc:docMk/>
            <pc:sldMk cId="1635957379" sldId="926"/>
            <ac:spMk id="19" creationId="{3F43C2BE-8CAA-4AB7-738C-E5BE8E2253B8}"/>
          </ac:spMkLst>
        </pc:spChg>
        <pc:spChg chg="mod">
          <ac:chgData name="福田一希" userId="S::kazuki.fukuda@system-exe.jp::fdfbe5ba-eec8-4756-aa2a-cf5b9de944cd" providerId="AD" clId="Web-{7AEA9ACB-C536-47BD-B54A-37EBFA160F0F}" dt="2024-06-07T02:14:44.200" v="25" actId="1076"/>
          <ac:spMkLst>
            <pc:docMk/>
            <pc:sldMk cId="1635957379" sldId="926"/>
            <ac:spMk id="35" creationId="{4EE7BFBA-3434-4271-2281-8600CEA27BE9}"/>
          </ac:spMkLst>
        </pc:spChg>
        <pc:spChg chg="add del">
          <ac:chgData name="福田一希" userId="S::kazuki.fukuda@system-exe.jp::fdfbe5ba-eec8-4756-aa2a-cf5b9de944cd" providerId="AD" clId="Web-{7AEA9ACB-C536-47BD-B54A-37EBFA160F0F}" dt="2024-06-07T02:13:59.355" v="1"/>
          <ac:spMkLst>
            <pc:docMk/>
            <pc:sldMk cId="1635957379" sldId="926"/>
            <ac:spMk id="37" creationId="{29662349-91C9-61DB-7E7D-62AB36D15216}"/>
          </ac:spMkLst>
        </pc:spChg>
        <pc:spChg chg="mod">
          <ac:chgData name="福田一希" userId="S::kazuki.fukuda@system-exe.jp::fdfbe5ba-eec8-4756-aa2a-cf5b9de944cd" providerId="AD" clId="Web-{7AEA9ACB-C536-47BD-B54A-37EBFA160F0F}" dt="2024-06-07T02:14:39.638" v="24" actId="1076"/>
          <ac:spMkLst>
            <pc:docMk/>
            <pc:sldMk cId="1635957379" sldId="926"/>
            <ac:spMk id="46" creationId="{C0F5576F-DA49-FD21-503A-622F2A3DFBDE}"/>
          </ac:spMkLst>
        </pc:spChg>
        <pc:spChg chg="mod">
          <ac:chgData name="福田一希" userId="S::kazuki.fukuda@system-exe.jp::fdfbe5ba-eec8-4756-aa2a-cf5b9de944cd" providerId="AD" clId="Web-{7AEA9ACB-C536-47BD-B54A-37EBFA160F0F}" dt="2024-06-07T02:14:14.715" v="9" actId="20577"/>
          <ac:spMkLst>
            <pc:docMk/>
            <pc:sldMk cId="1635957379" sldId="926"/>
            <ac:spMk id="47" creationId="{75C6440C-5FD6-BD54-1CAC-26171C7F8EC0}"/>
          </ac:spMkLst>
        </pc:spChg>
        <pc:spChg chg="mod">
          <ac:chgData name="福田一希" userId="S::kazuki.fukuda@system-exe.jp::fdfbe5ba-eec8-4756-aa2a-cf5b9de944cd" providerId="AD" clId="Web-{7AEA9ACB-C536-47BD-B54A-37EBFA160F0F}" dt="2024-06-07T02:14:26.262" v="23" actId="20577"/>
          <ac:spMkLst>
            <pc:docMk/>
            <pc:sldMk cId="1635957379" sldId="926"/>
            <ac:spMk id="49" creationId="{B7BF3FB0-A7EC-EA27-AEFC-8F5312F5FA97}"/>
          </ac:spMkLst>
        </pc:spChg>
        <pc:grpChg chg="add mod">
          <ac:chgData name="福田一希" userId="S::kazuki.fukuda@system-exe.jp::fdfbe5ba-eec8-4756-aa2a-cf5b9de944cd" providerId="AD" clId="Web-{7AEA9ACB-C536-47BD-B54A-37EBFA160F0F}" dt="2024-06-07T02:14:09.903" v="4" actId="1076"/>
          <ac:grpSpMkLst>
            <pc:docMk/>
            <pc:sldMk cId="1635957379" sldId="926"/>
            <ac:grpSpMk id="43" creationId="{FA4A69AB-5A64-D94C-1512-66CF196D1568}"/>
          </ac:grpSpMkLst>
        </pc:grpChg>
      </pc:sldChg>
    </pc:docChg>
  </pc:docChgLst>
  <pc:docChgLst>
    <pc:chgData name="髙浦祐朗" userId="d6d860fe-bc64-411b-9605-a16d1ba875f6" providerId="ADAL" clId="{3B155D45-CA2F-4023-88DE-5D1346668643}"/>
    <pc:docChg chg="modSld">
      <pc:chgData name="髙浦祐朗" userId="d6d860fe-bc64-411b-9605-a16d1ba875f6" providerId="ADAL" clId="{3B155D45-CA2F-4023-88DE-5D1346668643}" dt="2024-06-14T01:59:41.979" v="16"/>
      <pc:docMkLst>
        <pc:docMk/>
      </pc:docMkLst>
      <pc:sldChg chg="modSp mod">
        <pc:chgData name="髙浦祐朗" userId="d6d860fe-bc64-411b-9605-a16d1ba875f6" providerId="ADAL" clId="{3B155D45-CA2F-4023-88DE-5D1346668643}" dt="2024-06-14T01:58:45.592" v="0" actId="20577"/>
        <pc:sldMkLst>
          <pc:docMk/>
          <pc:sldMk cId="3660799615" sldId="757"/>
        </pc:sldMkLst>
        <pc:spChg chg="mod">
          <ac:chgData name="髙浦祐朗" userId="d6d860fe-bc64-411b-9605-a16d1ba875f6" providerId="ADAL" clId="{3B155D45-CA2F-4023-88DE-5D1346668643}" dt="2024-06-14T01:58:45.592" v="0" actId="20577"/>
          <ac:spMkLst>
            <pc:docMk/>
            <pc:sldMk cId="3660799615" sldId="757"/>
            <ac:spMk id="5" creationId="{DDA0903F-BB0E-DF11-6A92-90C8A835A221}"/>
          </ac:spMkLst>
        </pc:spChg>
      </pc:sldChg>
      <pc:sldChg chg="modSp mod">
        <pc:chgData name="髙浦祐朗" userId="d6d860fe-bc64-411b-9605-a16d1ba875f6" providerId="ADAL" clId="{3B155D45-CA2F-4023-88DE-5D1346668643}" dt="2024-06-14T01:59:41.979" v="16"/>
        <pc:sldMkLst>
          <pc:docMk/>
          <pc:sldMk cId="1635957379" sldId="926"/>
        </pc:sldMkLst>
        <pc:spChg chg="mod">
          <ac:chgData name="髙浦祐朗" userId="d6d860fe-bc64-411b-9605-a16d1ba875f6" providerId="ADAL" clId="{3B155D45-CA2F-4023-88DE-5D1346668643}" dt="2024-06-14T01:59:38.162" v="11"/>
          <ac:spMkLst>
            <pc:docMk/>
            <pc:sldMk cId="1635957379" sldId="926"/>
            <ac:spMk id="34" creationId="{5B144D5B-9670-FA15-EA64-86F26DC744C6}"/>
          </ac:spMkLst>
        </pc:spChg>
        <pc:spChg chg="mod">
          <ac:chgData name="髙浦祐朗" userId="d6d860fe-bc64-411b-9605-a16d1ba875f6" providerId="ADAL" clId="{3B155D45-CA2F-4023-88DE-5D1346668643}" dt="2024-06-14T01:59:41.979" v="16"/>
          <ac:spMkLst>
            <pc:docMk/>
            <pc:sldMk cId="1635957379" sldId="926"/>
            <ac:spMk id="42" creationId="{D0C33330-6414-47CF-1775-820559E453B1}"/>
          </ac:spMkLst>
        </pc:spChg>
        <pc:spChg chg="mod">
          <ac:chgData name="髙浦祐朗" userId="d6d860fe-bc64-411b-9605-a16d1ba875f6" providerId="ADAL" clId="{3B155D45-CA2F-4023-88DE-5D1346668643}" dt="2024-06-14T01:58:58.147" v="6"/>
          <ac:spMkLst>
            <pc:docMk/>
            <pc:sldMk cId="1635957379" sldId="926"/>
            <ac:spMk id="46" creationId="{C0F5576F-DA49-FD21-503A-622F2A3DFBDE}"/>
          </ac:spMkLst>
        </pc:spChg>
      </pc:sldChg>
    </pc:docChg>
  </pc:docChgLst>
  <pc:docChgLst>
    <pc:chgData name="髙浦祐朗" userId="d6d860fe-bc64-411b-9605-a16d1ba875f6" providerId="ADAL" clId="{64272BBD-C16A-47F3-B97C-740BD3DAD998}"/>
    <pc:docChg chg="custSel modSld">
      <pc:chgData name="髙浦祐朗" userId="d6d860fe-bc64-411b-9605-a16d1ba875f6" providerId="ADAL" clId="{64272BBD-C16A-47F3-B97C-740BD3DAD998}" dt="2024-06-07T04:52:34.398" v="80" actId="1036"/>
      <pc:docMkLst>
        <pc:docMk/>
      </pc:docMkLst>
      <pc:sldChg chg="modSp mod">
        <pc:chgData name="髙浦祐朗" userId="d6d860fe-bc64-411b-9605-a16d1ba875f6" providerId="ADAL" clId="{64272BBD-C16A-47F3-B97C-740BD3DAD998}" dt="2024-06-07T04:44:01.765" v="0" actId="20577"/>
        <pc:sldMkLst>
          <pc:docMk/>
          <pc:sldMk cId="3773316736" sldId="756"/>
        </pc:sldMkLst>
        <pc:spChg chg="mod">
          <ac:chgData name="髙浦祐朗" userId="d6d860fe-bc64-411b-9605-a16d1ba875f6" providerId="ADAL" clId="{64272BBD-C16A-47F3-B97C-740BD3DAD998}" dt="2024-06-07T04:44:01.765" v="0" actId="20577"/>
          <ac:spMkLst>
            <pc:docMk/>
            <pc:sldMk cId="3773316736" sldId="756"/>
            <ac:spMk id="13" creationId="{B8B3A81D-32E4-C28F-0D4C-EB7D2165E764}"/>
          </ac:spMkLst>
        </pc:spChg>
      </pc:sldChg>
      <pc:sldChg chg="modSp">
        <pc:chgData name="髙浦祐朗" userId="d6d860fe-bc64-411b-9605-a16d1ba875f6" providerId="ADAL" clId="{64272BBD-C16A-47F3-B97C-740BD3DAD998}" dt="2024-06-07T04:47:14.035" v="58"/>
        <pc:sldMkLst>
          <pc:docMk/>
          <pc:sldMk cId="1395438993" sldId="765"/>
        </pc:sldMkLst>
        <pc:graphicFrameChg chg="mod">
          <ac:chgData name="髙浦祐朗" userId="d6d860fe-bc64-411b-9605-a16d1ba875f6" providerId="ADAL" clId="{64272BBD-C16A-47F3-B97C-740BD3DAD998}" dt="2024-06-07T04:47:14.035" v="58"/>
          <ac:graphicFrameMkLst>
            <pc:docMk/>
            <pc:sldMk cId="1395438993" sldId="765"/>
            <ac:graphicFrameMk id="7" creationId="{2864E947-18B0-4839-AED3-D416F628DDF0}"/>
          </ac:graphicFrameMkLst>
        </pc:graphicFrameChg>
      </pc:sldChg>
      <pc:sldChg chg="modSp mod">
        <pc:chgData name="髙浦祐朗" userId="d6d860fe-bc64-411b-9605-a16d1ba875f6" providerId="ADAL" clId="{64272BBD-C16A-47F3-B97C-740BD3DAD998}" dt="2024-06-07T04:52:34.398" v="80" actId="1036"/>
        <pc:sldMkLst>
          <pc:docMk/>
          <pc:sldMk cId="3560606343" sldId="766"/>
        </pc:sldMkLst>
        <pc:spChg chg="mod">
          <ac:chgData name="髙浦祐朗" userId="d6d860fe-bc64-411b-9605-a16d1ba875f6" providerId="ADAL" clId="{64272BBD-C16A-47F3-B97C-740BD3DAD998}" dt="2024-06-07T04:51:51.063" v="74" actId="14100"/>
          <ac:spMkLst>
            <pc:docMk/>
            <pc:sldMk cId="3560606343" sldId="766"/>
            <ac:spMk id="40" creationId="{00000000-0000-0000-0000-000000000000}"/>
          </ac:spMkLst>
        </pc:spChg>
        <pc:cxnChg chg="mod">
          <ac:chgData name="髙浦祐朗" userId="d6d860fe-bc64-411b-9605-a16d1ba875f6" providerId="ADAL" clId="{64272BBD-C16A-47F3-B97C-740BD3DAD998}" dt="2024-06-07T04:52:26.941" v="78" actId="555"/>
          <ac:cxnSpMkLst>
            <pc:docMk/>
            <pc:sldMk cId="3560606343" sldId="766"/>
            <ac:cxnSpMk id="9" creationId="{00000000-0000-0000-0000-000000000000}"/>
          </ac:cxnSpMkLst>
        </pc:cxnChg>
        <pc:cxnChg chg="mod">
          <ac:chgData name="髙浦祐朗" userId="d6d860fe-bc64-411b-9605-a16d1ba875f6" providerId="ADAL" clId="{64272BBD-C16A-47F3-B97C-740BD3DAD998}" dt="2024-06-07T04:52:26.941" v="78" actId="555"/>
          <ac:cxnSpMkLst>
            <pc:docMk/>
            <pc:sldMk cId="3560606343" sldId="766"/>
            <ac:cxnSpMk id="28" creationId="{00000000-0000-0000-0000-000000000000}"/>
          </ac:cxnSpMkLst>
        </pc:cxnChg>
        <pc:cxnChg chg="mod">
          <ac:chgData name="髙浦祐朗" userId="d6d860fe-bc64-411b-9605-a16d1ba875f6" providerId="ADAL" clId="{64272BBD-C16A-47F3-B97C-740BD3DAD998}" dt="2024-06-07T04:52:34.398" v="80" actId="1036"/>
          <ac:cxnSpMkLst>
            <pc:docMk/>
            <pc:sldMk cId="3560606343" sldId="766"/>
            <ac:cxnSpMk id="32" creationId="{00000000-0000-0000-0000-000000000000}"/>
          </ac:cxnSpMkLst>
        </pc:cxnChg>
        <pc:cxnChg chg="mod">
          <ac:chgData name="髙浦祐朗" userId="d6d860fe-bc64-411b-9605-a16d1ba875f6" providerId="ADAL" clId="{64272BBD-C16A-47F3-B97C-740BD3DAD998}" dt="2024-06-07T04:52:26.941" v="78" actId="555"/>
          <ac:cxnSpMkLst>
            <pc:docMk/>
            <pc:sldMk cId="3560606343" sldId="766"/>
            <ac:cxnSpMk id="43" creationId="{00000000-0000-0000-0000-000000000000}"/>
          </ac:cxnSpMkLst>
        </pc:cxnChg>
      </pc:sldChg>
      <pc:sldChg chg="modSp mod">
        <pc:chgData name="髙浦祐朗" userId="d6d860fe-bc64-411b-9605-a16d1ba875f6" providerId="ADAL" clId="{64272BBD-C16A-47F3-B97C-740BD3DAD998}" dt="2024-06-07T04:46:42.273" v="54"/>
        <pc:sldMkLst>
          <pc:docMk/>
          <pc:sldMk cId="2896692699" sldId="921"/>
        </pc:sldMkLst>
        <pc:graphicFrameChg chg="mod modGraphic">
          <ac:chgData name="髙浦祐朗" userId="d6d860fe-bc64-411b-9605-a16d1ba875f6" providerId="ADAL" clId="{64272BBD-C16A-47F3-B97C-740BD3DAD998}" dt="2024-06-07T04:46:42.273" v="54"/>
          <ac:graphicFrameMkLst>
            <pc:docMk/>
            <pc:sldMk cId="2896692699" sldId="921"/>
            <ac:graphicFrameMk id="7" creationId="{C8FD79AB-6DF3-804D-3E1D-BEA790AC160C}"/>
          </ac:graphicFrameMkLst>
        </pc:graphicFrameChg>
        <pc:graphicFrameChg chg="mod modGraphic">
          <ac:chgData name="髙浦祐朗" userId="d6d860fe-bc64-411b-9605-a16d1ba875f6" providerId="ADAL" clId="{64272BBD-C16A-47F3-B97C-740BD3DAD998}" dt="2024-06-07T04:45:27.218" v="28" actId="408"/>
          <ac:graphicFrameMkLst>
            <pc:docMk/>
            <pc:sldMk cId="2896692699" sldId="921"/>
            <ac:graphicFrameMk id="11" creationId="{C8FD79AB-6DF3-804D-3E1D-BEA790AC160C}"/>
          </ac:graphicFrameMkLst>
        </pc:graphicFrameChg>
      </pc:sldChg>
      <pc:sldChg chg="modSp mod">
        <pc:chgData name="髙浦祐朗" userId="d6d860fe-bc64-411b-9605-a16d1ba875f6" providerId="ADAL" clId="{64272BBD-C16A-47F3-B97C-740BD3DAD998}" dt="2024-06-07T04:46:30.803" v="49"/>
        <pc:sldMkLst>
          <pc:docMk/>
          <pc:sldMk cId="3122172521" sldId="925"/>
        </pc:sldMkLst>
        <pc:graphicFrameChg chg="mod modGraphic">
          <ac:chgData name="髙浦祐朗" userId="d6d860fe-bc64-411b-9605-a16d1ba875f6" providerId="ADAL" clId="{64272BBD-C16A-47F3-B97C-740BD3DAD998}" dt="2024-06-07T04:46:30.803" v="49"/>
          <ac:graphicFrameMkLst>
            <pc:docMk/>
            <pc:sldMk cId="3122172521" sldId="925"/>
            <ac:graphicFrameMk id="7" creationId="{C8FD79AB-6DF3-804D-3E1D-BEA790AC160C}"/>
          </ac:graphicFrameMkLst>
        </pc:graphicFrameChg>
      </pc:sldChg>
      <pc:sldChg chg="delSp mod">
        <pc:chgData name="髙浦祐朗" userId="d6d860fe-bc64-411b-9605-a16d1ba875f6" providerId="ADAL" clId="{64272BBD-C16A-47F3-B97C-740BD3DAD998}" dt="2024-06-07T04:47:31.151" v="59" actId="478"/>
        <pc:sldMkLst>
          <pc:docMk/>
          <pc:sldMk cId="1635957379" sldId="926"/>
        </pc:sldMkLst>
        <pc:spChg chg="del">
          <ac:chgData name="髙浦祐朗" userId="d6d860fe-bc64-411b-9605-a16d1ba875f6" providerId="ADAL" clId="{64272BBD-C16A-47F3-B97C-740BD3DAD998}" dt="2024-06-07T04:47:31.151" v="59" actId="478"/>
          <ac:spMkLst>
            <pc:docMk/>
            <pc:sldMk cId="1635957379" sldId="926"/>
            <ac:spMk id="7" creationId="{00000000-0000-0000-0000-000000000000}"/>
          </ac:spMkLst>
        </pc:spChg>
      </pc:sldChg>
    </pc:docChg>
  </pc:docChgLst>
  <pc:docChgLst>
    <pc:chgData name="福田一希" userId="S::kazuki.fukuda@system-exe.jp::fdfbe5ba-eec8-4756-aa2a-cf5b9de944cd" providerId="AD" clId="Web-{960E1D6E-C5A6-4D3B-AC55-9A039F0E91C6}"/>
    <pc:docChg chg="modSld">
      <pc:chgData name="福田一希" userId="S::kazuki.fukuda@system-exe.jp::fdfbe5ba-eec8-4756-aa2a-cf5b9de944cd" providerId="AD" clId="Web-{960E1D6E-C5A6-4D3B-AC55-9A039F0E91C6}" dt="2024-06-13T00:28:39.368" v="257" actId="20577"/>
      <pc:docMkLst>
        <pc:docMk/>
      </pc:docMkLst>
      <pc:sldChg chg="modSp">
        <pc:chgData name="福田一希" userId="S::kazuki.fukuda@system-exe.jp::fdfbe5ba-eec8-4756-aa2a-cf5b9de944cd" providerId="AD" clId="Web-{960E1D6E-C5A6-4D3B-AC55-9A039F0E91C6}" dt="2024-06-13T00:26:49.756" v="227" actId="20577"/>
        <pc:sldMkLst>
          <pc:docMk/>
          <pc:sldMk cId="3560606343" sldId="766"/>
        </pc:sldMkLst>
        <pc:spChg chg="mod">
          <ac:chgData name="福田一希" userId="S::kazuki.fukuda@system-exe.jp::fdfbe5ba-eec8-4756-aa2a-cf5b9de944cd" providerId="AD" clId="Web-{960E1D6E-C5A6-4D3B-AC55-9A039F0E91C6}" dt="2024-06-13T00:26:49.756" v="227" actId="20577"/>
          <ac:spMkLst>
            <pc:docMk/>
            <pc:sldMk cId="3560606343" sldId="766"/>
            <ac:spMk id="8" creationId="{AA608998-7E3E-1298-045C-A506F642ABA9}"/>
          </ac:spMkLst>
        </pc:spChg>
      </pc:sldChg>
      <pc:sldChg chg="modSp">
        <pc:chgData name="福田一希" userId="S::kazuki.fukuda@system-exe.jp::fdfbe5ba-eec8-4756-aa2a-cf5b9de944cd" providerId="AD" clId="Web-{960E1D6E-C5A6-4D3B-AC55-9A039F0E91C6}" dt="2024-06-13T00:28:39.368" v="257" actId="20577"/>
        <pc:sldMkLst>
          <pc:docMk/>
          <pc:sldMk cId="2410374903" sldId="767"/>
        </pc:sldMkLst>
        <pc:spChg chg="mod">
          <ac:chgData name="福田一希" userId="S::kazuki.fukuda@system-exe.jp::fdfbe5ba-eec8-4756-aa2a-cf5b9de944cd" providerId="AD" clId="Web-{960E1D6E-C5A6-4D3B-AC55-9A039F0E91C6}" dt="2024-06-13T00:28:39.368" v="257" actId="20577"/>
          <ac:spMkLst>
            <pc:docMk/>
            <pc:sldMk cId="2410374903" sldId="767"/>
            <ac:spMk id="5" creationId="{97E6FBE8-190C-40F0-AA01-14695A77D734}"/>
          </ac:spMkLst>
        </pc:spChg>
      </pc:sldChg>
      <pc:sldChg chg="modSp">
        <pc:chgData name="福田一希" userId="S::kazuki.fukuda@system-exe.jp::fdfbe5ba-eec8-4756-aa2a-cf5b9de944cd" providerId="AD" clId="Web-{960E1D6E-C5A6-4D3B-AC55-9A039F0E91C6}" dt="2024-06-13T00:23:37.079" v="137" actId="20577"/>
        <pc:sldMkLst>
          <pc:docMk/>
          <pc:sldMk cId="729124589" sldId="768"/>
        </pc:sldMkLst>
        <pc:spChg chg="mod">
          <ac:chgData name="福田一希" userId="S::kazuki.fukuda@system-exe.jp::fdfbe5ba-eec8-4756-aa2a-cf5b9de944cd" providerId="AD" clId="Web-{960E1D6E-C5A6-4D3B-AC55-9A039F0E91C6}" dt="2024-06-13T00:23:37.079" v="137" actId="20577"/>
          <ac:spMkLst>
            <pc:docMk/>
            <pc:sldMk cId="729124589" sldId="768"/>
            <ac:spMk id="5" creationId="{75D94D8C-59D4-540B-6AEE-871AEC854D26}"/>
          </ac:spMkLst>
        </pc:spChg>
      </pc:sldChg>
      <pc:sldChg chg="modSp">
        <pc:chgData name="福田一希" userId="S::kazuki.fukuda@system-exe.jp::fdfbe5ba-eec8-4756-aa2a-cf5b9de944cd" providerId="AD" clId="Web-{960E1D6E-C5A6-4D3B-AC55-9A039F0E91C6}" dt="2024-06-13T00:24:03.845" v="146" actId="20577"/>
        <pc:sldMkLst>
          <pc:docMk/>
          <pc:sldMk cId="1635957379" sldId="926"/>
        </pc:sldMkLst>
        <pc:spChg chg="mod">
          <ac:chgData name="福田一希" userId="S::kazuki.fukuda@system-exe.jp::fdfbe5ba-eec8-4756-aa2a-cf5b9de944cd" providerId="AD" clId="Web-{960E1D6E-C5A6-4D3B-AC55-9A039F0E91C6}" dt="2024-06-13T00:24:03.845" v="146" actId="20577"/>
          <ac:spMkLst>
            <pc:docMk/>
            <pc:sldMk cId="1635957379" sldId="926"/>
            <ac:spMk id="46" creationId="{C0F5576F-DA49-FD21-503A-622F2A3DFBDE}"/>
          </ac:spMkLst>
        </pc:spChg>
      </pc:sldChg>
    </pc:docChg>
  </pc:docChgLst>
  <pc:docChgLst>
    <pc:chgData name="吉田諒" userId="S::ryou.yoshida@system-exe.jp::48113613-5467-405d-9628-39cdc2d8c52c" providerId="AD" clId="Web-{6F78E665-246F-42CA-866C-0099ABCE2C58}"/>
    <pc:docChg chg="delSld modSld">
      <pc:chgData name="吉田諒" userId="S::ryou.yoshida@system-exe.jp::48113613-5467-405d-9628-39cdc2d8c52c" providerId="AD" clId="Web-{6F78E665-246F-42CA-866C-0099ABCE2C58}" dt="2024-01-29T11:07:36.996" v="10" actId="20577"/>
      <pc:docMkLst>
        <pc:docMk/>
      </pc:docMkLst>
      <pc:sldChg chg="delSp">
        <pc:chgData name="吉田諒" userId="S::ryou.yoshida@system-exe.jp::48113613-5467-405d-9628-39cdc2d8c52c" providerId="AD" clId="Web-{6F78E665-246F-42CA-866C-0099ABCE2C58}" dt="2024-01-29T11:07:03.230" v="5"/>
        <pc:sldMkLst>
          <pc:docMk/>
          <pc:sldMk cId="3660799615" sldId="757"/>
        </pc:sldMkLst>
        <pc:spChg chg="del">
          <ac:chgData name="吉田諒" userId="S::ryou.yoshida@system-exe.jp::48113613-5467-405d-9628-39cdc2d8c52c" providerId="AD" clId="Web-{6F78E665-246F-42CA-866C-0099ABCE2C58}" dt="2024-01-29T11:06:49.620" v="3"/>
          <ac:spMkLst>
            <pc:docMk/>
            <pc:sldMk cId="3660799615" sldId="757"/>
            <ac:spMk id="30" creationId="{030E2380-7FED-49EC-9A15-52469734A34E}"/>
          </ac:spMkLst>
        </pc:spChg>
        <pc:grpChg chg="del">
          <ac:chgData name="吉田諒" userId="S::ryou.yoshida@system-exe.jp::48113613-5467-405d-9628-39cdc2d8c52c" providerId="AD" clId="Web-{6F78E665-246F-42CA-866C-0099ABCE2C58}" dt="2024-01-29T11:06:43.636" v="0"/>
          <ac:grpSpMkLst>
            <pc:docMk/>
            <pc:sldMk cId="3660799615" sldId="757"/>
            <ac:grpSpMk id="5" creationId="{7CF68077-6A7C-4367-9903-7434F26D765B}"/>
          </ac:grpSpMkLst>
        </pc:grpChg>
        <pc:grpChg chg="del">
          <ac:chgData name="吉田諒" userId="S::ryou.yoshida@system-exe.jp::48113613-5467-405d-9628-39cdc2d8c52c" providerId="AD" clId="Web-{6F78E665-246F-42CA-866C-0099ABCE2C58}" dt="2024-01-29T11:06:45.683" v="1"/>
          <ac:grpSpMkLst>
            <pc:docMk/>
            <pc:sldMk cId="3660799615" sldId="757"/>
            <ac:grpSpMk id="6" creationId="{1C6DDC46-C556-451F-B6A7-08CA11FC3F85}"/>
          </ac:grpSpMkLst>
        </pc:grpChg>
        <pc:grpChg chg="del">
          <ac:chgData name="吉田諒" userId="S::ryou.yoshida@system-exe.jp::48113613-5467-405d-9628-39cdc2d8c52c" providerId="AD" clId="Web-{6F78E665-246F-42CA-866C-0099ABCE2C58}" dt="2024-01-29T11:06:47.448" v="2"/>
          <ac:grpSpMkLst>
            <pc:docMk/>
            <pc:sldMk cId="3660799615" sldId="757"/>
            <ac:grpSpMk id="7" creationId="{0600D1F5-0E13-4A29-BCA1-83BA3DFE3672}"/>
          </ac:grpSpMkLst>
        </pc:grpChg>
        <pc:picChg chg="del">
          <ac:chgData name="吉田諒" userId="S::ryou.yoshida@system-exe.jp::48113613-5467-405d-9628-39cdc2d8c52c" providerId="AD" clId="Web-{6F78E665-246F-42CA-866C-0099ABCE2C58}" dt="2024-01-29T11:07:03.230" v="5"/>
          <ac:picMkLst>
            <pc:docMk/>
            <pc:sldMk cId="3660799615" sldId="757"/>
            <ac:picMk id="1028" creationId="{2539AAA5-E3AC-4A9D-8837-409FD205E3FD}"/>
          </ac:picMkLst>
        </pc:picChg>
        <pc:cxnChg chg="del">
          <ac:chgData name="吉田諒" userId="S::ryou.yoshida@system-exe.jp::48113613-5467-405d-9628-39cdc2d8c52c" providerId="AD" clId="Web-{6F78E665-246F-42CA-866C-0099ABCE2C58}" dt="2024-01-29T11:06:52.073" v="4"/>
          <ac:cxnSpMkLst>
            <pc:docMk/>
            <pc:sldMk cId="3660799615" sldId="757"/>
            <ac:cxnSpMk id="9" creationId="{51586849-7CE0-4971-B754-CC0D496E415D}"/>
          </ac:cxnSpMkLst>
        </pc:cxnChg>
      </pc:sldChg>
      <pc:sldChg chg="del">
        <pc:chgData name="吉田諒" userId="S::ryou.yoshida@system-exe.jp::48113613-5467-405d-9628-39cdc2d8c52c" providerId="AD" clId="Web-{6F78E665-246F-42CA-866C-0099ABCE2C58}" dt="2024-01-29T11:07:24.449" v="6"/>
        <pc:sldMkLst>
          <pc:docMk/>
          <pc:sldMk cId="3320396632" sldId="759"/>
        </pc:sldMkLst>
      </pc:sldChg>
      <pc:sldChg chg="modSp">
        <pc:chgData name="吉田諒" userId="S::ryou.yoshida@system-exe.jp::48113613-5467-405d-9628-39cdc2d8c52c" providerId="AD" clId="Web-{6F78E665-246F-42CA-866C-0099ABCE2C58}" dt="2024-01-29T11:07:36.996" v="10" actId="20577"/>
        <pc:sldMkLst>
          <pc:docMk/>
          <pc:sldMk cId="160659096" sldId="761"/>
        </pc:sldMkLst>
        <pc:spChg chg="mod">
          <ac:chgData name="吉田諒" userId="S::ryou.yoshida@system-exe.jp::48113613-5467-405d-9628-39cdc2d8c52c" providerId="AD" clId="Web-{6F78E665-246F-42CA-866C-0099ABCE2C58}" dt="2024-01-29T11:07:36.996" v="10" actId="20577"/>
          <ac:spMkLst>
            <pc:docMk/>
            <pc:sldMk cId="160659096" sldId="761"/>
            <ac:spMk id="2" creationId="{07C310CC-6E22-4FC1-8613-FDC327F099A9}"/>
          </ac:spMkLst>
        </pc:spChg>
      </pc:sldChg>
    </pc:docChg>
  </pc:docChgLst>
  <pc:docChgLst>
    <pc:chgData name="福田一希" userId="S::kazuki.fukuda@system-exe.jp::fdfbe5ba-eec8-4756-aa2a-cf5b9de944cd" providerId="AD" clId="Web-{0096744A-F232-4377-8DFA-80B2C789A5DA}"/>
    <pc:docChg chg="modSld">
      <pc:chgData name="福田一希" userId="S::kazuki.fukuda@system-exe.jp::fdfbe5ba-eec8-4756-aa2a-cf5b9de944cd" providerId="AD" clId="Web-{0096744A-F232-4377-8DFA-80B2C789A5DA}" dt="2024-06-07T02:12:40.405" v="163" actId="1076"/>
      <pc:docMkLst>
        <pc:docMk/>
      </pc:docMkLst>
      <pc:sldChg chg="modSp">
        <pc:chgData name="福田一希" userId="S::kazuki.fukuda@system-exe.jp::fdfbe5ba-eec8-4756-aa2a-cf5b9de944cd" providerId="AD" clId="Web-{0096744A-F232-4377-8DFA-80B2C789A5DA}" dt="2024-06-07T02:06:49.956" v="100" actId="20577"/>
        <pc:sldMkLst>
          <pc:docMk/>
          <pc:sldMk cId="729124589" sldId="768"/>
        </pc:sldMkLst>
        <pc:spChg chg="mod">
          <ac:chgData name="福田一希" userId="S::kazuki.fukuda@system-exe.jp::fdfbe5ba-eec8-4756-aa2a-cf5b9de944cd" providerId="AD" clId="Web-{0096744A-F232-4377-8DFA-80B2C789A5DA}" dt="2024-06-07T02:06:49.956" v="100" actId="20577"/>
          <ac:spMkLst>
            <pc:docMk/>
            <pc:sldMk cId="729124589" sldId="768"/>
            <ac:spMk id="5" creationId="{75D94D8C-59D4-540B-6AEE-871AEC854D26}"/>
          </ac:spMkLst>
        </pc:spChg>
      </pc:sldChg>
      <pc:sldChg chg="addSp delSp modSp">
        <pc:chgData name="福田一希" userId="S::kazuki.fukuda@system-exe.jp::fdfbe5ba-eec8-4756-aa2a-cf5b9de944cd" providerId="AD" clId="Web-{0096744A-F232-4377-8DFA-80B2C789A5DA}" dt="2024-06-07T02:12:40.405" v="163" actId="1076"/>
        <pc:sldMkLst>
          <pc:docMk/>
          <pc:sldMk cId="1635957379" sldId="926"/>
        </pc:sldMkLst>
        <pc:spChg chg="mod">
          <ac:chgData name="福田一希" userId="S::kazuki.fukuda@system-exe.jp::fdfbe5ba-eec8-4756-aa2a-cf5b9de944cd" providerId="AD" clId="Web-{0096744A-F232-4377-8DFA-80B2C789A5DA}" dt="2024-06-07T02:08:35.334" v="120" actId="20577"/>
          <ac:spMkLst>
            <pc:docMk/>
            <pc:sldMk cId="1635957379" sldId="926"/>
            <ac:spMk id="13" creationId="{C0F5576F-DA49-FD21-503A-622F2A3DFBDE}"/>
          </ac:spMkLst>
        </pc:spChg>
        <pc:spChg chg="mod">
          <ac:chgData name="福田一希" userId="S::kazuki.fukuda@system-exe.jp::fdfbe5ba-eec8-4756-aa2a-cf5b9de944cd" providerId="AD" clId="Web-{0096744A-F232-4377-8DFA-80B2C789A5DA}" dt="2024-06-07T02:11:29.012" v="156" actId="20577"/>
          <ac:spMkLst>
            <pc:docMk/>
            <pc:sldMk cId="1635957379" sldId="926"/>
            <ac:spMk id="29" creationId="{65A482C5-9A30-7564-1995-15B2F12F0948}"/>
          </ac:spMkLst>
        </pc:spChg>
        <pc:spChg chg="mod">
          <ac:chgData name="福田一希" userId="S::kazuki.fukuda@system-exe.jp::fdfbe5ba-eec8-4756-aa2a-cf5b9de944cd" providerId="AD" clId="Web-{0096744A-F232-4377-8DFA-80B2C789A5DA}" dt="2024-06-07T02:11:18.293" v="143" actId="20577"/>
          <ac:spMkLst>
            <pc:docMk/>
            <pc:sldMk cId="1635957379" sldId="926"/>
            <ac:spMk id="35" creationId="{4EE7BFBA-3434-4271-2281-8600CEA27BE9}"/>
          </ac:spMkLst>
        </pc:spChg>
        <pc:spChg chg="del topLvl">
          <ac:chgData name="福田一希" userId="S::kazuki.fukuda@system-exe.jp::fdfbe5ba-eec8-4756-aa2a-cf5b9de944cd" providerId="AD" clId="Web-{0096744A-F232-4377-8DFA-80B2C789A5DA}" dt="2024-06-07T02:11:06.949" v="127"/>
          <ac:spMkLst>
            <pc:docMk/>
            <pc:sldMk cId="1635957379" sldId="926"/>
            <ac:spMk id="37" creationId="{55DF6727-104B-9369-8ED4-66535C1058A8}"/>
          </ac:spMkLst>
        </pc:spChg>
        <pc:spChg chg="del topLvl">
          <ac:chgData name="福田一希" userId="S::kazuki.fukuda@system-exe.jp::fdfbe5ba-eec8-4756-aa2a-cf5b9de944cd" providerId="AD" clId="Web-{0096744A-F232-4377-8DFA-80B2C789A5DA}" dt="2024-06-07T02:11:09.527" v="128"/>
          <ac:spMkLst>
            <pc:docMk/>
            <pc:sldMk cId="1635957379" sldId="926"/>
            <ac:spMk id="43" creationId="{EB566CCB-D057-9BB4-3D1A-98B051900D0C}"/>
          </ac:spMkLst>
        </pc:spChg>
        <pc:spChg chg="mod">
          <ac:chgData name="福田一希" userId="S::kazuki.fukuda@system-exe.jp::fdfbe5ba-eec8-4756-aa2a-cf5b9de944cd" providerId="AD" clId="Web-{0096744A-F232-4377-8DFA-80B2C789A5DA}" dt="2024-06-07T02:12:14.732" v="161" actId="1076"/>
          <ac:spMkLst>
            <pc:docMk/>
            <pc:sldMk cId="1635957379" sldId="926"/>
            <ac:spMk id="45" creationId="{9A2A9256-0FC8-ED39-C8AA-ACE2C60B2626}"/>
          </ac:spMkLst>
        </pc:spChg>
        <pc:spChg chg="mod">
          <ac:chgData name="福田一希" userId="S::kazuki.fukuda@system-exe.jp::fdfbe5ba-eec8-4756-aa2a-cf5b9de944cd" providerId="AD" clId="Web-{0096744A-F232-4377-8DFA-80B2C789A5DA}" dt="2024-06-07T02:12:40.405" v="163" actId="1076"/>
          <ac:spMkLst>
            <pc:docMk/>
            <pc:sldMk cId="1635957379" sldId="926"/>
            <ac:spMk id="46" creationId="{C0F5576F-DA49-FD21-503A-622F2A3DFBDE}"/>
          </ac:spMkLst>
        </pc:spChg>
        <pc:grpChg chg="add mod">
          <ac:chgData name="福田一希" userId="S::kazuki.fukuda@system-exe.jp::fdfbe5ba-eec8-4756-aa2a-cf5b9de944cd" providerId="AD" clId="Web-{0096744A-F232-4377-8DFA-80B2C789A5DA}" dt="2024-06-07T02:10:57.183" v="124" actId="1076"/>
          <ac:grpSpMkLst>
            <pc:docMk/>
            <pc:sldMk cId="1635957379" sldId="926"/>
            <ac:grpSpMk id="5" creationId="{8F3E6889-CA5A-0311-8556-CDFB27D4059A}"/>
          </ac:grpSpMkLst>
        </pc:grpChg>
        <pc:grpChg chg="add del">
          <ac:chgData name="福田一希" userId="S::kazuki.fukuda@system-exe.jp::fdfbe5ba-eec8-4756-aa2a-cf5b9de944cd" providerId="AD" clId="Web-{0096744A-F232-4377-8DFA-80B2C789A5DA}" dt="2024-06-07T02:11:06.949" v="127"/>
          <ac:grpSpMkLst>
            <pc:docMk/>
            <pc:sldMk cId="1635957379" sldId="926"/>
            <ac:grpSpMk id="36" creationId="{76167436-59A5-7D32-FF90-B172F64E1E7C}"/>
          </ac:grpSpMkLst>
        </pc:grpChg>
      </pc:sldChg>
    </pc:docChg>
  </pc:docChgLst>
  <pc:docChgLst>
    <pc:chgData name="福田一希" userId="S::kazuki.fukuda@system-exe.jp::fdfbe5ba-eec8-4756-aa2a-cf5b9de944cd" providerId="AD" clId="Web-{DF80362C-E477-48BD-9337-FA77BF5BE5E1}"/>
    <pc:docChg chg="modSld">
      <pc:chgData name="福田一希" userId="S::kazuki.fukuda@system-exe.jp::fdfbe5ba-eec8-4756-aa2a-cf5b9de944cd" providerId="AD" clId="Web-{DF80362C-E477-48BD-9337-FA77BF5BE5E1}" dt="2024-06-05T08:25:03.395" v="1" actId="20577"/>
      <pc:docMkLst>
        <pc:docMk/>
      </pc:docMkLst>
      <pc:sldChg chg="modSp">
        <pc:chgData name="福田一希" userId="S::kazuki.fukuda@system-exe.jp::fdfbe5ba-eec8-4756-aa2a-cf5b9de944cd" providerId="AD" clId="Web-{DF80362C-E477-48BD-9337-FA77BF5BE5E1}" dt="2024-06-05T08:25:03.395" v="1" actId="20577"/>
        <pc:sldMkLst>
          <pc:docMk/>
          <pc:sldMk cId="3201888243" sldId="714"/>
        </pc:sldMkLst>
        <pc:spChg chg="mod">
          <ac:chgData name="福田一希" userId="S::kazuki.fukuda@system-exe.jp::fdfbe5ba-eec8-4756-aa2a-cf5b9de944cd" providerId="AD" clId="Web-{DF80362C-E477-48BD-9337-FA77BF5BE5E1}" dt="2024-06-05T08:25:03.395" v="1" actId="20577"/>
          <ac:spMkLst>
            <pc:docMk/>
            <pc:sldMk cId="3201888243" sldId="714"/>
            <ac:spMk id="3" creationId="{00000000-0000-0000-0000-000000000000}"/>
          </ac:spMkLst>
        </pc:spChg>
      </pc:sldChg>
    </pc:docChg>
  </pc:docChgLst>
  <pc:docChgLst>
    <pc:chgData name="吉田諒" userId="S::ryou.yoshida@system-exe.jp::48113613-5467-405d-9628-39cdc2d8c52c" providerId="AD" clId="Web-{F86F8821-50EF-48AC-B316-4E4303A74403}"/>
    <pc:docChg chg="addSld delSld modSld">
      <pc:chgData name="吉田諒" userId="S::ryou.yoshida@system-exe.jp::48113613-5467-405d-9628-39cdc2d8c52c" providerId="AD" clId="Web-{F86F8821-50EF-48AC-B316-4E4303A74403}" dt="2024-01-29T12:27:50.702" v="1079" actId="20577"/>
      <pc:docMkLst>
        <pc:docMk/>
      </pc:docMkLst>
      <pc:sldChg chg="modSp">
        <pc:chgData name="吉田諒" userId="S::ryou.yoshida@system-exe.jp::48113613-5467-405d-9628-39cdc2d8c52c" providerId="AD" clId="Web-{F86F8821-50EF-48AC-B316-4E4303A74403}" dt="2024-01-29T11:24:46.573" v="261" actId="20577"/>
        <pc:sldMkLst>
          <pc:docMk/>
          <pc:sldMk cId="5311539" sldId="752"/>
        </pc:sldMkLst>
        <pc:spChg chg="mod">
          <ac:chgData name="吉田諒" userId="S::ryou.yoshida@system-exe.jp::48113613-5467-405d-9628-39cdc2d8c52c" providerId="AD" clId="Web-{F86F8821-50EF-48AC-B316-4E4303A74403}" dt="2024-01-29T11:24:46.573" v="261" actId="20577"/>
          <ac:spMkLst>
            <pc:docMk/>
            <pc:sldMk cId="5311539" sldId="752"/>
            <ac:spMk id="2" creationId="{B5CF4E27-01D0-4155-A943-281726BD16F0}"/>
          </ac:spMkLst>
        </pc:spChg>
      </pc:sldChg>
      <pc:sldChg chg="modSp">
        <pc:chgData name="吉田諒" userId="S::ryou.yoshida@system-exe.jp::48113613-5467-405d-9628-39cdc2d8c52c" providerId="AD" clId="Web-{F86F8821-50EF-48AC-B316-4E4303A74403}" dt="2024-01-29T12:24:30.104" v="1033"/>
        <pc:sldMkLst>
          <pc:docMk/>
          <pc:sldMk cId="1072167564" sldId="754"/>
        </pc:sldMkLst>
        <pc:spChg chg="mod">
          <ac:chgData name="吉田諒" userId="S::ryou.yoshida@system-exe.jp::48113613-5467-405d-9628-39cdc2d8c52c" providerId="AD" clId="Web-{F86F8821-50EF-48AC-B316-4E4303A74403}" dt="2024-01-29T12:02:50.081" v="375" actId="20577"/>
          <ac:spMkLst>
            <pc:docMk/>
            <pc:sldMk cId="1072167564" sldId="754"/>
            <ac:spMk id="2" creationId="{5C72AB75-BA7B-416C-A2A9-79336E6D0000}"/>
          </ac:spMkLst>
        </pc:spChg>
        <pc:graphicFrameChg chg="mod modGraphic">
          <ac:chgData name="吉田諒" userId="S::ryou.yoshida@system-exe.jp::48113613-5467-405d-9628-39cdc2d8c52c" providerId="AD" clId="Web-{F86F8821-50EF-48AC-B316-4E4303A74403}" dt="2024-01-29T12:24:30.104" v="1033"/>
          <ac:graphicFrameMkLst>
            <pc:docMk/>
            <pc:sldMk cId="1072167564" sldId="754"/>
            <ac:graphicFrameMk id="8" creationId="{E96A0963-9D9C-4DE2-8A40-25DD6B7F5580}"/>
          </ac:graphicFrameMkLst>
        </pc:graphicFrameChg>
      </pc:sldChg>
      <pc:sldChg chg="addSp delSp modSp">
        <pc:chgData name="吉田諒" userId="S::ryou.yoshida@system-exe.jp::48113613-5467-405d-9628-39cdc2d8c52c" providerId="AD" clId="Web-{F86F8821-50EF-48AC-B316-4E4303A74403}" dt="2024-01-29T11:21:12.225" v="147" actId="20577"/>
        <pc:sldMkLst>
          <pc:docMk/>
          <pc:sldMk cId="3660799615" sldId="757"/>
        </pc:sldMkLst>
        <pc:spChg chg="mod">
          <ac:chgData name="吉田諒" userId="S::ryou.yoshida@system-exe.jp::48113613-5467-405d-9628-39cdc2d8c52c" providerId="AD" clId="Web-{F86F8821-50EF-48AC-B316-4E4303A74403}" dt="2024-01-29T11:21:12.225" v="147" actId="20577"/>
          <ac:spMkLst>
            <pc:docMk/>
            <pc:sldMk cId="3660799615" sldId="757"/>
            <ac:spMk id="2" creationId="{57D6A186-9556-4341-96B1-91CEC5E6864B}"/>
          </ac:spMkLst>
        </pc:spChg>
        <pc:spChg chg="add mod">
          <ac:chgData name="吉田諒" userId="S::ryou.yoshida@system-exe.jp::48113613-5467-405d-9628-39cdc2d8c52c" providerId="AD" clId="Web-{F86F8821-50EF-48AC-B316-4E4303A74403}" dt="2024-01-29T11:19:42.052" v="136" actId="20577"/>
          <ac:spMkLst>
            <pc:docMk/>
            <pc:sldMk cId="3660799615" sldId="757"/>
            <ac:spMk id="5" creationId="{DDA0903F-BB0E-DF11-6A92-90C8A835A221}"/>
          </ac:spMkLst>
        </pc:spChg>
        <pc:spChg chg="del">
          <ac:chgData name="吉田諒" userId="S::ryou.yoshida@system-exe.jp::48113613-5467-405d-9628-39cdc2d8c52c" providerId="AD" clId="Web-{F86F8821-50EF-48AC-B316-4E4303A74403}" dt="2024-01-29T11:11:49.325" v="18"/>
          <ac:spMkLst>
            <pc:docMk/>
            <pc:sldMk cId="3660799615" sldId="757"/>
            <ac:spMk id="31" creationId="{1BAFDCEF-F6D8-4E9E-A711-68126194AB2E}"/>
          </ac:spMkLst>
        </pc:spChg>
        <pc:spChg chg="del">
          <ac:chgData name="吉田諒" userId="S::ryou.yoshida@system-exe.jp::48113613-5467-405d-9628-39cdc2d8c52c" providerId="AD" clId="Web-{F86F8821-50EF-48AC-B316-4E4303A74403}" dt="2024-01-29T11:11:49.325" v="16"/>
          <ac:spMkLst>
            <pc:docMk/>
            <pc:sldMk cId="3660799615" sldId="757"/>
            <ac:spMk id="33" creationId="{63C183C0-ECC6-4D4A-85CC-CB991E044043}"/>
          </ac:spMkLst>
        </pc:spChg>
        <pc:spChg chg="del">
          <ac:chgData name="吉田諒" userId="S::ryou.yoshida@system-exe.jp::48113613-5467-405d-9628-39cdc2d8c52c" providerId="AD" clId="Web-{F86F8821-50EF-48AC-B316-4E4303A74403}" dt="2024-01-29T11:11:49.325" v="14"/>
          <ac:spMkLst>
            <pc:docMk/>
            <pc:sldMk cId="3660799615" sldId="757"/>
            <ac:spMk id="38" creationId="{BF811B9C-027C-4609-BE2C-69BEC1883768}"/>
          </ac:spMkLst>
        </pc:spChg>
        <pc:spChg chg="del">
          <ac:chgData name="吉田諒" userId="S::ryou.yoshida@system-exe.jp::48113613-5467-405d-9628-39cdc2d8c52c" providerId="AD" clId="Web-{F86F8821-50EF-48AC-B316-4E4303A74403}" dt="2024-01-29T11:11:49.325" v="12"/>
          <ac:spMkLst>
            <pc:docMk/>
            <pc:sldMk cId="3660799615" sldId="757"/>
            <ac:spMk id="45" creationId="{7DF5CF1B-C2C6-46A3-B53F-9C7E106C46CA}"/>
          </ac:spMkLst>
        </pc:spChg>
        <pc:spChg chg="del">
          <ac:chgData name="吉田諒" userId="S::ryou.yoshida@system-exe.jp::48113613-5467-405d-9628-39cdc2d8c52c" providerId="AD" clId="Web-{F86F8821-50EF-48AC-B316-4E4303A74403}" dt="2024-01-29T11:11:49.325" v="11"/>
          <ac:spMkLst>
            <pc:docMk/>
            <pc:sldMk cId="3660799615" sldId="757"/>
            <ac:spMk id="46" creationId="{36F3B46E-1B21-47BC-8558-162E667F4B12}"/>
          </ac:spMkLst>
        </pc:spChg>
        <pc:spChg chg="del">
          <ac:chgData name="吉田諒" userId="S::ryou.yoshida@system-exe.jp::48113613-5467-405d-9628-39cdc2d8c52c" providerId="AD" clId="Web-{F86F8821-50EF-48AC-B316-4E4303A74403}" dt="2024-01-29T11:11:49.309" v="10"/>
          <ac:spMkLst>
            <pc:docMk/>
            <pc:sldMk cId="3660799615" sldId="757"/>
            <ac:spMk id="52" creationId="{5DB15EB3-D6AA-4665-AA8A-167B7B766BA7}"/>
          </ac:spMkLst>
        </pc:spChg>
        <pc:grpChg chg="del">
          <ac:chgData name="吉田諒" userId="S::ryou.yoshida@system-exe.jp::48113613-5467-405d-9628-39cdc2d8c52c" providerId="AD" clId="Web-{F86F8821-50EF-48AC-B316-4E4303A74403}" dt="2024-01-29T11:11:49.325" v="13"/>
          <ac:grpSpMkLst>
            <pc:docMk/>
            <pc:sldMk cId="3660799615" sldId="757"/>
            <ac:grpSpMk id="27" creationId="{C5AE6DEC-E255-450A-93FE-6813E37A7B04}"/>
          </ac:grpSpMkLst>
        </pc:grpChg>
        <pc:picChg chg="del">
          <ac:chgData name="吉田諒" userId="S::ryou.yoshida@system-exe.jp::48113613-5467-405d-9628-39cdc2d8c52c" providerId="AD" clId="Web-{F86F8821-50EF-48AC-B316-4E4303A74403}" dt="2024-01-29T11:11:46.825" v="9"/>
          <ac:picMkLst>
            <pc:docMk/>
            <pc:sldMk cId="3660799615" sldId="757"/>
            <ac:picMk id="51" creationId="{45E1FC88-9D3E-4A09-876A-A6039616890F}"/>
          </ac:picMkLst>
        </pc:picChg>
        <pc:picChg chg="del">
          <ac:chgData name="吉田諒" userId="S::ryou.yoshida@system-exe.jp::48113613-5467-405d-9628-39cdc2d8c52c" providerId="AD" clId="Web-{F86F8821-50EF-48AC-B316-4E4303A74403}" dt="2024-01-29T11:11:49.325" v="22"/>
          <ac:picMkLst>
            <pc:docMk/>
            <pc:sldMk cId="3660799615" sldId="757"/>
            <ac:picMk id="1032" creationId="{3FE1E491-BACF-4A32-AF81-87D0E4C1F5A2}"/>
          </ac:picMkLst>
        </pc:picChg>
        <pc:picChg chg="del">
          <ac:chgData name="吉田諒" userId="S::ryou.yoshida@system-exe.jp::48113613-5467-405d-9628-39cdc2d8c52c" providerId="AD" clId="Web-{F86F8821-50EF-48AC-B316-4E4303A74403}" dt="2024-01-29T11:11:49.325" v="21"/>
          <ac:picMkLst>
            <pc:docMk/>
            <pc:sldMk cId="3660799615" sldId="757"/>
            <ac:picMk id="1034" creationId="{7C6C9CDF-51E3-4AEF-A0A7-922DB75EBD23}"/>
          </ac:picMkLst>
        </pc:picChg>
        <pc:picChg chg="del">
          <ac:chgData name="吉田諒" userId="S::ryou.yoshida@system-exe.jp::48113613-5467-405d-9628-39cdc2d8c52c" providerId="AD" clId="Web-{F86F8821-50EF-48AC-B316-4E4303A74403}" dt="2024-01-29T11:11:49.325" v="20"/>
          <ac:picMkLst>
            <pc:docMk/>
            <pc:sldMk cId="3660799615" sldId="757"/>
            <ac:picMk id="1036" creationId="{1E3C64AF-7601-4BAB-BDA1-97436A7A7A92}"/>
          </ac:picMkLst>
        </pc:picChg>
        <pc:cxnChg chg="del">
          <ac:chgData name="吉田諒" userId="S::ryou.yoshida@system-exe.jp::48113613-5467-405d-9628-39cdc2d8c52c" providerId="AD" clId="Web-{F86F8821-50EF-48AC-B316-4E4303A74403}" dt="2024-01-29T11:11:49.325" v="19"/>
          <ac:cxnSpMkLst>
            <pc:docMk/>
            <pc:sldMk cId="3660799615" sldId="757"/>
            <ac:cxnSpMk id="26" creationId="{FCAC2EE7-7B9F-436D-90B9-03BF2E02A41F}"/>
          </ac:cxnSpMkLst>
        </pc:cxnChg>
        <pc:cxnChg chg="del">
          <ac:chgData name="吉田諒" userId="S::ryou.yoshida@system-exe.jp::48113613-5467-405d-9628-39cdc2d8c52c" providerId="AD" clId="Web-{F86F8821-50EF-48AC-B316-4E4303A74403}" dt="2024-01-29T11:11:49.325" v="17"/>
          <ac:cxnSpMkLst>
            <pc:docMk/>
            <pc:sldMk cId="3660799615" sldId="757"/>
            <ac:cxnSpMk id="32" creationId="{1DA60D5D-8E0C-4293-B0E6-734C789FDF4F}"/>
          </ac:cxnSpMkLst>
        </pc:cxnChg>
        <pc:cxnChg chg="del">
          <ac:chgData name="吉田諒" userId="S::ryou.yoshida@system-exe.jp::48113613-5467-405d-9628-39cdc2d8c52c" providerId="AD" clId="Web-{F86F8821-50EF-48AC-B316-4E4303A74403}" dt="2024-01-29T11:11:49.325" v="15"/>
          <ac:cxnSpMkLst>
            <pc:docMk/>
            <pc:sldMk cId="3660799615" sldId="757"/>
            <ac:cxnSpMk id="34" creationId="{D3D7009D-A03E-4BC1-AA84-49F5BAB80D9B}"/>
          </ac:cxnSpMkLst>
        </pc:cxnChg>
      </pc:sldChg>
      <pc:sldChg chg="del">
        <pc:chgData name="吉田諒" userId="S::ryou.yoshida@system-exe.jp::48113613-5467-405d-9628-39cdc2d8c52c" providerId="AD" clId="Web-{F86F8821-50EF-48AC-B316-4E4303A74403}" dt="2024-01-29T11:18:32.504" v="124"/>
        <pc:sldMkLst>
          <pc:docMk/>
          <pc:sldMk cId="3830098465" sldId="758"/>
        </pc:sldMkLst>
      </pc:sldChg>
      <pc:sldChg chg="del">
        <pc:chgData name="吉田諒" userId="S::ryou.yoshida@system-exe.jp::48113613-5467-405d-9628-39cdc2d8c52c" providerId="AD" clId="Web-{F86F8821-50EF-48AC-B316-4E4303A74403}" dt="2024-01-29T11:21:26.272" v="150"/>
        <pc:sldMkLst>
          <pc:docMk/>
          <pc:sldMk cId="160659096" sldId="761"/>
        </pc:sldMkLst>
      </pc:sldChg>
      <pc:sldChg chg="add del">
        <pc:chgData name="吉田諒" userId="S::ryou.yoshida@system-exe.jp::48113613-5467-405d-9628-39cdc2d8c52c" providerId="AD" clId="Web-{F86F8821-50EF-48AC-B316-4E4303A74403}" dt="2024-01-29T11:22:06.929" v="165"/>
        <pc:sldMkLst>
          <pc:docMk/>
          <pc:sldMk cId="4225344044" sldId="762"/>
        </pc:sldMkLst>
      </pc:sldChg>
      <pc:sldChg chg="add del">
        <pc:chgData name="吉田諒" userId="S::ryou.yoshida@system-exe.jp::48113613-5467-405d-9628-39cdc2d8c52c" providerId="AD" clId="Web-{F86F8821-50EF-48AC-B316-4E4303A74403}" dt="2024-01-29T11:22:06.929" v="164"/>
        <pc:sldMkLst>
          <pc:docMk/>
          <pc:sldMk cId="3581102778" sldId="763"/>
        </pc:sldMkLst>
      </pc:sldChg>
      <pc:sldChg chg="add del">
        <pc:chgData name="吉田諒" userId="S::ryou.yoshida@system-exe.jp::48113613-5467-405d-9628-39cdc2d8c52c" providerId="AD" clId="Web-{F86F8821-50EF-48AC-B316-4E4303A74403}" dt="2024-01-29T11:22:06.913" v="163"/>
        <pc:sldMkLst>
          <pc:docMk/>
          <pc:sldMk cId="23999133" sldId="764"/>
        </pc:sldMkLst>
      </pc:sldChg>
      <pc:sldChg chg="modSp add del">
        <pc:chgData name="吉田諒" userId="S::ryou.yoshida@system-exe.jp::48113613-5467-405d-9628-39cdc2d8c52c" providerId="AD" clId="Web-{F86F8821-50EF-48AC-B316-4E4303A74403}" dt="2024-01-29T11:24:34.775" v="259"/>
        <pc:sldMkLst>
          <pc:docMk/>
          <pc:sldMk cId="1395438993" sldId="765"/>
        </pc:sldMkLst>
        <pc:spChg chg="mod">
          <ac:chgData name="吉田諒" userId="S::ryou.yoshida@system-exe.jp::48113613-5467-405d-9628-39cdc2d8c52c" providerId="AD" clId="Web-{F86F8821-50EF-48AC-B316-4E4303A74403}" dt="2024-01-29T11:22:09.804" v="167" actId="20577"/>
          <ac:spMkLst>
            <pc:docMk/>
            <pc:sldMk cId="1395438993" sldId="765"/>
            <ac:spMk id="2" creationId="{9361CC14-4C9C-442D-9221-913B3ACF3460}"/>
          </ac:spMkLst>
        </pc:spChg>
        <pc:graphicFrameChg chg="mod modGraphic">
          <ac:chgData name="吉田諒" userId="S::ryou.yoshida@system-exe.jp::48113613-5467-405d-9628-39cdc2d8c52c" providerId="AD" clId="Web-{F86F8821-50EF-48AC-B316-4E4303A74403}" dt="2024-01-29T11:24:34.775" v="259"/>
          <ac:graphicFrameMkLst>
            <pc:docMk/>
            <pc:sldMk cId="1395438993" sldId="765"/>
            <ac:graphicFrameMk id="7" creationId="{2864E947-18B0-4839-AED3-D416F628DDF0}"/>
          </ac:graphicFrameMkLst>
        </pc:graphicFrameChg>
      </pc:sldChg>
      <pc:sldChg chg="delSp modSp">
        <pc:chgData name="吉田諒" userId="S::ryou.yoshida@system-exe.jp::48113613-5467-405d-9628-39cdc2d8c52c" providerId="AD" clId="Web-{F86F8821-50EF-48AC-B316-4E4303A74403}" dt="2024-01-29T11:27:47.716" v="321"/>
        <pc:sldMkLst>
          <pc:docMk/>
          <pc:sldMk cId="3560606343" sldId="766"/>
        </pc:sldMkLst>
        <pc:spChg chg="mod">
          <ac:chgData name="吉田諒" userId="S::ryou.yoshida@system-exe.jp::48113613-5467-405d-9628-39cdc2d8c52c" providerId="AD" clId="Web-{F86F8821-50EF-48AC-B316-4E4303A74403}" dt="2024-01-29T11:24:55.182" v="263" actId="20577"/>
          <ac:spMkLst>
            <pc:docMk/>
            <pc:sldMk cId="3560606343" sldId="766"/>
            <ac:spMk id="2" creationId="{E83321EC-2147-45BB-B770-D5BC2C3DDA15}"/>
          </ac:spMkLst>
        </pc:spChg>
        <pc:spChg chg="mod">
          <ac:chgData name="吉田諒" userId="S::ryou.yoshida@system-exe.jp::48113613-5467-405d-9628-39cdc2d8c52c" providerId="AD" clId="Web-{F86F8821-50EF-48AC-B316-4E4303A74403}" dt="2024-01-29T11:25:29.651" v="286" actId="1076"/>
          <ac:spMkLst>
            <pc:docMk/>
            <pc:sldMk cId="3560606343" sldId="766"/>
            <ac:spMk id="37" creationId="{9C526A88-681C-4A44-BFD9-AF76E9622DCF}"/>
          </ac:spMkLst>
        </pc:spChg>
        <pc:spChg chg="mod">
          <ac:chgData name="吉田諒" userId="S::ryou.yoshida@system-exe.jp::48113613-5467-405d-9628-39cdc2d8c52c" providerId="AD" clId="Web-{F86F8821-50EF-48AC-B316-4E4303A74403}" dt="2024-01-29T11:26:06.980" v="295" actId="1076"/>
          <ac:spMkLst>
            <pc:docMk/>
            <pc:sldMk cId="3560606343" sldId="766"/>
            <ac:spMk id="38" creationId="{52966910-B070-4DEE-BF16-CF9CFAD5A257}"/>
          </ac:spMkLst>
        </pc:spChg>
        <pc:spChg chg="mod">
          <ac:chgData name="吉田諒" userId="S::ryou.yoshida@system-exe.jp::48113613-5467-405d-9628-39cdc2d8c52c" providerId="AD" clId="Web-{F86F8821-50EF-48AC-B316-4E4303A74403}" dt="2024-01-29T11:26:11.011" v="296" actId="1076"/>
          <ac:spMkLst>
            <pc:docMk/>
            <pc:sldMk cId="3560606343" sldId="766"/>
            <ac:spMk id="39" creationId="{A1709EDB-463A-4C0C-970E-60C5F422FCA2}"/>
          </ac:spMkLst>
        </pc:spChg>
        <pc:spChg chg="mod">
          <ac:chgData name="吉田諒" userId="S::ryou.yoshida@system-exe.jp::48113613-5467-405d-9628-39cdc2d8c52c" providerId="AD" clId="Web-{F86F8821-50EF-48AC-B316-4E4303A74403}" dt="2024-01-29T11:26:56.809" v="310" actId="14100"/>
          <ac:spMkLst>
            <pc:docMk/>
            <pc:sldMk cId="3560606343" sldId="766"/>
            <ac:spMk id="44" creationId="{F552483D-B47E-4672-AAB8-B1378D36B674}"/>
          </ac:spMkLst>
        </pc:spChg>
        <pc:spChg chg="mod">
          <ac:chgData name="吉田諒" userId="S::ryou.yoshida@system-exe.jp::48113613-5467-405d-9628-39cdc2d8c52c" providerId="AD" clId="Web-{F86F8821-50EF-48AC-B316-4E4303A74403}" dt="2024-01-29T11:26:51.887" v="309" actId="14100"/>
          <ac:spMkLst>
            <pc:docMk/>
            <pc:sldMk cId="3560606343" sldId="766"/>
            <ac:spMk id="45" creationId="{D288673B-1B1E-4C6E-BA69-E5F1FEDB27ED}"/>
          </ac:spMkLst>
        </pc:spChg>
        <pc:spChg chg="mod">
          <ac:chgData name="吉田諒" userId="S::ryou.yoshida@system-exe.jp::48113613-5467-405d-9628-39cdc2d8c52c" providerId="AD" clId="Web-{F86F8821-50EF-48AC-B316-4E4303A74403}" dt="2024-01-29T11:27:30.653" v="319" actId="14100"/>
          <ac:spMkLst>
            <pc:docMk/>
            <pc:sldMk cId="3560606343" sldId="766"/>
            <ac:spMk id="46" creationId="{6A2A85F1-E879-4E95-8579-1D9736F23A12}"/>
          </ac:spMkLst>
        </pc:spChg>
        <pc:spChg chg="mod">
          <ac:chgData name="吉田諒" userId="S::ryou.yoshida@system-exe.jp::48113613-5467-405d-9628-39cdc2d8c52c" providerId="AD" clId="Web-{F86F8821-50EF-48AC-B316-4E4303A74403}" dt="2024-01-29T11:27:20.950" v="317" actId="20577"/>
          <ac:spMkLst>
            <pc:docMk/>
            <pc:sldMk cId="3560606343" sldId="766"/>
            <ac:spMk id="47" creationId="{D2FFFA7C-8485-4FB5-B3FC-30EC4188DB9D}"/>
          </ac:spMkLst>
        </pc:spChg>
        <pc:spChg chg="mod">
          <ac:chgData name="吉田諒" userId="S::ryou.yoshida@system-exe.jp::48113613-5467-405d-9628-39cdc2d8c52c" providerId="AD" clId="Web-{F86F8821-50EF-48AC-B316-4E4303A74403}" dt="2024-01-29T11:25:47.745" v="289" actId="1076"/>
          <ac:spMkLst>
            <pc:docMk/>
            <pc:sldMk cId="3560606343" sldId="766"/>
            <ac:spMk id="50" creationId="{BF31360D-FAB3-4C87-B7AB-B502DDFDA9EC}"/>
          </ac:spMkLst>
        </pc:spChg>
        <pc:spChg chg="del mod">
          <ac:chgData name="吉田諒" userId="S::ryou.yoshida@system-exe.jp::48113613-5467-405d-9628-39cdc2d8c52c" providerId="AD" clId="Web-{F86F8821-50EF-48AC-B316-4E4303A74403}" dt="2024-01-29T11:25:57.433" v="293"/>
          <ac:spMkLst>
            <pc:docMk/>
            <pc:sldMk cId="3560606343" sldId="766"/>
            <ac:spMk id="52" creationId="{9CCA3362-09DA-4E1E-9F00-73643AA8BC5E}"/>
          </ac:spMkLst>
        </pc:spChg>
        <pc:spChg chg="mod">
          <ac:chgData name="吉田諒" userId="S::ryou.yoshida@system-exe.jp::48113613-5467-405d-9628-39cdc2d8c52c" providerId="AD" clId="Web-{F86F8821-50EF-48AC-B316-4E4303A74403}" dt="2024-01-29T11:25:53.714" v="291" actId="1076"/>
          <ac:spMkLst>
            <pc:docMk/>
            <pc:sldMk cId="3560606343" sldId="766"/>
            <ac:spMk id="53" creationId="{60BE86B4-B849-422B-8758-4720CC34871C}"/>
          </ac:spMkLst>
        </pc:spChg>
        <pc:spChg chg="del">
          <ac:chgData name="吉田諒" userId="S::ryou.yoshida@system-exe.jp::48113613-5467-405d-9628-39cdc2d8c52c" providerId="AD" clId="Web-{F86F8821-50EF-48AC-B316-4E4303A74403}" dt="2024-01-29T11:27:39.107" v="320"/>
          <ac:spMkLst>
            <pc:docMk/>
            <pc:sldMk cId="3560606343" sldId="766"/>
            <ac:spMk id="56" creationId="{80A4DC57-9E91-4EB4-9B5B-3373EE76CDC6}"/>
          </ac:spMkLst>
        </pc:spChg>
        <pc:spChg chg="del">
          <ac:chgData name="吉田諒" userId="S::ryou.yoshida@system-exe.jp::48113613-5467-405d-9628-39cdc2d8c52c" providerId="AD" clId="Web-{F86F8821-50EF-48AC-B316-4E4303A74403}" dt="2024-01-29T11:27:00.294" v="311"/>
          <ac:spMkLst>
            <pc:docMk/>
            <pc:sldMk cId="3560606343" sldId="766"/>
            <ac:spMk id="57" creationId="{605F2149-83FD-445B-A95B-5691FE704CDB}"/>
          </ac:spMkLst>
        </pc:spChg>
        <pc:spChg chg="del">
          <ac:chgData name="吉田諒" userId="S::ryou.yoshida@system-exe.jp::48113613-5467-405d-9628-39cdc2d8c52c" providerId="AD" clId="Web-{F86F8821-50EF-48AC-B316-4E4303A74403}" dt="2024-01-29T11:27:47.716" v="321"/>
          <ac:spMkLst>
            <pc:docMk/>
            <pc:sldMk cId="3560606343" sldId="766"/>
            <ac:spMk id="58" creationId="{9544A931-1CC8-480D-9286-86B1845D5EA4}"/>
          </ac:spMkLst>
        </pc:spChg>
        <pc:spChg chg="del">
          <ac:chgData name="吉田諒" userId="S::ryou.yoshida@system-exe.jp::48113613-5467-405d-9628-39cdc2d8c52c" providerId="AD" clId="Web-{F86F8821-50EF-48AC-B316-4E4303A74403}" dt="2024-01-29T11:25:23.386" v="285"/>
          <ac:spMkLst>
            <pc:docMk/>
            <pc:sldMk cId="3560606343" sldId="766"/>
            <ac:spMk id="59" creationId="{8935833F-54FB-4CE3-8F79-521599D49C24}"/>
          </ac:spMkLst>
        </pc:spChg>
        <pc:spChg chg="mod">
          <ac:chgData name="吉田諒" userId="S::ryou.yoshida@system-exe.jp::48113613-5467-405d-9628-39cdc2d8c52c" providerId="AD" clId="Web-{F86F8821-50EF-48AC-B316-4E4303A74403}" dt="2024-01-29T11:26:15.105" v="297" actId="1076"/>
          <ac:spMkLst>
            <pc:docMk/>
            <pc:sldMk cId="3560606343" sldId="766"/>
            <ac:spMk id="60" creationId="{4563F6BB-2DB1-453E-BBED-638042B26188}"/>
          </ac:spMkLst>
        </pc:spChg>
        <pc:graphicFrameChg chg="mod modGraphic">
          <ac:chgData name="吉田諒" userId="S::ryou.yoshida@system-exe.jp::48113613-5467-405d-9628-39cdc2d8c52c" providerId="AD" clId="Web-{F86F8821-50EF-48AC-B316-4E4303A74403}" dt="2024-01-29T11:25:15.182" v="283"/>
          <ac:graphicFrameMkLst>
            <pc:docMk/>
            <pc:sldMk cId="3560606343" sldId="766"/>
            <ac:graphicFrameMk id="6" creationId="{1B9651D0-1C8B-452E-8B2F-91E497A82D84}"/>
          </ac:graphicFrameMkLst>
        </pc:graphicFrameChg>
      </pc:sldChg>
      <pc:sldChg chg="modSp">
        <pc:chgData name="吉田諒" userId="S::ryou.yoshida@system-exe.jp::48113613-5467-405d-9628-39cdc2d8c52c" providerId="AD" clId="Web-{F86F8821-50EF-48AC-B316-4E4303A74403}" dt="2024-01-29T12:27:50.702" v="1079" actId="20577"/>
        <pc:sldMkLst>
          <pc:docMk/>
          <pc:sldMk cId="2410374903" sldId="767"/>
        </pc:sldMkLst>
        <pc:spChg chg="mod">
          <ac:chgData name="吉田諒" userId="S::ryou.yoshida@system-exe.jp::48113613-5467-405d-9628-39cdc2d8c52c" providerId="AD" clId="Web-{F86F8821-50EF-48AC-B316-4E4303A74403}" dt="2024-01-29T12:27:50.702" v="1079" actId="20577"/>
          <ac:spMkLst>
            <pc:docMk/>
            <pc:sldMk cId="2410374903" sldId="767"/>
            <ac:spMk id="5" creationId="{97E6FBE8-190C-40F0-AA01-14695A77D734}"/>
          </ac:spMkLst>
        </pc:spChg>
      </pc:sldChg>
      <pc:sldChg chg="modSp add replId">
        <pc:chgData name="吉田諒" userId="S::ryou.yoshida@system-exe.jp::48113613-5467-405d-9628-39cdc2d8c52c" providerId="AD" clId="Web-{F86F8821-50EF-48AC-B316-4E4303A74403}" dt="2024-01-29T11:21:15.741" v="149" actId="20577"/>
        <pc:sldMkLst>
          <pc:docMk/>
          <pc:sldMk cId="729124589" sldId="768"/>
        </pc:sldMkLst>
        <pc:spChg chg="mod">
          <ac:chgData name="吉田諒" userId="S::ryou.yoshida@system-exe.jp::48113613-5467-405d-9628-39cdc2d8c52c" providerId="AD" clId="Web-{F86F8821-50EF-48AC-B316-4E4303A74403}" dt="2024-01-29T11:21:15.741" v="149" actId="20577"/>
          <ac:spMkLst>
            <pc:docMk/>
            <pc:sldMk cId="729124589" sldId="768"/>
            <ac:spMk id="2" creationId="{0FE0F6F3-0F10-2568-5D32-565AFD5CFB4E}"/>
          </ac:spMkLst>
        </pc:spChg>
        <pc:spChg chg="mod">
          <ac:chgData name="吉田諒" userId="S::ryou.yoshida@system-exe.jp::48113613-5467-405d-9628-39cdc2d8c52c" providerId="AD" clId="Web-{F86F8821-50EF-48AC-B316-4E4303A74403}" dt="2024-01-29T11:20:29.349" v="142" actId="20577"/>
          <ac:spMkLst>
            <pc:docMk/>
            <pc:sldMk cId="729124589" sldId="768"/>
            <ac:spMk id="5" creationId="{75D94D8C-59D4-540B-6AEE-871AEC854D26}"/>
          </ac:spMkLst>
        </pc:spChg>
      </pc:sldChg>
      <pc:sldChg chg="modSp add replId">
        <pc:chgData name="吉田諒" userId="S::ryou.yoshida@system-exe.jp::48113613-5467-405d-9628-39cdc2d8c52c" providerId="AD" clId="Web-{F86F8821-50EF-48AC-B316-4E4303A74403}" dt="2024-01-29T12:22:05.132" v="1007"/>
        <pc:sldMkLst>
          <pc:docMk/>
          <pc:sldMk cId="3692000709" sldId="769"/>
        </pc:sldMkLst>
        <pc:spChg chg="mod">
          <ac:chgData name="吉田諒" userId="S::ryou.yoshida@system-exe.jp::48113613-5467-405d-9628-39cdc2d8c52c" providerId="AD" clId="Web-{F86F8821-50EF-48AC-B316-4E4303A74403}" dt="2024-01-29T11:57:19.435" v="372" actId="20577"/>
          <ac:spMkLst>
            <pc:docMk/>
            <pc:sldMk cId="3692000709" sldId="769"/>
            <ac:spMk id="2" creationId="{98394D66-9AD0-7702-AB8D-256ADCBDDEDF}"/>
          </ac:spMkLst>
        </pc:spChg>
        <pc:graphicFrameChg chg="mod modGraphic">
          <ac:chgData name="吉田諒" userId="S::ryou.yoshida@system-exe.jp::48113613-5467-405d-9628-39cdc2d8c52c" providerId="AD" clId="Web-{F86F8821-50EF-48AC-B316-4E4303A74403}" dt="2024-01-29T12:22:05.132" v="1007"/>
          <ac:graphicFrameMkLst>
            <pc:docMk/>
            <pc:sldMk cId="3692000709" sldId="769"/>
            <ac:graphicFrameMk id="8" creationId="{9B2FF217-E41E-39BD-30DB-9E3D1AF84AD5}"/>
          </ac:graphicFrameMkLst>
        </pc:graphicFrameChg>
      </pc:sldChg>
    </pc:docChg>
  </pc:docChgLst>
  <pc:docChgLst>
    <pc:chgData name="髙浦祐朗" userId="d6d860fe-bc64-411b-9605-a16d1ba875f6" providerId="ADAL" clId="{E2B608F1-82CA-4AAD-81FE-063814DCC597}"/>
    <pc:docChg chg="custSel modSld sldOrd">
      <pc:chgData name="髙浦祐朗" userId="d6d860fe-bc64-411b-9605-a16d1ba875f6" providerId="ADAL" clId="{E2B608F1-82CA-4AAD-81FE-063814DCC597}" dt="2024-06-05T05:19:06.121" v="351" actId="20577"/>
      <pc:docMkLst>
        <pc:docMk/>
      </pc:docMkLst>
      <pc:sldChg chg="modSp mod">
        <pc:chgData name="髙浦祐朗" userId="d6d860fe-bc64-411b-9605-a16d1ba875f6" providerId="ADAL" clId="{E2B608F1-82CA-4AAD-81FE-063814DCC597}" dt="2024-06-05T04:49:21.474" v="54"/>
        <pc:sldMkLst>
          <pc:docMk/>
          <pc:sldMk cId="3201888243" sldId="714"/>
        </pc:sldMkLst>
        <pc:spChg chg="mod">
          <ac:chgData name="髙浦祐朗" userId="d6d860fe-bc64-411b-9605-a16d1ba875f6" providerId="ADAL" clId="{E2B608F1-82CA-4AAD-81FE-063814DCC597}" dt="2024-06-05T04:49:21.474" v="54"/>
          <ac:spMkLst>
            <pc:docMk/>
            <pc:sldMk cId="3201888243" sldId="714"/>
            <ac:spMk id="3" creationId="{00000000-0000-0000-0000-000000000000}"/>
          </ac:spMkLst>
        </pc:spChg>
      </pc:sldChg>
      <pc:sldChg chg="modSp mod">
        <pc:chgData name="髙浦祐朗" userId="d6d860fe-bc64-411b-9605-a16d1ba875f6" providerId="ADAL" clId="{E2B608F1-82CA-4AAD-81FE-063814DCC597}" dt="2024-06-05T04:48:26.831" v="28" actId="20577"/>
        <pc:sldMkLst>
          <pc:docMk/>
          <pc:sldMk cId="3325638293" sldId="749"/>
        </pc:sldMkLst>
        <pc:spChg chg="mod">
          <ac:chgData name="髙浦祐朗" userId="d6d860fe-bc64-411b-9605-a16d1ba875f6" providerId="ADAL" clId="{E2B608F1-82CA-4AAD-81FE-063814DCC597}" dt="2024-06-05T04:48:26.831" v="28" actId="20577"/>
          <ac:spMkLst>
            <pc:docMk/>
            <pc:sldMk cId="3325638293" sldId="749"/>
            <ac:spMk id="7" creationId="{13DC9859-5929-4710-A8F2-FBBA9210DDDD}"/>
          </ac:spMkLst>
        </pc:spChg>
      </pc:sldChg>
      <pc:sldChg chg="modSp mod">
        <pc:chgData name="髙浦祐朗" userId="d6d860fe-bc64-411b-9605-a16d1ba875f6" providerId="ADAL" clId="{E2B608F1-82CA-4AAD-81FE-063814DCC597}" dt="2024-06-05T04:56:14.084" v="261"/>
        <pc:sldMkLst>
          <pc:docMk/>
          <pc:sldMk cId="1395438993" sldId="765"/>
        </pc:sldMkLst>
        <pc:spChg chg="mod">
          <ac:chgData name="髙浦祐朗" userId="d6d860fe-bc64-411b-9605-a16d1ba875f6" providerId="ADAL" clId="{E2B608F1-82CA-4AAD-81FE-063814DCC597}" dt="2024-06-05T04:56:14.084" v="261"/>
          <ac:spMkLst>
            <pc:docMk/>
            <pc:sldMk cId="1395438993" sldId="765"/>
            <ac:spMk id="2" creationId="{9361CC14-4C9C-442D-9221-913B3ACF3460}"/>
          </ac:spMkLst>
        </pc:spChg>
      </pc:sldChg>
      <pc:sldChg chg="modSp mod">
        <pc:chgData name="髙浦祐朗" userId="d6d860fe-bc64-411b-9605-a16d1ba875f6" providerId="ADAL" clId="{E2B608F1-82CA-4AAD-81FE-063814DCC597}" dt="2024-06-05T05:00:45.449" v="305" actId="14100"/>
        <pc:sldMkLst>
          <pc:docMk/>
          <pc:sldMk cId="3560606343" sldId="766"/>
        </pc:sldMkLst>
        <pc:spChg chg="mod">
          <ac:chgData name="髙浦祐朗" userId="d6d860fe-bc64-411b-9605-a16d1ba875f6" providerId="ADAL" clId="{E2B608F1-82CA-4AAD-81FE-063814DCC597}" dt="2024-06-05T04:56:10.458" v="258"/>
          <ac:spMkLst>
            <pc:docMk/>
            <pc:sldMk cId="3560606343" sldId="766"/>
            <ac:spMk id="2" creationId="{E83321EC-2147-45BB-B770-D5BC2C3DDA15}"/>
          </ac:spMkLst>
        </pc:spChg>
        <pc:spChg chg="mod">
          <ac:chgData name="髙浦祐朗" userId="d6d860fe-bc64-411b-9605-a16d1ba875f6" providerId="ADAL" clId="{E2B608F1-82CA-4AAD-81FE-063814DCC597}" dt="2024-06-05T05:00:45.449" v="305" actId="14100"/>
          <ac:spMkLst>
            <pc:docMk/>
            <pc:sldMk cId="3560606343" sldId="766"/>
            <ac:spMk id="29" creationId="{3B57EEC6-A848-4914-BC9B-95C84C7B6637}"/>
          </ac:spMkLst>
        </pc:spChg>
        <pc:spChg chg="mod">
          <ac:chgData name="髙浦祐朗" userId="d6d860fe-bc64-411b-9605-a16d1ba875f6" providerId="ADAL" clId="{E2B608F1-82CA-4AAD-81FE-063814DCC597}" dt="2024-06-05T04:59:55.305" v="270" actId="1582"/>
          <ac:spMkLst>
            <pc:docMk/>
            <pc:sldMk cId="3560606343" sldId="766"/>
            <ac:spMk id="37" creationId="{9C526A88-681C-4A44-BFD9-AF76E9622DCF}"/>
          </ac:spMkLst>
        </pc:spChg>
        <pc:spChg chg="mod">
          <ac:chgData name="髙浦祐朗" userId="d6d860fe-bc64-411b-9605-a16d1ba875f6" providerId="ADAL" clId="{E2B608F1-82CA-4AAD-81FE-063814DCC597}" dt="2024-06-05T04:59:55.305" v="270" actId="1582"/>
          <ac:spMkLst>
            <pc:docMk/>
            <pc:sldMk cId="3560606343" sldId="766"/>
            <ac:spMk id="44" creationId="{F552483D-B47E-4672-AAB8-B1378D36B674}"/>
          </ac:spMkLst>
        </pc:spChg>
        <pc:spChg chg="mod">
          <ac:chgData name="髙浦祐朗" userId="d6d860fe-bc64-411b-9605-a16d1ba875f6" providerId="ADAL" clId="{E2B608F1-82CA-4AAD-81FE-063814DCC597}" dt="2024-06-05T05:00:30.930" v="304" actId="555"/>
          <ac:spMkLst>
            <pc:docMk/>
            <pc:sldMk cId="3560606343" sldId="766"/>
            <ac:spMk id="45" creationId="{D288673B-1B1E-4C6E-BA69-E5F1FEDB27ED}"/>
          </ac:spMkLst>
        </pc:spChg>
        <pc:spChg chg="mod">
          <ac:chgData name="髙浦祐朗" userId="d6d860fe-bc64-411b-9605-a16d1ba875f6" providerId="ADAL" clId="{E2B608F1-82CA-4AAD-81FE-063814DCC597}" dt="2024-06-05T04:59:55.305" v="270" actId="1582"/>
          <ac:spMkLst>
            <pc:docMk/>
            <pc:sldMk cId="3560606343" sldId="766"/>
            <ac:spMk id="46" creationId="{6A2A85F1-E879-4E95-8579-1D9736F23A12}"/>
          </ac:spMkLst>
        </pc:spChg>
        <pc:spChg chg="mod">
          <ac:chgData name="髙浦祐朗" userId="d6d860fe-bc64-411b-9605-a16d1ba875f6" providerId="ADAL" clId="{E2B608F1-82CA-4AAD-81FE-063814DCC597}" dt="2024-06-05T05:00:30.930" v="304" actId="555"/>
          <ac:spMkLst>
            <pc:docMk/>
            <pc:sldMk cId="3560606343" sldId="766"/>
            <ac:spMk id="47" creationId="{D2FFFA7C-8485-4FB5-B3FC-30EC4188DB9D}"/>
          </ac:spMkLst>
        </pc:spChg>
        <pc:spChg chg="mod">
          <ac:chgData name="髙浦祐朗" userId="d6d860fe-bc64-411b-9605-a16d1ba875f6" providerId="ADAL" clId="{E2B608F1-82CA-4AAD-81FE-063814DCC597}" dt="2024-06-05T04:59:55.305" v="270" actId="1582"/>
          <ac:spMkLst>
            <pc:docMk/>
            <pc:sldMk cId="3560606343" sldId="766"/>
            <ac:spMk id="50" creationId="{BF31360D-FAB3-4C87-B7AB-B502DDFDA9EC}"/>
          </ac:spMkLst>
        </pc:spChg>
        <pc:spChg chg="mod">
          <ac:chgData name="髙浦祐朗" userId="d6d860fe-bc64-411b-9605-a16d1ba875f6" providerId="ADAL" clId="{E2B608F1-82CA-4AAD-81FE-063814DCC597}" dt="2024-06-05T04:59:55.305" v="270" actId="1582"/>
          <ac:spMkLst>
            <pc:docMk/>
            <pc:sldMk cId="3560606343" sldId="766"/>
            <ac:spMk id="53" creationId="{60BE86B4-B849-422B-8758-4720CC34871C}"/>
          </ac:spMkLst>
        </pc:spChg>
      </pc:sldChg>
      <pc:sldChg chg="modSp mod">
        <pc:chgData name="髙浦祐朗" userId="d6d860fe-bc64-411b-9605-a16d1ba875f6" providerId="ADAL" clId="{E2B608F1-82CA-4AAD-81FE-063814DCC597}" dt="2024-06-05T04:55:23.410" v="248" actId="27636"/>
        <pc:sldMkLst>
          <pc:docMk/>
          <pc:sldMk cId="2410374903" sldId="767"/>
        </pc:sldMkLst>
        <pc:spChg chg="mod">
          <ac:chgData name="髙浦祐朗" userId="d6d860fe-bc64-411b-9605-a16d1ba875f6" providerId="ADAL" clId="{E2B608F1-82CA-4AAD-81FE-063814DCC597}" dt="2024-06-05T04:55:23.410" v="248" actId="27636"/>
          <ac:spMkLst>
            <pc:docMk/>
            <pc:sldMk cId="2410374903" sldId="767"/>
            <ac:spMk id="5" creationId="{97E6FBE8-190C-40F0-AA01-14695A77D734}"/>
          </ac:spMkLst>
        </pc:spChg>
      </pc:sldChg>
      <pc:sldChg chg="modSp mod">
        <pc:chgData name="髙浦祐朗" userId="d6d860fe-bc64-411b-9605-a16d1ba875f6" providerId="ADAL" clId="{E2B608F1-82CA-4AAD-81FE-063814DCC597}" dt="2024-06-05T05:14:43.082" v="321" actId="20577"/>
        <pc:sldMkLst>
          <pc:docMk/>
          <pc:sldMk cId="2896692699" sldId="921"/>
        </pc:sldMkLst>
        <pc:spChg chg="mod">
          <ac:chgData name="髙浦祐朗" userId="d6d860fe-bc64-411b-9605-a16d1ba875f6" providerId="ADAL" clId="{E2B608F1-82CA-4AAD-81FE-063814DCC597}" dt="2024-06-05T04:56:17.285" v="264"/>
          <ac:spMkLst>
            <pc:docMk/>
            <pc:sldMk cId="2896692699" sldId="921"/>
            <ac:spMk id="2" creationId="{9F96720E-DF4B-7E30-ABB5-FA6105E24AA2}"/>
          </ac:spMkLst>
        </pc:spChg>
        <pc:graphicFrameChg chg="modGraphic">
          <ac:chgData name="髙浦祐朗" userId="d6d860fe-bc64-411b-9605-a16d1ba875f6" providerId="ADAL" clId="{E2B608F1-82CA-4AAD-81FE-063814DCC597}" dt="2024-06-05T05:14:43.082" v="321" actId="20577"/>
          <ac:graphicFrameMkLst>
            <pc:docMk/>
            <pc:sldMk cId="2896692699" sldId="921"/>
            <ac:graphicFrameMk id="7" creationId="{C8FD79AB-6DF3-804D-3E1D-BEA790AC160C}"/>
          </ac:graphicFrameMkLst>
        </pc:graphicFrameChg>
        <pc:graphicFrameChg chg="modGraphic">
          <ac:chgData name="髙浦祐朗" userId="d6d860fe-bc64-411b-9605-a16d1ba875f6" providerId="ADAL" clId="{E2B608F1-82CA-4AAD-81FE-063814DCC597}" dt="2024-06-05T04:52:55.864" v="86" actId="403"/>
          <ac:graphicFrameMkLst>
            <pc:docMk/>
            <pc:sldMk cId="2896692699" sldId="921"/>
            <ac:graphicFrameMk id="11" creationId="{C8FD79AB-6DF3-804D-3E1D-BEA790AC160C}"/>
          </ac:graphicFrameMkLst>
        </pc:graphicFrameChg>
      </pc:sldChg>
      <pc:sldChg chg="modSp mod">
        <pc:chgData name="髙浦祐朗" userId="d6d860fe-bc64-411b-9605-a16d1ba875f6" providerId="ADAL" clId="{E2B608F1-82CA-4AAD-81FE-063814DCC597}" dt="2024-06-05T05:19:06.121" v="351" actId="20577"/>
        <pc:sldMkLst>
          <pc:docMk/>
          <pc:sldMk cId="3122172521" sldId="925"/>
        </pc:sldMkLst>
        <pc:spChg chg="mod">
          <ac:chgData name="髙浦祐朗" userId="d6d860fe-bc64-411b-9605-a16d1ba875f6" providerId="ADAL" clId="{E2B608F1-82CA-4AAD-81FE-063814DCC597}" dt="2024-06-05T04:56:20.536" v="267"/>
          <ac:spMkLst>
            <pc:docMk/>
            <pc:sldMk cId="3122172521" sldId="925"/>
            <ac:spMk id="2" creationId="{9F96720E-DF4B-7E30-ABB5-FA6105E24AA2}"/>
          </ac:spMkLst>
        </pc:spChg>
        <pc:graphicFrameChg chg="mod modGraphic">
          <ac:chgData name="髙浦祐朗" userId="d6d860fe-bc64-411b-9605-a16d1ba875f6" providerId="ADAL" clId="{E2B608F1-82CA-4AAD-81FE-063814DCC597}" dt="2024-06-05T05:19:06.121" v="351" actId="20577"/>
          <ac:graphicFrameMkLst>
            <pc:docMk/>
            <pc:sldMk cId="3122172521" sldId="925"/>
            <ac:graphicFrameMk id="7" creationId="{C8FD79AB-6DF3-804D-3E1D-BEA790AC160C}"/>
          </ac:graphicFrameMkLst>
        </pc:graphicFrameChg>
      </pc:sldChg>
      <pc:sldChg chg="modSp mod ord">
        <pc:chgData name="髙浦祐朗" userId="d6d860fe-bc64-411b-9605-a16d1ba875f6" providerId="ADAL" clId="{E2B608F1-82CA-4AAD-81FE-063814DCC597}" dt="2024-06-05T04:56:04.745" v="255"/>
        <pc:sldMkLst>
          <pc:docMk/>
          <pc:sldMk cId="1635957379" sldId="926"/>
        </pc:sldMkLst>
        <pc:spChg chg="mod">
          <ac:chgData name="髙浦祐朗" userId="d6d860fe-bc64-411b-9605-a16d1ba875f6" providerId="ADAL" clId="{E2B608F1-82CA-4AAD-81FE-063814DCC597}" dt="2024-06-05T04:56:04.745" v="255"/>
          <ac:spMkLst>
            <pc:docMk/>
            <pc:sldMk cId="1635957379" sldId="926"/>
            <ac:spMk id="2" creationId="{BA7EAB47-04C7-45A7-AD57-B693B92CF23D}"/>
          </ac:spMkLst>
        </pc:spChg>
        <pc:spChg chg="mod">
          <ac:chgData name="髙浦祐朗" userId="d6d860fe-bc64-411b-9605-a16d1ba875f6" providerId="ADAL" clId="{E2B608F1-82CA-4AAD-81FE-063814DCC597}" dt="2024-06-05T04:47:44.681" v="2" actId="2711"/>
          <ac:spMkLst>
            <pc:docMk/>
            <pc:sldMk cId="1635957379" sldId="926"/>
            <ac:spMk id="15" creationId="{1D27C7AB-B97E-BB2D-8D98-6BB2F48B534A}"/>
          </ac:spMkLst>
        </pc:spChg>
        <pc:spChg chg="mod">
          <ac:chgData name="髙浦祐朗" userId="d6d860fe-bc64-411b-9605-a16d1ba875f6" providerId="ADAL" clId="{E2B608F1-82CA-4AAD-81FE-063814DCC597}" dt="2024-06-05T04:47:54.527" v="3" actId="255"/>
          <ac:spMkLst>
            <pc:docMk/>
            <pc:sldMk cId="1635957379" sldId="926"/>
            <ac:spMk id="16" creationId="{CBDA8C4D-760F-5DCA-2F6A-E507332C6F60}"/>
          </ac:spMkLst>
        </pc:spChg>
        <pc:spChg chg="mod">
          <ac:chgData name="髙浦祐朗" userId="d6d860fe-bc64-411b-9605-a16d1ba875f6" providerId="ADAL" clId="{E2B608F1-82CA-4AAD-81FE-063814DCC597}" dt="2024-06-05T04:47:40.614" v="1" actId="2711"/>
          <ac:spMkLst>
            <pc:docMk/>
            <pc:sldMk cId="1635957379" sldId="926"/>
            <ac:spMk id="23" creationId="{1D27C7AB-B97E-BB2D-8D98-6BB2F48B534A}"/>
          </ac:spMkLst>
        </pc:spChg>
        <pc:spChg chg="mod">
          <ac:chgData name="髙浦祐朗" userId="d6d860fe-bc64-411b-9605-a16d1ba875f6" providerId="ADAL" clId="{E2B608F1-82CA-4AAD-81FE-063814DCC597}" dt="2024-06-05T04:47:40.614" v="1" actId="2711"/>
          <ac:spMkLst>
            <pc:docMk/>
            <pc:sldMk cId="1635957379" sldId="926"/>
            <ac:spMk id="24" creationId="{CBDA8C4D-760F-5DCA-2F6A-E507332C6F60}"/>
          </ac:spMkLst>
        </pc:spChg>
        <pc:spChg chg="mod">
          <ac:chgData name="髙浦祐朗" userId="d6d860fe-bc64-411b-9605-a16d1ba875f6" providerId="ADAL" clId="{E2B608F1-82CA-4AAD-81FE-063814DCC597}" dt="2024-06-05T04:47:24.456" v="0" actId="2711"/>
          <ac:spMkLst>
            <pc:docMk/>
            <pc:sldMk cId="1635957379" sldId="926"/>
            <ac:spMk id="45" creationId="{9A2A9256-0FC8-ED39-C8AA-ACE2C60B2626}"/>
          </ac:spMkLst>
        </pc:spChg>
        <pc:spChg chg="mod">
          <ac:chgData name="髙浦祐朗" userId="d6d860fe-bc64-411b-9605-a16d1ba875f6" providerId="ADAL" clId="{E2B608F1-82CA-4AAD-81FE-063814DCC597}" dt="2024-06-05T04:47:24.456" v="0" actId="2711"/>
          <ac:spMkLst>
            <pc:docMk/>
            <pc:sldMk cId="1635957379" sldId="926"/>
            <ac:spMk id="46" creationId="{C0F5576F-DA49-FD21-503A-622F2A3DFBDE}"/>
          </ac:spMkLst>
        </pc:spChg>
      </pc:sldChg>
    </pc:docChg>
  </pc:docChgLst>
  <pc:docChgLst>
    <pc:chgData name="福田一希" userId="S::kazuki.fukuda@system-exe.jp::fdfbe5ba-eec8-4756-aa2a-cf5b9de944cd" providerId="AD" clId="Web-{3746C934-7A08-437D-8AAC-B0544CE80253}"/>
    <pc:docChg chg="modSld">
      <pc:chgData name="福田一希" userId="S::kazuki.fukuda@system-exe.jp::fdfbe5ba-eec8-4756-aa2a-cf5b9de944cd" providerId="AD" clId="Web-{3746C934-7A08-437D-8AAC-B0544CE80253}" dt="2024-06-07T02:53:40.750" v="102"/>
      <pc:docMkLst>
        <pc:docMk/>
      </pc:docMkLst>
      <pc:sldChg chg="modSp">
        <pc:chgData name="福田一希" userId="S::kazuki.fukuda@system-exe.jp::fdfbe5ba-eec8-4756-aa2a-cf5b9de944cd" providerId="AD" clId="Web-{3746C934-7A08-437D-8AAC-B0544CE80253}" dt="2024-06-07T02:40:33.621" v="16" actId="14100"/>
        <pc:sldMkLst>
          <pc:docMk/>
          <pc:sldMk cId="3560606343" sldId="766"/>
        </pc:sldMkLst>
        <pc:spChg chg="mod">
          <ac:chgData name="福田一希" userId="S::kazuki.fukuda@system-exe.jp::fdfbe5ba-eec8-4756-aa2a-cf5b9de944cd" providerId="AD" clId="Web-{3746C934-7A08-437D-8AAC-B0544CE80253}" dt="2024-06-07T02:40:33.621" v="16" actId="14100"/>
          <ac:spMkLst>
            <pc:docMk/>
            <pc:sldMk cId="3560606343" sldId="766"/>
            <ac:spMk id="46" creationId="{6A2A85F1-E879-4E95-8579-1D9736F23A12}"/>
          </ac:spMkLst>
        </pc:spChg>
        <pc:cxnChg chg="mod">
          <ac:chgData name="福田一希" userId="S::kazuki.fukuda@system-exe.jp::fdfbe5ba-eec8-4756-aa2a-cf5b9de944cd" providerId="AD" clId="Web-{3746C934-7A08-437D-8AAC-B0544CE80253}" dt="2024-06-07T02:40:24.387" v="15" actId="1076"/>
          <ac:cxnSpMkLst>
            <pc:docMk/>
            <pc:sldMk cId="3560606343" sldId="766"/>
            <ac:cxnSpMk id="43" creationId="{00000000-0000-0000-0000-000000000000}"/>
          </ac:cxnSpMkLst>
        </pc:cxnChg>
      </pc:sldChg>
      <pc:sldChg chg="modSp">
        <pc:chgData name="福田一希" userId="S::kazuki.fukuda@system-exe.jp::fdfbe5ba-eec8-4756-aa2a-cf5b9de944cd" providerId="AD" clId="Web-{3746C934-7A08-437D-8AAC-B0544CE80253}" dt="2024-06-07T02:51:52.981" v="92" actId="20577"/>
        <pc:sldMkLst>
          <pc:docMk/>
          <pc:sldMk cId="2410374903" sldId="767"/>
        </pc:sldMkLst>
        <pc:spChg chg="mod">
          <ac:chgData name="福田一希" userId="S::kazuki.fukuda@system-exe.jp::fdfbe5ba-eec8-4756-aa2a-cf5b9de944cd" providerId="AD" clId="Web-{3746C934-7A08-437D-8AAC-B0544CE80253}" dt="2024-06-07T02:51:52.981" v="92" actId="20577"/>
          <ac:spMkLst>
            <pc:docMk/>
            <pc:sldMk cId="2410374903" sldId="767"/>
            <ac:spMk id="5" creationId="{97E6FBE8-190C-40F0-AA01-14695A77D734}"/>
          </ac:spMkLst>
        </pc:spChg>
      </pc:sldChg>
      <pc:sldChg chg="modSp">
        <pc:chgData name="福田一希" userId="S::kazuki.fukuda@system-exe.jp::fdfbe5ba-eec8-4756-aa2a-cf5b9de944cd" providerId="AD" clId="Web-{3746C934-7A08-437D-8AAC-B0544CE80253}" dt="2024-06-07T02:46:39.614" v="65"/>
        <pc:sldMkLst>
          <pc:docMk/>
          <pc:sldMk cId="2896692699" sldId="921"/>
        </pc:sldMkLst>
        <pc:graphicFrameChg chg="mod modGraphic">
          <ac:chgData name="福田一希" userId="S::kazuki.fukuda@system-exe.jp::fdfbe5ba-eec8-4756-aa2a-cf5b9de944cd" providerId="AD" clId="Web-{3746C934-7A08-437D-8AAC-B0544CE80253}" dt="2024-06-07T02:46:39.614" v="65"/>
          <ac:graphicFrameMkLst>
            <pc:docMk/>
            <pc:sldMk cId="2896692699" sldId="921"/>
            <ac:graphicFrameMk id="7" creationId="{C8FD79AB-6DF3-804D-3E1D-BEA790AC160C}"/>
          </ac:graphicFrameMkLst>
        </pc:graphicFrameChg>
        <pc:graphicFrameChg chg="mod modGraphic">
          <ac:chgData name="福田一希" userId="S::kazuki.fukuda@system-exe.jp::fdfbe5ba-eec8-4756-aa2a-cf5b9de944cd" providerId="AD" clId="Web-{3746C934-7A08-437D-8AAC-B0544CE80253}" dt="2024-06-07T02:46:22.645" v="49"/>
          <ac:graphicFrameMkLst>
            <pc:docMk/>
            <pc:sldMk cId="2896692699" sldId="921"/>
            <ac:graphicFrameMk id="11" creationId="{C8FD79AB-6DF3-804D-3E1D-BEA790AC160C}"/>
          </ac:graphicFrameMkLst>
        </pc:graphicFrameChg>
      </pc:sldChg>
      <pc:sldChg chg="modSp">
        <pc:chgData name="福田一希" userId="S::kazuki.fukuda@system-exe.jp::fdfbe5ba-eec8-4756-aa2a-cf5b9de944cd" providerId="AD" clId="Web-{3746C934-7A08-437D-8AAC-B0544CE80253}" dt="2024-06-07T02:53:40.750" v="102"/>
        <pc:sldMkLst>
          <pc:docMk/>
          <pc:sldMk cId="3122172521" sldId="925"/>
        </pc:sldMkLst>
        <pc:graphicFrameChg chg="mod modGraphic">
          <ac:chgData name="福田一希" userId="S::kazuki.fukuda@system-exe.jp::fdfbe5ba-eec8-4756-aa2a-cf5b9de944cd" providerId="AD" clId="Web-{3746C934-7A08-437D-8AAC-B0544CE80253}" dt="2024-06-07T02:53:40.750" v="102"/>
          <ac:graphicFrameMkLst>
            <pc:docMk/>
            <pc:sldMk cId="3122172521" sldId="925"/>
            <ac:graphicFrameMk id="7" creationId="{C8FD79AB-6DF3-804D-3E1D-BEA790AC160C}"/>
          </ac:graphicFrameMkLst>
        </pc:graphicFrameChg>
      </pc:sldChg>
    </pc:docChg>
  </pc:docChgLst>
  <pc:docChgLst>
    <pc:chgData name="福田一希" userId="S::kazuki.fukuda@system-exe.jp::fdfbe5ba-eec8-4756-aa2a-cf5b9de944cd" providerId="AD" clId="Web-{FC8DA26E-F265-404B-A441-CB941DF28BD9}"/>
    <pc:docChg chg="modSld">
      <pc:chgData name="福田一希" userId="S::kazuki.fukuda@system-exe.jp::fdfbe5ba-eec8-4756-aa2a-cf5b9de944cd" providerId="AD" clId="Web-{FC8DA26E-F265-404B-A441-CB941DF28BD9}" dt="2024-06-13T00:47:50.178" v="118" actId="20577"/>
      <pc:docMkLst>
        <pc:docMk/>
      </pc:docMkLst>
      <pc:sldChg chg="modSp">
        <pc:chgData name="福田一希" userId="S::kazuki.fukuda@system-exe.jp::fdfbe5ba-eec8-4756-aa2a-cf5b9de944cd" providerId="AD" clId="Web-{FC8DA26E-F265-404B-A441-CB941DF28BD9}" dt="2024-06-13T00:47:15.051" v="114" actId="20577"/>
        <pc:sldMkLst>
          <pc:docMk/>
          <pc:sldMk cId="3660799615" sldId="757"/>
        </pc:sldMkLst>
        <pc:spChg chg="mod">
          <ac:chgData name="福田一希" userId="S::kazuki.fukuda@system-exe.jp::fdfbe5ba-eec8-4756-aa2a-cf5b9de944cd" providerId="AD" clId="Web-{FC8DA26E-F265-404B-A441-CB941DF28BD9}" dt="2024-06-13T00:47:15.051" v="114" actId="20577"/>
          <ac:spMkLst>
            <pc:docMk/>
            <pc:sldMk cId="3660799615" sldId="757"/>
            <ac:spMk id="5" creationId="{DDA0903F-BB0E-DF11-6A92-90C8A835A221}"/>
          </ac:spMkLst>
        </pc:spChg>
      </pc:sldChg>
      <pc:sldChg chg="modSp">
        <pc:chgData name="福田一希" userId="S::kazuki.fukuda@system-exe.jp::fdfbe5ba-eec8-4756-aa2a-cf5b9de944cd" providerId="AD" clId="Web-{FC8DA26E-F265-404B-A441-CB941DF28BD9}" dt="2024-06-13T00:47:50.178" v="118" actId="20577"/>
        <pc:sldMkLst>
          <pc:docMk/>
          <pc:sldMk cId="2410374903" sldId="767"/>
        </pc:sldMkLst>
        <pc:spChg chg="mod">
          <ac:chgData name="福田一希" userId="S::kazuki.fukuda@system-exe.jp::fdfbe5ba-eec8-4756-aa2a-cf5b9de944cd" providerId="AD" clId="Web-{FC8DA26E-F265-404B-A441-CB941DF28BD9}" dt="2024-06-13T00:47:50.178" v="118" actId="20577"/>
          <ac:spMkLst>
            <pc:docMk/>
            <pc:sldMk cId="2410374903" sldId="767"/>
            <ac:spMk id="5" creationId="{97E6FBE8-190C-40F0-AA01-14695A77D734}"/>
          </ac:spMkLst>
        </pc:spChg>
      </pc:sldChg>
      <pc:sldChg chg="modSp">
        <pc:chgData name="福田一希" userId="S::kazuki.fukuda@system-exe.jp::fdfbe5ba-eec8-4756-aa2a-cf5b9de944cd" providerId="AD" clId="Web-{FC8DA26E-F265-404B-A441-CB941DF28BD9}" dt="2024-06-13T00:38:40.795" v="2" actId="20577"/>
        <pc:sldMkLst>
          <pc:docMk/>
          <pc:sldMk cId="729124589" sldId="768"/>
        </pc:sldMkLst>
        <pc:spChg chg="mod">
          <ac:chgData name="福田一希" userId="S::kazuki.fukuda@system-exe.jp::fdfbe5ba-eec8-4756-aa2a-cf5b9de944cd" providerId="AD" clId="Web-{FC8DA26E-F265-404B-A441-CB941DF28BD9}" dt="2024-06-13T00:38:40.795" v="2" actId="20577"/>
          <ac:spMkLst>
            <pc:docMk/>
            <pc:sldMk cId="729124589" sldId="768"/>
            <ac:spMk id="5" creationId="{75D94D8C-59D4-540B-6AEE-871AEC854D26}"/>
          </ac:spMkLst>
        </pc:spChg>
      </pc:sldChg>
      <pc:sldChg chg="modSp">
        <pc:chgData name="福田一希" userId="S::kazuki.fukuda@system-exe.jp::fdfbe5ba-eec8-4756-aa2a-cf5b9de944cd" providerId="AD" clId="Web-{FC8DA26E-F265-404B-A441-CB941DF28BD9}" dt="2024-06-13T00:42:40.777" v="33"/>
        <pc:sldMkLst>
          <pc:docMk/>
          <pc:sldMk cId="3122172521" sldId="925"/>
        </pc:sldMkLst>
        <pc:graphicFrameChg chg="mod modGraphic">
          <ac:chgData name="福田一希" userId="S::kazuki.fukuda@system-exe.jp::fdfbe5ba-eec8-4756-aa2a-cf5b9de944cd" providerId="AD" clId="Web-{FC8DA26E-F265-404B-A441-CB941DF28BD9}" dt="2024-06-13T00:42:40.777" v="33"/>
          <ac:graphicFrameMkLst>
            <pc:docMk/>
            <pc:sldMk cId="3122172521" sldId="925"/>
            <ac:graphicFrameMk id="7" creationId="{C8FD79AB-6DF3-804D-3E1D-BEA790AC160C}"/>
          </ac:graphicFrameMkLst>
        </pc:graphicFrameChg>
      </pc:sldChg>
      <pc:sldChg chg="modSp">
        <pc:chgData name="福田一希" userId="S::kazuki.fukuda@system-exe.jp::fdfbe5ba-eec8-4756-aa2a-cf5b9de944cd" providerId="AD" clId="Web-{FC8DA26E-F265-404B-A441-CB941DF28BD9}" dt="2024-06-13T00:38:43.733" v="3" actId="20577"/>
        <pc:sldMkLst>
          <pc:docMk/>
          <pc:sldMk cId="1635957379" sldId="926"/>
        </pc:sldMkLst>
        <pc:spChg chg="mod">
          <ac:chgData name="福田一希" userId="S::kazuki.fukuda@system-exe.jp::fdfbe5ba-eec8-4756-aa2a-cf5b9de944cd" providerId="AD" clId="Web-{FC8DA26E-F265-404B-A441-CB941DF28BD9}" dt="2024-06-13T00:38:43.733" v="3" actId="20577"/>
          <ac:spMkLst>
            <pc:docMk/>
            <pc:sldMk cId="1635957379" sldId="926"/>
            <ac:spMk id="46" creationId="{C0F5576F-DA49-FD21-503A-622F2A3DFBDE}"/>
          </ac:spMkLst>
        </pc:spChg>
      </pc:sldChg>
    </pc:docChg>
  </pc:docChgLst>
  <pc:docChgLst>
    <pc:chgData name="福田一希" userId="S::kazuki.fukuda@system-exe.jp::fdfbe5ba-eec8-4756-aa2a-cf5b9de944cd" providerId="AD" clId="Web-{E4E17C21-7F8F-433B-A37F-88A7DB0D9930}"/>
    <pc:docChg chg="modSld">
      <pc:chgData name="福田一希" userId="S::kazuki.fukuda@system-exe.jp::fdfbe5ba-eec8-4756-aa2a-cf5b9de944cd" providerId="AD" clId="Web-{E4E17C21-7F8F-433B-A37F-88A7DB0D9930}" dt="2024-06-13T00:53:55.720" v="2"/>
      <pc:docMkLst>
        <pc:docMk/>
      </pc:docMkLst>
      <pc:sldChg chg="modSp">
        <pc:chgData name="福田一希" userId="S::kazuki.fukuda@system-exe.jp::fdfbe5ba-eec8-4756-aa2a-cf5b9de944cd" providerId="AD" clId="Web-{E4E17C21-7F8F-433B-A37F-88A7DB0D9930}" dt="2024-06-13T00:53:51.345" v="1"/>
        <pc:sldMkLst>
          <pc:docMk/>
          <pc:sldMk cId="2896692699" sldId="921"/>
        </pc:sldMkLst>
        <pc:graphicFrameChg chg="modGraphic">
          <ac:chgData name="福田一希" userId="S::kazuki.fukuda@system-exe.jp::fdfbe5ba-eec8-4756-aa2a-cf5b9de944cd" providerId="AD" clId="Web-{E4E17C21-7F8F-433B-A37F-88A7DB0D9930}" dt="2024-06-13T00:53:40.220" v="0"/>
          <ac:graphicFrameMkLst>
            <pc:docMk/>
            <pc:sldMk cId="2896692699" sldId="921"/>
            <ac:graphicFrameMk id="7" creationId="{C8FD79AB-6DF3-804D-3E1D-BEA790AC160C}"/>
          </ac:graphicFrameMkLst>
        </pc:graphicFrameChg>
        <pc:graphicFrameChg chg="modGraphic">
          <ac:chgData name="福田一希" userId="S::kazuki.fukuda@system-exe.jp::fdfbe5ba-eec8-4756-aa2a-cf5b9de944cd" providerId="AD" clId="Web-{E4E17C21-7F8F-433B-A37F-88A7DB0D9930}" dt="2024-06-13T00:53:51.345" v="1"/>
          <ac:graphicFrameMkLst>
            <pc:docMk/>
            <pc:sldMk cId="2896692699" sldId="921"/>
            <ac:graphicFrameMk id="11" creationId="{C8FD79AB-6DF3-804D-3E1D-BEA790AC160C}"/>
          </ac:graphicFrameMkLst>
        </pc:graphicFrameChg>
      </pc:sldChg>
      <pc:sldChg chg="modSp">
        <pc:chgData name="福田一希" userId="S::kazuki.fukuda@system-exe.jp::fdfbe5ba-eec8-4756-aa2a-cf5b9de944cd" providerId="AD" clId="Web-{E4E17C21-7F8F-433B-A37F-88A7DB0D9930}" dt="2024-06-13T00:53:55.720" v="2"/>
        <pc:sldMkLst>
          <pc:docMk/>
          <pc:sldMk cId="2326679773" sldId="927"/>
        </pc:sldMkLst>
        <pc:graphicFrameChg chg="modGraphic">
          <ac:chgData name="福田一希" userId="S::kazuki.fukuda@system-exe.jp::fdfbe5ba-eec8-4756-aa2a-cf5b9de944cd" providerId="AD" clId="Web-{E4E17C21-7F8F-433B-A37F-88A7DB0D9930}" dt="2024-06-13T00:53:55.720" v="2"/>
          <ac:graphicFrameMkLst>
            <pc:docMk/>
            <pc:sldMk cId="2326679773" sldId="927"/>
            <ac:graphicFrameMk id="12" creationId="{530521A5-D69B-84B4-7B9F-078E37E13525}"/>
          </ac:graphicFrameMkLst>
        </pc:graphicFrameChg>
      </pc:sldChg>
    </pc:docChg>
  </pc:docChgLst>
  <pc:docChgLst>
    <pc:chgData name="野村康二" userId="S::kouji.nomura@system-exe.jp::acaa808a-f809-4ef9-8028-a2ce14b82415" providerId="AD" clId="Web-{A1FA4B7A-7D7D-21B1-DE34-5D7562EFA945}"/>
    <pc:docChg chg="modSld">
      <pc:chgData name="野村康二" userId="S::kouji.nomura@system-exe.jp::acaa808a-f809-4ef9-8028-a2ce14b82415" providerId="AD" clId="Web-{A1FA4B7A-7D7D-21B1-DE34-5D7562EFA945}" dt="2024-02-08T04:49:05.615" v="10" actId="1076"/>
      <pc:docMkLst>
        <pc:docMk/>
      </pc:docMkLst>
      <pc:sldChg chg="addSp delSp modSp">
        <pc:chgData name="野村康二" userId="S::kouji.nomura@system-exe.jp::acaa808a-f809-4ef9-8028-a2ce14b82415" providerId="AD" clId="Web-{A1FA4B7A-7D7D-21B1-DE34-5D7562EFA945}" dt="2024-02-08T04:49:05.615" v="10" actId="1076"/>
        <pc:sldMkLst>
          <pc:docMk/>
          <pc:sldMk cId="3560606343" sldId="766"/>
        </pc:sldMkLst>
        <pc:spChg chg="add mod">
          <ac:chgData name="野村康二" userId="S::kouji.nomura@system-exe.jp::acaa808a-f809-4ef9-8028-a2ce14b82415" providerId="AD" clId="Web-{A1FA4B7A-7D7D-21B1-DE34-5D7562EFA945}" dt="2024-02-08T04:49:05.615" v="10" actId="1076"/>
          <ac:spMkLst>
            <pc:docMk/>
            <pc:sldMk cId="3560606343" sldId="766"/>
            <ac:spMk id="5" creationId="{EDD85BF2-0E62-324F-DE1D-1DE92FE0C446}"/>
          </ac:spMkLst>
        </pc:spChg>
        <pc:spChg chg="mod">
          <ac:chgData name="野村康二" userId="S::kouji.nomura@system-exe.jp::acaa808a-f809-4ef9-8028-a2ce14b82415" providerId="AD" clId="Web-{A1FA4B7A-7D7D-21B1-DE34-5D7562EFA945}" dt="2024-02-08T04:48:50.740" v="8" actId="1076"/>
          <ac:spMkLst>
            <pc:docMk/>
            <pc:sldMk cId="3560606343" sldId="766"/>
            <ac:spMk id="10" creationId="{00000000-0000-0000-0000-000000000000}"/>
          </ac:spMkLst>
        </pc:spChg>
        <pc:spChg chg="mod">
          <ac:chgData name="野村康二" userId="S::kouji.nomura@system-exe.jp::acaa808a-f809-4ef9-8028-a2ce14b82415" providerId="AD" clId="Web-{A1FA4B7A-7D7D-21B1-DE34-5D7562EFA945}" dt="2024-02-08T04:47:53.254" v="1" actId="1076"/>
          <ac:spMkLst>
            <pc:docMk/>
            <pc:sldMk cId="3560606343" sldId="766"/>
            <ac:spMk id="31" creationId="{00000000-0000-0000-0000-000000000000}"/>
          </ac:spMkLst>
        </pc:spChg>
        <pc:spChg chg="del mod">
          <ac:chgData name="野村康二" userId="S::kouji.nomura@system-exe.jp::acaa808a-f809-4ef9-8028-a2ce14b82415" providerId="AD" clId="Web-{A1FA4B7A-7D7D-21B1-DE34-5D7562EFA945}" dt="2024-02-08T04:48:42.614" v="6"/>
          <ac:spMkLst>
            <pc:docMk/>
            <pc:sldMk cId="3560606343" sldId="766"/>
            <ac:spMk id="48" creationId="{00000000-0000-0000-0000-000000000000}"/>
          </ac:spMkLst>
        </pc:spChg>
        <pc:spChg chg="mod">
          <ac:chgData name="野村康二" userId="S::kouji.nomura@system-exe.jp::acaa808a-f809-4ef9-8028-a2ce14b82415" providerId="AD" clId="Web-{A1FA4B7A-7D7D-21B1-DE34-5D7562EFA945}" dt="2024-02-08T04:47:19.097" v="0"/>
          <ac:spMkLst>
            <pc:docMk/>
            <pc:sldMk cId="3560606343" sldId="766"/>
            <ac:spMk id="50" creationId="{BF31360D-FAB3-4C87-B7AB-B502DDFDA9EC}"/>
          </ac:spMkLst>
        </pc:spChg>
        <pc:cxnChg chg="mod">
          <ac:chgData name="野村康二" userId="S::kouji.nomura@system-exe.jp::acaa808a-f809-4ef9-8028-a2ce14b82415" providerId="AD" clId="Web-{A1FA4B7A-7D7D-21B1-DE34-5D7562EFA945}" dt="2024-02-08T04:48:05.051" v="2" actId="14100"/>
          <ac:cxnSpMkLst>
            <pc:docMk/>
            <pc:sldMk cId="3560606343" sldId="766"/>
            <ac:cxnSpMk id="28" creationId="{00000000-0000-0000-0000-000000000000}"/>
          </ac:cxnSpMkLst>
        </pc:cxnChg>
        <pc:cxnChg chg="mod">
          <ac:chgData name="野村康二" userId="S::kouji.nomura@system-exe.jp::acaa808a-f809-4ef9-8028-a2ce14b82415" providerId="AD" clId="Web-{A1FA4B7A-7D7D-21B1-DE34-5D7562EFA945}" dt="2024-02-08T04:48:31.567" v="4" actId="14100"/>
          <ac:cxnSpMkLst>
            <pc:docMk/>
            <pc:sldMk cId="3560606343" sldId="766"/>
            <ac:cxnSpMk id="43" creationId="{00000000-0000-0000-0000-000000000000}"/>
          </ac:cxnSpMkLst>
        </pc:cxnChg>
      </pc:sldChg>
    </pc:docChg>
  </pc:docChgLst>
  <pc:docChgLst>
    <pc:chgData name="髙浦祐朗" userId="d6d860fe-bc64-411b-9605-a16d1ba875f6" providerId="ADAL" clId="{7CAA7045-2BC6-4F13-8909-735798C0D3C7}"/>
    <pc:docChg chg="undo custSel modSld">
      <pc:chgData name="髙浦祐朗" userId="d6d860fe-bc64-411b-9605-a16d1ba875f6" providerId="ADAL" clId="{7CAA7045-2BC6-4F13-8909-735798C0D3C7}" dt="2024-01-29T11:54:07.527" v="550" actId="113"/>
      <pc:docMkLst>
        <pc:docMk/>
      </pc:docMkLst>
      <pc:sldChg chg="modSp mod">
        <pc:chgData name="髙浦祐朗" userId="d6d860fe-bc64-411b-9605-a16d1ba875f6" providerId="ADAL" clId="{7CAA7045-2BC6-4F13-8909-735798C0D3C7}" dt="2024-01-29T10:51:00.638" v="148"/>
        <pc:sldMkLst>
          <pc:docMk/>
          <pc:sldMk cId="3325638293" sldId="749"/>
        </pc:sldMkLst>
        <pc:spChg chg="mod">
          <ac:chgData name="髙浦祐朗" userId="d6d860fe-bc64-411b-9605-a16d1ba875f6" providerId="ADAL" clId="{7CAA7045-2BC6-4F13-8909-735798C0D3C7}" dt="2024-01-29T10:50:04.719" v="90"/>
          <ac:spMkLst>
            <pc:docMk/>
            <pc:sldMk cId="3325638293" sldId="749"/>
            <ac:spMk id="5" creationId="{7F991670-34BF-469F-8779-F7AF8FF3751B}"/>
          </ac:spMkLst>
        </pc:spChg>
        <pc:spChg chg="mod">
          <ac:chgData name="髙浦祐朗" userId="d6d860fe-bc64-411b-9605-a16d1ba875f6" providerId="ADAL" clId="{7CAA7045-2BC6-4F13-8909-735798C0D3C7}" dt="2024-01-29T10:50:46.948" v="142"/>
          <ac:spMkLst>
            <pc:docMk/>
            <pc:sldMk cId="3325638293" sldId="749"/>
            <ac:spMk id="6" creationId="{FE4390D4-3234-4341-AB1E-4ED43D45D25C}"/>
          </ac:spMkLst>
        </pc:spChg>
        <pc:spChg chg="mod">
          <ac:chgData name="髙浦祐朗" userId="d6d860fe-bc64-411b-9605-a16d1ba875f6" providerId="ADAL" clId="{7CAA7045-2BC6-4F13-8909-735798C0D3C7}" dt="2024-01-29T10:51:00.638" v="148"/>
          <ac:spMkLst>
            <pc:docMk/>
            <pc:sldMk cId="3325638293" sldId="749"/>
            <ac:spMk id="7" creationId="{13DC9859-5929-4710-A8F2-FBBA9210DDDD}"/>
          </ac:spMkLst>
        </pc:spChg>
        <pc:spChg chg="mod">
          <ac:chgData name="髙浦祐朗" userId="d6d860fe-bc64-411b-9605-a16d1ba875f6" providerId="ADAL" clId="{7CAA7045-2BC6-4F13-8909-735798C0D3C7}" dt="2024-01-29T10:49:38.247" v="61" actId="20577"/>
          <ac:spMkLst>
            <pc:docMk/>
            <pc:sldMk cId="3325638293" sldId="749"/>
            <ac:spMk id="8" creationId="{00A413B6-8F7C-48BB-9D71-4076EBB30EB9}"/>
          </ac:spMkLst>
        </pc:spChg>
      </pc:sldChg>
      <pc:sldChg chg="modSp mod">
        <pc:chgData name="髙浦祐朗" userId="d6d860fe-bc64-411b-9605-a16d1ba875f6" providerId="ADAL" clId="{7CAA7045-2BC6-4F13-8909-735798C0D3C7}" dt="2024-01-29T11:36:03.475" v="226"/>
        <pc:sldMkLst>
          <pc:docMk/>
          <pc:sldMk cId="5311539" sldId="752"/>
        </pc:sldMkLst>
        <pc:graphicFrameChg chg="mod modGraphic">
          <ac:chgData name="髙浦祐朗" userId="d6d860fe-bc64-411b-9605-a16d1ba875f6" providerId="ADAL" clId="{7CAA7045-2BC6-4F13-8909-735798C0D3C7}" dt="2024-01-29T11:36:03.475" v="226"/>
          <ac:graphicFrameMkLst>
            <pc:docMk/>
            <pc:sldMk cId="5311539" sldId="752"/>
            <ac:graphicFrameMk id="7" creationId="{FC32E459-CF7C-43EB-8132-E73BEF002064}"/>
          </ac:graphicFrameMkLst>
        </pc:graphicFrameChg>
      </pc:sldChg>
      <pc:sldChg chg="modSp mod">
        <pc:chgData name="髙浦祐朗" userId="d6d860fe-bc64-411b-9605-a16d1ba875f6" providerId="ADAL" clId="{7CAA7045-2BC6-4F13-8909-735798C0D3C7}" dt="2024-01-29T11:53:49.834" v="548"/>
        <pc:sldMkLst>
          <pc:docMk/>
          <pc:sldMk cId="1072167564" sldId="754"/>
        </pc:sldMkLst>
        <pc:spChg chg="mod">
          <ac:chgData name="髙浦祐朗" userId="d6d860fe-bc64-411b-9605-a16d1ba875f6" providerId="ADAL" clId="{7CAA7045-2BC6-4F13-8909-735798C0D3C7}" dt="2024-01-29T11:53:49.834" v="548"/>
          <ac:spMkLst>
            <pc:docMk/>
            <pc:sldMk cId="1072167564" sldId="754"/>
            <ac:spMk id="2" creationId="{5C72AB75-BA7B-416C-A2A9-79336E6D0000}"/>
          </ac:spMkLst>
        </pc:spChg>
        <pc:graphicFrameChg chg="mod modGraphic">
          <ac:chgData name="髙浦祐朗" userId="d6d860fe-bc64-411b-9605-a16d1ba875f6" providerId="ADAL" clId="{7CAA7045-2BC6-4F13-8909-735798C0D3C7}" dt="2024-01-29T11:52:50.548" v="544" actId="20577"/>
          <ac:graphicFrameMkLst>
            <pc:docMk/>
            <pc:sldMk cId="1072167564" sldId="754"/>
            <ac:graphicFrameMk id="8" creationId="{E96A0963-9D9C-4DE2-8A40-25DD6B7F5580}"/>
          </ac:graphicFrameMkLst>
        </pc:graphicFrameChg>
      </pc:sldChg>
      <pc:sldChg chg="modSp mod">
        <pc:chgData name="髙浦祐朗" userId="d6d860fe-bc64-411b-9605-a16d1ba875f6" providerId="ADAL" clId="{7CAA7045-2BC6-4F13-8909-735798C0D3C7}" dt="2024-01-29T11:54:07.527" v="550" actId="113"/>
        <pc:sldMkLst>
          <pc:docMk/>
          <pc:sldMk cId="3773316736" sldId="756"/>
        </pc:sldMkLst>
        <pc:spChg chg="mod">
          <ac:chgData name="髙浦祐朗" userId="d6d860fe-bc64-411b-9605-a16d1ba875f6" providerId="ADAL" clId="{7CAA7045-2BC6-4F13-8909-735798C0D3C7}" dt="2024-01-29T11:54:07.527" v="550" actId="113"/>
          <ac:spMkLst>
            <pc:docMk/>
            <pc:sldMk cId="3773316736" sldId="756"/>
            <ac:spMk id="2" creationId="{477D6AE7-A869-482E-A062-B5C3EDBB82F2}"/>
          </ac:spMkLst>
        </pc:spChg>
        <pc:spChg chg="mod">
          <ac:chgData name="髙浦祐朗" userId="d6d860fe-bc64-411b-9605-a16d1ba875f6" providerId="ADAL" clId="{7CAA7045-2BC6-4F13-8909-735798C0D3C7}" dt="2024-01-29T11:41:21.549" v="418"/>
          <ac:spMkLst>
            <pc:docMk/>
            <pc:sldMk cId="3773316736" sldId="756"/>
            <ac:spMk id="6" creationId="{43841434-D3B2-4159-A815-B18F225CD6CC}"/>
          </ac:spMkLst>
        </pc:spChg>
        <pc:spChg chg="mod">
          <ac:chgData name="髙浦祐朗" userId="d6d860fe-bc64-411b-9605-a16d1ba875f6" providerId="ADAL" clId="{7CAA7045-2BC6-4F13-8909-735798C0D3C7}" dt="2024-01-29T11:34:16.419" v="188" actId="20577"/>
          <ac:spMkLst>
            <pc:docMk/>
            <pc:sldMk cId="3773316736" sldId="756"/>
            <ac:spMk id="7" creationId="{2AE32BD5-56D6-4413-93DD-7616102C277D}"/>
          </ac:spMkLst>
        </pc:spChg>
        <pc:picChg chg="mod">
          <ac:chgData name="髙浦祐朗" userId="d6d860fe-bc64-411b-9605-a16d1ba875f6" providerId="ADAL" clId="{7CAA7045-2BC6-4F13-8909-735798C0D3C7}" dt="2024-01-29T11:41:04.409" v="410" actId="1076"/>
          <ac:picMkLst>
            <pc:docMk/>
            <pc:sldMk cId="3773316736" sldId="756"/>
            <ac:picMk id="10" creationId="{AD6FE3BD-5082-4235-A42A-D9211BB891E6}"/>
          </ac:picMkLst>
        </pc:picChg>
        <pc:picChg chg="mod">
          <ac:chgData name="髙浦祐朗" userId="d6d860fe-bc64-411b-9605-a16d1ba875f6" providerId="ADAL" clId="{7CAA7045-2BC6-4F13-8909-735798C0D3C7}" dt="2024-01-29T11:41:00.890" v="409" actId="1076"/>
          <ac:picMkLst>
            <pc:docMk/>
            <pc:sldMk cId="3773316736" sldId="756"/>
            <ac:picMk id="11" creationId="{841A1701-280B-4F11-84CE-525D5AE2D25A}"/>
          </ac:picMkLst>
        </pc:picChg>
      </pc:sldChg>
      <pc:sldChg chg="modSp mod">
        <pc:chgData name="髙浦祐朗" userId="d6d860fe-bc64-411b-9605-a16d1ba875f6" providerId="ADAL" clId="{7CAA7045-2BC6-4F13-8909-735798C0D3C7}" dt="2024-01-29T11:42:51.068" v="427" actId="20577"/>
        <pc:sldMkLst>
          <pc:docMk/>
          <pc:sldMk cId="3660799615" sldId="757"/>
        </pc:sldMkLst>
        <pc:spChg chg="mod">
          <ac:chgData name="髙浦祐朗" userId="d6d860fe-bc64-411b-9605-a16d1ba875f6" providerId="ADAL" clId="{7CAA7045-2BC6-4F13-8909-735798C0D3C7}" dt="2024-01-29T11:42:51.068" v="427" actId="20577"/>
          <ac:spMkLst>
            <pc:docMk/>
            <pc:sldMk cId="3660799615" sldId="757"/>
            <ac:spMk id="5" creationId="{DDA0903F-BB0E-DF11-6A92-90C8A835A221}"/>
          </ac:spMkLst>
        </pc:spChg>
      </pc:sldChg>
      <pc:sldChg chg="modSp mod">
        <pc:chgData name="髙浦祐朗" userId="d6d860fe-bc64-411b-9605-a16d1ba875f6" providerId="ADAL" clId="{7CAA7045-2BC6-4F13-8909-735798C0D3C7}" dt="2024-01-29T11:35:20.220" v="215" actId="14734"/>
        <pc:sldMkLst>
          <pc:docMk/>
          <pc:sldMk cId="1395438993" sldId="765"/>
        </pc:sldMkLst>
        <pc:graphicFrameChg chg="modGraphic">
          <ac:chgData name="髙浦祐朗" userId="d6d860fe-bc64-411b-9605-a16d1ba875f6" providerId="ADAL" clId="{7CAA7045-2BC6-4F13-8909-735798C0D3C7}" dt="2024-01-29T11:35:20.220" v="215" actId="14734"/>
          <ac:graphicFrameMkLst>
            <pc:docMk/>
            <pc:sldMk cId="1395438993" sldId="765"/>
            <ac:graphicFrameMk id="7" creationId="{2864E947-18B0-4839-AED3-D416F628DDF0}"/>
          </ac:graphicFrameMkLst>
        </pc:graphicFrameChg>
      </pc:sldChg>
      <pc:sldChg chg="modSp mod">
        <pc:chgData name="髙浦祐朗" userId="d6d860fe-bc64-411b-9605-a16d1ba875f6" providerId="ADAL" clId="{7CAA7045-2BC6-4F13-8909-735798C0D3C7}" dt="2024-01-29T11:50:18.117" v="455" actId="20577"/>
        <pc:sldMkLst>
          <pc:docMk/>
          <pc:sldMk cId="3560606343" sldId="766"/>
        </pc:sldMkLst>
        <pc:spChg chg="mod">
          <ac:chgData name="髙浦祐朗" userId="d6d860fe-bc64-411b-9605-a16d1ba875f6" providerId="ADAL" clId="{7CAA7045-2BC6-4F13-8909-735798C0D3C7}" dt="2024-01-29T11:31:28.654" v="154"/>
          <ac:spMkLst>
            <pc:docMk/>
            <pc:sldMk cId="3560606343" sldId="766"/>
            <ac:spMk id="33" creationId="{3B57EEC6-A848-4914-BC9B-95C84C7B6637}"/>
          </ac:spMkLst>
        </pc:spChg>
        <pc:spChg chg="mod">
          <ac:chgData name="髙浦祐朗" userId="d6d860fe-bc64-411b-9605-a16d1ba875f6" providerId="ADAL" clId="{7CAA7045-2BC6-4F13-8909-735798C0D3C7}" dt="2024-01-29T11:31:32.266" v="160"/>
          <ac:spMkLst>
            <pc:docMk/>
            <pc:sldMk cId="3560606343" sldId="766"/>
            <ac:spMk id="35" creationId="{C37584D3-7DC1-4AF5-821B-4EB0B466578A}"/>
          </ac:spMkLst>
        </pc:spChg>
        <pc:spChg chg="mod">
          <ac:chgData name="髙浦祐朗" userId="d6d860fe-bc64-411b-9605-a16d1ba875f6" providerId="ADAL" clId="{7CAA7045-2BC6-4F13-8909-735798C0D3C7}" dt="2024-01-29T11:50:11.428" v="454" actId="403"/>
          <ac:spMkLst>
            <pc:docMk/>
            <pc:sldMk cId="3560606343" sldId="766"/>
            <ac:spMk id="37" creationId="{9C526A88-681C-4A44-BFD9-AF76E9622DCF}"/>
          </ac:spMkLst>
        </pc:spChg>
        <pc:spChg chg="mod">
          <ac:chgData name="髙浦祐朗" userId="d6d860fe-bc64-411b-9605-a16d1ba875f6" providerId="ADAL" clId="{7CAA7045-2BC6-4F13-8909-735798C0D3C7}" dt="2024-01-29T11:50:18.117" v="455" actId="20577"/>
          <ac:spMkLst>
            <pc:docMk/>
            <pc:sldMk cId="3560606343" sldId="766"/>
            <ac:spMk id="44" creationId="{F552483D-B47E-4672-AAB8-B1378D36B674}"/>
          </ac:spMkLst>
        </pc:spChg>
        <pc:spChg chg="mod">
          <ac:chgData name="髙浦祐朗" userId="d6d860fe-bc64-411b-9605-a16d1ba875f6" providerId="ADAL" clId="{7CAA7045-2BC6-4F13-8909-735798C0D3C7}" dt="2024-01-29T11:50:11.428" v="454" actId="403"/>
          <ac:spMkLst>
            <pc:docMk/>
            <pc:sldMk cId="3560606343" sldId="766"/>
            <ac:spMk id="45" creationId="{D288673B-1B1E-4C6E-BA69-E5F1FEDB27ED}"/>
          </ac:spMkLst>
        </pc:spChg>
        <pc:spChg chg="mod">
          <ac:chgData name="髙浦祐朗" userId="d6d860fe-bc64-411b-9605-a16d1ba875f6" providerId="ADAL" clId="{7CAA7045-2BC6-4F13-8909-735798C0D3C7}" dt="2024-01-29T11:50:11.428" v="454" actId="403"/>
          <ac:spMkLst>
            <pc:docMk/>
            <pc:sldMk cId="3560606343" sldId="766"/>
            <ac:spMk id="46" creationId="{6A2A85F1-E879-4E95-8579-1D9736F23A12}"/>
          </ac:spMkLst>
        </pc:spChg>
        <pc:spChg chg="mod">
          <ac:chgData name="髙浦祐朗" userId="d6d860fe-bc64-411b-9605-a16d1ba875f6" providerId="ADAL" clId="{7CAA7045-2BC6-4F13-8909-735798C0D3C7}" dt="2024-01-29T11:50:11.428" v="454" actId="403"/>
          <ac:spMkLst>
            <pc:docMk/>
            <pc:sldMk cId="3560606343" sldId="766"/>
            <ac:spMk id="47" creationId="{D2FFFA7C-8485-4FB5-B3FC-30EC4188DB9D}"/>
          </ac:spMkLst>
        </pc:spChg>
        <pc:spChg chg="mod">
          <ac:chgData name="髙浦祐朗" userId="d6d860fe-bc64-411b-9605-a16d1ba875f6" providerId="ADAL" clId="{7CAA7045-2BC6-4F13-8909-735798C0D3C7}" dt="2024-01-29T11:50:11.428" v="454" actId="403"/>
          <ac:spMkLst>
            <pc:docMk/>
            <pc:sldMk cId="3560606343" sldId="766"/>
            <ac:spMk id="50" creationId="{BF31360D-FAB3-4C87-B7AB-B502DDFDA9EC}"/>
          </ac:spMkLst>
        </pc:spChg>
        <pc:spChg chg="mod">
          <ac:chgData name="髙浦祐朗" userId="d6d860fe-bc64-411b-9605-a16d1ba875f6" providerId="ADAL" clId="{7CAA7045-2BC6-4F13-8909-735798C0D3C7}" dt="2024-01-29T11:50:11.428" v="454" actId="403"/>
          <ac:spMkLst>
            <pc:docMk/>
            <pc:sldMk cId="3560606343" sldId="766"/>
            <ac:spMk id="53" creationId="{60BE86B4-B849-422B-8758-4720CC34871C}"/>
          </ac:spMkLst>
        </pc:spChg>
        <pc:graphicFrameChg chg="modGraphic">
          <ac:chgData name="髙浦祐朗" userId="d6d860fe-bc64-411b-9605-a16d1ba875f6" providerId="ADAL" clId="{7CAA7045-2BC6-4F13-8909-735798C0D3C7}" dt="2024-01-29T11:49:49.589" v="452"/>
          <ac:graphicFrameMkLst>
            <pc:docMk/>
            <pc:sldMk cId="3560606343" sldId="766"/>
            <ac:graphicFrameMk id="6" creationId="{1B9651D0-1C8B-452E-8B2F-91E497A82D84}"/>
          </ac:graphicFrameMkLst>
        </pc:graphicFrameChg>
      </pc:sldChg>
      <pc:sldChg chg="modSp mod">
        <pc:chgData name="髙浦祐朗" userId="d6d860fe-bc64-411b-9605-a16d1ba875f6" providerId="ADAL" clId="{7CAA7045-2BC6-4F13-8909-735798C0D3C7}" dt="2024-01-29T11:51:09.599" v="456" actId="20577"/>
        <pc:sldMkLst>
          <pc:docMk/>
          <pc:sldMk cId="2410374903" sldId="767"/>
        </pc:sldMkLst>
        <pc:spChg chg="mod">
          <ac:chgData name="髙浦祐朗" userId="d6d860fe-bc64-411b-9605-a16d1ba875f6" providerId="ADAL" clId="{7CAA7045-2BC6-4F13-8909-735798C0D3C7}" dt="2024-01-29T11:51:09.599" v="456" actId="20577"/>
          <ac:spMkLst>
            <pc:docMk/>
            <pc:sldMk cId="2410374903" sldId="767"/>
            <ac:spMk id="5" creationId="{97E6FBE8-190C-40F0-AA01-14695A77D734}"/>
          </ac:spMkLst>
        </pc:spChg>
      </pc:sldChg>
      <pc:sldChg chg="modSp mod">
        <pc:chgData name="髙浦祐朗" userId="d6d860fe-bc64-411b-9605-a16d1ba875f6" providerId="ADAL" clId="{7CAA7045-2BC6-4F13-8909-735798C0D3C7}" dt="2024-01-29T11:43:08.505" v="431"/>
        <pc:sldMkLst>
          <pc:docMk/>
          <pc:sldMk cId="729124589" sldId="768"/>
        </pc:sldMkLst>
        <pc:spChg chg="mod">
          <ac:chgData name="髙浦祐朗" userId="d6d860fe-bc64-411b-9605-a16d1ba875f6" providerId="ADAL" clId="{7CAA7045-2BC6-4F13-8909-735798C0D3C7}" dt="2024-01-29T11:43:08.505" v="431"/>
          <ac:spMkLst>
            <pc:docMk/>
            <pc:sldMk cId="729124589" sldId="768"/>
            <ac:spMk id="5" creationId="{75D94D8C-59D4-540B-6AEE-871AEC854D26}"/>
          </ac:spMkLst>
        </pc:spChg>
      </pc:sldChg>
    </pc:docChg>
  </pc:docChgLst>
  <pc:docChgLst>
    <pc:chgData name="髙浦祐朗" userId="d6d860fe-bc64-411b-9605-a16d1ba875f6" providerId="ADAL" clId="{DB867282-9B14-4BC1-835F-34C67E84B083}"/>
    <pc:docChg chg="custSel modSld">
      <pc:chgData name="髙浦祐朗" userId="d6d860fe-bc64-411b-9605-a16d1ba875f6" providerId="ADAL" clId="{DB867282-9B14-4BC1-835F-34C67E84B083}" dt="2024-01-29T12:32:33.315" v="134" actId="20577"/>
      <pc:docMkLst>
        <pc:docMk/>
      </pc:docMkLst>
      <pc:sldChg chg="modSp mod">
        <pc:chgData name="髙浦祐朗" userId="d6d860fe-bc64-411b-9605-a16d1ba875f6" providerId="ADAL" clId="{DB867282-9B14-4BC1-835F-34C67E84B083}" dt="2024-01-29T12:32:33.315" v="134" actId="20577"/>
        <pc:sldMkLst>
          <pc:docMk/>
          <pc:sldMk cId="3201888243" sldId="714"/>
        </pc:sldMkLst>
        <pc:spChg chg="mod">
          <ac:chgData name="髙浦祐朗" userId="d6d860fe-bc64-411b-9605-a16d1ba875f6" providerId="ADAL" clId="{DB867282-9B14-4BC1-835F-34C67E84B083}" dt="2024-01-29T12:32:33.315" v="134" actId="20577"/>
          <ac:spMkLst>
            <pc:docMk/>
            <pc:sldMk cId="3201888243" sldId="714"/>
            <ac:spMk id="9" creationId="{D3736C96-F517-0B5D-F1CE-268A17109BAA}"/>
          </ac:spMkLst>
        </pc:spChg>
      </pc:sldChg>
      <pc:sldChg chg="modSp mod">
        <pc:chgData name="髙浦祐朗" userId="d6d860fe-bc64-411b-9605-a16d1ba875f6" providerId="ADAL" clId="{DB867282-9B14-4BC1-835F-34C67E84B083}" dt="2024-01-29T12:31:32.651" v="86"/>
        <pc:sldMkLst>
          <pc:docMk/>
          <pc:sldMk cId="1072167564" sldId="754"/>
        </pc:sldMkLst>
        <pc:graphicFrameChg chg="mod modGraphic">
          <ac:chgData name="髙浦祐朗" userId="d6d860fe-bc64-411b-9605-a16d1ba875f6" providerId="ADAL" clId="{DB867282-9B14-4BC1-835F-34C67E84B083}" dt="2024-01-29T12:31:32.651" v="86"/>
          <ac:graphicFrameMkLst>
            <pc:docMk/>
            <pc:sldMk cId="1072167564" sldId="754"/>
            <ac:graphicFrameMk id="8" creationId="{E96A0963-9D9C-4DE2-8A40-25DD6B7F5580}"/>
          </ac:graphicFrameMkLst>
        </pc:graphicFrameChg>
      </pc:sldChg>
      <pc:sldChg chg="modSp mod">
        <pc:chgData name="髙浦祐朗" userId="d6d860fe-bc64-411b-9605-a16d1ba875f6" providerId="ADAL" clId="{DB867282-9B14-4BC1-835F-34C67E84B083}" dt="2024-01-29T12:28:00.980" v="0" actId="20577"/>
        <pc:sldMkLst>
          <pc:docMk/>
          <pc:sldMk cId="3773316736" sldId="756"/>
        </pc:sldMkLst>
        <pc:spChg chg="mod">
          <ac:chgData name="髙浦祐朗" userId="d6d860fe-bc64-411b-9605-a16d1ba875f6" providerId="ADAL" clId="{DB867282-9B14-4BC1-835F-34C67E84B083}" dt="2024-01-29T12:28:00.980" v="0" actId="20577"/>
          <ac:spMkLst>
            <pc:docMk/>
            <pc:sldMk cId="3773316736" sldId="756"/>
            <ac:spMk id="6" creationId="{43841434-D3B2-4159-A815-B18F225CD6CC}"/>
          </ac:spMkLst>
        </pc:spChg>
      </pc:sldChg>
      <pc:sldChg chg="modSp mod">
        <pc:chgData name="髙浦祐朗" userId="d6d860fe-bc64-411b-9605-a16d1ba875f6" providerId="ADAL" clId="{DB867282-9B14-4BC1-835F-34C67E84B083}" dt="2024-01-29T12:31:39.615" v="90"/>
        <pc:sldMkLst>
          <pc:docMk/>
          <pc:sldMk cId="3692000709" sldId="769"/>
        </pc:sldMkLst>
        <pc:graphicFrameChg chg="mod modGraphic">
          <ac:chgData name="髙浦祐朗" userId="d6d860fe-bc64-411b-9605-a16d1ba875f6" providerId="ADAL" clId="{DB867282-9B14-4BC1-835F-34C67E84B083}" dt="2024-01-29T12:31:39.615" v="90"/>
          <ac:graphicFrameMkLst>
            <pc:docMk/>
            <pc:sldMk cId="3692000709" sldId="769"/>
            <ac:graphicFrameMk id="8" creationId="{9B2FF217-E41E-39BD-30DB-9E3D1AF84AD5}"/>
          </ac:graphicFrameMkLst>
        </pc:graphicFrameChg>
      </pc:sldChg>
    </pc:docChg>
  </pc:docChgLst>
  <pc:docChgLst>
    <pc:chgData name="髙浦祐朗" userId="d6d860fe-bc64-411b-9605-a16d1ba875f6" providerId="ADAL" clId="{988B7C26-AC90-4131-9A47-4F4F2DDCA2D6}"/>
    <pc:docChg chg="modSld">
      <pc:chgData name="髙浦祐朗" userId="d6d860fe-bc64-411b-9605-a16d1ba875f6" providerId="ADAL" clId="{988B7C26-AC90-4131-9A47-4F4F2DDCA2D6}" dt="2024-06-13T00:54:58.239" v="0" actId="6549"/>
      <pc:docMkLst>
        <pc:docMk/>
      </pc:docMkLst>
      <pc:sldChg chg="modSp mod">
        <pc:chgData name="髙浦祐朗" userId="d6d860fe-bc64-411b-9605-a16d1ba875f6" providerId="ADAL" clId="{988B7C26-AC90-4131-9A47-4F4F2DDCA2D6}" dt="2024-06-13T00:54:58.239" v="0" actId="6549"/>
        <pc:sldMkLst>
          <pc:docMk/>
          <pc:sldMk cId="3122172521" sldId="925"/>
        </pc:sldMkLst>
        <pc:graphicFrameChg chg="modGraphic">
          <ac:chgData name="髙浦祐朗" userId="d6d860fe-bc64-411b-9605-a16d1ba875f6" providerId="ADAL" clId="{988B7C26-AC90-4131-9A47-4F4F2DDCA2D6}" dt="2024-06-13T00:54:58.239" v="0" actId="6549"/>
          <ac:graphicFrameMkLst>
            <pc:docMk/>
            <pc:sldMk cId="3122172521" sldId="925"/>
            <ac:graphicFrameMk id="7" creationId="{C8FD79AB-6DF3-804D-3E1D-BEA790AC160C}"/>
          </ac:graphicFrameMkLst>
        </pc:graphicFrameChg>
      </pc:sldChg>
    </pc:docChg>
  </pc:docChgLst>
  <pc:docChgLst>
    <pc:chgData name="桐山 隆" userId="da3612ff-52da-4b11-b7b0-175c66f446ec" providerId="ADAL" clId="{D2FA51C0-F1C3-462E-8962-EE1A728CD707}"/>
    <pc:docChg chg="modSld">
      <pc:chgData name="桐山 隆" userId="da3612ff-52da-4b11-b7b0-175c66f446ec" providerId="ADAL" clId="{D2FA51C0-F1C3-462E-8962-EE1A728CD707}" dt="2022-03-25T01:29:56.797" v="55"/>
      <pc:docMkLst>
        <pc:docMk/>
      </pc:docMkLst>
      <pc:sldChg chg="modSp mod">
        <pc:chgData name="桐山 隆" userId="da3612ff-52da-4b11-b7b0-175c66f446ec" providerId="ADAL" clId="{D2FA51C0-F1C3-462E-8962-EE1A728CD707}" dt="2022-03-25T01:27:44.381" v="10"/>
        <pc:sldMkLst>
          <pc:docMk/>
          <pc:sldMk cId="2251576925" sldId="748"/>
        </pc:sldMkLst>
        <pc:spChg chg="mod">
          <ac:chgData name="桐山 隆" userId="da3612ff-52da-4b11-b7b0-175c66f446ec" providerId="ADAL" clId="{D2FA51C0-F1C3-462E-8962-EE1A728CD707}" dt="2022-03-25T01:27:44.381" v="10"/>
          <ac:spMkLst>
            <pc:docMk/>
            <pc:sldMk cId="2251576925" sldId="748"/>
            <ac:spMk id="5" creationId="{9EB09CFF-E857-45EF-93FD-689F85E55368}"/>
          </ac:spMkLst>
        </pc:spChg>
      </pc:sldChg>
      <pc:sldChg chg="modSp mod">
        <pc:chgData name="桐山 隆" userId="da3612ff-52da-4b11-b7b0-175c66f446ec" providerId="ADAL" clId="{D2FA51C0-F1C3-462E-8962-EE1A728CD707}" dt="2022-03-25T01:29:56.797" v="55"/>
        <pc:sldMkLst>
          <pc:docMk/>
          <pc:sldMk cId="160659096" sldId="761"/>
        </pc:sldMkLst>
        <pc:spChg chg="mod">
          <ac:chgData name="桐山 隆" userId="da3612ff-52da-4b11-b7b0-175c66f446ec" providerId="ADAL" clId="{D2FA51C0-F1C3-462E-8962-EE1A728CD707}" dt="2022-03-25T01:29:56.797" v="55"/>
          <ac:spMkLst>
            <pc:docMk/>
            <pc:sldMk cId="160659096" sldId="761"/>
            <ac:spMk id="5" creationId="{3A8A4192-22B3-49BE-9539-A236EDC7797E}"/>
          </ac:spMkLst>
        </pc:spChg>
      </pc:sldChg>
    </pc:docChg>
  </pc:docChgLst>
  <pc:docChgLst>
    <pc:chgData name="福田一希" userId="S::kazuki.fukuda@system-exe.jp::fdfbe5ba-eec8-4756-aa2a-cf5b9de944cd" providerId="AD" clId="Web-{0D2CA311-BE67-4EA9-8880-56576FF7B60C}"/>
    <pc:docChg chg="modSld">
      <pc:chgData name="福田一希" userId="S::kazuki.fukuda@system-exe.jp::fdfbe5ba-eec8-4756-aa2a-cf5b9de944cd" providerId="AD" clId="Web-{0D2CA311-BE67-4EA9-8880-56576FF7B60C}" dt="2024-06-07T04:20:05.708" v="25" actId="20577"/>
      <pc:docMkLst>
        <pc:docMk/>
      </pc:docMkLst>
      <pc:sldChg chg="modSp">
        <pc:chgData name="福田一希" userId="S::kazuki.fukuda@system-exe.jp::fdfbe5ba-eec8-4756-aa2a-cf5b9de944cd" providerId="AD" clId="Web-{0D2CA311-BE67-4EA9-8880-56576FF7B60C}" dt="2024-06-07T04:20:05.708" v="25" actId="20577"/>
        <pc:sldMkLst>
          <pc:docMk/>
          <pc:sldMk cId="729124589" sldId="768"/>
        </pc:sldMkLst>
        <pc:spChg chg="mod">
          <ac:chgData name="福田一希" userId="S::kazuki.fukuda@system-exe.jp::fdfbe5ba-eec8-4756-aa2a-cf5b9de944cd" providerId="AD" clId="Web-{0D2CA311-BE67-4EA9-8880-56576FF7B60C}" dt="2024-06-07T04:20:05.708" v="25" actId="20577"/>
          <ac:spMkLst>
            <pc:docMk/>
            <pc:sldMk cId="729124589" sldId="768"/>
            <ac:spMk id="5" creationId="{75D94D8C-59D4-540B-6AEE-871AEC854D26}"/>
          </ac:spMkLst>
        </pc:spChg>
      </pc:sldChg>
    </pc:docChg>
  </pc:docChgLst>
  <pc:docChgLst>
    <pc:chgData name="吉田諒" userId="S::ryou.yoshida@system-exe.jp::48113613-5467-405d-9628-39cdc2d8c52c" providerId="AD" clId="Web-{DEF8B04F-EFBD-444C-BCBE-97932935A60D}"/>
    <pc:docChg chg="modSld">
      <pc:chgData name="吉田諒" userId="S::ryou.yoshida@system-exe.jp::48113613-5467-405d-9628-39cdc2d8c52c" providerId="AD" clId="Web-{DEF8B04F-EFBD-444C-BCBE-97932935A60D}" dt="2024-01-29T11:03:44.098" v="37" actId="20577"/>
      <pc:docMkLst>
        <pc:docMk/>
      </pc:docMkLst>
      <pc:sldChg chg="modSp">
        <pc:chgData name="吉田諒" userId="S::ryou.yoshida@system-exe.jp::48113613-5467-405d-9628-39cdc2d8c52c" providerId="AD" clId="Web-{DEF8B04F-EFBD-444C-BCBE-97932935A60D}" dt="2024-01-29T11:03:44.098" v="37" actId="20577"/>
        <pc:sldMkLst>
          <pc:docMk/>
          <pc:sldMk cId="3773316736" sldId="756"/>
        </pc:sldMkLst>
        <pc:spChg chg="mod">
          <ac:chgData name="吉田諒" userId="S::ryou.yoshida@system-exe.jp::48113613-5467-405d-9628-39cdc2d8c52c" providerId="AD" clId="Web-{DEF8B04F-EFBD-444C-BCBE-97932935A60D}" dt="2024-01-29T10:59:18.826" v="36" actId="20577"/>
          <ac:spMkLst>
            <pc:docMk/>
            <pc:sldMk cId="3773316736" sldId="756"/>
            <ac:spMk id="5" creationId="{89FDA2E0-4F9B-4F81-A5EF-A9BF68BEF13F}"/>
          </ac:spMkLst>
        </pc:spChg>
        <pc:spChg chg="mod">
          <ac:chgData name="吉田諒" userId="S::ryou.yoshida@system-exe.jp::48113613-5467-405d-9628-39cdc2d8c52c" providerId="AD" clId="Web-{DEF8B04F-EFBD-444C-BCBE-97932935A60D}" dt="2024-01-29T11:03:44.098" v="37" actId="20577"/>
          <ac:spMkLst>
            <pc:docMk/>
            <pc:sldMk cId="3773316736" sldId="756"/>
            <ac:spMk id="6" creationId="{43841434-D3B2-4159-A815-B18F225CD6CC}"/>
          </ac:spMkLst>
        </pc:spChg>
        <pc:spChg chg="mod">
          <ac:chgData name="吉田諒" userId="S::ryou.yoshida@system-exe.jp::48113613-5467-405d-9628-39cdc2d8c52c" providerId="AD" clId="Web-{DEF8B04F-EFBD-444C-BCBE-97932935A60D}" dt="2024-01-29T10:58:40.950" v="17" actId="20577"/>
          <ac:spMkLst>
            <pc:docMk/>
            <pc:sldMk cId="3773316736" sldId="756"/>
            <ac:spMk id="7" creationId="{2AE32BD5-56D6-4413-93DD-7616102C277D}"/>
          </ac:spMkLst>
        </pc:spChg>
      </pc:sldChg>
    </pc:docChg>
  </pc:docChgLst>
  <pc:docChgLst>
    <pc:chgData name="本吉史明" userId="0172166b-71c8-4fba-9a75-a345433b7af6" providerId="ADAL" clId="{CCC4954D-894C-42DD-8E58-25EE4D4C96D4}"/>
    <pc:docChg chg="undo custSel addSld modSld">
      <pc:chgData name="本吉史明" userId="0172166b-71c8-4fba-9a75-a345433b7af6" providerId="ADAL" clId="{CCC4954D-894C-42DD-8E58-25EE4D4C96D4}" dt="2022-03-25T09:31:30.194" v="3006"/>
      <pc:docMkLst>
        <pc:docMk/>
      </pc:docMkLst>
      <pc:sldChg chg="modSp mod">
        <pc:chgData name="本吉史明" userId="0172166b-71c8-4fba-9a75-a345433b7af6" providerId="ADAL" clId="{CCC4954D-894C-42DD-8E58-25EE4D4C96D4}" dt="2022-03-24T10:44:02.101" v="2457" actId="20577"/>
        <pc:sldMkLst>
          <pc:docMk/>
          <pc:sldMk cId="2886688645" sldId="739"/>
        </pc:sldMkLst>
        <pc:spChg chg="mod">
          <ac:chgData name="本吉史明" userId="0172166b-71c8-4fba-9a75-a345433b7af6" providerId="ADAL" clId="{CCC4954D-894C-42DD-8E58-25EE4D4C96D4}" dt="2022-03-24T10:44:02.101" v="2457" actId="20577"/>
          <ac:spMkLst>
            <pc:docMk/>
            <pc:sldMk cId="2886688645" sldId="739"/>
            <ac:spMk id="5" creationId="{B3A9F616-8566-4DC9-8BE3-80C6A5CD27DA}"/>
          </ac:spMkLst>
        </pc:spChg>
      </pc:sldChg>
      <pc:sldChg chg="modSp mod">
        <pc:chgData name="本吉史明" userId="0172166b-71c8-4fba-9a75-a345433b7af6" providerId="ADAL" clId="{CCC4954D-894C-42DD-8E58-25EE4D4C96D4}" dt="2022-03-25T09:31:30.194" v="3006"/>
        <pc:sldMkLst>
          <pc:docMk/>
          <pc:sldMk cId="2251576925" sldId="748"/>
        </pc:sldMkLst>
        <pc:spChg chg="mod">
          <ac:chgData name="本吉史明" userId="0172166b-71c8-4fba-9a75-a345433b7af6" providerId="ADAL" clId="{CCC4954D-894C-42DD-8E58-25EE4D4C96D4}" dt="2022-03-25T09:31:30.194" v="3006"/>
          <ac:spMkLst>
            <pc:docMk/>
            <pc:sldMk cId="2251576925" sldId="748"/>
            <ac:spMk id="5" creationId="{9EB09CFF-E857-45EF-93FD-689F85E55368}"/>
          </ac:spMkLst>
        </pc:spChg>
      </pc:sldChg>
      <pc:sldChg chg="modSp mod">
        <pc:chgData name="本吉史明" userId="0172166b-71c8-4fba-9a75-a345433b7af6" providerId="ADAL" clId="{CCC4954D-894C-42DD-8E58-25EE4D4C96D4}" dt="2022-03-24T07:16:05.489" v="1716" actId="20577"/>
        <pc:sldMkLst>
          <pc:docMk/>
          <pc:sldMk cId="3325638293" sldId="749"/>
        </pc:sldMkLst>
        <pc:spChg chg="mod">
          <ac:chgData name="本吉史明" userId="0172166b-71c8-4fba-9a75-a345433b7af6" providerId="ADAL" clId="{CCC4954D-894C-42DD-8E58-25EE4D4C96D4}" dt="2022-03-24T07:16:05.489" v="1716" actId="20577"/>
          <ac:spMkLst>
            <pc:docMk/>
            <pc:sldMk cId="3325638293" sldId="749"/>
            <ac:spMk id="9" creationId="{1A1339C8-3BE8-4E1B-83AE-6CA3E2BCCEB3}"/>
          </ac:spMkLst>
        </pc:spChg>
      </pc:sldChg>
      <pc:sldChg chg="modSp mod">
        <pc:chgData name="本吉史明" userId="0172166b-71c8-4fba-9a75-a345433b7af6" providerId="ADAL" clId="{CCC4954D-894C-42DD-8E58-25EE4D4C96D4}" dt="2022-03-24T10:43:42.269" v="2430" actId="20577"/>
        <pc:sldMkLst>
          <pc:docMk/>
          <pc:sldMk cId="5311539" sldId="752"/>
        </pc:sldMkLst>
        <pc:spChg chg="mod">
          <ac:chgData name="本吉史明" userId="0172166b-71c8-4fba-9a75-a345433b7af6" providerId="ADAL" clId="{CCC4954D-894C-42DD-8E58-25EE4D4C96D4}" dt="2022-03-24T10:43:42.269" v="2430" actId="20577"/>
          <ac:spMkLst>
            <pc:docMk/>
            <pc:sldMk cId="5311539" sldId="752"/>
            <ac:spMk id="2" creationId="{B5CF4E27-01D0-4155-A943-281726BD16F0}"/>
          </ac:spMkLst>
        </pc:spChg>
        <pc:graphicFrameChg chg="mod modGraphic">
          <ac:chgData name="本吉史明" userId="0172166b-71c8-4fba-9a75-a345433b7af6" providerId="ADAL" clId="{CCC4954D-894C-42DD-8E58-25EE4D4C96D4}" dt="2022-03-24T07:28:32.066" v="2021"/>
          <ac:graphicFrameMkLst>
            <pc:docMk/>
            <pc:sldMk cId="5311539" sldId="752"/>
            <ac:graphicFrameMk id="7" creationId="{FC32E459-CF7C-43EB-8132-E73BEF002064}"/>
          </ac:graphicFrameMkLst>
        </pc:graphicFrameChg>
      </pc:sldChg>
      <pc:sldChg chg="modSp mod">
        <pc:chgData name="本吉史明" userId="0172166b-71c8-4fba-9a75-a345433b7af6" providerId="ADAL" clId="{CCC4954D-894C-42DD-8E58-25EE4D4C96D4}" dt="2022-03-24T10:47:05.012" v="2634" actId="14734"/>
        <pc:sldMkLst>
          <pc:docMk/>
          <pc:sldMk cId="1072167564" sldId="754"/>
        </pc:sldMkLst>
        <pc:spChg chg="mod">
          <ac:chgData name="本吉史明" userId="0172166b-71c8-4fba-9a75-a345433b7af6" providerId="ADAL" clId="{CCC4954D-894C-42DD-8E58-25EE4D4C96D4}" dt="2022-03-24T10:45:04.319" v="2549" actId="20577"/>
          <ac:spMkLst>
            <pc:docMk/>
            <pc:sldMk cId="1072167564" sldId="754"/>
            <ac:spMk id="2" creationId="{5C72AB75-BA7B-416C-A2A9-79336E6D0000}"/>
          </ac:spMkLst>
        </pc:spChg>
        <pc:graphicFrameChg chg="mod modGraphic">
          <ac:chgData name="本吉史明" userId="0172166b-71c8-4fba-9a75-a345433b7af6" providerId="ADAL" clId="{CCC4954D-894C-42DD-8E58-25EE4D4C96D4}" dt="2022-03-24T10:47:05.012" v="2634" actId="14734"/>
          <ac:graphicFrameMkLst>
            <pc:docMk/>
            <pc:sldMk cId="1072167564" sldId="754"/>
            <ac:graphicFrameMk id="8" creationId="{E96A0963-9D9C-4DE2-8A40-25DD6B7F5580}"/>
          </ac:graphicFrameMkLst>
        </pc:graphicFrameChg>
      </pc:sldChg>
      <pc:sldChg chg="addSp modSp mod">
        <pc:chgData name="本吉史明" userId="0172166b-71c8-4fba-9a75-a345433b7af6" providerId="ADAL" clId="{CCC4954D-894C-42DD-8E58-25EE4D4C96D4}" dt="2022-03-24T10:38:05.116" v="2389" actId="14100"/>
        <pc:sldMkLst>
          <pc:docMk/>
          <pc:sldMk cId="3830098465" sldId="758"/>
        </pc:sldMkLst>
        <pc:spChg chg="mod">
          <ac:chgData name="本吉史明" userId="0172166b-71c8-4fba-9a75-a345433b7af6" providerId="ADAL" clId="{CCC4954D-894C-42DD-8E58-25EE4D4C96D4}" dt="2022-03-24T10:31:19.599" v="2062"/>
          <ac:spMkLst>
            <pc:docMk/>
            <pc:sldMk cId="3830098465" sldId="758"/>
            <ac:spMk id="30" creationId="{030E2380-7FED-49EC-9A15-52469734A34E}"/>
          </ac:spMkLst>
        </pc:spChg>
        <pc:spChg chg="add mod">
          <ac:chgData name="本吉史明" userId="0172166b-71c8-4fba-9a75-a345433b7af6" providerId="ADAL" clId="{CCC4954D-894C-42DD-8E58-25EE4D4C96D4}" dt="2022-03-24T10:38:05.116" v="2389" actId="14100"/>
          <ac:spMkLst>
            <pc:docMk/>
            <pc:sldMk cId="3830098465" sldId="758"/>
            <ac:spMk id="33" creationId="{85D078EE-CEA9-4D8B-8FC7-CC0E838F09CF}"/>
          </ac:spMkLst>
        </pc:spChg>
      </pc:sldChg>
      <pc:sldChg chg="modSp mod">
        <pc:chgData name="本吉史明" userId="0172166b-71c8-4fba-9a75-a345433b7af6" providerId="ADAL" clId="{CCC4954D-894C-42DD-8E58-25EE4D4C96D4}" dt="2022-03-24T10:44:09.846" v="2458" actId="6549"/>
        <pc:sldMkLst>
          <pc:docMk/>
          <pc:sldMk cId="4225344044" sldId="762"/>
        </pc:sldMkLst>
        <pc:spChg chg="mod">
          <ac:chgData name="本吉史明" userId="0172166b-71c8-4fba-9a75-a345433b7af6" providerId="ADAL" clId="{CCC4954D-894C-42DD-8E58-25EE4D4C96D4}" dt="2022-03-24T10:44:09.846" v="2458" actId="6549"/>
          <ac:spMkLst>
            <pc:docMk/>
            <pc:sldMk cId="4225344044" sldId="762"/>
            <ac:spMk id="2" creationId="{9361CC14-4C9C-442D-9221-913B3ACF3460}"/>
          </ac:spMkLst>
        </pc:spChg>
        <pc:graphicFrameChg chg="modGraphic">
          <ac:chgData name="本吉史明" userId="0172166b-71c8-4fba-9a75-a345433b7af6" providerId="ADAL" clId="{CCC4954D-894C-42DD-8E58-25EE4D4C96D4}" dt="2022-03-24T07:19:54.255" v="1729" actId="2711"/>
          <ac:graphicFrameMkLst>
            <pc:docMk/>
            <pc:sldMk cId="4225344044" sldId="762"/>
            <ac:graphicFrameMk id="7" creationId="{2864E947-18B0-4839-AED3-D416F628DDF0}"/>
          </ac:graphicFrameMkLst>
        </pc:graphicFrameChg>
      </pc:sldChg>
      <pc:sldChg chg="modSp mod">
        <pc:chgData name="本吉史明" userId="0172166b-71c8-4fba-9a75-a345433b7af6" providerId="ADAL" clId="{CCC4954D-894C-42DD-8E58-25EE4D4C96D4}" dt="2022-03-24T10:44:12.117" v="2459" actId="6549"/>
        <pc:sldMkLst>
          <pc:docMk/>
          <pc:sldMk cId="3581102778" sldId="763"/>
        </pc:sldMkLst>
        <pc:spChg chg="mod">
          <ac:chgData name="本吉史明" userId="0172166b-71c8-4fba-9a75-a345433b7af6" providerId="ADAL" clId="{CCC4954D-894C-42DD-8E58-25EE4D4C96D4}" dt="2022-03-24T10:44:12.117" v="2459" actId="6549"/>
          <ac:spMkLst>
            <pc:docMk/>
            <pc:sldMk cId="3581102778" sldId="763"/>
            <ac:spMk id="2" creationId="{9361CC14-4C9C-442D-9221-913B3ACF3460}"/>
          </ac:spMkLst>
        </pc:spChg>
        <pc:graphicFrameChg chg="modGraphic">
          <ac:chgData name="本吉史明" userId="0172166b-71c8-4fba-9a75-a345433b7af6" providerId="ADAL" clId="{CCC4954D-894C-42DD-8E58-25EE4D4C96D4}" dt="2022-03-24T07:19:48.178" v="1728" actId="2711"/>
          <ac:graphicFrameMkLst>
            <pc:docMk/>
            <pc:sldMk cId="3581102778" sldId="763"/>
            <ac:graphicFrameMk id="7" creationId="{2864E947-18B0-4839-AED3-D416F628DDF0}"/>
          </ac:graphicFrameMkLst>
        </pc:graphicFrameChg>
      </pc:sldChg>
      <pc:sldChg chg="modSp mod">
        <pc:chgData name="本吉史明" userId="0172166b-71c8-4fba-9a75-a345433b7af6" providerId="ADAL" clId="{CCC4954D-894C-42DD-8E58-25EE4D4C96D4}" dt="2022-03-24T10:44:15.210" v="2460" actId="6549"/>
        <pc:sldMkLst>
          <pc:docMk/>
          <pc:sldMk cId="23999133" sldId="764"/>
        </pc:sldMkLst>
        <pc:spChg chg="mod">
          <ac:chgData name="本吉史明" userId="0172166b-71c8-4fba-9a75-a345433b7af6" providerId="ADAL" clId="{CCC4954D-894C-42DD-8E58-25EE4D4C96D4}" dt="2022-03-24T10:44:15.210" v="2460" actId="6549"/>
          <ac:spMkLst>
            <pc:docMk/>
            <pc:sldMk cId="23999133" sldId="764"/>
            <ac:spMk id="2" creationId="{9361CC14-4C9C-442D-9221-913B3ACF3460}"/>
          </ac:spMkLst>
        </pc:spChg>
        <pc:graphicFrameChg chg="mod modGraphic">
          <ac:chgData name="本吉史明" userId="0172166b-71c8-4fba-9a75-a345433b7af6" providerId="ADAL" clId="{CCC4954D-894C-42DD-8E58-25EE4D4C96D4}" dt="2022-03-24T07:28:37.041" v="2023"/>
          <ac:graphicFrameMkLst>
            <pc:docMk/>
            <pc:sldMk cId="23999133" sldId="764"/>
            <ac:graphicFrameMk id="7" creationId="{2864E947-18B0-4839-AED3-D416F628DDF0}"/>
          </ac:graphicFrameMkLst>
        </pc:graphicFrameChg>
      </pc:sldChg>
      <pc:sldChg chg="modSp mod">
        <pc:chgData name="本吉史明" userId="0172166b-71c8-4fba-9a75-a345433b7af6" providerId="ADAL" clId="{CCC4954D-894C-42DD-8E58-25EE4D4C96D4}" dt="2022-03-24T10:44:17.568" v="2461" actId="6549"/>
        <pc:sldMkLst>
          <pc:docMk/>
          <pc:sldMk cId="1395438993" sldId="765"/>
        </pc:sldMkLst>
        <pc:spChg chg="mod">
          <ac:chgData name="本吉史明" userId="0172166b-71c8-4fba-9a75-a345433b7af6" providerId="ADAL" clId="{CCC4954D-894C-42DD-8E58-25EE4D4C96D4}" dt="2022-03-24T10:44:17.568" v="2461" actId="6549"/>
          <ac:spMkLst>
            <pc:docMk/>
            <pc:sldMk cId="1395438993" sldId="765"/>
            <ac:spMk id="2" creationId="{9361CC14-4C9C-442D-9221-913B3ACF3460}"/>
          </ac:spMkLst>
        </pc:spChg>
        <pc:graphicFrameChg chg="mod modGraphic">
          <ac:chgData name="本吉史明" userId="0172166b-71c8-4fba-9a75-a345433b7af6" providerId="ADAL" clId="{CCC4954D-894C-42DD-8E58-25EE4D4C96D4}" dt="2022-03-24T07:28:34.719" v="2022"/>
          <ac:graphicFrameMkLst>
            <pc:docMk/>
            <pc:sldMk cId="1395438993" sldId="765"/>
            <ac:graphicFrameMk id="7" creationId="{2864E947-18B0-4839-AED3-D416F628DDF0}"/>
          </ac:graphicFrameMkLst>
        </pc:graphicFrameChg>
      </pc:sldChg>
      <pc:sldChg chg="modSp mod">
        <pc:chgData name="本吉史明" userId="0172166b-71c8-4fba-9a75-a345433b7af6" providerId="ADAL" clId="{CCC4954D-894C-42DD-8E58-25EE4D4C96D4}" dt="2022-03-25T07:00:17.285" v="2955" actId="14100"/>
        <pc:sldMkLst>
          <pc:docMk/>
          <pc:sldMk cId="3560606343" sldId="766"/>
        </pc:sldMkLst>
        <pc:spChg chg="mod">
          <ac:chgData name="本吉史明" userId="0172166b-71c8-4fba-9a75-a345433b7af6" providerId="ADAL" clId="{CCC4954D-894C-42DD-8E58-25EE4D4C96D4}" dt="2022-03-24T10:43:48.240" v="2449"/>
          <ac:spMkLst>
            <pc:docMk/>
            <pc:sldMk cId="3560606343" sldId="766"/>
            <ac:spMk id="2" creationId="{E83321EC-2147-45BB-B770-D5BC2C3DDA15}"/>
          </ac:spMkLst>
        </pc:spChg>
        <pc:spChg chg="mod">
          <ac:chgData name="本吉史明" userId="0172166b-71c8-4fba-9a75-a345433b7af6" providerId="ADAL" clId="{CCC4954D-894C-42DD-8E58-25EE4D4C96D4}" dt="2022-03-24T10:47:41.328" v="2659" actId="1035"/>
          <ac:spMkLst>
            <pc:docMk/>
            <pc:sldMk cId="3560606343" sldId="766"/>
            <ac:spMk id="33" creationId="{3B57EEC6-A848-4914-BC9B-95C84C7B6637}"/>
          </ac:spMkLst>
        </pc:spChg>
        <pc:spChg chg="mod">
          <ac:chgData name="本吉史明" userId="0172166b-71c8-4fba-9a75-a345433b7af6" providerId="ADAL" clId="{CCC4954D-894C-42DD-8E58-25EE4D4C96D4}" dt="2022-03-24T10:47:41.328" v="2659" actId="1035"/>
          <ac:spMkLst>
            <pc:docMk/>
            <pc:sldMk cId="3560606343" sldId="766"/>
            <ac:spMk id="34" creationId="{2BED1E46-0D50-4D21-A77D-92FC258B00B7}"/>
          </ac:spMkLst>
        </pc:spChg>
        <pc:spChg chg="mod">
          <ac:chgData name="本吉史明" userId="0172166b-71c8-4fba-9a75-a345433b7af6" providerId="ADAL" clId="{CCC4954D-894C-42DD-8E58-25EE4D4C96D4}" dt="2022-03-24T10:47:41.328" v="2659" actId="1035"/>
          <ac:spMkLst>
            <pc:docMk/>
            <pc:sldMk cId="3560606343" sldId="766"/>
            <ac:spMk id="35" creationId="{C37584D3-7DC1-4AF5-821B-4EB0B466578A}"/>
          </ac:spMkLst>
        </pc:spChg>
        <pc:spChg chg="mod">
          <ac:chgData name="本吉史明" userId="0172166b-71c8-4fba-9a75-a345433b7af6" providerId="ADAL" clId="{CCC4954D-894C-42DD-8E58-25EE4D4C96D4}" dt="2022-03-24T10:47:41.328" v="2659" actId="1035"/>
          <ac:spMkLst>
            <pc:docMk/>
            <pc:sldMk cId="3560606343" sldId="766"/>
            <ac:spMk id="36" creationId="{5E7C7353-36D9-4E13-AE62-C6438FB175BA}"/>
          </ac:spMkLst>
        </pc:spChg>
        <pc:spChg chg="mod">
          <ac:chgData name="本吉史明" userId="0172166b-71c8-4fba-9a75-a345433b7af6" providerId="ADAL" clId="{CCC4954D-894C-42DD-8E58-25EE4D4C96D4}" dt="2022-03-25T06:58:31.651" v="2926" actId="1037"/>
          <ac:spMkLst>
            <pc:docMk/>
            <pc:sldMk cId="3560606343" sldId="766"/>
            <ac:spMk id="37" creationId="{9C526A88-681C-4A44-BFD9-AF76E9622DCF}"/>
          </ac:spMkLst>
        </pc:spChg>
        <pc:spChg chg="mod">
          <ac:chgData name="本吉史明" userId="0172166b-71c8-4fba-9a75-a345433b7af6" providerId="ADAL" clId="{CCC4954D-894C-42DD-8E58-25EE4D4C96D4}" dt="2022-03-25T06:59:52.800" v="2948" actId="14100"/>
          <ac:spMkLst>
            <pc:docMk/>
            <pc:sldMk cId="3560606343" sldId="766"/>
            <ac:spMk id="38" creationId="{52966910-B070-4DEE-BF16-CF9CFAD5A257}"/>
          </ac:spMkLst>
        </pc:spChg>
        <pc:spChg chg="mod">
          <ac:chgData name="本吉史明" userId="0172166b-71c8-4fba-9a75-a345433b7af6" providerId="ADAL" clId="{CCC4954D-894C-42DD-8E58-25EE4D4C96D4}" dt="2022-03-25T06:59:56.913" v="2949" actId="14100"/>
          <ac:spMkLst>
            <pc:docMk/>
            <pc:sldMk cId="3560606343" sldId="766"/>
            <ac:spMk id="39" creationId="{A1709EDB-463A-4C0C-970E-60C5F422FCA2}"/>
          </ac:spMkLst>
        </pc:spChg>
        <pc:spChg chg="mod">
          <ac:chgData name="本吉史明" userId="0172166b-71c8-4fba-9a75-a345433b7af6" providerId="ADAL" clId="{CCC4954D-894C-42DD-8E58-25EE4D4C96D4}" dt="2022-03-25T07:00:04.696" v="2951" actId="14100"/>
          <ac:spMkLst>
            <pc:docMk/>
            <pc:sldMk cId="3560606343" sldId="766"/>
            <ac:spMk id="41" creationId="{3DB6E5B5-DB44-426C-BD5D-3AFB7EE80EA5}"/>
          </ac:spMkLst>
        </pc:spChg>
        <pc:spChg chg="mod">
          <ac:chgData name="本吉史明" userId="0172166b-71c8-4fba-9a75-a345433b7af6" providerId="ADAL" clId="{CCC4954D-894C-42DD-8E58-25EE4D4C96D4}" dt="2022-03-25T07:00:17.285" v="2955" actId="14100"/>
          <ac:spMkLst>
            <pc:docMk/>
            <pc:sldMk cId="3560606343" sldId="766"/>
            <ac:spMk id="42" creationId="{45E8F807-1FBA-4D84-999D-F77A78B7AC5A}"/>
          </ac:spMkLst>
        </pc:spChg>
        <pc:spChg chg="mod">
          <ac:chgData name="本吉史明" userId="0172166b-71c8-4fba-9a75-a345433b7af6" providerId="ADAL" clId="{CCC4954D-894C-42DD-8E58-25EE4D4C96D4}" dt="2022-03-25T06:58:51.892" v="2930" actId="14100"/>
          <ac:spMkLst>
            <pc:docMk/>
            <pc:sldMk cId="3560606343" sldId="766"/>
            <ac:spMk id="44" creationId="{F552483D-B47E-4672-AAB8-B1378D36B674}"/>
          </ac:spMkLst>
        </pc:spChg>
        <pc:spChg chg="mod">
          <ac:chgData name="本吉史明" userId="0172166b-71c8-4fba-9a75-a345433b7af6" providerId="ADAL" clId="{CCC4954D-894C-42DD-8E58-25EE4D4C96D4}" dt="2022-03-25T06:59:14.328" v="2943" actId="14100"/>
          <ac:spMkLst>
            <pc:docMk/>
            <pc:sldMk cId="3560606343" sldId="766"/>
            <ac:spMk id="45" creationId="{D288673B-1B1E-4C6E-BA69-E5F1FEDB27ED}"/>
          </ac:spMkLst>
        </pc:spChg>
        <pc:spChg chg="mod">
          <ac:chgData name="本吉史明" userId="0172166b-71c8-4fba-9a75-a345433b7af6" providerId="ADAL" clId="{CCC4954D-894C-42DD-8E58-25EE4D4C96D4}" dt="2022-03-25T06:59:11.764" v="2942" actId="1038"/>
          <ac:spMkLst>
            <pc:docMk/>
            <pc:sldMk cId="3560606343" sldId="766"/>
            <ac:spMk id="46" creationId="{6A2A85F1-E879-4E95-8579-1D9736F23A12}"/>
          </ac:spMkLst>
        </pc:spChg>
        <pc:spChg chg="mod">
          <ac:chgData name="本吉史明" userId="0172166b-71c8-4fba-9a75-a345433b7af6" providerId="ADAL" clId="{CCC4954D-894C-42DD-8E58-25EE4D4C96D4}" dt="2022-03-25T06:59:21.168" v="2944" actId="1076"/>
          <ac:spMkLst>
            <pc:docMk/>
            <pc:sldMk cId="3560606343" sldId="766"/>
            <ac:spMk id="47" creationId="{D2FFFA7C-8485-4FB5-B3FC-30EC4188DB9D}"/>
          </ac:spMkLst>
        </pc:spChg>
        <pc:spChg chg="mod">
          <ac:chgData name="本吉史明" userId="0172166b-71c8-4fba-9a75-a345433b7af6" providerId="ADAL" clId="{CCC4954D-894C-42DD-8E58-25EE4D4C96D4}" dt="2022-03-25T06:58:45.827" v="2928" actId="14100"/>
          <ac:spMkLst>
            <pc:docMk/>
            <pc:sldMk cId="3560606343" sldId="766"/>
            <ac:spMk id="50" creationId="{BF31360D-FAB3-4C87-B7AB-B502DDFDA9EC}"/>
          </ac:spMkLst>
        </pc:spChg>
        <pc:spChg chg="mod">
          <ac:chgData name="本吉史明" userId="0172166b-71c8-4fba-9a75-a345433b7af6" providerId="ADAL" clId="{CCC4954D-894C-42DD-8E58-25EE4D4C96D4}" dt="2022-03-25T06:59:47.754" v="2947" actId="207"/>
          <ac:spMkLst>
            <pc:docMk/>
            <pc:sldMk cId="3560606343" sldId="766"/>
            <ac:spMk id="52" creationId="{9CCA3362-09DA-4E1E-9F00-73643AA8BC5E}"/>
          </ac:spMkLst>
        </pc:spChg>
        <pc:spChg chg="mod">
          <ac:chgData name="本吉史明" userId="0172166b-71c8-4fba-9a75-a345433b7af6" providerId="ADAL" clId="{CCC4954D-894C-42DD-8E58-25EE4D4C96D4}" dt="2022-03-25T06:59:03.236" v="2935" actId="14100"/>
          <ac:spMkLst>
            <pc:docMk/>
            <pc:sldMk cId="3560606343" sldId="766"/>
            <ac:spMk id="53" creationId="{60BE86B4-B849-422B-8758-4720CC34871C}"/>
          </ac:spMkLst>
        </pc:spChg>
        <pc:spChg chg="mod">
          <ac:chgData name="本吉史明" userId="0172166b-71c8-4fba-9a75-a345433b7af6" providerId="ADAL" clId="{CCC4954D-894C-42DD-8E58-25EE4D4C96D4}" dt="2022-03-25T06:59:28.700" v="2946" actId="14100"/>
          <ac:spMkLst>
            <pc:docMk/>
            <pc:sldMk cId="3560606343" sldId="766"/>
            <ac:spMk id="56" creationId="{80A4DC57-9E91-4EB4-9B5B-3373EE76CDC6}"/>
          </ac:spMkLst>
        </pc:spChg>
        <pc:spChg chg="mod">
          <ac:chgData name="本吉史明" userId="0172166b-71c8-4fba-9a75-a345433b7af6" providerId="ADAL" clId="{CCC4954D-894C-42DD-8E58-25EE4D4C96D4}" dt="2022-03-25T06:58:31.651" v="2926" actId="1037"/>
          <ac:spMkLst>
            <pc:docMk/>
            <pc:sldMk cId="3560606343" sldId="766"/>
            <ac:spMk id="57" creationId="{605F2149-83FD-445B-A95B-5691FE704CDB}"/>
          </ac:spMkLst>
        </pc:spChg>
        <pc:spChg chg="mod">
          <ac:chgData name="本吉史明" userId="0172166b-71c8-4fba-9a75-a345433b7af6" providerId="ADAL" clId="{CCC4954D-894C-42DD-8E58-25EE4D4C96D4}" dt="2022-03-25T06:59:25.468" v="2945" actId="14100"/>
          <ac:spMkLst>
            <pc:docMk/>
            <pc:sldMk cId="3560606343" sldId="766"/>
            <ac:spMk id="58" creationId="{9544A931-1CC8-480D-9286-86B1845D5EA4}"/>
          </ac:spMkLst>
        </pc:spChg>
        <pc:spChg chg="mod">
          <ac:chgData name="本吉史明" userId="0172166b-71c8-4fba-9a75-a345433b7af6" providerId="ADAL" clId="{CCC4954D-894C-42DD-8E58-25EE4D4C96D4}" dt="2022-03-25T06:59:47.754" v="2947" actId="207"/>
          <ac:spMkLst>
            <pc:docMk/>
            <pc:sldMk cId="3560606343" sldId="766"/>
            <ac:spMk id="59" creationId="{8935833F-54FB-4CE3-8F79-521599D49C24}"/>
          </ac:spMkLst>
        </pc:spChg>
        <pc:spChg chg="mod">
          <ac:chgData name="本吉史明" userId="0172166b-71c8-4fba-9a75-a345433b7af6" providerId="ADAL" clId="{CCC4954D-894C-42DD-8E58-25EE4D4C96D4}" dt="2022-03-25T07:00:01.220" v="2950" actId="14100"/>
          <ac:spMkLst>
            <pc:docMk/>
            <pc:sldMk cId="3560606343" sldId="766"/>
            <ac:spMk id="60" creationId="{4563F6BB-2DB1-453E-BBED-638042B26188}"/>
          </ac:spMkLst>
        </pc:spChg>
        <pc:graphicFrameChg chg="mod modGraphic">
          <ac:chgData name="本吉史明" userId="0172166b-71c8-4fba-9a75-a345433b7af6" providerId="ADAL" clId="{CCC4954D-894C-42DD-8E58-25EE4D4C96D4}" dt="2022-03-24T10:47:42.644" v="2660" actId="14734"/>
          <ac:graphicFrameMkLst>
            <pc:docMk/>
            <pc:sldMk cId="3560606343" sldId="766"/>
            <ac:graphicFrameMk id="6" creationId="{1B9651D0-1C8B-452E-8B2F-91E497A82D84}"/>
          </ac:graphicFrameMkLst>
        </pc:graphicFrameChg>
      </pc:sldChg>
      <pc:sldChg chg="modSp new mod">
        <pc:chgData name="本吉史明" userId="0172166b-71c8-4fba-9a75-a345433b7af6" providerId="ADAL" clId="{CCC4954D-894C-42DD-8E58-25EE4D4C96D4}" dt="2022-03-25T07:01:34.210" v="2974" actId="14100"/>
        <pc:sldMkLst>
          <pc:docMk/>
          <pc:sldMk cId="2410374903" sldId="767"/>
        </pc:sldMkLst>
        <pc:spChg chg="mod">
          <ac:chgData name="本吉史明" userId="0172166b-71c8-4fba-9a75-a345433b7af6" providerId="ADAL" clId="{CCC4954D-894C-42DD-8E58-25EE4D4C96D4}" dt="2022-03-24T05:28:28.833" v="21"/>
          <ac:spMkLst>
            <pc:docMk/>
            <pc:sldMk cId="2410374903" sldId="767"/>
            <ac:spMk id="2" creationId="{BA7EAB47-04C7-45A7-AD57-B693B92CF23D}"/>
          </ac:spMkLst>
        </pc:spChg>
        <pc:spChg chg="mod">
          <ac:chgData name="本吉史明" userId="0172166b-71c8-4fba-9a75-a345433b7af6" providerId="ADAL" clId="{CCC4954D-894C-42DD-8E58-25EE4D4C96D4}" dt="2022-03-25T07:01:34.210" v="2974" actId="14100"/>
          <ac:spMkLst>
            <pc:docMk/>
            <pc:sldMk cId="2410374903" sldId="767"/>
            <ac:spMk id="5" creationId="{97E6FBE8-190C-40F0-AA01-14695A77D73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2025/2/4</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6</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SystemEXE,Inc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2025/1/31</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4" name="Footer Placeholder 3"/>
          <p:cNvSpPr>
            <a:spLocks noGrp="1"/>
          </p:cNvSpPr>
          <p:nvPr>
            <p:ph type="ftr" sz="quarter" idx="11"/>
          </p:nvPr>
        </p:nvSpPr>
        <p:spPr/>
        <p:txBody>
          <a:bodyPr/>
          <a:lstStyle/>
          <a:p>
            <a:r>
              <a:rPr lang="en-US"/>
              <a:t>Copyright © 2025 SystemEXE,Inc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2025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2025/1/31</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SystemEXE,Inc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2025/1/31</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SystemEXE,Inc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hd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p:txBody>
          <a:bodyPr>
            <a:noAutofit/>
          </a:bodyPr>
          <a:lstStyle/>
          <a:p>
            <a:r>
              <a:rPr kumimoji="1" lang="ja-JP" altLang="en-US" sz="4400" dirty="0">
                <a:latin typeface="游明朝"/>
                <a:ea typeface="游明朝"/>
              </a:rPr>
              <a:t>御見積詳細書</a:t>
            </a:r>
            <a:r>
              <a:rPr kumimoji="1" lang="en-US" altLang="ja-JP" sz="2800" dirty="0">
                <a:latin typeface="游明朝"/>
                <a:ea typeface="游明朝"/>
              </a:rPr>
              <a:t>(</a:t>
            </a:r>
            <a:r>
              <a:rPr kumimoji="1" lang="ja-JP" altLang="en-US" sz="2800" dirty="0">
                <a:latin typeface="游明朝"/>
                <a:ea typeface="游明朝"/>
              </a:rPr>
              <a:t>第</a:t>
            </a:r>
            <a:r>
              <a:rPr lang="en-US" altLang="ja-JP" sz="2800" dirty="0">
                <a:latin typeface="游明朝"/>
                <a:ea typeface="游明朝"/>
              </a:rPr>
              <a:t>1.0</a:t>
            </a:r>
            <a:r>
              <a:rPr kumimoji="1" lang="ja-JP" altLang="en-US" sz="2800" dirty="0">
                <a:latin typeface="游明朝"/>
                <a:ea typeface="游明朝"/>
              </a:rPr>
              <a:t>版）</a:t>
            </a:r>
            <a:endParaRPr kumimoji="1" lang="ja-JP" altLang="en-US" sz="4400" dirty="0">
              <a:latin typeface="游明朝"/>
              <a:ea typeface="游明朝"/>
            </a:endParaRPr>
          </a:p>
        </p:txBody>
      </p:sp>
      <p:sp>
        <p:nvSpPr>
          <p:cNvPr id="4" name="サブタイトル 3"/>
          <p:cNvSpPr>
            <a:spLocks noGrp="1"/>
          </p:cNvSpPr>
          <p:nvPr>
            <p:ph type="subTitle" idx="1"/>
          </p:nvPr>
        </p:nvSpPr>
        <p:spPr>
          <a:xfrm>
            <a:off x="576000" y="2562045"/>
            <a:ext cx="8640000" cy="701955"/>
          </a:xfrm>
        </p:spPr>
        <p:txBody>
          <a:bodyPr>
            <a:normAutofit/>
          </a:bodyPr>
          <a:lstStyle/>
          <a:p>
            <a:r>
              <a:rPr kumimoji="1" lang="en-US" altLang="ja-JP" sz="3200" dirty="0"/>
              <a:t>XenApp</a:t>
            </a:r>
            <a:r>
              <a:rPr kumimoji="1" lang="ja-JP" altLang="en-US" sz="3200" dirty="0"/>
              <a:t>廃止に伴うアプリケーション移行</a:t>
            </a:r>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dirty="0"/>
              <a:t>2025/1/31</a:t>
            </a:r>
            <a:endParaRPr lang="ja-JP" altLang="en-US" dirty="0"/>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はじめに</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a:t>2025/1/31</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solidFill>
                  <a:srgbClr val="000000"/>
                </a:solidFill>
              </a:rPr>
              <a:t>本資料はご提示いただいた「</a:t>
            </a:r>
            <a:r>
              <a:rPr kumimoji="1" lang="en-US" altLang="ja-JP" dirty="0" err="1"/>
              <a:t>XenAPP</a:t>
            </a:r>
            <a:r>
              <a:rPr kumimoji="1" lang="ja-JP" altLang="en-US" dirty="0"/>
              <a:t>更新に伴う新方式決定に伴うスケジュール案</a:t>
            </a:r>
            <a:r>
              <a:rPr kumimoji="1" lang="en-US" altLang="ja-JP" dirty="0"/>
              <a:t>_20250109.pptx</a:t>
            </a:r>
            <a:r>
              <a:rPr kumimoji="1" lang="ja-JP" altLang="en-US" dirty="0"/>
              <a:t>」</a:t>
            </a:r>
            <a:r>
              <a:rPr lang="ja-JP" altLang="en-US" dirty="0">
                <a:solidFill>
                  <a:srgbClr val="000000"/>
                </a:solidFill>
              </a:rPr>
              <a:t>および、</a:t>
            </a:r>
            <a:r>
              <a:rPr lang="en-US" altLang="ja-JP" dirty="0">
                <a:solidFill>
                  <a:srgbClr val="000000"/>
                </a:solidFill>
              </a:rPr>
              <a:t>1</a:t>
            </a:r>
            <a:r>
              <a:rPr lang="ja-JP" altLang="en-US" dirty="0">
                <a:solidFill>
                  <a:srgbClr val="000000"/>
                </a:solidFill>
              </a:rPr>
              <a:t>月</a:t>
            </a:r>
            <a:r>
              <a:rPr lang="en-US" altLang="ja-JP" dirty="0">
                <a:solidFill>
                  <a:srgbClr val="000000"/>
                </a:solidFill>
              </a:rPr>
              <a:t>16</a:t>
            </a:r>
            <a:r>
              <a:rPr lang="ja-JP" altLang="en-US" dirty="0">
                <a:solidFill>
                  <a:srgbClr val="000000"/>
                </a:solidFill>
              </a:rPr>
              <a:t>日のお打合せの内容に基づき</a:t>
            </a:r>
            <a:r>
              <a:rPr lang="en-US" altLang="ja-JP" dirty="0">
                <a:solidFill>
                  <a:srgbClr val="000000"/>
                </a:solidFill>
              </a:rPr>
              <a:t>XenApp</a:t>
            </a:r>
            <a:r>
              <a:rPr lang="ja-JP" altLang="en-US" dirty="0">
                <a:solidFill>
                  <a:srgbClr val="000000"/>
                </a:solidFill>
              </a:rPr>
              <a:t>上の</a:t>
            </a:r>
            <a:r>
              <a:rPr lang="en-US" altLang="ja-JP" dirty="0">
                <a:solidFill>
                  <a:srgbClr val="000000"/>
                </a:solidFill>
              </a:rPr>
              <a:t>Excel</a:t>
            </a:r>
            <a:r>
              <a:rPr lang="ja-JP" altLang="en-US" dirty="0">
                <a:solidFill>
                  <a:srgbClr val="000000"/>
                </a:solidFill>
              </a:rPr>
              <a:t>、公開</a:t>
            </a:r>
            <a:r>
              <a:rPr lang="en-US" altLang="ja-JP" dirty="0">
                <a:solidFill>
                  <a:srgbClr val="000000"/>
                </a:solidFill>
              </a:rPr>
              <a:t>AP</a:t>
            </a:r>
            <a:r>
              <a:rPr lang="ja-JP" altLang="en-US" dirty="0">
                <a:solidFill>
                  <a:srgbClr val="000000"/>
                </a:solidFill>
              </a:rPr>
              <a:t>他の移行に関し、お見積もりを行った資料です。</a:t>
            </a:r>
            <a:endParaRPr lang="ja-JP" altLang="en-US" sz="2000" dirty="0"/>
          </a:p>
        </p:txBody>
      </p:sp>
      <p:sp>
        <p:nvSpPr>
          <p:cNvPr id="5" name="フッター プレースホルダー 4">
            <a:extLst>
              <a:ext uri="{FF2B5EF4-FFF2-40B4-BE49-F238E27FC236}">
                <a16:creationId xmlns:a16="http://schemas.microsoft.com/office/drawing/2014/main" id="{DD6E609F-DD5D-652C-FEE8-CB11EAC093B4}"/>
              </a:ext>
            </a:extLst>
          </p:cNvPr>
          <p:cNvSpPr>
            <a:spLocks noGrp="1"/>
          </p:cNvSpPr>
          <p:nvPr>
            <p:ph type="ftr" sz="quarter" idx="11"/>
          </p:nvPr>
        </p:nvSpPr>
        <p:spPr/>
        <p:txBody>
          <a:bodyPr/>
          <a:lstStyle/>
          <a:p>
            <a:r>
              <a:rPr lang="en-US"/>
              <a:t>Copyright © 2025 SystemEXE,Inc All Rights Reserved.</a:t>
            </a:r>
          </a:p>
        </p:txBody>
      </p:sp>
      <p:sp>
        <p:nvSpPr>
          <p:cNvPr id="6" name="スライド番号プレースホルダー 5">
            <a:extLst>
              <a:ext uri="{FF2B5EF4-FFF2-40B4-BE49-F238E27FC236}">
                <a16:creationId xmlns:a16="http://schemas.microsoft.com/office/drawing/2014/main" id="{51078078-F735-5494-71FA-A7C0701B3DC8}"/>
              </a:ext>
            </a:extLst>
          </p:cNvPr>
          <p:cNvSpPr>
            <a:spLocks noGrp="1"/>
          </p:cNvSpPr>
          <p:nvPr>
            <p:ph type="sldNum" sz="quarter" idx="12"/>
          </p:nvPr>
        </p:nvSpPr>
        <p:spPr/>
        <p:txBody>
          <a:bodyPr/>
          <a:lstStyle/>
          <a:p>
            <a:fld id="{26CA5134-5AAC-D342-B763-43605FECB385}" type="slidenum">
              <a:rPr kumimoji="1" lang="ja-JP" altLang="en-US" smtClean="0"/>
              <a:pPr/>
              <a:t>1</a:t>
            </a:fld>
            <a:endParaRPr kumimoji="1" lang="ja-JP" altLang="en-US" sz="700"/>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２</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アプリケーション移行の進め方</a:t>
            </a:r>
            <a:endParaRPr kumimoji="1" lang="ja-JP" altLang="en-US" dirty="0">
              <a:latin typeface="游明朝" panose="02020400000000000000" pitchFamily="18" charset="-128"/>
              <a:ea typeface="游明朝" panose="02020400000000000000" pitchFamily="18" charset="-128"/>
            </a:endParaRPr>
          </a:p>
        </p:txBody>
      </p:sp>
      <p:sp>
        <p:nvSpPr>
          <p:cNvPr id="8" name="日付プレースホルダー 7">
            <a:extLst>
              <a:ext uri="{FF2B5EF4-FFF2-40B4-BE49-F238E27FC236}">
                <a16:creationId xmlns:a16="http://schemas.microsoft.com/office/drawing/2014/main" id="{7778ED98-209C-C664-71D3-889296649F7F}"/>
              </a:ext>
            </a:extLst>
          </p:cNvPr>
          <p:cNvSpPr>
            <a:spLocks noGrp="1"/>
          </p:cNvSpPr>
          <p:nvPr>
            <p:ph type="dt" sz="half" idx="10"/>
          </p:nvPr>
        </p:nvSpPr>
        <p:spPr/>
        <p:txBody>
          <a:bodyPr/>
          <a:lstStyle/>
          <a:p>
            <a:r>
              <a:rPr lang="en-US" altLang="ja-JP"/>
              <a:t>2025/1/31</a:t>
            </a:r>
            <a:endParaRPr lang="en-US"/>
          </a:p>
        </p:txBody>
      </p:sp>
      <p:sp>
        <p:nvSpPr>
          <p:cNvPr id="5" name="テキスト プレースホルダー 4">
            <a:extLst>
              <a:ext uri="{FF2B5EF4-FFF2-40B4-BE49-F238E27FC236}">
                <a16:creationId xmlns:a16="http://schemas.microsoft.com/office/drawing/2014/main" id="{DDA0903F-BB0E-DF11-6A92-90C8A835A221}"/>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285750" indent="-285750">
              <a:buFont typeface="Wingdings" panose="05000000000000000000" pitchFamily="2" charset="2"/>
              <a:buChar char="ü"/>
            </a:pPr>
            <a:r>
              <a:rPr lang="ja-JP" altLang="en-US" dirty="0">
                <a:solidFill>
                  <a:srgbClr val="000000"/>
                </a:solidFill>
                <a:cs typeface="Calibri"/>
              </a:rPr>
              <a:t>資源の移行先は新規ファイルサーバとし、アプリケーションの稼働環境は</a:t>
            </a:r>
            <a:r>
              <a:rPr lang="en-US" altLang="ja-JP" dirty="0">
                <a:solidFill>
                  <a:srgbClr val="000000"/>
                </a:solidFill>
                <a:cs typeface="Calibri"/>
              </a:rPr>
              <a:t>AVD</a:t>
            </a:r>
            <a:r>
              <a:rPr lang="ja-JP" altLang="en-US" dirty="0">
                <a:solidFill>
                  <a:srgbClr val="000000"/>
                </a:solidFill>
                <a:cs typeface="Calibri"/>
              </a:rPr>
              <a:t>環境とする。</a:t>
            </a:r>
            <a:endParaRPr lang="en-US" altLang="ja-JP" dirty="0">
              <a:solidFill>
                <a:srgbClr val="000000"/>
              </a:solidFill>
              <a:cs typeface="Calibri"/>
            </a:endParaRPr>
          </a:p>
          <a:p>
            <a:pPr marL="285750" indent="-285750">
              <a:buFont typeface="Wingdings" panose="05000000000000000000" pitchFamily="2" charset="2"/>
              <a:buChar char="ü"/>
            </a:pPr>
            <a:r>
              <a:rPr lang="ja-JP" altLang="en-US" dirty="0">
                <a:solidFill>
                  <a:srgbClr val="000000"/>
                </a:solidFill>
                <a:cs typeface="Calibri"/>
              </a:rPr>
              <a:t>移行対象については下記を暫定対象とし、要件定義内で確定する。</a:t>
            </a:r>
            <a:endParaRPr lang="en-US" altLang="ja-JP" dirty="0">
              <a:solidFill>
                <a:srgbClr val="000000"/>
              </a:solidFill>
              <a:cs typeface="Calibri"/>
            </a:endParaRPr>
          </a:p>
          <a:p>
            <a:r>
              <a:rPr lang="ja-JP" altLang="en-US" dirty="0">
                <a:solidFill>
                  <a:srgbClr val="000000"/>
                </a:solidFill>
                <a:cs typeface="Calibri"/>
              </a:rPr>
              <a:t>　・システムエグゼ担当の公開</a:t>
            </a:r>
            <a:r>
              <a:rPr lang="en-US" altLang="ja-JP" dirty="0">
                <a:solidFill>
                  <a:srgbClr val="000000"/>
                </a:solidFill>
                <a:cs typeface="Calibri"/>
              </a:rPr>
              <a:t>AP</a:t>
            </a:r>
          </a:p>
          <a:p>
            <a:r>
              <a:rPr lang="ja-JP" altLang="en-US" dirty="0">
                <a:solidFill>
                  <a:srgbClr val="000000"/>
                </a:solidFill>
                <a:cs typeface="Calibri"/>
              </a:rPr>
              <a:t>　・</a:t>
            </a:r>
            <a:r>
              <a:rPr lang="en-US" altLang="ja-JP" dirty="0">
                <a:solidFill>
                  <a:srgbClr val="000000"/>
                </a:solidFill>
                <a:cs typeface="Calibri"/>
              </a:rPr>
              <a:t> </a:t>
            </a:r>
            <a:r>
              <a:rPr lang="en-US" altLang="ja-JP" dirty="0" err="1">
                <a:solidFill>
                  <a:srgbClr val="000000"/>
                </a:solidFill>
                <a:cs typeface="Calibri"/>
              </a:rPr>
              <a:t>iris_cps</a:t>
            </a:r>
            <a:r>
              <a:rPr lang="ja-JP" altLang="en-US" dirty="0">
                <a:solidFill>
                  <a:srgbClr val="000000"/>
                </a:solidFill>
                <a:cs typeface="Calibri"/>
              </a:rPr>
              <a:t>、</a:t>
            </a:r>
            <a:r>
              <a:rPr lang="en-US" altLang="ja-JP" dirty="0">
                <a:solidFill>
                  <a:srgbClr val="000000"/>
                </a:solidFill>
                <a:cs typeface="Calibri"/>
              </a:rPr>
              <a:t> </a:t>
            </a:r>
            <a:r>
              <a:rPr lang="en-US" altLang="ja-JP" dirty="0" err="1">
                <a:solidFill>
                  <a:srgbClr val="000000"/>
                </a:solidFill>
                <a:cs typeface="Calibri"/>
              </a:rPr>
              <a:t>IRIS_LocalSystem</a:t>
            </a:r>
            <a:r>
              <a:rPr lang="ja-JP" altLang="en-US" dirty="0">
                <a:solidFill>
                  <a:srgbClr val="000000"/>
                </a:solidFill>
                <a:cs typeface="Calibri"/>
              </a:rPr>
              <a:t>、</a:t>
            </a:r>
            <a:r>
              <a:rPr lang="en-US" altLang="ja-JP" dirty="0">
                <a:solidFill>
                  <a:srgbClr val="000000"/>
                </a:solidFill>
                <a:cs typeface="Calibri"/>
              </a:rPr>
              <a:t> </a:t>
            </a:r>
            <a:r>
              <a:rPr lang="en-US" altLang="ja-JP" dirty="0" err="1">
                <a:solidFill>
                  <a:srgbClr val="000000"/>
                </a:solidFill>
                <a:cs typeface="Calibri"/>
              </a:rPr>
              <a:t>IRIS_SouHin</a:t>
            </a:r>
            <a:r>
              <a:rPr lang="ja-JP" altLang="en-US" dirty="0">
                <a:solidFill>
                  <a:srgbClr val="000000"/>
                </a:solidFill>
                <a:cs typeface="Calibri"/>
              </a:rPr>
              <a:t>各フォルダ内の利用されている最新ファイル。</a:t>
            </a:r>
            <a:endParaRPr lang="en-US" altLang="ja-JP" dirty="0">
              <a:solidFill>
                <a:srgbClr val="000000"/>
              </a:solidFill>
              <a:cs typeface="Calibri"/>
            </a:endParaRPr>
          </a:p>
          <a:p>
            <a:pPr marL="285750" indent="-285750">
              <a:buFont typeface="Wingdings" panose="05000000000000000000" pitchFamily="2" charset="2"/>
              <a:buChar char="ü"/>
            </a:pPr>
            <a:r>
              <a:rPr lang="ja-JP" altLang="en-US" dirty="0">
                <a:solidFill>
                  <a:srgbClr val="000000"/>
                </a:solidFill>
                <a:cs typeface="Calibri"/>
              </a:rPr>
              <a:t>公開</a:t>
            </a:r>
            <a:r>
              <a:rPr lang="en-US" altLang="ja-JP" dirty="0">
                <a:solidFill>
                  <a:srgbClr val="000000"/>
                </a:solidFill>
                <a:cs typeface="Calibri"/>
              </a:rPr>
              <a:t>AP</a:t>
            </a:r>
            <a:r>
              <a:rPr lang="ja-JP" altLang="en-US" dirty="0">
                <a:solidFill>
                  <a:srgbClr val="000000"/>
                </a:solidFill>
                <a:cs typeface="Calibri"/>
              </a:rPr>
              <a:t>、</a:t>
            </a:r>
            <a:r>
              <a:rPr lang="en-US" altLang="ja-JP" dirty="0">
                <a:solidFill>
                  <a:srgbClr val="000000"/>
                </a:solidFill>
                <a:cs typeface="Calibri"/>
              </a:rPr>
              <a:t> Excel</a:t>
            </a:r>
            <a:r>
              <a:rPr lang="ja-JP" altLang="en-US" dirty="0">
                <a:solidFill>
                  <a:srgbClr val="000000"/>
                </a:solidFill>
                <a:cs typeface="Calibri"/>
              </a:rPr>
              <a:t>の修正は非互換対応および下記の修正のみで要望改善は行いわないものとする。</a:t>
            </a:r>
            <a:endParaRPr lang="en-US" altLang="ja-JP" dirty="0">
              <a:solidFill>
                <a:srgbClr val="000000"/>
              </a:solidFill>
              <a:cs typeface="Calibri"/>
            </a:endParaRPr>
          </a:p>
          <a:p>
            <a:pPr algn="just"/>
            <a:r>
              <a:rPr lang="ja-JP" altLang="en-US" dirty="0">
                <a:solidFill>
                  <a:srgbClr val="000000"/>
                </a:solidFill>
                <a:cs typeface="Calibri"/>
              </a:rPr>
              <a:t>　</a:t>
            </a:r>
            <a:r>
              <a:rPr lang="ja-JP" altLang="ja-JP" dirty="0">
                <a:solidFill>
                  <a:srgbClr val="000000"/>
                </a:solidFill>
                <a:cs typeface="Calibri"/>
              </a:rPr>
              <a:t>・</a:t>
            </a:r>
            <a:r>
              <a:rPr lang="en-US" altLang="ja-JP" dirty="0">
                <a:solidFill>
                  <a:srgbClr val="000000"/>
                </a:solidFill>
                <a:cs typeface="Calibri"/>
              </a:rPr>
              <a:t>Excel</a:t>
            </a:r>
            <a:r>
              <a:rPr lang="ja-JP" altLang="ja-JP" dirty="0">
                <a:solidFill>
                  <a:srgbClr val="000000"/>
                </a:solidFill>
                <a:cs typeface="Calibri"/>
              </a:rPr>
              <a:t>は認証方式の変更</a:t>
            </a:r>
            <a:r>
              <a:rPr lang="en-US" altLang="ja-JP" dirty="0">
                <a:solidFill>
                  <a:srgbClr val="000000"/>
                </a:solidFill>
                <a:cs typeface="Calibri"/>
              </a:rPr>
              <a:t>(IDM</a:t>
            </a:r>
            <a:r>
              <a:rPr lang="ja-JP" altLang="ja-JP" dirty="0">
                <a:solidFill>
                  <a:srgbClr val="000000"/>
                </a:solidFill>
                <a:cs typeface="Calibri"/>
              </a:rPr>
              <a:t>認証</a:t>
            </a:r>
            <a:r>
              <a:rPr lang="en-US" altLang="ja-JP" dirty="0">
                <a:solidFill>
                  <a:srgbClr val="000000"/>
                </a:solidFill>
                <a:cs typeface="Calibri"/>
              </a:rPr>
              <a:t>)</a:t>
            </a:r>
            <a:endParaRPr lang="ja-JP" altLang="ja-JP" dirty="0">
              <a:solidFill>
                <a:srgbClr val="000000"/>
              </a:solidFill>
              <a:cs typeface="Calibri"/>
            </a:endParaRPr>
          </a:p>
          <a:p>
            <a:pPr algn="just"/>
            <a:r>
              <a:rPr lang="ja-JP" altLang="en-US" dirty="0">
                <a:solidFill>
                  <a:srgbClr val="000000"/>
                </a:solidFill>
                <a:cs typeface="Calibri"/>
              </a:rPr>
              <a:t>　</a:t>
            </a:r>
            <a:r>
              <a:rPr lang="ja-JP" altLang="ja-JP" dirty="0">
                <a:solidFill>
                  <a:srgbClr val="000000"/>
                </a:solidFill>
                <a:cs typeface="Calibri"/>
              </a:rPr>
              <a:t>・公開アプリは認証方式の変更</a:t>
            </a:r>
            <a:r>
              <a:rPr lang="en-US" altLang="ja-JP" dirty="0">
                <a:solidFill>
                  <a:srgbClr val="000000"/>
                </a:solidFill>
                <a:cs typeface="Calibri"/>
              </a:rPr>
              <a:t>(IDM</a:t>
            </a:r>
            <a:r>
              <a:rPr lang="ja-JP" altLang="ja-JP" dirty="0">
                <a:solidFill>
                  <a:srgbClr val="000000"/>
                </a:solidFill>
                <a:cs typeface="Calibri"/>
              </a:rPr>
              <a:t>認証</a:t>
            </a:r>
            <a:r>
              <a:rPr lang="en-US" altLang="ja-JP" dirty="0">
                <a:solidFill>
                  <a:srgbClr val="000000"/>
                </a:solidFill>
                <a:cs typeface="Calibri"/>
              </a:rPr>
              <a:t>)+</a:t>
            </a:r>
            <a:r>
              <a:rPr lang="ja-JP" altLang="ja-JP" dirty="0">
                <a:solidFill>
                  <a:srgbClr val="000000"/>
                </a:solidFill>
                <a:cs typeface="Calibri"/>
              </a:rPr>
              <a:t>代替コントロール方式の変更</a:t>
            </a:r>
            <a:r>
              <a:rPr lang="en-US" altLang="ja-JP" dirty="0">
                <a:solidFill>
                  <a:srgbClr val="000000"/>
                </a:solidFill>
                <a:cs typeface="Calibri"/>
              </a:rPr>
              <a:t>(</a:t>
            </a:r>
            <a:r>
              <a:rPr lang="ja-JP" altLang="ja-JP" dirty="0">
                <a:solidFill>
                  <a:srgbClr val="000000"/>
                </a:solidFill>
                <a:cs typeface="Calibri"/>
              </a:rPr>
              <a:t>アプリ再作成</a:t>
            </a:r>
            <a:r>
              <a:rPr lang="en-US" altLang="ja-JP" dirty="0">
                <a:solidFill>
                  <a:srgbClr val="000000"/>
                </a:solidFill>
                <a:cs typeface="Calibri"/>
              </a:rPr>
              <a:t>)</a:t>
            </a:r>
            <a:endParaRPr lang="ja-JP" altLang="ja-JP" dirty="0">
              <a:solidFill>
                <a:srgbClr val="000000"/>
              </a:solidFill>
              <a:cs typeface="Calibri"/>
            </a:endParaRPr>
          </a:p>
          <a:p>
            <a:pPr marL="285750" indent="-285750">
              <a:buFont typeface="Wingdings" panose="05000000000000000000" pitchFamily="2" charset="2"/>
              <a:buChar char="ü"/>
            </a:pPr>
            <a:r>
              <a:rPr lang="ja-JP" altLang="en-US" dirty="0">
                <a:solidFill>
                  <a:srgbClr val="000000"/>
                </a:solidFill>
                <a:cs typeface="Calibri"/>
              </a:rPr>
              <a:t>テストは</a:t>
            </a:r>
            <a:r>
              <a:rPr lang="en-US" altLang="ja-JP" dirty="0">
                <a:solidFill>
                  <a:srgbClr val="000000"/>
                </a:solidFill>
                <a:cs typeface="Calibri"/>
              </a:rPr>
              <a:t>AVD</a:t>
            </a:r>
            <a:r>
              <a:rPr lang="ja-JP" altLang="en-US" dirty="0">
                <a:solidFill>
                  <a:srgbClr val="000000"/>
                </a:solidFill>
                <a:cs typeface="Calibri"/>
              </a:rPr>
              <a:t>環境で実施する。</a:t>
            </a:r>
            <a:endParaRPr lang="en-US" altLang="ja-JP" dirty="0">
              <a:solidFill>
                <a:srgbClr val="000000"/>
              </a:solidFill>
              <a:cs typeface="Calibri"/>
            </a:endParaRPr>
          </a:p>
          <a:p>
            <a:pPr marL="285750" indent="-285750">
              <a:buFont typeface="Wingdings" panose="05000000000000000000" pitchFamily="2" charset="2"/>
              <a:buChar char="ü"/>
            </a:pPr>
            <a:r>
              <a:rPr lang="ja-JP" altLang="en-US" dirty="0">
                <a:solidFill>
                  <a:srgbClr val="000000"/>
                </a:solidFill>
                <a:cs typeface="Calibri"/>
              </a:rPr>
              <a:t>公開</a:t>
            </a:r>
            <a:r>
              <a:rPr lang="en-US" altLang="ja-JP" dirty="0">
                <a:solidFill>
                  <a:srgbClr val="000000"/>
                </a:solidFill>
                <a:cs typeface="Calibri"/>
              </a:rPr>
              <a:t>AP</a:t>
            </a:r>
            <a:r>
              <a:rPr lang="ja-JP" altLang="en-US" dirty="0">
                <a:solidFill>
                  <a:srgbClr val="000000"/>
                </a:solidFill>
                <a:cs typeface="Calibri"/>
              </a:rPr>
              <a:t>、</a:t>
            </a:r>
            <a:r>
              <a:rPr lang="en-US" altLang="ja-JP" dirty="0">
                <a:solidFill>
                  <a:srgbClr val="000000"/>
                </a:solidFill>
                <a:cs typeface="Calibri"/>
              </a:rPr>
              <a:t> Excel</a:t>
            </a:r>
            <a:r>
              <a:rPr lang="ja-JP" altLang="en-US" dirty="0">
                <a:solidFill>
                  <a:srgbClr val="000000"/>
                </a:solidFill>
              </a:rPr>
              <a:t>について新環境で問題なく動作するという</a:t>
            </a:r>
            <a:r>
              <a:rPr lang="ja-JP" dirty="0">
                <a:solidFill>
                  <a:srgbClr val="000000"/>
                </a:solidFill>
              </a:rPr>
              <a:t>観点で検証を進める。</a:t>
            </a:r>
            <a:endParaRPr lang="en-US" altLang="ja-JP" dirty="0">
              <a:solidFill>
                <a:srgbClr val="000000"/>
              </a:solidFill>
            </a:endParaRPr>
          </a:p>
          <a:p>
            <a:pPr marL="285750" indent="-285750">
              <a:buFont typeface="Wingdings" panose="05000000000000000000" pitchFamily="2" charset="2"/>
              <a:buChar char="ü"/>
            </a:pPr>
            <a:r>
              <a:rPr lang="ja-JP" altLang="en-US" dirty="0"/>
              <a:t>動作検証でデータ検証は行わないものとする。</a:t>
            </a:r>
            <a:endParaRPr lang="ja-JP" dirty="0"/>
          </a:p>
          <a:p>
            <a:pPr marL="285750" indent="-285750">
              <a:buFont typeface="Wingdings" panose="05000000000000000000" pitchFamily="2" charset="2"/>
              <a:buChar char="ü"/>
            </a:pPr>
            <a:r>
              <a:rPr lang="en-US" altLang="ja-JP" dirty="0">
                <a:solidFill>
                  <a:srgbClr val="000000"/>
                </a:solidFill>
                <a:cs typeface="Calibri"/>
              </a:rPr>
              <a:t>DB</a:t>
            </a:r>
            <a:r>
              <a:rPr lang="ja-JP" altLang="ja-JP" dirty="0">
                <a:solidFill>
                  <a:srgbClr val="000000"/>
                </a:solidFill>
              </a:rPr>
              <a:t>非互換</a:t>
            </a:r>
            <a:r>
              <a:rPr lang="ja-JP" altLang="en-US" dirty="0">
                <a:solidFill>
                  <a:srgbClr val="000000"/>
                </a:solidFill>
              </a:rPr>
              <a:t>への対応</a:t>
            </a:r>
            <a:r>
              <a:rPr lang="ja-JP" altLang="en-US" dirty="0">
                <a:solidFill>
                  <a:srgbClr val="000000"/>
                </a:solidFill>
                <a:cs typeface="Calibri"/>
              </a:rPr>
              <a:t>については新</a:t>
            </a:r>
            <a:r>
              <a:rPr lang="en-US" altLang="ja-JP" dirty="0">
                <a:solidFill>
                  <a:srgbClr val="000000"/>
                </a:solidFill>
                <a:cs typeface="Calibri"/>
              </a:rPr>
              <a:t>IRIS</a:t>
            </a:r>
            <a:r>
              <a:rPr lang="ja-JP" altLang="en-US" dirty="0">
                <a:solidFill>
                  <a:srgbClr val="000000"/>
                </a:solidFill>
                <a:cs typeface="Calibri"/>
              </a:rPr>
              <a:t>操業品質管理</a:t>
            </a:r>
            <a:r>
              <a:rPr lang="en-US" altLang="ja-JP" dirty="0">
                <a:solidFill>
                  <a:srgbClr val="000000"/>
                </a:solidFill>
                <a:cs typeface="Calibri"/>
              </a:rPr>
              <a:t>AP</a:t>
            </a:r>
            <a:r>
              <a:rPr lang="ja-JP" altLang="en-US" dirty="0">
                <a:solidFill>
                  <a:srgbClr val="000000"/>
                </a:solidFill>
                <a:cs typeface="Calibri"/>
              </a:rPr>
              <a:t>サーバの</a:t>
            </a:r>
            <a:r>
              <a:rPr lang="en-US" altLang="ja-JP" dirty="0">
                <a:solidFill>
                  <a:srgbClr val="000000"/>
                </a:solidFill>
                <a:cs typeface="Calibri"/>
              </a:rPr>
              <a:t>Azure</a:t>
            </a:r>
            <a:r>
              <a:rPr lang="ja-JP" altLang="en-US" dirty="0">
                <a:solidFill>
                  <a:srgbClr val="000000"/>
                </a:solidFill>
                <a:cs typeface="Calibri"/>
              </a:rPr>
              <a:t>移行時に実施される</a:t>
            </a:r>
            <a:r>
              <a:rPr lang="en-US" altLang="ja-JP" dirty="0">
                <a:solidFill>
                  <a:srgbClr val="000000"/>
                </a:solidFill>
                <a:cs typeface="Calibri"/>
              </a:rPr>
              <a:t>DB</a:t>
            </a:r>
            <a:r>
              <a:rPr lang="ja-JP" altLang="en-US" dirty="0">
                <a:solidFill>
                  <a:srgbClr val="000000"/>
                </a:solidFill>
                <a:cs typeface="Calibri"/>
              </a:rPr>
              <a:t>構築後にテスト工程内で実施する。</a:t>
            </a:r>
            <a:endParaRPr lang="en-US" altLang="ja-JP" dirty="0">
              <a:solidFill>
                <a:srgbClr val="000000"/>
              </a:solidFill>
              <a:cs typeface="Calibri"/>
            </a:endParaRPr>
          </a:p>
          <a:p>
            <a:pPr marL="285750" indent="-285750">
              <a:buFont typeface="Wingdings" panose="05000000000000000000" pitchFamily="2" charset="2"/>
              <a:buChar char="ü"/>
            </a:pPr>
            <a:r>
              <a:rPr lang="ja-JP" dirty="0">
                <a:solidFill>
                  <a:srgbClr val="000000"/>
                </a:solidFill>
              </a:rPr>
              <a:t>周辺システムとのデータ連携がこれまで通り実施できることを確認する。</a:t>
            </a:r>
            <a:endParaRPr lang="ja-JP" dirty="0"/>
          </a:p>
          <a:p>
            <a:endParaRPr lang="ja-JP" altLang="en-US" dirty="0">
              <a:latin typeface="游ゴシック"/>
              <a:ea typeface="游ゴシック"/>
            </a:endParaRPr>
          </a:p>
        </p:txBody>
      </p:sp>
      <p:sp>
        <p:nvSpPr>
          <p:cNvPr id="6" name="フッター プレースホルダー 5">
            <a:extLst>
              <a:ext uri="{FF2B5EF4-FFF2-40B4-BE49-F238E27FC236}">
                <a16:creationId xmlns:a16="http://schemas.microsoft.com/office/drawing/2014/main" id="{F5787295-808A-3D56-DBD9-4B6B17631C3F}"/>
              </a:ext>
            </a:extLst>
          </p:cNvPr>
          <p:cNvSpPr>
            <a:spLocks noGrp="1"/>
          </p:cNvSpPr>
          <p:nvPr>
            <p:ph type="ftr" sz="quarter" idx="11"/>
          </p:nvPr>
        </p:nvSpPr>
        <p:spPr/>
        <p:txBody>
          <a:bodyPr/>
          <a:lstStyle/>
          <a:p>
            <a:r>
              <a:rPr lang="en-US"/>
              <a:t>Copyright © 2025 SystemEXE,Inc All Rights Reserved.</a:t>
            </a:r>
          </a:p>
        </p:txBody>
      </p:sp>
      <p:sp>
        <p:nvSpPr>
          <p:cNvPr id="9" name="スライド番号プレースホルダー 8">
            <a:extLst>
              <a:ext uri="{FF2B5EF4-FFF2-40B4-BE49-F238E27FC236}">
                <a16:creationId xmlns:a16="http://schemas.microsoft.com/office/drawing/2014/main" id="{91F20DE7-062A-AD44-DCAA-6E669D0235C2}"/>
              </a:ext>
            </a:extLst>
          </p:cNvPr>
          <p:cNvSpPr>
            <a:spLocks noGrp="1"/>
          </p:cNvSpPr>
          <p:nvPr>
            <p:ph type="sldNum" sz="quarter" idx="12"/>
          </p:nvPr>
        </p:nvSpPr>
        <p:spPr/>
        <p:txBody>
          <a:bodyPr/>
          <a:lstStyle/>
          <a:p>
            <a:fld id="{26CA5134-5AAC-D342-B763-43605FECB385}" type="slidenum">
              <a:rPr kumimoji="1" lang="ja-JP" altLang="en-US" smtClean="0"/>
              <a:pPr/>
              <a:t>2</a:t>
            </a:fld>
            <a:endParaRPr kumimoji="1" lang="ja-JP" altLang="en-US" sz="700"/>
          </a:p>
        </p:txBody>
      </p:sp>
    </p:spTree>
    <p:extLst>
      <p:ext uri="{BB962C8B-B14F-4D97-AF65-F5344CB8AC3E}">
        <p14:creationId xmlns:p14="http://schemas.microsoft.com/office/powerpoint/2010/main" val="3660799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D1F21-D317-83F1-C6AE-7CD211941C9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FE0F6F3-0F10-2568-5D32-565AFD5CFB4E}"/>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３</a:t>
            </a:r>
            <a:r>
              <a:rPr kumimoji="1" lang="en-US" altLang="ja-JP" dirty="0">
                <a:latin typeface="游明朝" panose="02020400000000000000" pitchFamily="18" charset="-128"/>
                <a:ea typeface="游明朝" panose="02020400000000000000" pitchFamily="18" charset="-128"/>
              </a:rPr>
              <a:t>. </a:t>
            </a:r>
            <a:r>
              <a:rPr lang="en-US" altLang="ja-JP" dirty="0" err="1">
                <a:latin typeface="游明朝" panose="02020400000000000000" pitchFamily="18" charset="-128"/>
                <a:ea typeface="游明朝" panose="02020400000000000000" pitchFamily="18" charset="-128"/>
              </a:rPr>
              <a:t>移行に伴う環境の変更点</a:t>
            </a:r>
            <a:endParaRPr lang="en-US" altLang="ja-JP" dirty="0">
              <a:latin typeface="游明朝" panose="02020400000000000000" pitchFamily="18" charset="-128"/>
              <a:ea typeface="游明朝" panose="02020400000000000000" pitchFamily="18" charset="-128"/>
            </a:endParaRPr>
          </a:p>
        </p:txBody>
      </p:sp>
      <p:sp>
        <p:nvSpPr>
          <p:cNvPr id="8" name="日付プレースホルダー 7">
            <a:extLst>
              <a:ext uri="{FF2B5EF4-FFF2-40B4-BE49-F238E27FC236}">
                <a16:creationId xmlns:a16="http://schemas.microsoft.com/office/drawing/2014/main" id="{AFFCED2E-2365-11FB-500E-3DC37789BF3E}"/>
              </a:ext>
            </a:extLst>
          </p:cNvPr>
          <p:cNvSpPr>
            <a:spLocks noGrp="1"/>
          </p:cNvSpPr>
          <p:nvPr>
            <p:ph type="dt" sz="half" idx="10"/>
          </p:nvPr>
        </p:nvSpPr>
        <p:spPr/>
        <p:txBody>
          <a:bodyPr/>
          <a:lstStyle/>
          <a:p>
            <a:r>
              <a:rPr lang="en-US" altLang="ja-JP"/>
              <a:t>2025/1/31</a:t>
            </a:r>
            <a:endParaRPr lang="en-US"/>
          </a:p>
        </p:txBody>
      </p:sp>
      <p:sp>
        <p:nvSpPr>
          <p:cNvPr id="5" name="テキスト プレースホルダー 4">
            <a:extLst>
              <a:ext uri="{FF2B5EF4-FFF2-40B4-BE49-F238E27FC236}">
                <a16:creationId xmlns:a16="http://schemas.microsoft.com/office/drawing/2014/main" id="{75D94D8C-59D4-540B-6AEE-871AEC854D26}"/>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dirty="0"/>
              <a:t>基本的には単純移行で、</a:t>
            </a:r>
            <a:r>
              <a:rPr lang="en-US" altLang="ja-JP" dirty="0"/>
              <a:t>XenApp</a:t>
            </a:r>
            <a:r>
              <a:rPr lang="ja-JP" altLang="en-US" dirty="0"/>
              <a:t>環境から</a:t>
            </a:r>
            <a:r>
              <a:rPr lang="en-US" altLang="ja-JP" dirty="0"/>
              <a:t>AVD</a:t>
            </a:r>
            <a:r>
              <a:rPr lang="ja-JP" altLang="en-US" dirty="0"/>
              <a:t>環境への移行と非互換対応を実施する。</a:t>
            </a:r>
            <a:endParaRPr lang="ja-JP" dirty="0"/>
          </a:p>
          <a:p>
            <a:r>
              <a:rPr lang="ja-JP" altLang="en-US" dirty="0"/>
              <a:t>主な変化点は下記の通り</a:t>
            </a:r>
          </a:p>
          <a:p>
            <a:r>
              <a:rPr lang="ja-JP" altLang="en-US" dirty="0">
                <a:latin typeface="游ゴシック"/>
                <a:ea typeface="游ゴシック"/>
              </a:rPr>
              <a:t>　資源</a:t>
            </a:r>
            <a:r>
              <a:rPr lang="en-US" altLang="ja-JP" dirty="0">
                <a:latin typeface="游ゴシック"/>
                <a:ea typeface="游ゴシック"/>
              </a:rPr>
              <a:t>	</a:t>
            </a:r>
            <a:r>
              <a:rPr lang="ja-JP" altLang="en-US" dirty="0">
                <a:latin typeface="游ゴシック"/>
                <a:ea typeface="游ゴシック"/>
              </a:rPr>
              <a:t>　　　</a:t>
            </a:r>
            <a:r>
              <a:rPr lang="en-US" altLang="ja-JP" dirty="0">
                <a:latin typeface="游ゴシック"/>
                <a:ea typeface="游ゴシック"/>
              </a:rPr>
              <a:t>		</a:t>
            </a:r>
            <a:r>
              <a:rPr lang="ja-JP" altLang="en-US" dirty="0">
                <a:latin typeface="游ゴシック"/>
                <a:ea typeface="游ゴシック"/>
              </a:rPr>
              <a:t>：</a:t>
            </a:r>
            <a:r>
              <a:rPr lang="en-US" altLang="ja-JP" dirty="0">
                <a:latin typeface="游ゴシック"/>
                <a:ea typeface="游ゴシック"/>
              </a:rPr>
              <a:t>XenApp		</a:t>
            </a:r>
            <a:r>
              <a:rPr lang="ja-JP" altLang="en-US" dirty="0">
                <a:latin typeface="游ゴシック"/>
                <a:ea typeface="游ゴシック"/>
              </a:rPr>
              <a:t>　　　　→　ファイルサーバ(Azure)</a:t>
            </a:r>
          </a:p>
          <a:p>
            <a:r>
              <a:rPr lang="ja-JP" altLang="en-US" dirty="0">
                <a:latin typeface="游ゴシック"/>
                <a:ea typeface="游ゴシック"/>
              </a:rPr>
              <a:t>　クライアント</a:t>
            </a:r>
            <a:r>
              <a:rPr lang="en-US" altLang="ja-JP" dirty="0">
                <a:latin typeface="游ゴシック"/>
                <a:ea typeface="游ゴシック"/>
              </a:rPr>
              <a:t>		</a:t>
            </a:r>
            <a:r>
              <a:rPr lang="ja-JP" altLang="en-US" dirty="0">
                <a:latin typeface="游ゴシック"/>
                <a:ea typeface="游ゴシック"/>
              </a:rPr>
              <a:t>：</a:t>
            </a:r>
            <a:r>
              <a:rPr lang="en-US" altLang="ja-JP" dirty="0">
                <a:latin typeface="游ゴシック"/>
                <a:ea typeface="游ゴシック"/>
              </a:rPr>
              <a:t>XenApp	</a:t>
            </a:r>
            <a:r>
              <a:rPr lang="ja-JP" altLang="en-US" dirty="0">
                <a:latin typeface="游ゴシック"/>
                <a:ea typeface="游ゴシック"/>
              </a:rPr>
              <a:t>　　　　　　　　→　</a:t>
            </a:r>
            <a:r>
              <a:rPr lang="en-US" altLang="ja-JP" dirty="0">
                <a:latin typeface="游ゴシック"/>
                <a:ea typeface="游ゴシック"/>
              </a:rPr>
              <a:t>AVD</a:t>
            </a:r>
            <a:r>
              <a:rPr lang="ja-JP" altLang="en-US" dirty="0">
                <a:latin typeface="游ゴシック"/>
                <a:ea typeface="游ゴシック"/>
              </a:rPr>
              <a:t>（Windows </a:t>
            </a:r>
            <a:r>
              <a:rPr lang="en-US" altLang="ja-JP" dirty="0">
                <a:latin typeface="游ゴシック"/>
                <a:ea typeface="游ゴシック"/>
              </a:rPr>
              <a:t>11</a:t>
            </a:r>
            <a:r>
              <a:rPr lang="ja-JP" altLang="en-US" dirty="0">
                <a:latin typeface="游ゴシック"/>
                <a:ea typeface="游ゴシック"/>
              </a:rPr>
              <a:t>）</a:t>
            </a:r>
          </a:p>
          <a:p>
            <a:r>
              <a:rPr lang="ja-JP" altLang="en-US" dirty="0">
                <a:latin typeface="游ゴシック"/>
                <a:ea typeface="游ゴシック"/>
              </a:rPr>
              <a:t>　DB</a:t>
            </a:r>
            <a:r>
              <a:rPr lang="en-US" altLang="ja-JP" dirty="0">
                <a:latin typeface="游ゴシック"/>
                <a:ea typeface="游ゴシック"/>
              </a:rPr>
              <a:t>	</a:t>
            </a:r>
            <a:r>
              <a:rPr lang="ja-JP" altLang="en-US" dirty="0">
                <a:latin typeface="游ゴシック"/>
                <a:ea typeface="游ゴシック"/>
              </a:rPr>
              <a:t>　　　</a:t>
            </a:r>
            <a:r>
              <a:rPr lang="en-US" altLang="ja-JP" dirty="0">
                <a:latin typeface="游ゴシック"/>
                <a:ea typeface="游ゴシック"/>
              </a:rPr>
              <a:t>		</a:t>
            </a:r>
            <a:r>
              <a:rPr lang="ja-JP" altLang="en-US" dirty="0">
                <a:latin typeface="游ゴシック"/>
                <a:ea typeface="游ゴシック"/>
              </a:rPr>
              <a:t>：館林共通Oracle（Oracle19c） 　→　Azure縮小共通Oracle(Oracle19c)</a:t>
            </a:r>
          </a:p>
          <a:p>
            <a:r>
              <a:rPr lang="ja-JP" altLang="en-US" dirty="0">
                <a:latin typeface="游ゴシック"/>
                <a:ea typeface="游ゴシック"/>
              </a:rPr>
              <a:t>　Office</a:t>
            </a:r>
            <a:r>
              <a:rPr lang="en-US" altLang="ja-JP" dirty="0">
                <a:latin typeface="游ゴシック"/>
                <a:ea typeface="游ゴシック"/>
              </a:rPr>
              <a:t>	</a:t>
            </a:r>
            <a:r>
              <a:rPr lang="ja-JP" altLang="en-US" dirty="0">
                <a:latin typeface="游ゴシック"/>
                <a:ea typeface="游ゴシック"/>
              </a:rPr>
              <a:t>　　　</a:t>
            </a:r>
            <a:r>
              <a:rPr lang="en-US" altLang="ja-JP" dirty="0">
                <a:latin typeface="游ゴシック"/>
                <a:ea typeface="游ゴシック"/>
              </a:rPr>
              <a:t>		</a:t>
            </a:r>
            <a:r>
              <a:rPr lang="ja-JP" altLang="en-US" dirty="0">
                <a:latin typeface="游ゴシック"/>
                <a:ea typeface="游ゴシック"/>
              </a:rPr>
              <a:t>：Office2016（</a:t>
            </a:r>
            <a:r>
              <a:rPr lang="en-US" altLang="ja-JP" dirty="0">
                <a:latin typeface="游ゴシック"/>
                <a:ea typeface="游ゴシック"/>
              </a:rPr>
              <a:t>32bit</a:t>
            </a:r>
            <a:r>
              <a:rPr lang="ja-JP" altLang="en-US" dirty="0">
                <a:latin typeface="游ゴシック"/>
                <a:ea typeface="游ゴシック"/>
              </a:rPr>
              <a:t>版）</a:t>
            </a:r>
            <a:r>
              <a:rPr lang="en-US" altLang="ja-JP" dirty="0">
                <a:latin typeface="游ゴシック"/>
                <a:ea typeface="游ゴシック"/>
              </a:rPr>
              <a:t>		</a:t>
            </a:r>
            <a:r>
              <a:rPr lang="ja-JP" altLang="en-US" dirty="0">
                <a:latin typeface="游ゴシック"/>
                <a:ea typeface="游ゴシック"/>
              </a:rPr>
              <a:t>→　</a:t>
            </a:r>
            <a:r>
              <a:rPr lang="en-US" altLang="ja-JP" dirty="0">
                <a:latin typeface="游ゴシック"/>
                <a:ea typeface="游ゴシック"/>
              </a:rPr>
              <a:t>Microsoft </a:t>
            </a:r>
            <a:r>
              <a:rPr lang="ja-JP" altLang="en-US" dirty="0">
                <a:latin typeface="游ゴシック"/>
                <a:ea typeface="游ゴシック"/>
              </a:rPr>
              <a:t>365（</a:t>
            </a:r>
            <a:r>
              <a:rPr lang="en-US" altLang="ja-JP" dirty="0">
                <a:latin typeface="游ゴシック"/>
                <a:ea typeface="游ゴシック"/>
              </a:rPr>
              <a:t>64bit</a:t>
            </a:r>
            <a:r>
              <a:rPr lang="ja-JP" altLang="en-US" dirty="0">
                <a:latin typeface="游ゴシック"/>
                <a:ea typeface="游ゴシック"/>
              </a:rPr>
              <a:t>版）</a:t>
            </a:r>
            <a:endParaRPr lang="en-US" altLang="ja-JP" dirty="0">
              <a:latin typeface="游ゴシック"/>
              <a:ea typeface="游ゴシック"/>
            </a:endParaRPr>
          </a:p>
          <a:p>
            <a:r>
              <a:rPr lang="ja-JP" altLang="en-US" dirty="0">
                <a:latin typeface="游ゴシック"/>
                <a:ea typeface="游ゴシック"/>
              </a:rPr>
              <a:t>　ミドルウェア</a:t>
            </a:r>
            <a:r>
              <a:rPr lang="en-US" altLang="ja-JP" dirty="0">
                <a:latin typeface="游ゴシック"/>
                <a:ea typeface="游ゴシック"/>
              </a:rPr>
              <a:t>bit</a:t>
            </a:r>
            <a:r>
              <a:rPr lang="ja-JP" altLang="en-US" dirty="0">
                <a:latin typeface="游ゴシック"/>
                <a:ea typeface="游ゴシック"/>
              </a:rPr>
              <a:t>数</a:t>
            </a:r>
            <a:r>
              <a:rPr lang="en-US" altLang="ja-JP" dirty="0">
                <a:latin typeface="游ゴシック"/>
                <a:ea typeface="游ゴシック"/>
              </a:rPr>
              <a:t>	</a:t>
            </a:r>
            <a:r>
              <a:rPr lang="ja-JP" altLang="en-US" dirty="0">
                <a:latin typeface="游ゴシック"/>
                <a:ea typeface="游ゴシック"/>
              </a:rPr>
              <a:t>：新</a:t>
            </a:r>
            <a:r>
              <a:rPr lang="en-US" altLang="ja-JP" dirty="0">
                <a:latin typeface="游ゴシック"/>
                <a:ea typeface="游ゴシック"/>
              </a:rPr>
              <a:t>IRIS</a:t>
            </a:r>
            <a:r>
              <a:rPr lang="ja-JP" altLang="en-US" dirty="0">
                <a:latin typeface="游ゴシック"/>
                <a:ea typeface="游ゴシック"/>
              </a:rPr>
              <a:t>系</a:t>
            </a:r>
            <a:r>
              <a:rPr lang="en-US" altLang="ja-JP" dirty="0">
                <a:latin typeface="游ゴシック"/>
                <a:ea typeface="游ゴシック"/>
              </a:rPr>
              <a:t>.NET</a:t>
            </a:r>
            <a:r>
              <a:rPr lang="ja-JP" altLang="en-US" dirty="0">
                <a:latin typeface="游ゴシック"/>
                <a:ea typeface="游ゴシック"/>
              </a:rPr>
              <a:t>公開</a:t>
            </a:r>
            <a:r>
              <a:rPr lang="en-US" altLang="ja-JP" dirty="0">
                <a:latin typeface="游ゴシック"/>
                <a:ea typeface="游ゴシック"/>
              </a:rPr>
              <a:t>AP</a:t>
            </a:r>
            <a:r>
              <a:rPr lang="ja-JP" altLang="en-US" dirty="0">
                <a:latin typeface="游ゴシック"/>
                <a:ea typeface="游ゴシック"/>
              </a:rPr>
              <a:t>　　</a:t>
            </a:r>
            <a:r>
              <a:rPr lang="en-US" altLang="ja-JP" dirty="0">
                <a:latin typeface="游ゴシック"/>
                <a:ea typeface="游ゴシック"/>
              </a:rPr>
              <a:t>32bit</a:t>
            </a:r>
            <a:r>
              <a:rPr lang="ja-JP" altLang="en-US" dirty="0">
                <a:latin typeface="游ゴシック"/>
                <a:ea typeface="游ゴシック"/>
              </a:rPr>
              <a:t>　→　</a:t>
            </a:r>
            <a:r>
              <a:rPr lang="en-US" altLang="ja-JP" dirty="0">
                <a:latin typeface="游ゴシック"/>
                <a:ea typeface="游ゴシック"/>
              </a:rPr>
              <a:t>64bit</a:t>
            </a:r>
          </a:p>
          <a:p>
            <a:r>
              <a:rPr lang="ja-JP" altLang="en-US" dirty="0">
                <a:latin typeface="游ゴシック"/>
                <a:ea typeface="游ゴシック"/>
              </a:rPr>
              <a:t>　　　　　　　　　　　　：それ以外の公開</a:t>
            </a:r>
            <a:r>
              <a:rPr lang="en-US" altLang="ja-JP" dirty="0">
                <a:latin typeface="游ゴシック"/>
                <a:ea typeface="游ゴシック"/>
              </a:rPr>
              <a:t>AP</a:t>
            </a:r>
            <a:r>
              <a:rPr lang="ja-JP" altLang="en-US" dirty="0">
                <a:latin typeface="游ゴシック"/>
                <a:ea typeface="游ゴシック"/>
              </a:rPr>
              <a:t>　　</a:t>
            </a:r>
            <a:r>
              <a:rPr lang="en-US" altLang="ja-JP" dirty="0">
                <a:latin typeface="游ゴシック"/>
                <a:ea typeface="游ゴシック"/>
              </a:rPr>
              <a:t> </a:t>
            </a:r>
            <a:r>
              <a:rPr lang="ja-JP" altLang="en-US" dirty="0">
                <a:latin typeface="游ゴシック"/>
                <a:ea typeface="游ゴシック"/>
              </a:rPr>
              <a:t>　</a:t>
            </a:r>
            <a:r>
              <a:rPr lang="en-US" altLang="ja-JP" dirty="0">
                <a:latin typeface="游ゴシック"/>
                <a:ea typeface="游ゴシック"/>
              </a:rPr>
              <a:t>32bit</a:t>
            </a:r>
            <a:r>
              <a:rPr lang="ja-JP" altLang="en-US" dirty="0">
                <a:latin typeface="游ゴシック"/>
                <a:ea typeface="游ゴシック"/>
              </a:rPr>
              <a:t>　→　</a:t>
            </a:r>
            <a:r>
              <a:rPr lang="en-US" altLang="ja-JP" dirty="0">
                <a:latin typeface="游ゴシック"/>
                <a:ea typeface="游ゴシック"/>
              </a:rPr>
              <a:t>32bit</a:t>
            </a:r>
            <a:endParaRPr lang="ja-JP" altLang="en-US" dirty="0">
              <a:latin typeface="游ゴシック"/>
              <a:ea typeface="游ゴシック"/>
            </a:endParaRPr>
          </a:p>
          <a:p>
            <a:r>
              <a:rPr lang="ja-JP" altLang="en-US" dirty="0">
                <a:latin typeface="游ゴシック"/>
                <a:ea typeface="游ゴシック"/>
              </a:rPr>
              <a:t>　</a:t>
            </a:r>
          </a:p>
        </p:txBody>
      </p:sp>
      <p:sp>
        <p:nvSpPr>
          <p:cNvPr id="6" name="フッター プレースホルダー 5">
            <a:extLst>
              <a:ext uri="{FF2B5EF4-FFF2-40B4-BE49-F238E27FC236}">
                <a16:creationId xmlns:a16="http://schemas.microsoft.com/office/drawing/2014/main" id="{E81DD004-7FC3-A010-8AB6-65A3A702735C}"/>
              </a:ext>
            </a:extLst>
          </p:cNvPr>
          <p:cNvSpPr>
            <a:spLocks noGrp="1"/>
          </p:cNvSpPr>
          <p:nvPr>
            <p:ph type="ftr" sz="quarter" idx="11"/>
          </p:nvPr>
        </p:nvSpPr>
        <p:spPr/>
        <p:txBody>
          <a:bodyPr/>
          <a:lstStyle/>
          <a:p>
            <a:r>
              <a:rPr lang="en-US"/>
              <a:t>Copyright © 2025 SystemEXE,Inc All Rights Reserved.</a:t>
            </a:r>
          </a:p>
        </p:txBody>
      </p:sp>
      <p:sp>
        <p:nvSpPr>
          <p:cNvPr id="7" name="スライド番号プレースホルダー 6">
            <a:extLst>
              <a:ext uri="{FF2B5EF4-FFF2-40B4-BE49-F238E27FC236}">
                <a16:creationId xmlns:a16="http://schemas.microsoft.com/office/drawing/2014/main" id="{81672DED-12ED-A386-AF6E-B610A10F7B08}"/>
              </a:ext>
            </a:extLst>
          </p:cNvPr>
          <p:cNvSpPr>
            <a:spLocks noGrp="1"/>
          </p:cNvSpPr>
          <p:nvPr>
            <p:ph type="sldNum" sz="quarter" idx="12"/>
          </p:nvPr>
        </p:nvSpPr>
        <p:spPr/>
        <p:txBody>
          <a:bodyPr/>
          <a:lstStyle/>
          <a:p>
            <a:fld id="{26CA5134-5AAC-D342-B763-43605FECB385}" type="slidenum">
              <a:rPr kumimoji="1" lang="ja-JP" altLang="en-US" smtClean="0"/>
              <a:pPr/>
              <a:t>3</a:t>
            </a:fld>
            <a:endParaRPr kumimoji="1" lang="ja-JP" altLang="en-US" sz="700"/>
          </a:p>
        </p:txBody>
      </p:sp>
    </p:spTree>
    <p:extLst>
      <p:ext uri="{BB962C8B-B14F-4D97-AF65-F5344CB8AC3E}">
        <p14:creationId xmlns:p14="http://schemas.microsoft.com/office/powerpoint/2010/main" val="729124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F9F5A-C327-E9C3-7626-5F0B1E1EBF0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8EC537F-F016-D93C-B0C9-938C9F245C8F}"/>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４</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システム構成</a:t>
            </a:r>
            <a:endParaRPr kumimoji="1" lang="ja-JP" altLang="en-US" dirty="0"/>
          </a:p>
        </p:txBody>
      </p:sp>
      <p:sp>
        <p:nvSpPr>
          <p:cNvPr id="30" name="日付プレースホルダー 29">
            <a:extLst>
              <a:ext uri="{FF2B5EF4-FFF2-40B4-BE49-F238E27FC236}">
                <a16:creationId xmlns:a16="http://schemas.microsoft.com/office/drawing/2014/main" id="{67BF35A6-89A9-CCA6-81CA-071B8A3D2D35}"/>
              </a:ext>
            </a:extLst>
          </p:cNvPr>
          <p:cNvSpPr>
            <a:spLocks noGrp="1"/>
          </p:cNvSpPr>
          <p:nvPr>
            <p:ph type="dt" sz="half" idx="10"/>
          </p:nvPr>
        </p:nvSpPr>
        <p:spPr/>
        <p:txBody>
          <a:bodyPr/>
          <a:lstStyle/>
          <a:p>
            <a:r>
              <a:rPr lang="en-US" altLang="ja-JP"/>
              <a:t>2024/12/23</a:t>
            </a:r>
            <a:endParaRPr lang="en-US" dirty="0"/>
          </a:p>
        </p:txBody>
      </p:sp>
      <p:sp>
        <p:nvSpPr>
          <p:cNvPr id="13" name="テキスト ボックス 12">
            <a:extLst>
              <a:ext uri="{FF2B5EF4-FFF2-40B4-BE49-F238E27FC236}">
                <a16:creationId xmlns:a16="http://schemas.microsoft.com/office/drawing/2014/main" id="{CB64EBD9-D4B5-6FEC-0C6A-86BD39E78D71}"/>
              </a:ext>
            </a:extLst>
          </p:cNvPr>
          <p:cNvSpPr txBox="1"/>
          <p:nvPr/>
        </p:nvSpPr>
        <p:spPr>
          <a:xfrm>
            <a:off x="494422" y="5846682"/>
            <a:ext cx="5110512" cy="307777"/>
          </a:xfrm>
          <a:prstGeom prst="rect">
            <a:avLst/>
          </a:prstGeom>
          <a:noFill/>
        </p:spPr>
        <p:txBody>
          <a:bodyPr wrap="square">
            <a:spAutoFit/>
          </a:bodyPr>
          <a:lstStyle/>
          <a:p>
            <a:r>
              <a:rPr lang="en-US" altLang="ja-JP" sz="1400" dirty="0">
                <a:latin typeface="+mn-ea"/>
              </a:rPr>
              <a:t>※</a:t>
            </a:r>
            <a:r>
              <a:rPr lang="ja-JP" altLang="en-US" sz="1400" dirty="0">
                <a:latin typeface="+mn-ea"/>
              </a:rPr>
              <a:t>現行は</a:t>
            </a:r>
            <a:r>
              <a:rPr lang="en-US" altLang="ja-JP" sz="1400" dirty="0">
                <a:latin typeface="+mn-ea"/>
              </a:rPr>
              <a:t>XenApp</a:t>
            </a:r>
            <a:r>
              <a:rPr lang="ja-JP" altLang="en-US" sz="1400" dirty="0">
                <a:latin typeface="+mn-ea"/>
              </a:rPr>
              <a:t>上で公開</a:t>
            </a:r>
            <a:r>
              <a:rPr lang="en-US" altLang="ja-JP" sz="1400" dirty="0">
                <a:latin typeface="+mn-ea"/>
              </a:rPr>
              <a:t>AP</a:t>
            </a:r>
            <a:r>
              <a:rPr lang="ja-JP" altLang="en-US" sz="1400" dirty="0">
                <a:latin typeface="+mn-ea"/>
              </a:rPr>
              <a:t>および業務</a:t>
            </a:r>
            <a:r>
              <a:rPr lang="en-US" altLang="ja-JP" sz="1400" dirty="0">
                <a:latin typeface="+mn-ea"/>
              </a:rPr>
              <a:t>Excel</a:t>
            </a:r>
            <a:r>
              <a:rPr lang="ja-JP" altLang="en-US" sz="1400" dirty="0">
                <a:latin typeface="+mn-ea"/>
              </a:rPr>
              <a:t>ファイルを利用</a:t>
            </a:r>
            <a:endParaRPr lang="en-US" altLang="ja-JP" sz="1400" dirty="0">
              <a:latin typeface="+mn-ea"/>
            </a:endParaRPr>
          </a:p>
        </p:txBody>
      </p:sp>
      <p:sp>
        <p:nvSpPr>
          <p:cNvPr id="96" name="角丸四角形 95"/>
          <p:cNvSpPr/>
          <p:nvPr/>
        </p:nvSpPr>
        <p:spPr>
          <a:xfrm>
            <a:off x="523870" y="828301"/>
            <a:ext cx="4884490" cy="4908664"/>
          </a:xfrm>
          <a:prstGeom prst="roundRect">
            <a:avLst>
              <a:gd name="adj" fmla="val 1800"/>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b="1" dirty="0" err="1">
                <a:solidFill>
                  <a:schemeClr val="tx1"/>
                </a:solidFill>
                <a:latin typeface="游ゴシック" panose="020B0400000000000000" pitchFamily="50" charset="-128"/>
                <a:ea typeface="游ゴシック" panose="020B0400000000000000" pitchFamily="50" charset="-128"/>
              </a:rPr>
              <a:t>AsIs</a:t>
            </a:r>
            <a:endParaRPr kumimoji="1" lang="ja-JP" altLang="en-US" sz="1600" b="1" dirty="0">
              <a:solidFill>
                <a:schemeClr val="tx1"/>
              </a:solidFill>
              <a:latin typeface="游ゴシック" panose="020B0400000000000000" pitchFamily="50" charset="-128"/>
              <a:ea typeface="游ゴシック" panose="020B0400000000000000" pitchFamily="50" charset="-128"/>
            </a:endParaRPr>
          </a:p>
        </p:txBody>
      </p:sp>
      <p:cxnSp>
        <p:nvCxnSpPr>
          <p:cNvPr id="127" name="直線矢印コネクタ 126"/>
          <p:cNvCxnSpPr>
            <a:cxnSpLocks/>
            <a:stCxn id="18" idx="0"/>
            <a:endCxn id="75" idx="2"/>
          </p:cNvCxnSpPr>
          <p:nvPr/>
        </p:nvCxnSpPr>
        <p:spPr>
          <a:xfrm flipH="1" flipV="1">
            <a:off x="2783235" y="2252278"/>
            <a:ext cx="1" cy="419324"/>
          </a:xfrm>
          <a:prstGeom prst="straightConnector1">
            <a:avLst/>
          </a:prstGeom>
          <a:ln w="38100">
            <a:solidFill>
              <a:schemeClr val="accent3"/>
            </a:solidFill>
            <a:tailEnd type="none"/>
          </a:ln>
        </p:spPr>
        <p:style>
          <a:lnRef idx="1">
            <a:schemeClr val="accent3"/>
          </a:lnRef>
          <a:fillRef idx="0">
            <a:schemeClr val="accent3"/>
          </a:fillRef>
          <a:effectRef idx="0">
            <a:schemeClr val="accent3"/>
          </a:effectRef>
          <a:fontRef idx="minor">
            <a:schemeClr val="tx1"/>
          </a:fontRef>
        </p:style>
      </p:cxnSp>
      <p:sp>
        <p:nvSpPr>
          <p:cNvPr id="47" name="角丸四角形 46"/>
          <p:cNvSpPr/>
          <p:nvPr/>
        </p:nvSpPr>
        <p:spPr>
          <a:xfrm>
            <a:off x="1656355" y="1440899"/>
            <a:ext cx="2253761" cy="861895"/>
          </a:xfrm>
          <a:prstGeom prst="roundRect">
            <a:avLst>
              <a:gd name="adj" fmla="val 2151"/>
            </a:avLst>
          </a:prstGeom>
          <a:solidFill>
            <a:schemeClr val="accent5">
              <a:lumMod val="20000"/>
              <a:lumOff val="80000"/>
            </a:schemeClr>
          </a:solidFill>
          <a:ln>
            <a:solidFill>
              <a:schemeClr val="accent5">
                <a:lumMod val="7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t"/>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クライアント</a:t>
            </a:r>
            <a:r>
              <a:rPr kumimoji="1" lang="en-US" altLang="ja-JP" sz="1600" b="1" dirty="0">
                <a:solidFill>
                  <a:schemeClr val="tx1"/>
                </a:solidFill>
                <a:latin typeface="游ゴシック" panose="020B0400000000000000" pitchFamily="50" charset="-128"/>
                <a:ea typeface="游ゴシック" panose="020B0400000000000000" pitchFamily="50" charset="-128"/>
              </a:rPr>
              <a:t>PC</a:t>
            </a:r>
          </a:p>
        </p:txBody>
      </p:sp>
      <p:cxnSp>
        <p:nvCxnSpPr>
          <p:cNvPr id="63" name="直線矢印コネクタ 160"/>
          <p:cNvCxnSpPr>
            <a:cxnSpLocks/>
            <a:stCxn id="7" idx="0"/>
            <a:endCxn id="18" idx="2"/>
          </p:cNvCxnSpPr>
          <p:nvPr/>
        </p:nvCxnSpPr>
        <p:spPr>
          <a:xfrm rot="5400000" flipH="1" flipV="1">
            <a:off x="2039861" y="3847015"/>
            <a:ext cx="539751" cy="947000"/>
          </a:xfrm>
          <a:prstGeom prst="bentConnector3">
            <a:avLst>
              <a:gd name="adj1" fmla="val 50000"/>
            </a:avLst>
          </a:prstGeom>
          <a:ln w="38100">
            <a:solidFill>
              <a:schemeClr val="accent3"/>
            </a:solidFill>
            <a:headEnd type="none"/>
            <a:tailEnd type="none"/>
          </a:ln>
        </p:spPr>
        <p:style>
          <a:lnRef idx="1">
            <a:schemeClr val="accent3"/>
          </a:lnRef>
          <a:fillRef idx="0">
            <a:schemeClr val="accent3"/>
          </a:fillRef>
          <a:effectRef idx="0">
            <a:schemeClr val="accent3"/>
          </a:effectRef>
          <a:fontRef idx="minor">
            <a:schemeClr val="tx1"/>
          </a:fontRef>
        </p:style>
      </p:cxnSp>
      <p:sp>
        <p:nvSpPr>
          <p:cNvPr id="7" name="角丸四角形 96"/>
          <p:cNvSpPr/>
          <p:nvPr/>
        </p:nvSpPr>
        <p:spPr>
          <a:xfrm>
            <a:off x="859182" y="4590390"/>
            <a:ext cx="1954108" cy="931285"/>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共通基盤</a:t>
            </a:r>
            <a:endParaRPr kumimoji="1" lang="en-US" altLang="ja-JP" sz="1600" b="1" dirty="0">
              <a:solidFill>
                <a:schemeClr val="tx1"/>
              </a:solidFill>
              <a:latin typeface="游ゴシック" panose="020B0400000000000000" pitchFamily="50" charset="-128"/>
              <a:ea typeface="游ゴシック" panose="020B0400000000000000" pitchFamily="50" charset="-128"/>
            </a:endParaRPr>
          </a:p>
        </p:txBody>
      </p:sp>
      <p:grpSp>
        <p:nvGrpSpPr>
          <p:cNvPr id="8" name="グループ化 7"/>
          <p:cNvGrpSpPr/>
          <p:nvPr/>
        </p:nvGrpSpPr>
        <p:grpSpPr>
          <a:xfrm>
            <a:off x="1454578" y="4945384"/>
            <a:ext cx="763316" cy="528638"/>
            <a:chOff x="7722356" y="3744000"/>
            <a:chExt cx="395288" cy="528638"/>
          </a:xfrm>
        </p:grpSpPr>
        <p:grpSp>
          <p:nvGrpSpPr>
            <p:cNvPr id="9" name="グループ化 8"/>
            <p:cNvGrpSpPr/>
            <p:nvPr/>
          </p:nvGrpSpPr>
          <p:grpSpPr>
            <a:xfrm>
              <a:off x="7722356" y="3744000"/>
              <a:ext cx="395288" cy="528638"/>
              <a:chOff x="5691188" y="4302126"/>
              <a:chExt cx="395288" cy="528638"/>
            </a:xfrm>
          </p:grpSpPr>
          <p:sp>
            <p:nvSpPr>
              <p:cNvPr id="11" name="Freeform 325"/>
              <p:cNvSpPr>
                <a:spLocks/>
              </p:cNvSpPr>
              <p:nvPr/>
            </p:nvSpPr>
            <p:spPr bwMode="auto">
              <a:xfrm>
                <a:off x="5691188" y="4302126"/>
                <a:ext cx="395288" cy="528638"/>
              </a:xfrm>
              <a:custGeom>
                <a:avLst/>
                <a:gdLst>
                  <a:gd name="T0" fmla="*/ 184 w 184"/>
                  <a:gd name="T1" fmla="*/ 124 h 246"/>
                  <a:gd name="T2" fmla="*/ 184 w 184"/>
                  <a:gd name="T3" fmla="*/ 206 h 246"/>
                  <a:gd name="T4" fmla="*/ 174 w 184"/>
                  <a:gd name="T5" fmla="*/ 225 h 246"/>
                  <a:gd name="T6" fmla="*/ 141 w 184"/>
                  <a:gd name="T7" fmla="*/ 240 h 246"/>
                  <a:gd name="T8" fmla="*/ 83 w 184"/>
                  <a:gd name="T9" fmla="*/ 245 h 246"/>
                  <a:gd name="T10" fmla="*/ 29 w 184"/>
                  <a:gd name="T11" fmla="*/ 235 h 246"/>
                  <a:gd name="T12" fmla="*/ 4 w 184"/>
                  <a:gd name="T13" fmla="*/ 219 h 246"/>
                  <a:gd name="T14" fmla="*/ 0 w 184"/>
                  <a:gd name="T15" fmla="*/ 207 h 246"/>
                  <a:gd name="T16" fmla="*/ 0 w 184"/>
                  <a:gd name="T17" fmla="*/ 38 h 246"/>
                  <a:gd name="T18" fmla="*/ 5 w 184"/>
                  <a:gd name="T19" fmla="*/ 26 h 246"/>
                  <a:gd name="T20" fmla="*/ 28 w 184"/>
                  <a:gd name="T21" fmla="*/ 11 h 246"/>
                  <a:gd name="T22" fmla="*/ 81 w 184"/>
                  <a:gd name="T23" fmla="*/ 1 h 246"/>
                  <a:gd name="T24" fmla="*/ 142 w 184"/>
                  <a:gd name="T25" fmla="*/ 7 h 246"/>
                  <a:gd name="T26" fmla="*/ 172 w 184"/>
                  <a:gd name="T27" fmla="*/ 21 h 246"/>
                  <a:gd name="T28" fmla="*/ 180 w 184"/>
                  <a:gd name="T29" fmla="*/ 28 h 246"/>
                  <a:gd name="T30" fmla="*/ 184 w 184"/>
                  <a:gd name="T31" fmla="*/ 39 h 246"/>
                  <a:gd name="T32" fmla="*/ 184 w 184"/>
                  <a:gd name="T33" fmla="*/ 12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4" h="246">
                    <a:moveTo>
                      <a:pt x="184" y="124"/>
                    </a:moveTo>
                    <a:cubicBezTo>
                      <a:pt x="184" y="151"/>
                      <a:pt x="183" y="179"/>
                      <a:pt x="184" y="206"/>
                    </a:cubicBezTo>
                    <a:cubicBezTo>
                      <a:pt x="184" y="214"/>
                      <a:pt x="180" y="220"/>
                      <a:pt x="174" y="225"/>
                    </a:cubicBezTo>
                    <a:cubicBezTo>
                      <a:pt x="164" y="233"/>
                      <a:pt x="153" y="237"/>
                      <a:pt x="141" y="240"/>
                    </a:cubicBezTo>
                    <a:cubicBezTo>
                      <a:pt x="122" y="245"/>
                      <a:pt x="102" y="246"/>
                      <a:pt x="83" y="245"/>
                    </a:cubicBezTo>
                    <a:cubicBezTo>
                      <a:pt x="64" y="245"/>
                      <a:pt x="46" y="242"/>
                      <a:pt x="29" y="235"/>
                    </a:cubicBezTo>
                    <a:cubicBezTo>
                      <a:pt x="20" y="231"/>
                      <a:pt x="11" y="227"/>
                      <a:pt x="4" y="219"/>
                    </a:cubicBezTo>
                    <a:cubicBezTo>
                      <a:pt x="1" y="216"/>
                      <a:pt x="0" y="212"/>
                      <a:pt x="0" y="207"/>
                    </a:cubicBezTo>
                    <a:cubicBezTo>
                      <a:pt x="0" y="151"/>
                      <a:pt x="0" y="95"/>
                      <a:pt x="0" y="38"/>
                    </a:cubicBezTo>
                    <a:cubicBezTo>
                      <a:pt x="0" y="34"/>
                      <a:pt x="2" y="30"/>
                      <a:pt x="5" y="26"/>
                    </a:cubicBezTo>
                    <a:cubicBezTo>
                      <a:pt x="11" y="19"/>
                      <a:pt x="19" y="15"/>
                      <a:pt x="28" y="11"/>
                    </a:cubicBezTo>
                    <a:cubicBezTo>
                      <a:pt x="45" y="5"/>
                      <a:pt x="63" y="2"/>
                      <a:pt x="81" y="1"/>
                    </a:cubicBezTo>
                    <a:cubicBezTo>
                      <a:pt x="102" y="0"/>
                      <a:pt x="122" y="2"/>
                      <a:pt x="142" y="7"/>
                    </a:cubicBezTo>
                    <a:cubicBezTo>
                      <a:pt x="153" y="10"/>
                      <a:pt x="163" y="14"/>
                      <a:pt x="172" y="21"/>
                    </a:cubicBezTo>
                    <a:cubicBezTo>
                      <a:pt x="175" y="23"/>
                      <a:pt x="178" y="25"/>
                      <a:pt x="180" y="28"/>
                    </a:cubicBezTo>
                    <a:cubicBezTo>
                      <a:pt x="182" y="31"/>
                      <a:pt x="184" y="35"/>
                      <a:pt x="184" y="39"/>
                    </a:cubicBezTo>
                    <a:cubicBezTo>
                      <a:pt x="183" y="67"/>
                      <a:pt x="184" y="95"/>
                      <a:pt x="184" y="124"/>
                    </a:cubicBezTo>
                    <a:close/>
                  </a:path>
                </a:pathLst>
              </a:custGeom>
              <a:solidFill>
                <a:srgbClr val="0079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2" name="Freeform 326"/>
              <p:cNvSpPr>
                <a:spLocks/>
              </p:cNvSpPr>
              <p:nvPr/>
            </p:nvSpPr>
            <p:spPr bwMode="auto">
              <a:xfrm>
                <a:off x="5745163" y="4332289"/>
                <a:ext cx="285750" cy="88900"/>
              </a:xfrm>
              <a:custGeom>
                <a:avLst/>
                <a:gdLst>
                  <a:gd name="T0" fmla="*/ 65 w 133"/>
                  <a:gd name="T1" fmla="*/ 0 h 41"/>
                  <a:gd name="T2" fmla="*/ 112 w 133"/>
                  <a:gd name="T3" fmla="*/ 5 h 41"/>
                  <a:gd name="T4" fmla="*/ 128 w 133"/>
                  <a:gd name="T5" fmla="*/ 13 h 41"/>
                  <a:gd name="T6" fmla="*/ 128 w 133"/>
                  <a:gd name="T7" fmla="*/ 27 h 41"/>
                  <a:gd name="T8" fmla="*/ 113 w 133"/>
                  <a:gd name="T9" fmla="*/ 34 h 41"/>
                  <a:gd name="T10" fmla="*/ 76 w 133"/>
                  <a:gd name="T11" fmla="*/ 40 h 41"/>
                  <a:gd name="T12" fmla="*/ 21 w 133"/>
                  <a:gd name="T13" fmla="*/ 34 h 41"/>
                  <a:gd name="T14" fmla="*/ 5 w 133"/>
                  <a:gd name="T15" fmla="*/ 27 h 41"/>
                  <a:gd name="T16" fmla="*/ 5 w 133"/>
                  <a:gd name="T17" fmla="*/ 13 h 41"/>
                  <a:gd name="T18" fmla="*/ 26 w 133"/>
                  <a:gd name="T19" fmla="*/ 4 h 41"/>
                  <a:gd name="T20" fmla="*/ 65 w 133"/>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41">
                    <a:moveTo>
                      <a:pt x="65" y="0"/>
                    </a:moveTo>
                    <a:cubicBezTo>
                      <a:pt x="82" y="0"/>
                      <a:pt x="97" y="1"/>
                      <a:pt x="112" y="5"/>
                    </a:cubicBezTo>
                    <a:cubicBezTo>
                      <a:pt x="118" y="7"/>
                      <a:pt x="123" y="9"/>
                      <a:pt x="128" y="13"/>
                    </a:cubicBezTo>
                    <a:cubicBezTo>
                      <a:pt x="133" y="18"/>
                      <a:pt x="133" y="22"/>
                      <a:pt x="128" y="27"/>
                    </a:cubicBezTo>
                    <a:cubicBezTo>
                      <a:pt x="123" y="31"/>
                      <a:pt x="118" y="33"/>
                      <a:pt x="113" y="34"/>
                    </a:cubicBezTo>
                    <a:cubicBezTo>
                      <a:pt x="101" y="38"/>
                      <a:pt x="88" y="39"/>
                      <a:pt x="76" y="40"/>
                    </a:cubicBezTo>
                    <a:cubicBezTo>
                      <a:pt x="57" y="41"/>
                      <a:pt x="39" y="39"/>
                      <a:pt x="21" y="34"/>
                    </a:cubicBezTo>
                    <a:cubicBezTo>
                      <a:pt x="15" y="33"/>
                      <a:pt x="10" y="31"/>
                      <a:pt x="5" y="27"/>
                    </a:cubicBezTo>
                    <a:cubicBezTo>
                      <a:pt x="0" y="22"/>
                      <a:pt x="0" y="17"/>
                      <a:pt x="5" y="13"/>
                    </a:cubicBezTo>
                    <a:cubicBezTo>
                      <a:pt x="11" y="8"/>
                      <a:pt x="18" y="6"/>
                      <a:pt x="26" y="4"/>
                    </a:cubicBezTo>
                    <a:cubicBezTo>
                      <a:pt x="39" y="1"/>
                      <a:pt x="53" y="0"/>
                      <a:pt x="65" y="0"/>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4" name="Freeform 327"/>
              <p:cNvSpPr>
                <a:spLocks/>
              </p:cNvSpPr>
              <p:nvPr/>
            </p:nvSpPr>
            <p:spPr bwMode="auto">
              <a:xfrm>
                <a:off x="5837238" y="4521201"/>
                <a:ext cx="111125" cy="144463"/>
              </a:xfrm>
              <a:custGeom>
                <a:avLst/>
                <a:gdLst>
                  <a:gd name="T0" fmla="*/ 36 w 52"/>
                  <a:gd name="T1" fmla="*/ 53 h 67"/>
                  <a:gd name="T2" fmla="*/ 52 w 52"/>
                  <a:gd name="T3" fmla="*/ 67 h 67"/>
                  <a:gd name="T4" fmla="*/ 34 w 52"/>
                  <a:gd name="T5" fmla="*/ 67 h 67"/>
                  <a:gd name="T6" fmla="*/ 32 w 52"/>
                  <a:gd name="T7" fmla="*/ 65 h 67"/>
                  <a:gd name="T8" fmla="*/ 24 w 52"/>
                  <a:gd name="T9" fmla="*/ 56 h 67"/>
                  <a:gd name="T10" fmla="*/ 21 w 52"/>
                  <a:gd name="T11" fmla="*/ 55 h 67"/>
                  <a:gd name="T12" fmla="*/ 0 w 52"/>
                  <a:gd name="T13" fmla="*/ 30 h 67"/>
                  <a:gd name="T14" fmla="*/ 14 w 52"/>
                  <a:gd name="T15" fmla="*/ 6 h 67"/>
                  <a:gd name="T16" fmla="*/ 49 w 52"/>
                  <a:gd name="T17" fmla="*/ 28 h 67"/>
                  <a:gd name="T18" fmla="*/ 36 w 52"/>
                  <a:gd name="T19" fmla="*/ 53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67">
                    <a:moveTo>
                      <a:pt x="36" y="53"/>
                    </a:moveTo>
                    <a:cubicBezTo>
                      <a:pt x="41" y="57"/>
                      <a:pt x="47" y="62"/>
                      <a:pt x="52" y="67"/>
                    </a:cubicBezTo>
                    <a:cubicBezTo>
                      <a:pt x="46" y="67"/>
                      <a:pt x="40" y="67"/>
                      <a:pt x="34" y="67"/>
                    </a:cubicBezTo>
                    <a:cubicBezTo>
                      <a:pt x="33" y="67"/>
                      <a:pt x="33" y="66"/>
                      <a:pt x="32" y="65"/>
                    </a:cubicBezTo>
                    <a:cubicBezTo>
                      <a:pt x="30" y="62"/>
                      <a:pt x="27" y="59"/>
                      <a:pt x="24" y="56"/>
                    </a:cubicBezTo>
                    <a:cubicBezTo>
                      <a:pt x="23" y="55"/>
                      <a:pt x="22" y="55"/>
                      <a:pt x="21" y="55"/>
                    </a:cubicBezTo>
                    <a:cubicBezTo>
                      <a:pt x="8" y="53"/>
                      <a:pt x="0" y="43"/>
                      <a:pt x="0" y="30"/>
                    </a:cubicBezTo>
                    <a:cubicBezTo>
                      <a:pt x="0" y="19"/>
                      <a:pt x="4" y="11"/>
                      <a:pt x="14" y="6"/>
                    </a:cubicBezTo>
                    <a:cubicBezTo>
                      <a:pt x="30" y="0"/>
                      <a:pt x="49" y="7"/>
                      <a:pt x="49" y="28"/>
                    </a:cubicBezTo>
                    <a:cubicBezTo>
                      <a:pt x="50" y="39"/>
                      <a:pt x="46" y="47"/>
                      <a:pt x="36" y="53"/>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5" name="Freeform 328"/>
              <p:cNvSpPr>
                <a:spLocks/>
              </p:cNvSpPr>
              <p:nvPr/>
            </p:nvSpPr>
            <p:spPr bwMode="auto">
              <a:xfrm>
                <a:off x="5745163" y="4527551"/>
                <a:ext cx="92075" cy="114300"/>
              </a:xfrm>
              <a:custGeom>
                <a:avLst/>
                <a:gdLst>
                  <a:gd name="T0" fmla="*/ 4 w 43"/>
                  <a:gd name="T1" fmla="*/ 36 h 53"/>
                  <a:gd name="T2" fmla="*/ 14 w 43"/>
                  <a:gd name="T3" fmla="*/ 40 h 53"/>
                  <a:gd name="T4" fmla="*/ 20 w 43"/>
                  <a:gd name="T5" fmla="*/ 41 h 53"/>
                  <a:gd name="T6" fmla="*/ 23 w 43"/>
                  <a:gd name="T7" fmla="*/ 38 h 53"/>
                  <a:gd name="T8" fmla="*/ 22 w 43"/>
                  <a:gd name="T9" fmla="*/ 35 h 53"/>
                  <a:gd name="T10" fmla="*/ 17 w 43"/>
                  <a:gd name="T11" fmla="*/ 32 h 53"/>
                  <a:gd name="T12" fmla="*/ 9 w 43"/>
                  <a:gd name="T13" fmla="*/ 28 h 53"/>
                  <a:gd name="T14" fmla="*/ 13 w 43"/>
                  <a:gd name="T15" fmla="*/ 3 h 53"/>
                  <a:gd name="T16" fmla="*/ 36 w 43"/>
                  <a:gd name="T17" fmla="*/ 3 h 53"/>
                  <a:gd name="T18" fmla="*/ 37 w 43"/>
                  <a:gd name="T19" fmla="*/ 4 h 53"/>
                  <a:gd name="T20" fmla="*/ 37 w 43"/>
                  <a:gd name="T21" fmla="*/ 15 h 53"/>
                  <a:gd name="T22" fmla="*/ 27 w 43"/>
                  <a:gd name="T23" fmla="*/ 12 h 53"/>
                  <a:gd name="T24" fmla="*/ 22 w 43"/>
                  <a:gd name="T25" fmla="*/ 13 h 53"/>
                  <a:gd name="T26" fmla="*/ 21 w 43"/>
                  <a:gd name="T27" fmla="*/ 18 h 53"/>
                  <a:gd name="T28" fmla="*/ 25 w 43"/>
                  <a:gd name="T29" fmla="*/ 20 h 53"/>
                  <a:gd name="T30" fmla="*/ 34 w 43"/>
                  <a:gd name="T31" fmla="*/ 25 h 53"/>
                  <a:gd name="T32" fmla="*/ 31 w 43"/>
                  <a:gd name="T33" fmla="*/ 49 h 53"/>
                  <a:gd name="T34" fmla="*/ 5 w 43"/>
                  <a:gd name="T35" fmla="*/ 50 h 53"/>
                  <a:gd name="T36" fmla="*/ 4 w 43"/>
                  <a:gd name="T37" fmla="*/ 48 h 53"/>
                  <a:gd name="T38" fmla="*/ 4 w 43"/>
                  <a:gd name="T39" fmla="*/ 3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3">
                    <a:moveTo>
                      <a:pt x="4" y="36"/>
                    </a:moveTo>
                    <a:cubicBezTo>
                      <a:pt x="8" y="38"/>
                      <a:pt x="11" y="40"/>
                      <a:pt x="14" y="40"/>
                    </a:cubicBezTo>
                    <a:cubicBezTo>
                      <a:pt x="16" y="41"/>
                      <a:pt x="18" y="41"/>
                      <a:pt x="20" y="41"/>
                    </a:cubicBezTo>
                    <a:cubicBezTo>
                      <a:pt x="21" y="40"/>
                      <a:pt x="23" y="40"/>
                      <a:pt x="23" y="38"/>
                    </a:cubicBezTo>
                    <a:cubicBezTo>
                      <a:pt x="23" y="37"/>
                      <a:pt x="23" y="35"/>
                      <a:pt x="22" y="35"/>
                    </a:cubicBezTo>
                    <a:cubicBezTo>
                      <a:pt x="20" y="33"/>
                      <a:pt x="18" y="33"/>
                      <a:pt x="17" y="32"/>
                    </a:cubicBezTo>
                    <a:cubicBezTo>
                      <a:pt x="14" y="31"/>
                      <a:pt x="11" y="30"/>
                      <a:pt x="9" y="28"/>
                    </a:cubicBezTo>
                    <a:cubicBezTo>
                      <a:pt x="0" y="21"/>
                      <a:pt x="2" y="7"/>
                      <a:pt x="13" y="3"/>
                    </a:cubicBezTo>
                    <a:cubicBezTo>
                      <a:pt x="20" y="0"/>
                      <a:pt x="28" y="1"/>
                      <a:pt x="36" y="3"/>
                    </a:cubicBezTo>
                    <a:cubicBezTo>
                      <a:pt x="37" y="3"/>
                      <a:pt x="37" y="3"/>
                      <a:pt x="37" y="4"/>
                    </a:cubicBezTo>
                    <a:cubicBezTo>
                      <a:pt x="37" y="8"/>
                      <a:pt x="37" y="11"/>
                      <a:pt x="37" y="15"/>
                    </a:cubicBezTo>
                    <a:cubicBezTo>
                      <a:pt x="34" y="14"/>
                      <a:pt x="30" y="13"/>
                      <a:pt x="27" y="12"/>
                    </a:cubicBezTo>
                    <a:cubicBezTo>
                      <a:pt x="25" y="12"/>
                      <a:pt x="23" y="12"/>
                      <a:pt x="22" y="13"/>
                    </a:cubicBezTo>
                    <a:cubicBezTo>
                      <a:pt x="19" y="14"/>
                      <a:pt x="18" y="16"/>
                      <a:pt x="21" y="18"/>
                    </a:cubicBezTo>
                    <a:cubicBezTo>
                      <a:pt x="22" y="19"/>
                      <a:pt x="24" y="20"/>
                      <a:pt x="25" y="20"/>
                    </a:cubicBezTo>
                    <a:cubicBezTo>
                      <a:pt x="28" y="22"/>
                      <a:pt x="31" y="23"/>
                      <a:pt x="34" y="25"/>
                    </a:cubicBezTo>
                    <a:cubicBezTo>
                      <a:pt x="43" y="32"/>
                      <a:pt x="41" y="45"/>
                      <a:pt x="31" y="49"/>
                    </a:cubicBezTo>
                    <a:cubicBezTo>
                      <a:pt x="23" y="53"/>
                      <a:pt x="14" y="53"/>
                      <a:pt x="5" y="50"/>
                    </a:cubicBezTo>
                    <a:cubicBezTo>
                      <a:pt x="5" y="50"/>
                      <a:pt x="4" y="49"/>
                      <a:pt x="4" y="48"/>
                    </a:cubicBezTo>
                    <a:cubicBezTo>
                      <a:pt x="4" y="44"/>
                      <a:pt x="4" y="40"/>
                      <a:pt x="4" y="36"/>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6" name="Freeform 329"/>
              <p:cNvSpPr>
                <a:spLocks/>
              </p:cNvSpPr>
              <p:nvPr/>
            </p:nvSpPr>
            <p:spPr bwMode="auto">
              <a:xfrm>
                <a:off x="5957888" y="4532314"/>
                <a:ext cx="68263" cy="104775"/>
              </a:xfrm>
              <a:custGeom>
                <a:avLst/>
                <a:gdLst>
                  <a:gd name="T0" fmla="*/ 0 w 32"/>
                  <a:gd name="T1" fmla="*/ 24 h 49"/>
                  <a:gd name="T2" fmla="*/ 0 w 32"/>
                  <a:gd name="T3" fmla="*/ 2 h 49"/>
                  <a:gd name="T4" fmla="*/ 2 w 32"/>
                  <a:gd name="T5" fmla="*/ 0 h 49"/>
                  <a:gd name="T6" fmla="*/ 13 w 32"/>
                  <a:gd name="T7" fmla="*/ 0 h 49"/>
                  <a:gd name="T8" fmla="*/ 15 w 32"/>
                  <a:gd name="T9" fmla="*/ 2 h 49"/>
                  <a:gd name="T10" fmla="*/ 15 w 32"/>
                  <a:gd name="T11" fmla="*/ 35 h 49"/>
                  <a:gd name="T12" fmla="*/ 18 w 32"/>
                  <a:gd name="T13" fmla="*/ 38 h 49"/>
                  <a:gd name="T14" fmla="*/ 30 w 32"/>
                  <a:gd name="T15" fmla="*/ 37 h 49"/>
                  <a:gd name="T16" fmla="*/ 32 w 32"/>
                  <a:gd name="T17" fmla="*/ 39 h 49"/>
                  <a:gd name="T18" fmla="*/ 32 w 32"/>
                  <a:gd name="T19" fmla="*/ 48 h 49"/>
                  <a:gd name="T20" fmla="*/ 31 w 32"/>
                  <a:gd name="T21" fmla="*/ 49 h 49"/>
                  <a:gd name="T22" fmla="*/ 2 w 32"/>
                  <a:gd name="T23" fmla="*/ 49 h 49"/>
                  <a:gd name="T24" fmla="*/ 0 w 32"/>
                  <a:gd name="T25" fmla="*/ 47 h 49"/>
                  <a:gd name="T26" fmla="*/ 0 w 32"/>
                  <a:gd name="T27" fmla="*/ 2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49">
                    <a:moveTo>
                      <a:pt x="0" y="24"/>
                    </a:moveTo>
                    <a:cubicBezTo>
                      <a:pt x="0" y="17"/>
                      <a:pt x="0" y="9"/>
                      <a:pt x="0" y="2"/>
                    </a:cubicBezTo>
                    <a:cubicBezTo>
                      <a:pt x="0" y="0"/>
                      <a:pt x="1" y="0"/>
                      <a:pt x="2" y="0"/>
                    </a:cubicBezTo>
                    <a:cubicBezTo>
                      <a:pt x="6" y="0"/>
                      <a:pt x="10" y="0"/>
                      <a:pt x="13" y="0"/>
                    </a:cubicBezTo>
                    <a:cubicBezTo>
                      <a:pt x="15" y="0"/>
                      <a:pt x="15" y="0"/>
                      <a:pt x="15" y="2"/>
                    </a:cubicBezTo>
                    <a:cubicBezTo>
                      <a:pt x="15" y="13"/>
                      <a:pt x="15" y="24"/>
                      <a:pt x="15" y="35"/>
                    </a:cubicBezTo>
                    <a:cubicBezTo>
                      <a:pt x="15" y="37"/>
                      <a:pt x="16" y="38"/>
                      <a:pt x="18" y="38"/>
                    </a:cubicBezTo>
                    <a:cubicBezTo>
                      <a:pt x="22" y="37"/>
                      <a:pt x="26" y="38"/>
                      <a:pt x="30" y="37"/>
                    </a:cubicBezTo>
                    <a:cubicBezTo>
                      <a:pt x="32" y="37"/>
                      <a:pt x="32" y="38"/>
                      <a:pt x="32" y="39"/>
                    </a:cubicBezTo>
                    <a:cubicBezTo>
                      <a:pt x="32" y="42"/>
                      <a:pt x="32" y="45"/>
                      <a:pt x="32" y="48"/>
                    </a:cubicBezTo>
                    <a:cubicBezTo>
                      <a:pt x="32" y="49"/>
                      <a:pt x="32" y="49"/>
                      <a:pt x="31" y="49"/>
                    </a:cubicBezTo>
                    <a:cubicBezTo>
                      <a:pt x="21" y="49"/>
                      <a:pt x="11" y="49"/>
                      <a:pt x="2" y="49"/>
                    </a:cubicBezTo>
                    <a:cubicBezTo>
                      <a:pt x="0" y="49"/>
                      <a:pt x="0" y="48"/>
                      <a:pt x="0" y="47"/>
                    </a:cubicBezTo>
                    <a:cubicBezTo>
                      <a:pt x="0" y="40"/>
                      <a:pt x="0" y="32"/>
                      <a:pt x="0" y="24"/>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17" name="Freeform 330"/>
              <p:cNvSpPr>
                <a:spLocks/>
              </p:cNvSpPr>
              <p:nvPr/>
            </p:nvSpPr>
            <p:spPr bwMode="auto">
              <a:xfrm>
                <a:off x="5872163" y="4557714"/>
                <a:ext cx="38100" cy="53975"/>
              </a:xfrm>
              <a:custGeom>
                <a:avLst/>
                <a:gdLst>
                  <a:gd name="T0" fmla="*/ 0 w 18"/>
                  <a:gd name="T1" fmla="*/ 12 h 25"/>
                  <a:gd name="T2" fmla="*/ 1 w 18"/>
                  <a:gd name="T3" fmla="*/ 5 h 25"/>
                  <a:gd name="T4" fmla="*/ 9 w 18"/>
                  <a:gd name="T5" fmla="*/ 0 h 25"/>
                  <a:gd name="T6" fmla="*/ 16 w 18"/>
                  <a:gd name="T7" fmla="*/ 5 h 25"/>
                  <a:gd name="T8" fmla="*/ 16 w 18"/>
                  <a:gd name="T9" fmla="*/ 20 h 25"/>
                  <a:gd name="T10" fmla="*/ 8 w 18"/>
                  <a:gd name="T11" fmla="*/ 25 h 25"/>
                  <a:gd name="T12" fmla="*/ 1 w 18"/>
                  <a:gd name="T13" fmla="*/ 20 h 25"/>
                  <a:gd name="T14" fmla="*/ 0 w 18"/>
                  <a:gd name="T15" fmla="*/ 12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25">
                    <a:moveTo>
                      <a:pt x="0" y="12"/>
                    </a:moveTo>
                    <a:cubicBezTo>
                      <a:pt x="0" y="10"/>
                      <a:pt x="0" y="7"/>
                      <a:pt x="1" y="5"/>
                    </a:cubicBezTo>
                    <a:cubicBezTo>
                      <a:pt x="3" y="1"/>
                      <a:pt x="5" y="0"/>
                      <a:pt x="9" y="0"/>
                    </a:cubicBezTo>
                    <a:cubicBezTo>
                      <a:pt x="13" y="0"/>
                      <a:pt x="15" y="2"/>
                      <a:pt x="16" y="5"/>
                    </a:cubicBezTo>
                    <a:cubicBezTo>
                      <a:pt x="18" y="10"/>
                      <a:pt x="18" y="15"/>
                      <a:pt x="16" y="20"/>
                    </a:cubicBezTo>
                    <a:cubicBezTo>
                      <a:pt x="15" y="23"/>
                      <a:pt x="12" y="25"/>
                      <a:pt x="8" y="25"/>
                    </a:cubicBezTo>
                    <a:cubicBezTo>
                      <a:pt x="5" y="25"/>
                      <a:pt x="2" y="23"/>
                      <a:pt x="1" y="20"/>
                    </a:cubicBezTo>
                    <a:cubicBezTo>
                      <a:pt x="0" y="17"/>
                      <a:pt x="0" y="15"/>
                      <a:pt x="0" y="12"/>
                    </a:cubicBezTo>
                    <a:close/>
                  </a:path>
                </a:pathLst>
              </a:custGeom>
              <a:solidFill>
                <a:srgbClr val="0079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sp>
          <p:nvSpPr>
            <p:cNvPr id="10" name="正方形/長方形 9"/>
            <p:cNvSpPr/>
            <p:nvPr/>
          </p:nvSpPr>
          <p:spPr>
            <a:xfrm>
              <a:off x="7740000" y="3924000"/>
              <a:ext cx="360000" cy="288000"/>
            </a:xfrm>
            <a:prstGeom prst="rect">
              <a:avLst/>
            </a:prstGeom>
            <a:solidFill>
              <a:srgbClr val="0079D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b="1" dirty="0">
                  <a:latin typeface="游ゴシック" panose="020B0400000000000000" pitchFamily="50" charset="-128"/>
                  <a:ea typeface="游ゴシック" panose="020B0400000000000000" pitchFamily="50" charset="-128"/>
                </a:rPr>
                <a:t>Data</a:t>
              </a:r>
            </a:p>
            <a:p>
              <a:pPr algn="ctr"/>
              <a:r>
                <a:rPr kumimoji="1" lang="en-US" altLang="ja-JP" sz="1000" b="1" dirty="0">
                  <a:latin typeface="游ゴシック" panose="020B0400000000000000" pitchFamily="50" charset="-128"/>
                  <a:ea typeface="游ゴシック" panose="020B0400000000000000" pitchFamily="50" charset="-128"/>
                </a:rPr>
                <a:t>verse</a:t>
              </a:r>
              <a:endParaRPr kumimoji="1" lang="ja-JP" altLang="en-US" sz="1000" b="1" dirty="0">
                <a:latin typeface="游ゴシック" panose="020B0400000000000000" pitchFamily="50" charset="-128"/>
                <a:ea typeface="游ゴシック" panose="020B0400000000000000" pitchFamily="50" charset="-128"/>
              </a:endParaRPr>
            </a:p>
          </p:txBody>
        </p:sp>
      </p:grpSp>
      <p:sp>
        <p:nvSpPr>
          <p:cNvPr id="18" name="角丸四角形 30"/>
          <p:cNvSpPr/>
          <p:nvPr/>
        </p:nvSpPr>
        <p:spPr>
          <a:xfrm>
            <a:off x="1656355" y="2671602"/>
            <a:ext cx="2253761" cy="1379037"/>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dirty="0">
                <a:solidFill>
                  <a:schemeClr val="tx1"/>
                </a:solidFill>
                <a:latin typeface="游ゴシック" panose="020B0400000000000000" pitchFamily="50" charset="-128"/>
                <a:ea typeface="游ゴシック" panose="020B0400000000000000" pitchFamily="50" charset="-128"/>
              </a:rPr>
              <a:t>XenApp</a:t>
            </a:r>
          </a:p>
        </p:txBody>
      </p:sp>
      <p:sp>
        <p:nvSpPr>
          <p:cNvPr id="20" name="平行四辺形 19"/>
          <p:cNvSpPr/>
          <p:nvPr/>
        </p:nvSpPr>
        <p:spPr>
          <a:xfrm>
            <a:off x="1990847" y="3178823"/>
            <a:ext cx="859104" cy="508108"/>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t>Excel</a:t>
            </a:r>
            <a:endParaRPr kumimoji="1" lang="ja-JP" altLang="en-US" sz="1600" dirty="0"/>
          </a:p>
        </p:txBody>
      </p:sp>
      <p:sp>
        <p:nvSpPr>
          <p:cNvPr id="23" name="角丸四角形 40"/>
          <p:cNvSpPr/>
          <p:nvPr/>
        </p:nvSpPr>
        <p:spPr>
          <a:xfrm>
            <a:off x="2922529" y="3079614"/>
            <a:ext cx="754317" cy="625803"/>
          </a:xfrm>
          <a:prstGeom prst="roundRect">
            <a:avLst>
              <a:gd name="adj" fmla="val 2151"/>
            </a:avLst>
          </a:prstGeom>
          <a:solidFill>
            <a:schemeClr val="accent3">
              <a:lumMod val="40000"/>
              <a:lumOff val="60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t"/>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公開</a:t>
            </a:r>
            <a:r>
              <a:rPr kumimoji="1" lang="en-US" altLang="ja-JP" sz="1600" b="1" dirty="0">
                <a:solidFill>
                  <a:schemeClr val="tx1"/>
                </a:solidFill>
                <a:latin typeface="游ゴシック" panose="020B0400000000000000" pitchFamily="50" charset="-128"/>
                <a:ea typeface="游ゴシック" panose="020B0400000000000000" pitchFamily="50" charset="-128"/>
              </a:rPr>
              <a:t>AP</a:t>
            </a:r>
          </a:p>
        </p:txBody>
      </p:sp>
      <p:sp>
        <p:nvSpPr>
          <p:cNvPr id="35" name="角丸四角形 95">
            <a:extLst>
              <a:ext uri="{FF2B5EF4-FFF2-40B4-BE49-F238E27FC236}">
                <a16:creationId xmlns:a16="http://schemas.microsoft.com/office/drawing/2014/main" id="{5961507E-1EE3-3395-DCD6-7BE1F87008FB}"/>
              </a:ext>
            </a:extLst>
          </p:cNvPr>
          <p:cNvSpPr/>
          <p:nvPr/>
        </p:nvSpPr>
        <p:spPr>
          <a:xfrm>
            <a:off x="6697190" y="811009"/>
            <a:ext cx="4884490" cy="4908664"/>
          </a:xfrm>
          <a:prstGeom prst="roundRect">
            <a:avLst>
              <a:gd name="adj" fmla="val 1800"/>
            </a:avLst>
          </a:prstGeom>
          <a:solidFill>
            <a:schemeClr val="accent2">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en-US" altLang="ja-JP" sz="1600" b="1" dirty="0" err="1">
                <a:solidFill>
                  <a:schemeClr val="tx1"/>
                </a:solidFill>
                <a:latin typeface="游ゴシック" panose="020B0400000000000000" pitchFamily="50" charset="-128"/>
                <a:ea typeface="游ゴシック" panose="020B0400000000000000" pitchFamily="50" charset="-128"/>
              </a:rPr>
              <a:t>ToBe</a:t>
            </a:r>
            <a:endParaRPr kumimoji="1" lang="ja-JP" altLang="en-US" sz="1600" b="1" dirty="0">
              <a:solidFill>
                <a:schemeClr val="tx1"/>
              </a:solidFill>
              <a:latin typeface="游ゴシック" panose="020B0400000000000000" pitchFamily="50" charset="-128"/>
              <a:ea typeface="游ゴシック" panose="020B0400000000000000" pitchFamily="50" charset="-128"/>
            </a:endParaRPr>
          </a:p>
        </p:txBody>
      </p:sp>
      <p:cxnSp>
        <p:nvCxnSpPr>
          <p:cNvPr id="37" name="直線矢印コネクタ 36">
            <a:extLst>
              <a:ext uri="{FF2B5EF4-FFF2-40B4-BE49-F238E27FC236}">
                <a16:creationId xmlns:a16="http://schemas.microsoft.com/office/drawing/2014/main" id="{1D14CD3E-ABA4-F719-5A5C-B572CC234213}"/>
              </a:ext>
            </a:extLst>
          </p:cNvPr>
          <p:cNvCxnSpPr>
            <a:cxnSpLocks/>
            <a:stCxn id="59" idx="0"/>
            <a:endCxn id="38" idx="2"/>
          </p:cNvCxnSpPr>
          <p:nvPr/>
        </p:nvCxnSpPr>
        <p:spPr>
          <a:xfrm flipH="1" flipV="1">
            <a:off x="8430856" y="2665107"/>
            <a:ext cx="1" cy="332305"/>
          </a:xfrm>
          <a:prstGeom prst="straightConnector1">
            <a:avLst/>
          </a:prstGeom>
          <a:ln w="38100">
            <a:solidFill>
              <a:schemeClr val="accent3"/>
            </a:solidFill>
            <a:tailEnd type="none"/>
          </a:ln>
        </p:spPr>
        <p:style>
          <a:lnRef idx="1">
            <a:schemeClr val="accent3"/>
          </a:lnRef>
          <a:fillRef idx="0">
            <a:schemeClr val="accent3"/>
          </a:fillRef>
          <a:effectRef idx="0">
            <a:schemeClr val="accent3"/>
          </a:effectRef>
          <a:fontRef idx="minor">
            <a:schemeClr val="tx1"/>
          </a:fontRef>
        </p:style>
      </p:cxnSp>
      <p:sp>
        <p:nvSpPr>
          <p:cNvPr id="38" name="角丸四角形 46">
            <a:extLst>
              <a:ext uri="{FF2B5EF4-FFF2-40B4-BE49-F238E27FC236}">
                <a16:creationId xmlns:a16="http://schemas.microsoft.com/office/drawing/2014/main" id="{48B501B0-3410-5C4D-261B-74EA29D27457}"/>
              </a:ext>
            </a:extLst>
          </p:cNvPr>
          <p:cNvSpPr/>
          <p:nvPr/>
        </p:nvSpPr>
        <p:spPr>
          <a:xfrm>
            <a:off x="7382855" y="1641168"/>
            <a:ext cx="2096002" cy="1023939"/>
          </a:xfrm>
          <a:prstGeom prst="roundRect">
            <a:avLst>
              <a:gd name="adj" fmla="val 2151"/>
            </a:avLst>
          </a:prstGeom>
          <a:solidFill>
            <a:schemeClr val="accent5">
              <a:lumMod val="20000"/>
              <a:lumOff val="80000"/>
            </a:schemeClr>
          </a:solidFill>
          <a:ln>
            <a:solidFill>
              <a:schemeClr val="accent5">
                <a:lumMod val="75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t"/>
          <a:lstStyle/>
          <a:p>
            <a:pPr algn="ctr"/>
            <a:r>
              <a:rPr kumimoji="1" lang="en-US" altLang="ja-JP" sz="1600" b="1" dirty="0">
                <a:solidFill>
                  <a:schemeClr val="tx1"/>
                </a:solidFill>
                <a:latin typeface="游ゴシック" panose="020B0400000000000000" pitchFamily="50" charset="-128"/>
                <a:ea typeface="游ゴシック" panose="020B0400000000000000" pitchFamily="50" charset="-128"/>
              </a:rPr>
              <a:t>AVD</a:t>
            </a:r>
          </a:p>
        </p:txBody>
      </p:sp>
      <p:cxnSp>
        <p:nvCxnSpPr>
          <p:cNvPr id="39" name="直線矢印コネクタ 160">
            <a:extLst>
              <a:ext uri="{FF2B5EF4-FFF2-40B4-BE49-F238E27FC236}">
                <a16:creationId xmlns:a16="http://schemas.microsoft.com/office/drawing/2014/main" id="{E600EDCA-E383-FC30-541D-826DEACA51AD}"/>
              </a:ext>
            </a:extLst>
          </p:cNvPr>
          <p:cNvCxnSpPr>
            <a:cxnSpLocks/>
            <a:stCxn id="40" idx="0"/>
            <a:endCxn id="38" idx="3"/>
          </p:cNvCxnSpPr>
          <p:nvPr/>
        </p:nvCxnSpPr>
        <p:spPr>
          <a:xfrm rot="16200000" flipV="1">
            <a:off x="8561330" y="3070666"/>
            <a:ext cx="2478235" cy="643180"/>
          </a:xfrm>
          <a:prstGeom prst="bentConnector2">
            <a:avLst/>
          </a:prstGeom>
          <a:ln w="38100">
            <a:solidFill>
              <a:schemeClr val="accent3"/>
            </a:solidFill>
            <a:headEnd type="none"/>
            <a:tailEnd type="none"/>
          </a:ln>
        </p:spPr>
        <p:style>
          <a:lnRef idx="1">
            <a:schemeClr val="accent3"/>
          </a:lnRef>
          <a:fillRef idx="0">
            <a:schemeClr val="accent3"/>
          </a:fillRef>
          <a:effectRef idx="0">
            <a:schemeClr val="accent3"/>
          </a:effectRef>
          <a:fontRef idx="minor">
            <a:schemeClr val="tx1"/>
          </a:fontRef>
        </p:style>
      </p:cxnSp>
      <p:sp>
        <p:nvSpPr>
          <p:cNvPr id="40" name="角丸四角形 96">
            <a:extLst>
              <a:ext uri="{FF2B5EF4-FFF2-40B4-BE49-F238E27FC236}">
                <a16:creationId xmlns:a16="http://schemas.microsoft.com/office/drawing/2014/main" id="{2738FB7D-1AB7-BDB3-E4D6-646009694CC6}"/>
              </a:ext>
            </a:extLst>
          </p:cNvPr>
          <p:cNvSpPr/>
          <p:nvPr/>
        </p:nvSpPr>
        <p:spPr>
          <a:xfrm>
            <a:off x="9144983" y="4631373"/>
            <a:ext cx="1954108" cy="931285"/>
          </a:xfrm>
          <a:prstGeom prst="roundRect">
            <a:avLst>
              <a:gd name="adj" fmla="val 2151"/>
            </a:avLst>
          </a:prstGeom>
          <a:solidFill>
            <a:schemeClr val="accent2">
              <a:lumMod val="40000"/>
              <a:lumOff val="6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共通基盤</a:t>
            </a:r>
            <a:endParaRPr kumimoji="1" lang="en-US" altLang="ja-JP" sz="1600" b="1" dirty="0">
              <a:solidFill>
                <a:schemeClr val="tx1"/>
              </a:solidFill>
              <a:latin typeface="游ゴシック" panose="020B0400000000000000" pitchFamily="50" charset="-128"/>
              <a:ea typeface="游ゴシック" panose="020B0400000000000000" pitchFamily="50" charset="-128"/>
            </a:endParaRPr>
          </a:p>
        </p:txBody>
      </p:sp>
      <p:grpSp>
        <p:nvGrpSpPr>
          <p:cNvPr id="42" name="グループ化 41">
            <a:extLst>
              <a:ext uri="{FF2B5EF4-FFF2-40B4-BE49-F238E27FC236}">
                <a16:creationId xmlns:a16="http://schemas.microsoft.com/office/drawing/2014/main" id="{844287DC-CAF1-3558-C387-D5099B9D7550}"/>
              </a:ext>
            </a:extLst>
          </p:cNvPr>
          <p:cNvGrpSpPr/>
          <p:nvPr/>
        </p:nvGrpSpPr>
        <p:grpSpPr>
          <a:xfrm>
            <a:off x="9740379" y="4948137"/>
            <a:ext cx="763316" cy="528638"/>
            <a:chOff x="7722356" y="3744000"/>
            <a:chExt cx="395288" cy="528638"/>
          </a:xfrm>
        </p:grpSpPr>
        <p:grpSp>
          <p:nvGrpSpPr>
            <p:cNvPr id="43" name="グループ化 42">
              <a:extLst>
                <a:ext uri="{FF2B5EF4-FFF2-40B4-BE49-F238E27FC236}">
                  <a16:creationId xmlns:a16="http://schemas.microsoft.com/office/drawing/2014/main" id="{69EFFF23-D99F-7943-3A7F-40EDE62E734C}"/>
                </a:ext>
              </a:extLst>
            </p:cNvPr>
            <p:cNvGrpSpPr/>
            <p:nvPr/>
          </p:nvGrpSpPr>
          <p:grpSpPr>
            <a:xfrm>
              <a:off x="7722356" y="3744000"/>
              <a:ext cx="395288" cy="528638"/>
              <a:chOff x="5691188" y="4302126"/>
              <a:chExt cx="395288" cy="528638"/>
            </a:xfrm>
          </p:grpSpPr>
          <p:sp>
            <p:nvSpPr>
              <p:cNvPr id="53" name="Freeform 325">
                <a:extLst>
                  <a:ext uri="{FF2B5EF4-FFF2-40B4-BE49-F238E27FC236}">
                    <a16:creationId xmlns:a16="http://schemas.microsoft.com/office/drawing/2014/main" id="{2DB6859B-8F12-B9EB-CE2A-AA3DF76DBF31}"/>
                  </a:ext>
                </a:extLst>
              </p:cNvPr>
              <p:cNvSpPr>
                <a:spLocks/>
              </p:cNvSpPr>
              <p:nvPr/>
            </p:nvSpPr>
            <p:spPr bwMode="auto">
              <a:xfrm>
                <a:off x="5691188" y="4302126"/>
                <a:ext cx="395288" cy="528638"/>
              </a:xfrm>
              <a:custGeom>
                <a:avLst/>
                <a:gdLst>
                  <a:gd name="T0" fmla="*/ 184 w 184"/>
                  <a:gd name="T1" fmla="*/ 124 h 246"/>
                  <a:gd name="T2" fmla="*/ 184 w 184"/>
                  <a:gd name="T3" fmla="*/ 206 h 246"/>
                  <a:gd name="T4" fmla="*/ 174 w 184"/>
                  <a:gd name="T5" fmla="*/ 225 h 246"/>
                  <a:gd name="T6" fmla="*/ 141 w 184"/>
                  <a:gd name="T7" fmla="*/ 240 h 246"/>
                  <a:gd name="T8" fmla="*/ 83 w 184"/>
                  <a:gd name="T9" fmla="*/ 245 h 246"/>
                  <a:gd name="T10" fmla="*/ 29 w 184"/>
                  <a:gd name="T11" fmla="*/ 235 h 246"/>
                  <a:gd name="T12" fmla="*/ 4 w 184"/>
                  <a:gd name="T13" fmla="*/ 219 h 246"/>
                  <a:gd name="T14" fmla="*/ 0 w 184"/>
                  <a:gd name="T15" fmla="*/ 207 h 246"/>
                  <a:gd name="T16" fmla="*/ 0 w 184"/>
                  <a:gd name="T17" fmla="*/ 38 h 246"/>
                  <a:gd name="T18" fmla="*/ 5 w 184"/>
                  <a:gd name="T19" fmla="*/ 26 h 246"/>
                  <a:gd name="T20" fmla="*/ 28 w 184"/>
                  <a:gd name="T21" fmla="*/ 11 h 246"/>
                  <a:gd name="T22" fmla="*/ 81 w 184"/>
                  <a:gd name="T23" fmla="*/ 1 h 246"/>
                  <a:gd name="T24" fmla="*/ 142 w 184"/>
                  <a:gd name="T25" fmla="*/ 7 h 246"/>
                  <a:gd name="T26" fmla="*/ 172 w 184"/>
                  <a:gd name="T27" fmla="*/ 21 h 246"/>
                  <a:gd name="T28" fmla="*/ 180 w 184"/>
                  <a:gd name="T29" fmla="*/ 28 h 246"/>
                  <a:gd name="T30" fmla="*/ 184 w 184"/>
                  <a:gd name="T31" fmla="*/ 39 h 246"/>
                  <a:gd name="T32" fmla="*/ 184 w 184"/>
                  <a:gd name="T33" fmla="*/ 12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84" h="246">
                    <a:moveTo>
                      <a:pt x="184" y="124"/>
                    </a:moveTo>
                    <a:cubicBezTo>
                      <a:pt x="184" y="151"/>
                      <a:pt x="183" y="179"/>
                      <a:pt x="184" y="206"/>
                    </a:cubicBezTo>
                    <a:cubicBezTo>
                      <a:pt x="184" y="214"/>
                      <a:pt x="180" y="220"/>
                      <a:pt x="174" y="225"/>
                    </a:cubicBezTo>
                    <a:cubicBezTo>
                      <a:pt x="164" y="233"/>
                      <a:pt x="153" y="237"/>
                      <a:pt x="141" y="240"/>
                    </a:cubicBezTo>
                    <a:cubicBezTo>
                      <a:pt x="122" y="245"/>
                      <a:pt x="102" y="246"/>
                      <a:pt x="83" y="245"/>
                    </a:cubicBezTo>
                    <a:cubicBezTo>
                      <a:pt x="64" y="245"/>
                      <a:pt x="46" y="242"/>
                      <a:pt x="29" y="235"/>
                    </a:cubicBezTo>
                    <a:cubicBezTo>
                      <a:pt x="20" y="231"/>
                      <a:pt x="11" y="227"/>
                      <a:pt x="4" y="219"/>
                    </a:cubicBezTo>
                    <a:cubicBezTo>
                      <a:pt x="1" y="216"/>
                      <a:pt x="0" y="212"/>
                      <a:pt x="0" y="207"/>
                    </a:cubicBezTo>
                    <a:cubicBezTo>
                      <a:pt x="0" y="151"/>
                      <a:pt x="0" y="95"/>
                      <a:pt x="0" y="38"/>
                    </a:cubicBezTo>
                    <a:cubicBezTo>
                      <a:pt x="0" y="34"/>
                      <a:pt x="2" y="30"/>
                      <a:pt x="5" y="26"/>
                    </a:cubicBezTo>
                    <a:cubicBezTo>
                      <a:pt x="11" y="19"/>
                      <a:pt x="19" y="15"/>
                      <a:pt x="28" y="11"/>
                    </a:cubicBezTo>
                    <a:cubicBezTo>
                      <a:pt x="45" y="5"/>
                      <a:pt x="63" y="2"/>
                      <a:pt x="81" y="1"/>
                    </a:cubicBezTo>
                    <a:cubicBezTo>
                      <a:pt x="102" y="0"/>
                      <a:pt x="122" y="2"/>
                      <a:pt x="142" y="7"/>
                    </a:cubicBezTo>
                    <a:cubicBezTo>
                      <a:pt x="153" y="10"/>
                      <a:pt x="163" y="14"/>
                      <a:pt x="172" y="21"/>
                    </a:cubicBezTo>
                    <a:cubicBezTo>
                      <a:pt x="175" y="23"/>
                      <a:pt x="178" y="25"/>
                      <a:pt x="180" y="28"/>
                    </a:cubicBezTo>
                    <a:cubicBezTo>
                      <a:pt x="182" y="31"/>
                      <a:pt x="184" y="35"/>
                      <a:pt x="184" y="39"/>
                    </a:cubicBezTo>
                    <a:cubicBezTo>
                      <a:pt x="183" y="67"/>
                      <a:pt x="184" y="95"/>
                      <a:pt x="184" y="124"/>
                    </a:cubicBezTo>
                    <a:close/>
                  </a:path>
                </a:pathLst>
              </a:custGeom>
              <a:solidFill>
                <a:srgbClr val="0079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54" name="Freeform 326">
                <a:extLst>
                  <a:ext uri="{FF2B5EF4-FFF2-40B4-BE49-F238E27FC236}">
                    <a16:creationId xmlns:a16="http://schemas.microsoft.com/office/drawing/2014/main" id="{E2EB5C06-46E0-3315-8C11-8604987ED94A}"/>
                  </a:ext>
                </a:extLst>
              </p:cNvPr>
              <p:cNvSpPr>
                <a:spLocks/>
              </p:cNvSpPr>
              <p:nvPr/>
            </p:nvSpPr>
            <p:spPr bwMode="auto">
              <a:xfrm>
                <a:off x="5745163" y="4332289"/>
                <a:ext cx="285750" cy="88900"/>
              </a:xfrm>
              <a:custGeom>
                <a:avLst/>
                <a:gdLst>
                  <a:gd name="T0" fmla="*/ 65 w 133"/>
                  <a:gd name="T1" fmla="*/ 0 h 41"/>
                  <a:gd name="T2" fmla="*/ 112 w 133"/>
                  <a:gd name="T3" fmla="*/ 5 h 41"/>
                  <a:gd name="T4" fmla="*/ 128 w 133"/>
                  <a:gd name="T5" fmla="*/ 13 h 41"/>
                  <a:gd name="T6" fmla="*/ 128 w 133"/>
                  <a:gd name="T7" fmla="*/ 27 h 41"/>
                  <a:gd name="T8" fmla="*/ 113 w 133"/>
                  <a:gd name="T9" fmla="*/ 34 h 41"/>
                  <a:gd name="T10" fmla="*/ 76 w 133"/>
                  <a:gd name="T11" fmla="*/ 40 h 41"/>
                  <a:gd name="T12" fmla="*/ 21 w 133"/>
                  <a:gd name="T13" fmla="*/ 34 h 41"/>
                  <a:gd name="T14" fmla="*/ 5 w 133"/>
                  <a:gd name="T15" fmla="*/ 27 h 41"/>
                  <a:gd name="T16" fmla="*/ 5 w 133"/>
                  <a:gd name="T17" fmla="*/ 13 h 41"/>
                  <a:gd name="T18" fmla="*/ 26 w 133"/>
                  <a:gd name="T19" fmla="*/ 4 h 41"/>
                  <a:gd name="T20" fmla="*/ 65 w 133"/>
                  <a:gd name="T21"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3" h="41">
                    <a:moveTo>
                      <a:pt x="65" y="0"/>
                    </a:moveTo>
                    <a:cubicBezTo>
                      <a:pt x="82" y="0"/>
                      <a:pt x="97" y="1"/>
                      <a:pt x="112" y="5"/>
                    </a:cubicBezTo>
                    <a:cubicBezTo>
                      <a:pt x="118" y="7"/>
                      <a:pt x="123" y="9"/>
                      <a:pt x="128" y="13"/>
                    </a:cubicBezTo>
                    <a:cubicBezTo>
                      <a:pt x="133" y="18"/>
                      <a:pt x="133" y="22"/>
                      <a:pt x="128" y="27"/>
                    </a:cubicBezTo>
                    <a:cubicBezTo>
                      <a:pt x="123" y="31"/>
                      <a:pt x="118" y="33"/>
                      <a:pt x="113" y="34"/>
                    </a:cubicBezTo>
                    <a:cubicBezTo>
                      <a:pt x="101" y="38"/>
                      <a:pt x="88" y="39"/>
                      <a:pt x="76" y="40"/>
                    </a:cubicBezTo>
                    <a:cubicBezTo>
                      <a:pt x="57" y="41"/>
                      <a:pt x="39" y="39"/>
                      <a:pt x="21" y="34"/>
                    </a:cubicBezTo>
                    <a:cubicBezTo>
                      <a:pt x="15" y="33"/>
                      <a:pt x="10" y="31"/>
                      <a:pt x="5" y="27"/>
                    </a:cubicBezTo>
                    <a:cubicBezTo>
                      <a:pt x="0" y="22"/>
                      <a:pt x="0" y="17"/>
                      <a:pt x="5" y="13"/>
                    </a:cubicBezTo>
                    <a:cubicBezTo>
                      <a:pt x="11" y="8"/>
                      <a:pt x="18" y="6"/>
                      <a:pt x="26" y="4"/>
                    </a:cubicBezTo>
                    <a:cubicBezTo>
                      <a:pt x="39" y="1"/>
                      <a:pt x="53" y="0"/>
                      <a:pt x="65" y="0"/>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55" name="Freeform 327">
                <a:extLst>
                  <a:ext uri="{FF2B5EF4-FFF2-40B4-BE49-F238E27FC236}">
                    <a16:creationId xmlns:a16="http://schemas.microsoft.com/office/drawing/2014/main" id="{17C9478C-97C5-4AC6-AD19-97A49B47752F}"/>
                  </a:ext>
                </a:extLst>
              </p:cNvPr>
              <p:cNvSpPr>
                <a:spLocks/>
              </p:cNvSpPr>
              <p:nvPr/>
            </p:nvSpPr>
            <p:spPr bwMode="auto">
              <a:xfrm>
                <a:off x="5837238" y="4521201"/>
                <a:ext cx="111125" cy="144463"/>
              </a:xfrm>
              <a:custGeom>
                <a:avLst/>
                <a:gdLst>
                  <a:gd name="T0" fmla="*/ 36 w 52"/>
                  <a:gd name="T1" fmla="*/ 53 h 67"/>
                  <a:gd name="T2" fmla="*/ 52 w 52"/>
                  <a:gd name="T3" fmla="*/ 67 h 67"/>
                  <a:gd name="T4" fmla="*/ 34 w 52"/>
                  <a:gd name="T5" fmla="*/ 67 h 67"/>
                  <a:gd name="T6" fmla="*/ 32 w 52"/>
                  <a:gd name="T7" fmla="*/ 65 h 67"/>
                  <a:gd name="T8" fmla="*/ 24 w 52"/>
                  <a:gd name="T9" fmla="*/ 56 h 67"/>
                  <a:gd name="T10" fmla="*/ 21 w 52"/>
                  <a:gd name="T11" fmla="*/ 55 h 67"/>
                  <a:gd name="T12" fmla="*/ 0 w 52"/>
                  <a:gd name="T13" fmla="*/ 30 h 67"/>
                  <a:gd name="T14" fmla="*/ 14 w 52"/>
                  <a:gd name="T15" fmla="*/ 6 h 67"/>
                  <a:gd name="T16" fmla="*/ 49 w 52"/>
                  <a:gd name="T17" fmla="*/ 28 h 67"/>
                  <a:gd name="T18" fmla="*/ 36 w 52"/>
                  <a:gd name="T19" fmla="*/ 53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67">
                    <a:moveTo>
                      <a:pt x="36" y="53"/>
                    </a:moveTo>
                    <a:cubicBezTo>
                      <a:pt x="41" y="57"/>
                      <a:pt x="47" y="62"/>
                      <a:pt x="52" y="67"/>
                    </a:cubicBezTo>
                    <a:cubicBezTo>
                      <a:pt x="46" y="67"/>
                      <a:pt x="40" y="67"/>
                      <a:pt x="34" y="67"/>
                    </a:cubicBezTo>
                    <a:cubicBezTo>
                      <a:pt x="33" y="67"/>
                      <a:pt x="33" y="66"/>
                      <a:pt x="32" y="65"/>
                    </a:cubicBezTo>
                    <a:cubicBezTo>
                      <a:pt x="30" y="62"/>
                      <a:pt x="27" y="59"/>
                      <a:pt x="24" y="56"/>
                    </a:cubicBezTo>
                    <a:cubicBezTo>
                      <a:pt x="23" y="55"/>
                      <a:pt x="22" y="55"/>
                      <a:pt x="21" y="55"/>
                    </a:cubicBezTo>
                    <a:cubicBezTo>
                      <a:pt x="8" y="53"/>
                      <a:pt x="0" y="43"/>
                      <a:pt x="0" y="30"/>
                    </a:cubicBezTo>
                    <a:cubicBezTo>
                      <a:pt x="0" y="19"/>
                      <a:pt x="4" y="11"/>
                      <a:pt x="14" y="6"/>
                    </a:cubicBezTo>
                    <a:cubicBezTo>
                      <a:pt x="30" y="0"/>
                      <a:pt x="49" y="7"/>
                      <a:pt x="49" y="28"/>
                    </a:cubicBezTo>
                    <a:cubicBezTo>
                      <a:pt x="50" y="39"/>
                      <a:pt x="46" y="47"/>
                      <a:pt x="36" y="53"/>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56" name="Freeform 328">
                <a:extLst>
                  <a:ext uri="{FF2B5EF4-FFF2-40B4-BE49-F238E27FC236}">
                    <a16:creationId xmlns:a16="http://schemas.microsoft.com/office/drawing/2014/main" id="{EB0796AD-4D47-A60C-4C22-A0ACC615672A}"/>
                  </a:ext>
                </a:extLst>
              </p:cNvPr>
              <p:cNvSpPr>
                <a:spLocks/>
              </p:cNvSpPr>
              <p:nvPr/>
            </p:nvSpPr>
            <p:spPr bwMode="auto">
              <a:xfrm>
                <a:off x="5745163" y="4527551"/>
                <a:ext cx="92075" cy="114300"/>
              </a:xfrm>
              <a:custGeom>
                <a:avLst/>
                <a:gdLst>
                  <a:gd name="T0" fmla="*/ 4 w 43"/>
                  <a:gd name="T1" fmla="*/ 36 h 53"/>
                  <a:gd name="T2" fmla="*/ 14 w 43"/>
                  <a:gd name="T3" fmla="*/ 40 h 53"/>
                  <a:gd name="T4" fmla="*/ 20 w 43"/>
                  <a:gd name="T5" fmla="*/ 41 h 53"/>
                  <a:gd name="T6" fmla="*/ 23 w 43"/>
                  <a:gd name="T7" fmla="*/ 38 h 53"/>
                  <a:gd name="T8" fmla="*/ 22 w 43"/>
                  <a:gd name="T9" fmla="*/ 35 h 53"/>
                  <a:gd name="T10" fmla="*/ 17 w 43"/>
                  <a:gd name="T11" fmla="*/ 32 h 53"/>
                  <a:gd name="T12" fmla="*/ 9 w 43"/>
                  <a:gd name="T13" fmla="*/ 28 h 53"/>
                  <a:gd name="T14" fmla="*/ 13 w 43"/>
                  <a:gd name="T15" fmla="*/ 3 h 53"/>
                  <a:gd name="T16" fmla="*/ 36 w 43"/>
                  <a:gd name="T17" fmla="*/ 3 h 53"/>
                  <a:gd name="T18" fmla="*/ 37 w 43"/>
                  <a:gd name="T19" fmla="*/ 4 h 53"/>
                  <a:gd name="T20" fmla="*/ 37 w 43"/>
                  <a:gd name="T21" fmla="*/ 15 h 53"/>
                  <a:gd name="T22" fmla="*/ 27 w 43"/>
                  <a:gd name="T23" fmla="*/ 12 h 53"/>
                  <a:gd name="T24" fmla="*/ 22 w 43"/>
                  <a:gd name="T25" fmla="*/ 13 h 53"/>
                  <a:gd name="T26" fmla="*/ 21 w 43"/>
                  <a:gd name="T27" fmla="*/ 18 h 53"/>
                  <a:gd name="T28" fmla="*/ 25 w 43"/>
                  <a:gd name="T29" fmla="*/ 20 h 53"/>
                  <a:gd name="T30" fmla="*/ 34 w 43"/>
                  <a:gd name="T31" fmla="*/ 25 h 53"/>
                  <a:gd name="T32" fmla="*/ 31 w 43"/>
                  <a:gd name="T33" fmla="*/ 49 h 53"/>
                  <a:gd name="T34" fmla="*/ 5 w 43"/>
                  <a:gd name="T35" fmla="*/ 50 h 53"/>
                  <a:gd name="T36" fmla="*/ 4 w 43"/>
                  <a:gd name="T37" fmla="*/ 48 h 53"/>
                  <a:gd name="T38" fmla="*/ 4 w 43"/>
                  <a:gd name="T39" fmla="*/ 3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53">
                    <a:moveTo>
                      <a:pt x="4" y="36"/>
                    </a:moveTo>
                    <a:cubicBezTo>
                      <a:pt x="8" y="38"/>
                      <a:pt x="11" y="40"/>
                      <a:pt x="14" y="40"/>
                    </a:cubicBezTo>
                    <a:cubicBezTo>
                      <a:pt x="16" y="41"/>
                      <a:pt x="18" y="41"/>
                      <a:pt x="20" y="41"/>
                    </a:cubicBezTo>
                    <a:cubicBezTo>
                      <a:pt x="21" y="40"/>
                      <a:pt x="23" y="40"/>
                      <a:pt x="23" y="38"/>
                    </a:cubicBezTo>
                    <a:cubicBezTo>
                      <a:pt x="23" y="37"/>
                      <a:pt x="23" y="35"/>
                      <a:pt x="22" y="35"/>
                    </a:cubicBezTo>
                    <a:cubicBezTo>
                      <a:pt x="20" y="33"/>
                      <a:pt x="18" y="33"/>
                      <a:pt x="17" y="32"/>
                    </a:cubicBezTo>
                    <a:cubicBezTo>
                      <a:pt x="14" y="31"/>
                      <a:pt x="11" y="30"/>
                      <a:pt x="9" y="28"/>
                    </a:cubicBezTo>
                    <a:cubicBezTo>
                      <a:pt x="0" y="21"/>
                      <a:pt x="2" y="7"/>
                      <a:pt x="13" y="3"/>
                    </a:cubicBezTo>
                    <a:cubicBezTo>
                      <a:pt x="20" y="0"/>
                      <a:pt x="28" y="1"/>
                      <a:pt x="36" y="3"/>
                    </a:cubicBezTo>
                    <a:cubicBezTo>
                      <a:pt x="37" y="3"/>
                      <a:pt x="37" y="3"/>
                      <a:pt x="37" y="4"/>
                    </a:cubicBezTo>
                    <a:cubicBezTo>
                      <a:pt x="37" y="8"/>
                      <a:pt x="37" y="11"/>
                      <a:pt x="37" y="15"/>
                    </a:cubicBezTo>
                    <a:cubicBezTo>
                      <a:pt x="34" y="14"/>
                      <a:pt x="30" y="13"/>
                      <a:pt x="27" y="12"/>
                    </a:cubicBezTo>
                    <a:cubicBezTo>
                      <a:pt x="25" y="12"/>
                      <a:pt x="23" y="12"/>
                      <a:pt x="22" y="13"/>
                    </a:cubicBezTo>
                    <a:cubicBezTo>
                      <a:pt x="19" y="14"/>
                      <a:pt x="18" y="16"/>
                      <a:pt x="21" y="18"/>
                    </a:cubicBezTo>
                    <a:cubicBezTo>
                      <a:pt x="22" y="19"/>
                      <a:pt x="24" y="20"/>
                      <a:pt x="25" y="20"/>
                    </a:cubicBezTo>
                    <a:cubicBezTo>
                      <a:pt x="28" y="22"/>
                      <a:pt x="31" y="23"/>
                      <a:pt x="34" y="25"/>
                    </a:cubicBezTo>
                    <a:cubicBezTo>
                      <a:pt x="43" y="32"/>
                      <a:pt x="41" y="45"/>
                      <a:pt x="31" y="49"/>
                    </a:cubicBezTo>
                    <a:cubicBezTo>
                      <a:pt x="23" y="53"/>
                      <a:pt x="14" y="53"/>
                      <a:pt x="5" y="50"/>
                    </a:cubicBezTo>
                    <a:cubicBezTo>
                      <a:pt x="5" y="50"/>
                      <a:pt x="4" y="49"/>
                      <a:pt x="4" y="48"/>
                    </a:cubicBezTo>
                    <a:cubicBezTo>
                      <a:pt x="4" y="44"/>
                      <a:pt x="4" y="40"/>
                      <a:pt x="4" y="36"/>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57" name="Freeform 329">
                <a:extLst>
                  <a:ext uri="{FF2B5EF4-FFF2-40B4-BE49-F238E27FC236}">
                    <a16:creationId xmlns:a16="http://schemas.microsoft.com/office/drawing/2014/main" id="{23B4C4AC-4A7B-D631-E51A-49EF36CAA138}"/>
                  </a:ext>
                </a:extLst>
              </p:cNvPr>
              <p:cNvSpPr>
                <a:spLocks/>
              </p:cNvSpPr>
              <p:nvPr/>
            </p:nvSpPr>
            <p:spPr bwMode="auto">
              <a:xfrm>
                <a:off x="5957888" y="4532314"/>
                <a:ext cx="68263" cy="104775"/>
              </a:xfrm>
              <a:custGeom>
                <a:avLst/>
                <a:gdLst>
                  <a:gd name="T0" fmla="*/ 0 w 32"/>
                  <a:gd name="T1" fmla="*/ 24 h 49"/>
                  <a:gd name="T2" fmla="*/ 0 w 32"/>
                  <a:gd name="T3" fmla="*/ 2 h 49"/>
                  <a:gd name="T4" fmla="*/ 2 w 32"/>
                  <a:gd name="T5" fmla="*/ 0 h 49"/>
                  <a:gd name="T6" fmla="*/ 13 w 32"/>
                  <a:gd name="T7" fmla="*/ 0 h 49"/>
                  <a:gd name="T8" fmla="*/ 15 w 32"/>
                  <a:gd name="T9" fmla="*/ 2 h 49"/>
                  <a:gd name="T10" fmla="*/ 15 w 32"/>
                  <a:gd name="T11" fmla="*/ 35 h 49"/>
                  <a:gd name="T12" fmla="*/ 18 w 32"/>
                  <a:gd name="T13" fmla="*/ 38 h 49"/>
                  <a:gd name="T14" fmla="*/ 30 w 32"/>
                  <a:gd name="T15" fmla="*/ 37 h 49"/>
                  <a:gd name="T16" fmla="*/ 32 w 32"/>
                  <a:gd name="T17" fmla="*/ 39 h 49"/>
                  <a:gd name="T18" fmla="*/ 32 w 32"/>
                  <a:gd name="T19" fmla="*/ 48 h 49"/>
                  <a:gd name="T20" fmla="*/ 31 w 32"/>
                  <a:gd name="T21" fmla="*/ 49 h 49"/>
                  <a:gd name="T22" fmla="*/ 2 w 32"/>
                  <a:gd name="T23" fmla="*/ 49 h 49"/>
                  <a:gd name="T24" fmla="*/ 0 w 32"/>
                  <a:gd name="T25" fmla="*/ 47 h 49"/>
                  <a:gd name="T26" fmla="*/ 0 w 32"/>
                  <a:gd name="T27" fmla="*/ 24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49">
                    <a:moveTo>
                      <a:pt x="0" y="24"/>
                    </a:moveTo>
                    <a:cubicBezTo>
                      <a:pt x="0" y="17"/>
                      <a:pt x="0" y="9"/>
                      <a:pt x="0" y="2"/>
                    </a:cubicBezTo>
                    <a:cubicBezTo>
                      <a:pt x="0" y="0"/>
                      <a:pt x="1" y="0"/>
                      <a:pt x="2" y="0"/>
                    </a:cubicBezTo>
                    <a:cubicBezTo>
                      <a:pt x="6" y="0"/>
                      <a:pt x="10" y="0"/>
                      <a:pt x="13" y="0"/>
                    </a:cubicBezTo>
                    <a:cubicBezTo>
                      <a:pt x="15" y="0"/>
                      <a:pt x="15" y="0"/>
                      <a:pt x="15" y="2"/>
                    </a:cubicBezTo>
                    <a:cubicBezTo>
                      <a:pt x="15" y="13"/>
                      <a:pt x="15" y="24"/>
                      <a:pt x="15" y="35"/>
                    </a:cubicBezTo>
                    <a:cubicBezTo>
                      <a:pt x="15" y="37"/>
                      <a:pt x="16" y="38"/>
                      <a:pt x="18" y="38"/>
                    </a:cubicBezTo>
                    <a:cubicBezTo>
                      <a:pt x="22" y="37"/>
                      <a:pt x="26" y="38"/>
                      <a:pt x="30" y="37"/>
                    </a:cubicBezTo>
                    <a:cubicBezTo>
                      <a:pt x="32" y="37"/>
                      <a:pt x="32" y="38"/>
                      <a:pt x="32" y="39"/>
                    </a:cubicBezTo>
                    <a:cubicBezTo>
                      <a:pt x="32" y="42"/>
                      <a:pt x="32" y="45"/>
                      <a:pt x="32" y="48"/>
                    </a:cubicBezTo>
                    <a:cubicBezTo>
                      <a:pt x="32" y="49"/>
                      <a:pt x="32" y="49"/>
                      <a:pt x="31" y="49"/>
                    </a:cubicBezTo>
                    <a:cubicBezTo>
                      <a:pt x="21" y="49"/>
                      <a:pt x="11" y="49"/>
                      <a:pt x="2" y="49"/>
                    </a:cubicBezTo>
                    <a:cubicBezTo>
                      <a:pt x="0" y="49"/>
                      <a:pt x="0" y="48"/>
                      <a:pt x="0" y="47"/>
                    </a:cubicBezTo>
                    <a:cubicBezTo>
                      <a:pt x="0" y="40"/>
                      <a:pt x="0" y="32"/>
                      <a:pt x="0" y="24"/>
                    </a:cubicBez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sp>
            <p:nvSpPr>
              <p:cNvPr id="58" name="Freeform 330">
                <a:extLst>
                  <a:ext uri="{FF2B5EF4-FFF2-40B4-BE49-F238E27FC236}">
                    <a16:creationId xmlns:a16="http://schemas.microsoft.com/office/drawing/2014/main" id="{A80300A1-4197-F3CD-AF5F-0F425165D08F}"/>
                  </a:ext>
                </a:extLst>
              </p:cNvPr>
              <p:cNvSpPr>
                <a:spLocks/>
              </p:cNvSpPr>
              <p:nvPr/>
            </p:nvSpPr>
            <p:spPr bwMode="auto">
              <a:xfrm>
                <a:off x="5872163" y="4557714"/>
                <a:ext cx="38100" cy="53975"/>
              </a:xfrm>
              <a:custGeom>
                <a:avLst/>
                <a:gdLst>
                  <a:gd name="T0" fmla="*/ 0 w 18"/>
                  <a:gd name="T1" fmla="*/ 12 h 25"/>
                  <a:gd name="T2" fmla="*/ 1 w 18"/>
                  <a:gd name="T3" fmla="*/ 5 h 25"/>
                  <a:gd name="T4" fmla="*/ 9 w 18"/>
                  <a:gd name="T5" fmla="*/ 0 h 25"/>
                  <a:gd name="T6" fmla="*/ 16 w 18"/>
                  <a:gd name="T7" fmla="*/ 5 h 25"/>
                  <a:gd name="T8" fmla="*/ 16 w 18"/>
                  <a:gd name="T9" fmla="*/ 20 h 25"/>
                  <a:gd name="T10" fmla="*/ 8 w 18"/>
                  <a:gd name="T11" fmla="*/ 25 h 25"/>
                  <a:gd name="T12" fmla="*/ 1 w 18"/>
                  <a:gd name="T13" fmla="*/ 20 h 25"/>
                  <a:gd name="T14" fmla="*/ 0 w 18"/>
                  <a:gd name="T15" fmla="*/ 12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25">
                    <a:moveTo>
                      <a:pt x="0" y="12"/>
                    </a:moveTo>
                    <a:cubicBezTo>
                      <a:pt x="0" y="10"/>
                      <a:pt x="0" y="7"/>
                      <a:pt x="1" y="5"/>
                    </a:cubicBezTo>
                    <a:cubicBezTo>
                      <a:pt x="3" y="1"/>
                      <a:pt x="5" y="0"/>
                      <a:pt x="9" y="0"/>
                    </a:cubicBezTo>
                    <a:cubicBezTo>
                      <a:pt x="13" y="0"/>
                      <a:pt x="15" y="2"/>
                      <a:pt x="16" y="5"/>
                    </a:cubicBezTo>
                    <a:cubicBezTo>
                      <a:pt x="18" y="10"/>
                      <a:pt x="18" y="15"/>
                      <a:pt x="16" y="20"/>
                    </a:cubicBezTo>
                    <a:cubicBezTo>
                      <a:pt x="15" y="23"/>
                      <a:pt x="12" y="25"/>
                      <a:pt x="8" y="25"/>
                    </a:cubicBezTo>
                    <a:cubicBezTo>
                      <a:pt x="5" y="25"/>
                      <a:pt x="2" y="23"/>
                      <a:pt x="1" y="20"/>
                    </a:cubicBezTo>
                    <a:cubicBezTo>
                      <a:pt x="0" y="17"/>
                      <a:pt x="0" y="15"/>
                      <a:pt x="0" y="12"/>
                    </a:cubicBezTo>
                    <a:close/>
                  </a:path>
                </a:pathLst>
              </a:custGeom>
              <a:solidFill>
                <a:srgbClr val="0079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ja-JP" altLang="en-US"/>
              </a:p>
            </p:txBody>
          </p:sp>
        </p:grpSp>
        <p:sp>
          <p:nvSpPr>
            <p:cNvPr id="45" name="正方形/長方形 44">
              <a:extLst>
                <a:ext uri="{FF2B5EF4-FFF2-40B4-BE49-F238E27FC236}">
                  <a16:creationId xmlns:a16="http://schemas.microsoft.com/office/drawing/2014/main" id="{24CA4B87-3B38-E278-C468-BF795865C8AB}"/>
                </a:ext>
              </a:extLst>
            </p:cNvPr>
            <p:cNvSpPr/>
            <p:nvPr/>
          </p:nvSpPr>
          <p:spPr>
            <a:xfrm>
              <a:off x="7739999" y="3924000"/>
              <a:ext cx="360000" cy="288000"/>
            </a:xfrm>
            <a:prstGeom prst="rect">
              <a:avLst/>
            </a:prstGeom>
            <a:solidFill>
              <a:srgbClr val="0079D5"/>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b="1" dirty="0">
                  <a:latin typeface="游ゴシック" panose="020B0400000000000000" pitchFamily="50" charset="-128"/>
                  <a:ea typeface="游ゴシック" panose="020B0400000000000000" pitchFamily="50" charset="-128"/>
                </a:rPr>
                <a:t>Data</a:t>
              </a:r>
            </a:p>
            <a:p>
              <a:pPr algn="ctr"/>
              <a:r>
                <a:rPr kumimoji="1" lang="en-US" altLang="ja-JP" sz="1000" b="1" dirty="0">
                  <a:latin typeface="游ゴシック" panose="020B0400000000000000" pitchFamily="50" charset="-128"/>
                  <a:ea typeface="游ゴシック" panose="020B0400000000000000" pitchFamily="50" charset="-128"/>
                </a:rPr>
                <a:t>verse</a:t>
              </a:r>
              <a:endParaRPr kumimoji="1" lang="ja-JP" altLang="en-US" sz="1000" b="1" dirty="0">
                <a:latin typeface="游ゴシック" panose="020B0400000000000000" pitchFamily="50" charset="-128"/>
                <a:ea typeface="游ゴシック" panose="020B0400000000000000" pitchFamily="50" charset="-128"/>
              </a:endParaRPr>
            </a:p>
          </p:txBody>
        </p:sp>
      </p:grpSp>
      <p:sp>
        <p:nvSpPr>
          <p:cNvPr id="59" name="角丸四角形 30">
            <a:extLst>
              <a:ext uri="{FF2B5EF4-FFF2-40B4-BE49-F238E27FC236}">
                <a16:creationId xmlns:a16="http://schemas.microsoft.com/office/drawing/2014/main" id="{AF3F0FC5-01B4-CBDA-FAF8-C8A390CA6A81}"/>
              </a:ext>
            </a:extLst>
          </p:cNvPr>
          <p:cNvSpPr/>
          <p:nvPr/>
        </p:nvSpPr>
        <p:spPr>
          <a:xfrm>
            <a:off x="7303976" y="2997412"/>
            <a:ext cx="2253761" cy="1379037"/>
          </a:xfrm>
          <a:prstGeom prst="roundRect">
            <a:avLst>
              <a:gd name="adj" fmla="val 2151"/>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ファイルサーバ</a:t>
            </a:r>
            <a:endParaRPr kumimoji="1" lang="en-US" altLang="ja-JP" sz="1600" b="1" dirty="0">
              <a:solidFill>
                <a:schemeClr val="tx1"/>
              </a:solidFill>
              <a:latin typeface="游ゴシック" panose="020B0400000000000000" pitchFamily="50" charset="-128"/>
              <a:ea typeface="游ゴシック" panose="020B0400000000000000" pitchFamily="50" charset="-128"/>
            </a:endParaRPr>
          </a:p>
        </p:txBody>
      </p:sp>
      <p:sp>
        <p:nvSpPr>
          <p:cNvPr id="60" name="平行四辺形 59">
            <a:extLst>
              <a:ext uri="{FF2B5EF4-FFF2-40B4-BE49-F238E27FC236}">
                <a16:creationId xmlns:a16="http://schemas.microsoft.com/office/drawing/2014/main" id="{FD21563A-0FCE-2070-9D36-FBD6A5A9A47E}"/>
              </a:ext>
            </a:extLst>
          </p:cNvPr>
          <p:cNvSpPr/>
          <p:nvPr/>
        </p:nvSpPr>
        <p:spPr>
          <a:xfrm>
            <a:off x="7959685" y="3719756"/>
            <a:ext cx="859104" cy="508108"/>
          </a:xfrm>
          <a:prstGeom prst="parallelogram">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600" dirty="0"/>
              <a:t>Excel</a:t>
            </a:r>
            <a:endParaRPr kumimoji="1" lang="ja-JP" altLang="en-US" sz="1600" dirty="0"/>
          </a:p>
        </p:txBody>
      </p:sp>
      <p:sp>
        <p:nvSpPr>
          <p:cNvPr id="61" name="角丸四角形 40">
            <a:extLst>
              <a:ext uri="{FF2B5EF4-FFF2-40B4-BE49-F238E27FC236}">
                <a16:creationId xmlns:a16="http://schemas.microsoft.com/office/drawing/2014/main" id="{9AF307A8-1C39-677E-1DBC-DF30929A121C}"/>
              </a:ext>
            </a:extLst>
          </p:cNvPr>
          <p:cNvSpPr/>
          <p:nvPr/>
        </p:nvSpPr>
        <p:spPr>
          <a:xfrm>
            <a:off x="7533007" y="1973473"/>
            <a:ext cx="754317" cy="625803"/>
          </a:xfrm>
          <a:prstGeom prst="roundRect">
            <a:avLst>
              <a:gd name="adj" fmla="val 2151"/>
            </a:avLst>
          </a:prstGeom>
          <a:solidFill>
            <a:schemeClr val="accent3">
              <a:lumMod val="40000"/>
              <a:lumOff val="60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t"/>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公開</a:t>
            </a:r>
            <a:r>
              <a:rPr kumimoji="1" lang="en-US" altLang="ja-JP" sz="1600" b="1" dirty="0">
                <a:solidFill>
                  <a:schemeClr val="tx1"/>
                </a:solidFill>
                <a:latin typeface="游ゴシック" panose="020B0400000000000000" pitchFamily="50" charset="-128"/>
                <a:ea typeface="游ゴシック" panose="020B0400000000000000" pitchFamily="50" charset="-128"/>
              </a:rPr>
              <a:t>AP</a:t>
            </a:r>
          </a:p>
        </p:txBody>
      </p:sp>
      <p:sp>
        <p:nvSpPr>
          <p:cNvPr id="68" name="矢印: 右 67">
            <a:extLst>
              <a:ext uri="{FF2B5EF4-FFF2-40B4-BE49-F238E27FC236}">
                <a16:creationId xmlns:a16="http://schemas.microsoft.com/office/drawing/2014/main" id="{EB9F0607-AF35-02A2-4228-1A5BD6B364FA}"/>
              </a:ext>
            </a:extLst>
          </p:cNvPr>
          <p:cNvSpPr/>
          <p:nvPr/>
        </p:nvSpPr>
        <p:spPr>
          <a:xfrm>
            <a:off x="5748293" y="2789001"/>
            <a:ext cx="608964" cy="12685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テキスト ボックス 68">
            <a:extLst>
              <a:ext uri="{FF2B5EF4-FFF2-40B4-BE49-F238E27FC236}">
                <a16:creationId xmlns:a16="http://schemas.microsoft.com/office/drawing/2014/main" id="{7F49D618-3673-DECD-8001-6690A0BC5097}"/>
              </a:ext>
            </a:extLst>
          </p:cNvPr>
          <p:cNvSpPr txBox="1"/>
          <p:nvPr/>
        </p:nvSpPr>
        <p:spPr>
          <a:xfrm>
            <a:off x="6578455" y="5846682"/>
            <a:ext cx="5469611" cy="523220"/>
          </a:xfrm>
          <a:prstGeom prst="rect">
            <a:avLst/>
          </a:prstGeom>
          <a:noFill/>
        </p:spPr>
        <p:txBody>
          <a:bodyPr wrap="square">
            <a:spAutoFit/>
          </a:bodyPr>
          <a:lstStyle/>
          <a:p>
            <a:r>
              <a:rPr lang="en-US" altLang="ja-JP" sz="1400" dirty="0">
                <a:latin typeface="+mn-ea"/>
              </a:rPr>
              <a:t>※</a:t>
            </a:r>
            <a:r>
              <a:rPr lang="ja-JP" altLang="en-US" sz="1400" dirty="0">
                <a:latin typeface="+mn-ea"/>
              </a:rPr>
              <a:t>移行後は</a:t>
            </a:r>
            <a:r>
              <a:rPr lang="en-US" altLang="ja-JP" sz="1400" dirty="0">
                <a:latin typeface="+mn-ea"/>
              </a:rPr>
              <a:t>AVD</a:t>
            </a:r>
            <a:r>
              <a:rPr lang="ja-JP" altLang="en-US" sz="1400" dirty="0">
                <a:latin typeface="+mn-ea"/>
              </a:rPr>
              <a:t>で公開</a:t>
            </a:r>
            <a:r>
              <a:rPr lang="en-US" altLang="ja-JP" sz="1400" dirty="0">
                <a:latin typeface="+mn-ea"/>
              </a:rPr>
              <a:t>AP</a:t>
            </a:r>
            <a:r>
              <a:rPr lang="ja-JP" altLang="en-US" sz="1400" dirty="0">
                <a:latin typeface="+mn-ea"/>
              </a:rPr>
              <a:t>およびファイルサーバ上の業務</a:t>
            </a:r>
            <a:r>
              <a:rPr lang="en-US" altLang="ja-JP" sz="1400" dirty="0">
                <a:latin typeface="+mn-ea"/>
              </a:rPr>
              <a:t>Excel</a:t>
            </a:r>
            <a:r>
              <a:rPr lang="ja-JP" altLang="en-US" sz="1400" dirty="0">
                <a:latin typeface="+mn-ea"/>
              </a:rPr>
              <a:t>ファイルを利用</a:t>
            </a:r>
            <a:endParaRPr lang="en-US" altLang="ja-JP" sz="1400" dirty="0">
              <a:latin typeface="+mn-ea"/>
            </a:endParaRPr>
          </a:p>
        </p:txBody>
      </p:sp>
      <p:sp>
        <p:nvSpPr>
          <p:cNvPr id="75" name="正方形/長方形 74">
            <a:extLst>
              <a:ext uri="{FF2B5EF4-FFF2-40B4-BE49-F238E27FC236}">
                <a16:creationId xmlns:a16="http://schemas.microsoft.com/office/drawing/2014/main" id="{FC925CAF-D0C3-926C-FAD0-C48AE1018E30}"/>
              </a:ext>
            </a:extLst>
          </p:cNvPr>
          <p:cNvSpPr/>
          <p:nvPr/>
        </p:nvSpPr>
        <p:spPr>
          <a:xfrm>
            <a:off x="2075183" y="1753705"/>
            <a:ext cx="1416103" cy="498573"/>
          </a:xfrm>
          <a:prstGeom prst="rect">
            <a:avLst/>
          </a:prstGeom>
          <a:solidFill>
            <a:schemeClr val="accent4">
              <a:lumMod val="60000"/>
              <a:lumOff val="40000"/>
            </a:scheme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en-US" altLang="ja-JP" sz="1600" b="1" dirty="0">
                <a:solidFill>
                  <a:schemeClr val="tx1"/>
                </a:solidFill>
                <a:latin typeface="游ゴシック" panose="020B0400000000000000" pitchFamily="50" charset="-128"/>
                <a:ea typeface="游ゴシック" panose="020B0400000000000000" pitchFamily="50" charset="-128"/>
              </a:rPr>
              <a:t>XenApp</a:t>
            </a:r>
          </a:p>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クライアント</a:t>
            </a:r>
          </a:p>
        </p:txBody>
      </p:sp>
    </p:spTree>
    <p:extLst>
      <p:ext uri="{BB962C8B-B14F-4D97-AF65-F5344CB8AC3E}">
        <p14:creationId xmlns:p14="http://schemas.microsoft.com/office/powerpoint/2010/main" val="804980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５</a:t>
            </a:r>
            <a:r>
              <a:rPr lang="en-US" altLang="ja-JP" dirty="0">
                <a:latin typeface="游明朝" panose="02020400000000000000" pitchFamily="18" charset="-128"/>
                <a:ea typeface="游明朝" panose="02020400000000000000" pitchFamily="18" charset="-128"/>
              </a:rPr>
              <a:t>. </a:t>
            </a:r>
            <a:r>
              <a:rPr lang="ja-JP" altLang="en-US" dirty="0">
                <a:latin typeface="游明朝" panose="02020400000000000000" pitchFamily="18" charset="-128"/>
                <a:ea typeface="游明朝" panose="02020400000000000000" pitchFamily="18" charset="-128"/>
              </a:rPr>
              <a:t>対象機能数</a:t>
            </a:r>
            <a:endParaRPr kumimoji="1" lang="ja-JP" altLang="en-US" dirty="0"/>
          </a:p>
        </p:txBody>
      </p:sp>
      <p:sp>
        <p:nvSpPr>
          <p:cNvPr id="3" name="日付プレースホルダー 2"/>
          <p:cNvSpPr>
            <a:spLocks noGrp="1"/>
          </p:cNvSpPr>
          <p:nvPr>
            <p:ph type="dt" sz="half" idx="10"/>
          </p:nvPr>
        </p:nvSpPr>
        <p:spPr/>
        <p:txBody>
          <a:bodyPr/>
          <a:lstStyle/>
          <a:p>
            <a:r>
              <a:rPr lang="en-US" altLang="ja-JP"/>
              <a:t>2025/1/31</a:t>
            </a:r>
            <a:endParaRPr lang="en-US"/>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127573577"/>
              </p:ext>
            </p:extLst>
          </p:nvPr>
        </p:nvGraphicFramePr>
        <p:xfrm>
          <a:off x="606000" y="936000"/>
          <a:ext cx="11158390" cy="2004913"/>
        </p:xfrm>
        <a:graphic>
          <a:graphicData uri="http://schemas.openxmlformats.org/drawingml/2006/table">
            <a:tbl>
              <a:tblPr firstRow="1" bandRow="1">
                <a:tableStyleId>{69012ECD-51FC-41F1-AA8D-1B2483CD663E}</a:tableStyleId>
              </a:tblPr>
              <a:tblGrid>
                <a:gridCol w="569657">
                  <a:extLst>
                    <a:ext uri="{9D8B030D-6E8A-4147-A177-3AD203B41FA5}">
                      <a16:colId xmlns:a16="http://schemas.microsoft.com/office/drawing/2014/main" val="820809534"/>
                    </a:ext>
                  </a:extLst>
                </a:gridCol>
                <a:gridCol w="3265714">
                  <a:extLst>
                    <a:ext uri="{9D8B030D-6E8A-4147-A177-3AD203B41FA5}">
                      <a16:colId xmlns:a16="http://schemas.microsoft.com/office/drawing/2014/main" val="2667349602"/>
                    </a:ext>
                  </a:extLst>
                </a:gridCol>
                <a:gridCol w="1445079">
                  <a:extLst>
                    <a:ext uri="{9D8B030D-6E8A-4147-A177-3AD203B41FA5}">
                      <a16:colId xmlns:a16="http://schemas.microsoft.com/office/drawing/2014/main" val="852570537"/>
                    </a:ext>
                  </a:extLst>
                </a:gridCol>
                <a:gridCol w="5877940">
                  <a:extLst>
                    <a:ext uri="{9D8B030D-6E8A-4147-A177-3AD203B41FA5}">
                      <a16:colId xmlns:a16="http://schemas.microsoft.com/office/drawing/2014/main" val="922789385"/>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分類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本数</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a:ea typeface="游ゴシック"/>
                        </a:rPr>
                        <a:t>対応概要</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600" kern="1200">
                          <a:solidFill>
                            <a:schemeClr val="dk1"/>
                          </a:solidFill>
                          <a:latin typeface="游ゴシック" panose="020B0400000000000000" pitchFamily="50" charset="-128"/>
                          <a:ea typeface="游ゴシック" panose="020B0400000000000000" pitchFamily="50" charset="-128"/>
                        </a:rPr>
                        <a:t>1</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公開</a:t>
                      </a:r>
                      <a:r>
                        <a:rPr kumimoji="1" lang="en-US" altLang="ja-JP" sz="1600" dirty="0">
                          <a:solidFill>
                            <a:schemeClr val="tx1"/>
                          </a:solidFill>
                          <a:latin typeface="游ゴシック" panose="020B0400000000000000" pitchFamily="50" charset="-128"/>
                          <a:ea typeface="游ゴシック" panose="020B0400000000000000" pitchFamily="50" charset="-128"/>
                        </a:rPr>
                        <a:t>AP</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dirty="0">
                          <a:solidFill>
                            <a:schemeClr val="tx1"/>
                          </a:solidFill>
                          <a:latin typeface="游ゴシック" panose="020B0400000000000000" pitchFamily="50" charset="-128"/>
                          <a:ea typeface="游ゴシック" panose="020B0400000000000000" pitchFamily="50" charset="-128"/>
                        </a:rPr>
                        <a:t>121</a:t>
                      </a:r>
                      <a:endParaRPr kumimoji="1" lang="ja-JP" altLang="en-US"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游ゴシック" panose="020B0400000000000000" pitchFamily="50" charset="-128"/>
                          <a:ea typeface="游ゴシック" panose="020B0400000000000000" pitchFamily="50" charset="-128"/>
                        </a:rPr>
                        <a:t>非互換対応および動作検証と移行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8874">
                <a:tc>
                  <a:txBody>
                    <a:bodyPr/>
                    <a:lstStyle/>
                    <a:p>
                      <a:pPr algn="ctr"/>
                      <a:r>
                        <a:rPr kumimoji="1" lang="en-US" altLang="ja-JP" sz="1600" kern="1200">
                          <a:solidFill>
                            <a:schemeClr val="dk1"/>
                          </a:solidFill>
                          <a:latin typeface="游ゴシック" panose="020B0400000000000000" pitchFamily="50" charset="-128"/>
                          <a:ea typeface="游ゴシック" panose="020B0400000000000000" pitchFamily="50" charset="-128"/>
                        </a:rPr>
                        <a:t>2</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ltLang="ja-JP" sz="1600" dirty="0">
                          <a:latin typeface="游ゴシック" panose="020B0400000000000000" pitchFamily="50" charset="-128"/>
                          <a:ea typeface="游ゴシック" panose="020B0400000000000000" pitchFamily="50" charset="-128"/>
                        </a:rPr>
                        <a:t>Excel</a:t>
                      </a:r>
                      <a:r>
                        <a:rPr lang="ja-JP" altLang="en-US" sz="1600" dirty="0">
                          <a:latin typeface="游ゴシック" panose="020B0400000000000000" pitchFamily="50" charset="-128"/>
                          <a:ea typeface="游ゴシック" panose="020B0400000000000000" pitchFamily="50" charset="-128"/>
                        </a:rPr>
                        <a:t>ファイル</a:t>
                      </a:r>
                      <a:endParaRPr lang="en-US" altLang="ja-JP" sz="1600" dirty="0">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r">
                        <a:buFont typeface="Arial" pitchFamily="34" charset="0"/>
                        <a:buNone/>
                      </a:pPr>
                      <a:r>
                        <a:rPr kumimoji="1" lang="en-US" altLang="ja-JP" sz="1600" dirty="0">
                          <a:solidFill>
                            <a:schemeClr val="tx1"/>
                          </a:solidFill>
                          <a:latin typeface="游ゴシック" panose="020B0400000000000000" pitchFamily="50" charset="-128"/>
                          <a:ea typeface="游ゴシック" panose="020B0400000000000000" pitchFamily="50" charset="-128"/>
                        </a:rPr>
                        <a:t>2000</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游ゴシック" panose="020B0400000000000000" pitchFamily="50" charset="-128"/>
                          <a:ea typeface="+mn-ea"/>
                        </a:rPr>
                        <a:t>非互換対応および動作検証と移行</a:t>
                      </a:r>
                      <a:endParaRPr kumimoji="1" lang="en-US" altLang="ja-JP" sz="1600" dirty="0">
                        <a:solidFill>
                          <a:schemeClr val="tx1"/>
                        </a:solidFill>
                        <a:latin typeface="游ゴシック" panose="020B0400000000000000" pitchFamily="50" charset="-128"/>
                        <a:ea typeface="+mn-ea"/>
                      </a:endParaRPr>
                    </a:p>
                    <a:p>
                      <a:pPr marL="0" indent="0">
                        <a:buFont typeface="Arial" pitchFamily="34" charset="0"/>
                        <a:buNone/>
                      </a:pPr>
                      <a:r>
                        <a:rPr kumimoji="1" lang="ja-JP" altLang="en-US" sz="1600" dirty="0">
                          <a:solidFill>
                            <a:schemeClr val="tx1"/>
                          </a:solidFill>
                          <a:latin typeface="游ゴシック" panose="020B0400000000000000" pitchFamily="50" charset="-128"/>
                          <a:ea typeface="+mn-ea"/>
                        </a:rPr>
                        <a:t>（修正対象は</a:t>
                      </a:r>
                      <a:r>
                        <a:rPr kumimoji="1" lang="en-US" altLang="ja-JP" sz="1600" dirty="0">
                          <a:solidFill>
                            <a:schemeClr val="tx1"/>
                          </a:solidFill>
                          <a:latin typeface="游ゴシック" panose="020B0400000000000000" pitchFamily="50" charset="-128"/>
                          <a:ea typeface="+mn-ea"/>
                        </a:rPr>
                        <a:t>1330</a:t>
                      </a:r>
                      <a:r>
                        <a:rPr kumimoji="1" lang="ja-JP" altLang="en-US" sz="1600" dirty="0">
                          <a:solidFill>
                            <a:schemeClr val="tx1"/>
                          </a:solidFill>
                          <a:latin typeface="游ゴシック" panose="020B0400000000000000" pitchFamily="50" charset="-128"/>
                          <a:ea typeface="+mn-ea"/>
                        </a:rPr>
                        <a:t>ファイル予定）</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600" kern="1200">
                          <a:solidFill>
                            <a:schemeClr val="dk1"/>
                          </a:solidFill>
                          <a:latin typeface="游ゴシック" panose="020B0400000000000000" pitchFamily="50" charset="-128"/>
                          <a:ea typeface="游ゴシック" panose="020B0400000000000000" pitchFamily="50" charset="-128"/>
                        </a:rPr>
                        <a:t>3</a:t>
                      </a:r>
                      <a:endParaRPr kumimoji="1" lang="ja-JP" altLang="en-US" sz="1600" kern="1200">
                        <a:solidFill>
                          <a:schemeClr val="dk1"/>
                        </a:solidFill>
                        <a:latin typeface="游ゴシック" panose="020B0400000000000000" pitchFamily="50" charset="-128"/>
                        <a:ea typeface="游ゴシック" panose="020B0400000000000000"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ja-JP" altLang="en-US" sz="1600" dirty="0">
                          <a:latin typeface="游ゴシック" panose="020B0400000000000000" pitchFamily="50" charset="-128"/>
                          <a:ea typeface="+mn-ea"/>
                        </a:rPr>
                        <a:t>その他必要ファイル</a:t>
                      </a:r>
                      <a:endParaRPr lang="en-US" altLang="ja-JP" sz="1600" dirty="0">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Tx/>
                        <a:buSzTx/>
                        <a:buFont typeface="Arial" pitchFamily="34" charset="0"/>
                        <a:buNone/>
                        <a:tabLst/>
                        <a:defRPr/>
                      </a:pP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ja-JP" altLang="en-US" sz="1600" dirty="0">
                          <a:solidFill>
                            <a:schemeClr val="tx1"/>
                          </a:solidFill>
                          <a:latin typeface="游ゴシック" panose="020B0400000000000000" pitchFamily="50" charset="-128"/>
                          <a:ea typeface="+mn-ea"/>
                        </a:rPr>
                        <a:t>移行（要件定義で対象を確定）</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bl>
          </a:graphicData>
        </a:graphic>
      </p:graphicFrame>
      <p:sp>
        <p:nvSpPr>
          <p:cNvPr id="5"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576000" y="3209886"/>
            <a:ext cx="10980000" cy="816227"/>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1600" dirty="0">
                <a:solidFill>
                  <a:srgbClr val="000000"/>
                </a:solidFill>
              </a:rPr>
              <a:t>※</a:t>
            </a:r>
            <a:r>
              <a:rPr lang="ja-JP" altLang="en-US" sz="1600" dirty="0">
                <a:solidFill>
                  <a:srgbClr val="000000"/>
                </a:solidFill>
              </a:rPr>
              <a:t>動作検証は、単純移行のため、代表的な正常系ケース（データ有）のみとし、動作することを確認します。</a:t>
            </a:r>
            <a:br>
              <a:rPr lang="en-US" altLang="ja-JP" sz="1600" dirty="0">
                <a:solidFill>
                  <a:srgbClr val="000000"/>
                </a:solidFill>
              </a:rPr>
            </a:br>
            <a:r>
              <a:rPr lang="ja-JP" altLang="en-US" sz="1600" dirty="0">
                <a:solidFill>
                  <a:srgbClr val="000000"/>
                </a:solidFill>
              </a:rPr>
              <a:t>　異常系ケースや業務データシナリオパターンは対象外とします。また、データ検証は行いません。</a:t>
            </a:r>
            <a:endParaRPr lang="ja-JP" altLang="en-US" dirty="0"/>
          </a:p>
        </p:txBody>
      </p:sp>
      <p:sp>
        <p:nvSpPr>
          <p:cNvPr id="4" name="フッター プレースホルダー 3">
            <a:extLst>
              <a:ext uri="{FF2B5EF4-FFF2-40B4-BE49-F238E27FC236}">
                <a16:creationId xmlns:a16="http://schemas.microsoft.com/office/drawing/2014/main" id="{BB206EFA-3051-FC37-9240-DD5A4B62B92C}"/>
              </a:ext>
            </a:extLst>
          </p:cNvPr>
          <p:cNvSpPr>
            <a:spLocks noGrp="1"/>
          </p:cNvSpPr>
          <p:nvPr>
            <p:ph type="ftr" sz="quarter" idx="11"/>
          </p:nvPr>
        </p:nvSpPr>
        <p:spPr/>
        <p:txBody>
          <a:bodyPr/>
          <a:lstStyle/>
          <a:p>
            <a:r>
              <a:rPr lang="en-US"/>
              <a:t>Copyright © 2025 SystemEXE,Inc All Rights Reserved.</a:t>
            </a:r>
          </a:p>
        </p:txBody>
      </p:sp>
      <p:sp>
        <p:nvSpPr>
          <p:cNvPr id="6" name="スライド番号プレースホルダー 5">
            <a:extLst>
              <a:ext uri="{FF2B5EF4-FFF2-40B4-BE49-F238E27FC236}">
                <a16:creationId xmlns:a16="http://schemas.microsoft.com/office/drawing/2014/main" id="{F9A14ABF-FC39-BFFB-8EB4-EB91D883E852}"/>
              </a:ext>
            </a:extLst>
          </p:cNvPr>
          <p:cNvSpPr>
            <a:spLocks noGrp="1"/>
          </p:cNvSpPr>
          <p:nvPr>
            <p:ph type="sldNum" sz="quarter" idx="12"/>
          </p:nvPr>
        </p:nvSpPr>
        <p:spPr/>
        <p:txBody>
          <a:bodyPr/>
          <a:lstStyle/>
          <a:p>
            <a:fld id="{26CA5134-5AAC-D342-B763-43605FECB385}" type="slidenum">
              <a:rPr kumimoji="1" lang="ja-JP" altLang="en-US" smtClean="0"/>
              <a:pPr/>
              <a:t>5</a:t>
            </a:fld>
            <a:endParaRPr kumimoji="1" lang="ja-JP" altLang="en-US" sz="700"/>
          </a:p>
        </p:txBody>
      </p:sp>
    </p:spTree>
    <p:extLst>
      <p:ext uri="{BB962C8B-B14F-4D97-AF65-F5344CB8AC3E}">
        <p14:creationId xmlns:p14="http://schemas.microsoft.com/office/powerpoint/2010/main" val="286748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kumimoji="1" lang="ja-JP" altLang="en-US" dirty="0">
                <a:latin typeface="游明朝" panose="02020400000000000000" pitchFamily="18" charset="-128"/>
                <a:ea typeface="游明朝" panose="02020400000000000000" pitchFamily="18" charset="-128"/>
              </a:rPr>
              <a:t>６</a:t>
            </a:r>
            <a:r>
              <a:rPr kumimoji="1" lang="en-US" altLang="ja-JP" dirty="0">
                <a:latin typeface="游明朝" panose="02020400000000000000" pitchFamily="18" charset="-128"/>
                <a:ea typeface="游明朝" panose="02020400000000000000" pitchFamily="18" charset="-128"/>
              </a:rPr>
              <a:t>. </a:t>
            </a:r>
            <a:r>
              <a:rPr kumimoji="1" lang="ja-JP" altLang="en-US" dirty="0">
                <a:latin typeface="游明朝" panose="02020400000000000000" pitchFamily="18" charset="-128"/>
                <a:ea typeface="游明朝" panose="02020400000000000000" pitchFamily="18" charset="-128"/>
              </a:rPr>
              <a:t>想定スケジュール（想定）</a:t>
            </a:r>
          </a:p>
        </p:txBody>
      </p:sp>
      <p:graphicFrame>
        <p:nvGraphicFramePr>
          <p:cNvPr id="6" name="表 5">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296341163"/>
              </p:ext>
            </p:extLst>
          </p:nvPr>
        </p:nvGraphicFramePr>
        <p:xfrm>
          <a:off x="335999" y="936002"/>
          <a:ext cx="11314646" cy="4614368"/>
        </p:xfrm>
        <a:graphic>
          <a:graphicData uri="http://schemas.openxmlformats.org/drawingml/2006/table">
            <a:tbl>
              <a:tblPr firstRow="1">
                <a:tableStyleId>{69012ECD-51FC-41F1-AA8D-1B2483CD663E}</a:tableStyleId>
              </a:tblPr>
              <a:tblGrid>
                <a:gridCol w="1475621">
                  <a:extLst>
                    <a:ext uri="{9D8B030D-6E8A-4147-A177-3AD203B41FA5}">
                      <a16:colId xmlns:a16="http://schemas.microsoft.com/office/drawing/2014/main" val="20001"/>
                    </a:ext>
                  </a:extLst>
                </a:gridCol>
                <a:gridCol w="655935">
                  <a:extLst>
                    <a:ext uri="{9D8B030D-6E8A-4147-A177-3AD203B41FA5}">
                      <a16:colId xmlns:a16="http://schemas.microsoft.com/office/drawing/2014/main" val="749056113"/>
                    </a:ext>
                  </a:extLst>
                </a:gridCol>
                <a:gridCol w="655935">
                  <a:extLst>
                    <a:ext uri="{9D8B030D-6E8A-4147-A177-3AD203B41FA5}">
                      <a16:colId xmlns:a16="http://schemas.microsoft.com/office/drawing/2014/main" val="2894799342"/>
                    </a:ext>
                  </a:extLst>
                </a:gridCol>
                <a:gridCol w="655935">
                  <a:extLst>
                    <a:ext uri="{9D8B030D-6E8A-4147-A177-3AD203B41FA5}">
                      <a16:colId xmlns:a16="http://schemas.microsoft.com/office/drawing/2014/main" val="1393263075"/>
                    </a:ext>
                  </a:extLst>
                </a:gridCol>
                <a:gridCol w="655935">
                  <a:extLst>
                    <a:ext uri="{9D8B030D-6E8A-4147-A177-3AD203B41FA5}">
                      <a16:colId xmlns:a16="http://schemas.microsoft.com/office/drawing/2014/main" val="1713442751"/>
                    </a:ext>
                  </a:extLst>
                </a:gridCol>
                <a:gridCol w="655935">
                  <a:extLst>
                    <a:ext uri="{9D8B030D-6E8A-4147-A177-3AD203B41FA5}">
                      <a16:colId xmlns:a16="http://schemas.microsoft.com/office/drawing/2014/main" val="1705564065"/>
                    </a:ext>
                  </a:extLst>
                </a:gridCol>
                <a:gridCol w="655935">
                  <a:extLst>
                    <a:ext uri="{9D8B030D-6E8A-4147-A177-3AD203B41FA5}">
                      <a16:colId xmlns:a16="http://schemas.microsoft.com/office/drawing/2014/main" val="3310735067"/>
                    </a:ext>
                  </a:extLst>
                </a:gridCol>
                <a:gridCol w="655935">
                  <a:extLst>
                    <a:ext uri="{9D8B030D-6E8A-4147-A177-3AD203B41FA5}">
                      <a16:colId xmlns:a16="http://schemas.microsoft.com/office/drawing/2014/main" val="517275802"/>
                    </a:ext>
                  </a:extLst>
                </a:gridCol>
                <a:gridCol w="655935">
                  <a:extLst>
                    <a:ext uri="{9D8B030D-6E8A-4147-A177-3AD203B41FA5}">
                      <a16:colId xmlns:a16="http://schemas.microsoft.com/office/drawing/2014/main" val="1425616741"/>
                    </a:ext>
                  </a:extLst>
                </a:gridCol>
                <a:gridCol w="655935">
                  <a:extLst>
                    <a:ext uri="{9D8B030D-6E8A-4147-A177-3AD203B41FA5}">
                      <a16:colId xmlns:a16="http://schemas.microsoft.com/office/drawing/2014/main" val="1747142095"/>
                    </a:ext>
                  </a:extLst>
                </a:gridCol>
                <a:gridCol w="655935">
                  <a:extLst>
                    <a:ext uri="{9D8B030D-6E8A-4147-A177-3AD203B41FA5}">
                      <a16:colId xmlns:a16="http://schemas.microsoft.com/office/drawing/2014/main" val="1322373972"/>
                    </a:ext>
                  </a:extLst>
                </a:gridCol>
                <a:gridCol w="655935">
                  <a:extLst>
                    <a:ext uri="{9D8B030D-6E8A-4147-A177-3AD203B41FA5}">
                      <a16:colId xmlns:a16="http://schemas.microsoft.com/office/drawing/2014/main" val="3794155913"/>
                    </a:ext>
                  </a:extLst>
                </a:gridCol>
                <a:gridCol w="655935">
                  <a:extLst>
                    <a:ext uri="{9D8B030D-6E8A-4147-A177-3AD203B41FA5}">
                      <a16:colId xmlns:a16="http://schemas.microsoft.com/office/drawing/2014/main" val="2084818184"/>
                    </a:ext>
                  </a:extLst>
                </a:gridCol>
                <a:gridCol w="655935">
                  <a:extLst>
                    <a:ext uri="{9D8B030D-6E8A-4147-A177-3AD203B41FA5}">
                      <a16:colId xmlns:a16="http://schemas.microsoft.com/office/drawing/2014/main" val="249487104"/>
                    </a:ext>
                  </a:extLst>
                </a:gridCol>
                <a:gridCol w="655935">
                  <a:extLst>
                    <a:ext uri="{9D8B030D-6E8A-4147-A177-3AD203B41FA5}">
                      <a16:colId xmlns:a16="http://schemas.microsoft.com/office/drawing/2014/main" val="3003086707"/>
                    </a:ext>
                  </a:extLst>
                </a:gridCol>
                <a:gridCol w="655935">
                  <a:extLst>
                    <a:ext uri="{9D8B030D-6E8A-4147-A177-3AD203B41FA5}">
                      <a16:colId xmlns:a16="http://schemas.microsoft.com/office/drawing/2014/main" val="3911502646"/>
                    </a:ext>
                  </a:extLst>
                </a:gridCol>
              </a:tblGrid>
              <a:tr h="364019">
                <a:tc rowSpan="2">
                  <a:txBody>
                    <a:bodyPr/>
                    <a:lstStyle/>
                    <a:p>
                      <a:pPr algn="ctr"/>
                      <a:endParaRPr kumimoji="1" lang="ja-JP" altLang="en-US" sz="1200" b="0">
                        <a:solidFill>
                          <a:schemeClr val="tx1"/>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gridSpan="12">
                  <a:txBody>
                    <a:bodyPr/>
                    <a:lstStyle/>
                    <a:p>
                      <a:pPr algn="ctr"/>
                      <a:r>
                        <a:rPr lang="en-US" altLang="ja-JP" sz="1400" b="0">
                          <a:solidFill>
                            <a:schemeClr val="tx1"/>
                          </a:solidFill>
                          <a:latin typeface="游ゴシック"/>
                          <a:ea typeface="游ゴシック"/>
                        </a:rPr>
                        <a:t>2025</a:t>
                      </a:r>
                      <a:r>
                        <a:rPr kumimoji="1" lang="ja-JP" altLang="en-US" sz="1400" b="0">
                          <a:solidFill>
                            <a:schemeClr val="tx1"/>
                          </a:solidFill>
                          <a:latin typeface="游ゴシック"/>
                          <a:ea typeface="游ゴシック"/>
                        </a:rPr>
                        <a:t>年</a:t>
                      </a:r>
                      <a:endParaRPr kumimoji="1" lang="ja-JP" altLang="en-US" sz="2000" b="0">
                        <a:solidFill>
                          <a:schemeClr val="tx1"/>
                        </a:solidFill>
                        <a:latin typeface="游ゴシック"/>
                        <a:ea typeface="游ゴシック"/>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a:p>
                  </a:txBody>
                  <a:tcPr>
                    <a:solidFill>
                      <a:schemeClr val="accent1"/>
                    </a:solidFill>
                  </a:tcPr>
                </a:tc>
                <a:tc hMerge="1">
                  <a:txBody>
                    <a:bodyPr/>
                    <a:lstStyle/>
                    <a:p>
                      <a:pPr algn="ctr"/>
                      <a:endParaRPr kumimoji="1" lang="ja-JP" altLang="en-US" sz="1000">
                        <a:latin typeface="Meiryo UI" pitchFamily="50" charset="-128"/>
                        <a:ea typeface="Meiryo UI" pitchFamily="50" charset="-128"/>
                        <a:cs typeface="Meiryo UI" pitchFamily="50" charset="-128"/>
                      </a:endParaRPr>
                    </a:p>
                  </a:txBody>
                  <a:tcPr anchor="ctr">
                    <a:solidFill>
                      <a:schemeClr val="accent1"/>
                    </a:solidFill>
                  </a:tcPr>
                </a:tc>
                <a:tc hMerge="1">
                  <a:txBody>
                    <a:bodyPr/>
                    <a:lstStyle/>
                    <a:p>
                      <a:pPr algn="ctr"/>
                      <a:endParaRPr kumimoji="1" lang="ja-JP" altLang="en-US" sz="1200" b="1">
                        <a:solidFill>
                          <a:schemeClr val="bg1"/>
                        </a:solidFill>
                        <a:latin typeface="Meiryo UI" pitchFamily="50" charset="-128"/>
                        <a:ea typeface="Meiryo UI" pitchFamily="50" charset="-128"/>
                        <a:cs typeface="Meiryo UI" pitchFamily="50" charset="-128"/>
                      </a:endParaRPr>
                    </a:p>
                  </a:txBody>
                  <a:tcPr anchor="ctr">
                    <a:solidFill>
                      <a:schemeClr val="accent1"/>
                    </a:solidFill>
                  </a:tcPr>
                </a:tc>
                <a:tc hMerge="1">
                  <a:txBody>
                    <a:bodyPr/>
                    <a:lstStyle/>
                    <a:p>
                      <a:pPr algn="ctr"/>
                      <a:endParaRPr kumimoji="1" lang="ja-JP" altLang="en-US" sz="1200" b="1">
                        <a:solidFill>
                          <a:schemeClr val="bg1"/>
                        </a:solidFill>
                        <a:latin typeface="Meiryo UI" pitchFamily="50" charset="-128"/>
                        <a:ea typeface="Meiryo UI" pitchFamily="50" charset="-128"/>
                        <a:cs typeface="Meiryo UI" pitchFamily="50" charset="-128"/>
                      </a:endParaRPr>
                    </a:p>
                  </a:txBody>
                  <a:tcPr anchor="ctr">
                    <a:solidFill>
                      <a:schemeClr val="accent1"/>
                    </a:solidFill>
                  </a:tcPr>
                </a:tc>
                <a:tc hMerge="1">
                  <a:txBody>
                    <a:bodyPr/>
                    <a:lstStyle/>
                    <a:p>
                      <a:pPr algn="ctr"/>
                      <a:endParaRPr kumimoji="1" lang="ja-JP" altLang="en-US" sz="1200" b="1">
                        <a:solidFill>
                          <a:schemeClr val="bg1"/>
                        </a:solidFill>
                        <a:latin typeface="Meiryo UI" pitchFamily="50" charset="-128"/>
                        <a:ea typeface="Meiryo UI" pitchFamily="50" charset="-128"/>
                        <a:cs typeface="Meiryo UI" pitchFamily="50" charset="-128"/>
                      </a:endParaRPr>
                    </a:p>
                  </a:txBody>
                  <a:tcPr anchor="ctr">
                    <a:solidFill>
                      <a:schemeClr val="accent1"/>
                    </a:solidFill>
                  </a:tcPr>
                </a:tc>
                <a:tc hMerge="1">
                  <a:txBody>
                    <a:bodyPr/>
                    <a:lstStyle/>
                    <a:p>
                      <a:pPr algn="ctr"/>
                      <a:endParaRPr kumimoji="1" lang="ja-JP" altLang="en-US" sz="1200" b="1">
                        <a:solidFill>
                          <a:schemeClr val="bg1"/>
                        </a:solidFill>
                        <a:latin typeface="Meiryo UI" pitchFamily="50" charset="-128"/>
                        <a:ea typeface="Meiryo UI" pitchFamily="50" charset="-128"/>
                        <a:cs typeface="Meiryo UI" pitchFamily="50" charset="-128"/>
                      </a:endParaRPr>
                    </a:p>
                  </a:txBody>
                  <a:tcPr anchor="ctr">
                    <a:solidFill>
                      <a:schemeClr val="accent1"/>
                    </a:solidFill>
                  </a:tcPr>
                </a:tc>
                <a:tc hMerge="1">
                  <a:txBody>
                    <a:bodyPr/>
                    <a:lstStyle/>
                    <a:p>
                      <a:pPr algn="ctr"/>
                      <a:endParaRPr kumimoji="1" lang="ja-JP" altLang="en-US" sz="1200" b="1">
                        <a:solidFill>
                          <a:schemeClr val="bg1"/>
                        </a:solidFill>
                        <a:latin typeface="Meiryo UI" pitchFamily="50" charset="-128"/>
                        <a:ea typeface="Meiryo UI" pitchFamily="50" charset="-128"/>
                        <a:cs typeface="Meiryo UI" pitchFamily="50" charset="-128"/>
                      </a:endParaRPr>
                    </a:p>
                  </a:txBody>
                  <a:tcPr anchor="ctr">
                    <a:solidFill>
                      <a:schemeClr val="accent1"/>
                    </a:solidFill>
                  </a:tcPr>
                </a:tc>
                <a:tc hMerge="1">
                  <a:txBody>
                    <a:bodyPr/>
                    <a:lstStyle/>
                    <a:p>
                      <a:pPr algn="ctr"/>
                      <a:endParaRPr kumimoji="1" lang="ja-JP" altLang="en-US" sz="1200" b="1">
                        <a:solidFill>
                          <a:schemeClr val="bg1"/>
                        </a:solidFill>
                        <a:latin typeface="Meiryo UI" pitchFamily="50" charset="-128"/>
                        <a:ea typeface="Meiryo UI" pitchFamily="50" charset="-128"/>
                        <a:cs typeface="Meiryo UI" pitchFamily="50" charset="-128"/>
                      </a:endParaRPr>
                    </a:p>
                  </a:txBody>
                  <a:tcPr anchor="ctr">
                    <a:solidFill>
                      <a:schemeClr val="accent1"/>
                    </a:solidFill>
                  </a:tcPr>
                </a:tc>
                <a:tc hMerge="1">
                  <a:txBody>
                    <a:bodyPr/>
                    <a:lstStyle/>
                    <a:p>
                      <a:pPr algn="ctr"/>
                      <a:endParaRPr kumimoji="1" lang="ja-JP" altLang="en-US" sz="1200" b="1">
                        <a:solidFill>
                          <a:schemeClr val="bg1"/>
                        </a:solidFill>
                        <a:latin typeface="Meiryo UI" pitchFamily="50" charset="-128"/>
                        <a:ea typeface="Meiryo UI" pitchFamily="50" charset="-128"/>
                        <a:cs typeface="Meiryo UI" pitchFamily="50" charset="-128"/>
                      </a:endParaRPr>
                    </a:p>
                  </a:txBody>
                  <a:tcPr anchor="ctr">
                    <a:solidFill>
                      <a:schemeClr val="accent1"/>
                    </a:solidFill>
                  </a:tcPr>
                </a:tc>
                <a:tc hMerge="1">
                  <a:txBody>
                    <a:bodyPr/>
                    <a:lstStyle/>
                    <a:p>
                      <a:pPr algn="ctr"/>
                      <a:endParaRPr kumimoji="1" lang="ja-JP" altLang="en-US" sz="1200" b="1">
                        <a:solidFill>
                          <a:schemeClr val="bg1"/>
                        </a:solidFill>
                        <a:latin typeface="Meiryo UI" pitchFamily="50" charset="-128"/>
                        <a:ea typeface="Meiryo UI" pitchFamily="50" charset="-128"/>
                        <a:cs typeface="Meiryo UI" pitchFamily="50" charset="-128"/>
                      </a:endParaRPr>
                    </a:p>
                  </a:txBody>
                  <a:tcPr anchor="ctr">
                    <a:solidFill>
                      <a:schemeClr val="accent1"/>
                    </a:solidFill>
                  </a:tcPr>
                </a:tc>
                <a:tc hMerge="1">
                  <a:txBody>
                    <a:bodyPr/>
                    <a:lstStyle/>
                    <a:p>
                      <a:pPr algn="ctr"/>
                      <a:endParaRPr kumimoji="1" lang="ja-JP" altLang="en-US" sz="1200" b="1">
                        <a:solidFill>
                          <a:schemeClr val="bg1"/>
                        </a:solidFill>
                        <a:latin typeface="Meiryo UI" pitchFamily="50" charset="-128"/>
                        <a:ea typeface="Meiryo UI" pitchFamily="50" charset="-128"/>
                        <a:cs typeface="Meiryo UI" pitchFamily="50" charset="-128"/>
                      </a:endParaRPr>
                    </a:p>
                  </a:txBody>
                  <a:tcPr anchor="ctr">
                    <a:solidFill>
                      <a:schemeClr val="accent1"/>
                    </a:solidFill>
                  </a:tcPr>
                </a:tc>
                <a:tc gridSpan="3">
                  <a:txBody>
                    <a:bodyPr/>
                    <a:lstStyle/>
                    <a:p>
                      <a:pPr algn="ctr"/>
                      <a:r>
                        <a:rPr lang="en-US" altLang="ja-JP" sz="1400" b="0">
                          <a:solidFill>
                            <a:schemeClr val="tx1"/>
                          </a:solidFill>
                          <a:latin typeface="游ゴシック"/>
                          <a:ea typeface="游ゴシック"/>
                        </a:rPr>
                        <a:t>2026</a:t>
                      </a:r>
                      <a:r>
                        <a:rPr kumimoji="1" lang="ja-JP" altLang="en-US" sz="1400" b="0">
                          <a:solidFill>
                            <a:schemeClr val="tx1"/>
                          </a:solidFill>
                          <a:latin typeface="游ゴシック"/>
                          <a:ea typeface="游ゴシック"/>
                        </a:rPr>
                        <a:t>年</a:t>
                      </a:r>
                      <a:endParaRPr kumimoji="1" lang="ja-JP" altLang="en-US" sz="1400" b="0">
                        <a:solidFill>
                          <a:schemeClr val="tx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endParaRPr kumimoji="1" lang="ja-JP" altLang="en-US"/>
                    </a:p>
                  </a:txBody>
                  <a:tcPr>
                    <a:solidFill>
                      <a:schemeClr val="accent1"/>
                    </a:solidFill>
                  </a:tcPr>
                </a:tc>
                <a:tc hMerge="1">
                  <a:txBody>
                    <a:bodyPr/>
                    <a:lstStyle/>
                    <a:p>
                      <a:pPr algn="ctr"/>
                      <a:endParaRPr kumimoji="1" lang="ja-JP" altLang="en-US" sz="1000">
                        <a:latin typeface="Meiryo UI" pitchFamily="50" charset="-128"/>
                        <a:ea typeface="Meiryo UI" pitchFamily="50" charset="-128"/>
                        <a:cs typeface="Meiryo UI" pitchFamily="50" charset="-128"/>
                      </a:endParaRPr>
                    </a:p>
                  </a:txBody>
                  <a:tcPr anchor="ctr">
                    <a:solidFill>
                      <a:schemeClr val="accent1"/>
                    </a:solidFill>
                  </a:tcPr>
                </a:tc>
                <a:extLst>
                  <a:ext uri="{0D108BD9-81ED-4DB2-BD59-A6C34878D82A}">
                    <a16:rowId xmlns:a16="http://schemas.microsoft.com/office/drawing/2014/main" val="10000"/>
                  </a:ext>
                </a:extLst>
              </a:tr>
              <a:tr h="636192">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a:solidFill>
                            <a:schemeClr val="tx1"/>
                          </a:solidFill>
                          <a:latin typeface="游ゴシック"/>
                          <a:ea typeface="游ゴシック"/>
                        </a:rPr>
                        <a:t>1</a:t>
                      </a:r>
                    </a:p>
                    <a:p>
                      <a:pPr algn="ctr"/>
                      <a:r>
                        <a:rPr kumimoji="1" lang="ja-JP" altLang="en-US" sz="1400" b="0">
                          <a:solidFill>
                            <a:schemeClr val="tx1"/>
                          </a:solidFill>
                          <a:latin typeface="游ゴシック"/>
                          <a:ea typeface="游ゴシック"/>
                        </a:rPr>
                        <a:t>月</a:t>
                      </a:r>
                      <a:endParaRPr kumimoji="1" lang="ja-JP" altLang="en-US" sz="1400" b="0">
                        <a:solidFill>
                          <a:schemeClr val="tx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400" b="0">
                          <a:solidFill>
                            <a:schemeClr val="tx1"/>
                          </a:solidFill>
                          <a:latin typeface="游ゴシック"/>
                          <a:ea typeface="游ゴシック"/>
                        </a:rPr>
                        <a:t>2</a:t>
                      </a:r>
                    </a:p>
                    <a:p>
                      <a:pPr algn="ctr"/>
                      <a:r>
                        <a:rPr kumimoji="1" lang="ja-JP" altLang="en-US" sz="1400" b="0">
                          <a:solidFill>
                            <a:schemeClr val="tx1"/>
                          </a:solidFill>
                          <a:latin typeface="游ゴシック"/>
                          <a:ea typeface="游ゴシック"/>
                        </a:rPr>
                        <a:t>月</a:t>
                      </a:r>
                      <a:endParaRPr kumimoji="1" lang="ja-JP" altLang="en-US" sz="1400" b="0">
                        <a:solidFill>
                          <a:schemeClr val="tx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400" b="0">
                          <a:solidFill>
                            <a:schemeClr val="tx1"/>
                          </a:solidFill>
                          <a:latin typeface="游ゴシック"/>
                          <a:ea typeface="游ゴシック"/>
                        </a:rPr>
                        <a:t>3</a:t>
                      </a:r>
                    </a:p>
                    <a:p>
                      <a:pPr algn="ctr"/>
                      <a:r>
                        <a:rPr kumimoji="1" lang="ja-JP" altLang="en-US" sz="1400" b="0">
                          <a:solidFill>
                            <a:schemeClr val="tx1"/>
                          </a:solidFill>
                          <a:latin typeface="游ゴシック"/>
                          <a:ea typeface="游ゴシック"/>
                        </a:rPr>
                        <a:t>月</a:t>
                      </a:r>
                      <a:endParaRPr kumimoji="1" lang="ja-JP" altLang="en-US" sz="1400" b="0">
                        <a:solidFill>
                          <a:schemeClr val="tx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400" b="0">
                          <a:solidFill>
                            <a:schemeClr val="tx1"/>
                          </a:solidFill>
                          <a:latin typeface="游ゴシック"/>
                          <a:ea typeface="游ゴシック"/>
                        </a:rPr>
                        <a:t>4</a:t>
                      </a:r>
                    </a:p>
                    <a:p>
                      <a:pPr algn="ctr"/>
                      <a:r>
                        <a:rPr kumimoji="1" lang="ja-JP" altLang="en-US" sz="1400" b="0">
                          <a:solidFill>
                            <a:schemeClr val="tx1"/>
                          </a:solidFill>
                          <a:latin typeface="游ゴシック"/>
                          <a:ea typeface="游ゴシック"/>
                        </a:rPr>
                        <a:t>月</a:t>
                      </a:r>
                      <a:endParaRPr kumimoji="1" lang="ja-JP" altLang="en-US" sz="1400" b="0">
                        <a:solidFill>
                          <a:schemeClr val="tx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400" b="0">
                          <a:solidFill>
                            <a:schemeClr val="tx1"/>
                          </a:solidFill>
                          <a:latin typeface="游ゴシック"/>
                          <a:ea typeface="游ゴシック"/>
                        </a:rPr>
                        <a:t>5</a:t>
                      </a:r>
                    </a:p>
                    <a:p>
                      <a:pPr algn="ctr"/>
                      <a:r>
                        <a:rPr kumimoji="1" lang="ja-JP" altLang="en-US" sz="1400" b="0">
                          <a:solidFill>
                            <a:schemeClr val="tx1"/>
                          </a:solidFill>
                          <a:latin typeface="游ゴシック"/>
                          <a:ea typeface="游ゴシック"/>
                        </a:rPr>
                        <a:t>月</a:t>
                      </a:r>
                      <a:endParaRPr kumimoji="1" lang="ja-JP" altLang="en-US" sz="1400" b="0">
                        <a:solidFill>
                          <a:schemeClr val="tx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400" b="0">
                          <a:solidFill>
                            <a:schemeClr val="tx1"/>
                          </a:solidFill>
                          <a:latin typeface="游ゴシック"/>
                          <a:ea typeface="游ゴシック"/>
                        </a:rPr>
                        <a:t>6</a:t>
                      </a:r>
                    </a:p>
                    <a:p>
                      <a:pPr algn="ctr"/>
                      <a:r>
                        <a:rPr kumimoji="1" lang="ja-JP" altLang="en-US" sz="1400" b="0">
                          <a:solidFill>
                            <a:schemeClr val="tx1"/>
                          </a:solidFill>
                          <a:latin typeface="游ゴシック"/>
                          <a:ea typeface="游ゴシック"/>
                        </a:rPr>
                        <a:t>月</a:t>
                      </a:r>
                      <a:endParaRPr kumimoji="1" lang="ja-JP" altLang="en-US" sz="1400" b="0">
                        <a:solidFill>
                          <a:schemeClr val="tx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400" b="0">
                          <a:solidFill>
                            <a:schemeClr val="tx1"/>
                          </a:solidFill>
                          <a:latin typeface="游ゴシック"/>
                          <a:ea typeface="游ゴシック"/>
                        </a:rPr>
                        <a:t>7</a:t>
                      </a:r>
                    </a:p>
                    <a:p>
                      <a:pPr algn="ctr"/>
                      <a:r>
                        <a:rPr kumimoji="1" lang="ja-JP" altLang="en-US" sz="1400" b="0">
                          <a:solidFill>
                            <a:schemeClr val="tx1"/>
                          </a:solidFill>
                          <a:latin typeface="游ゴシック"/>
                          <a:ea typeface="游ゴシック"/>
                        </a:rPr>
                        <a:t>月</a:t>
                      </a:r>
                      <a:endParaRPr kumimoji="1" lang="ja-JP" altLang="en-US" sz="1400" b="0">
                        <a:solidFill>
                          <a:schemeClr val="tx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400" b="0" dirty="0">
                          <a:solidFill>
                            <a:schemeClr val="tx1"/>
                          </a:solidFill>
                          <a:latin typeface="游ゴシック"/>
                          <a:ea typeface="游ゴシック"/>
                        </a:rPr>
                        <a:t>8</a:t>
                      </a:r>
                    </a:p>
                    <a:p>
                      <a:pPr algn="ctr"/>
                      <a:r>
                        <a:rPr kumimoji="1" lang="ja-JP" altLang="en-US" sz="1400" b="0" dirty="0">
                          <a:solidFill>
                            <a:schemeClr val="tx1"/>
                          </a:solidFill>
                          <a:latin typeface="游ゴシック"/>
                          <a:ea typeface="游ゴシック"/>
                        </a:rPr>
                        <a:t>月</a:t>
                      </a:r>
                      <a:endParaRPr kumimoji="1" lang="ja-JP" altLang="en-US" sz="1400" b="0" dirty="0">
                        <a:solidFill>
                          <a:schemeClr val="tx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400" b="0">
                          <a:solidFill>
                            <a:schemeClr val="tx1"/>
                          </a:solidFill>
                          <a:latin typeface="游ゴシック"/>
                          <a:ea typeface="游ゴシック"/>
                        </a:rPr>
                        <a:t>9</a:t>
                      </a:r>
                    </a:p>
                    <a:p>
                      <a:pPr algn="ctr"/>
                      <a:r>
                        <a:rPr kumimoji="1" lang="ja-JP" altLang="en-US" sz="1400" b="0">
                          <a:solidFill>
                            <a:schemeClr val="tx1"/>
                          </a:solidFill>
                          <a:latin typeface="游ゴシック"/>
                          <a:ea typeface="游ゴシック"/>
                        </a:rPr>
                        <a:t>月</a:t>
                      </a:r>
                      <a:endParaRPr kumimoji="1" lang="ja-JP" altLang="en-US" sz="1400" b="0">
                        <a:solidFill>
                          <a:schemeClr val="tx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400" b="0">
                          <a:solidFill>
                            <a:schemeClr val="tx1"/>
                          </a:solidFill>
                          <a:latin typeface="游ゴシック"/>
                          <a:ea typeface="游ゴシック"/>
                        </a:rPr>
                        <a:t>10</a:t>
                      </a:r>
                    </a:p>
                    <a:p>
                      <a:pPr algn="ctr"/>
                      <a:r>
                        <a:rPr kumimoji="1" lang="ja-JP" altLang="en-US" sz="1400" b="0">
                          <a:solidFill>
                            <a:schemeClr val="tx1"/>
                          </a:solidFill>
                          <a:latin typeface="游ゴシック"/>
                          <a:ea typeface="游ゴシック"/>
                        </a:rPr>
                        <a:t>月</a:t>
                      </a:r>
                      <a:endParaRPr kumimoji="1" lang="ja-JP" altLang="en-US" sz="1400" b="0">
                        <a:solidFill>
                          <a:schemeClr val="tx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400" b="0">
                          <a:solidFill>
                            <a:schemeClr val="tx1"/>
                          </a:solidFill>
                          <a:latin typeface="游ゴシック"/>
                          <a:ea typeface="游ゴシック"/>
                        </a:rPr>
                        <a:t>11</a:t>
                      </a:r>
                    </a:p>
                    <a:p>
                      <a:pPr algn="ctr"/>
                      <a:r>
                        <a:rPr kumimoji="1" lang="ja-JP" altLang="en-US" sz="1400" b="0">
                          <a:solidFill>
                            <a:schemeClr val="tx1"/>
                          </a:solidFill>
                          <a:latin typeface="游ゴシック"/>
                          <a:ea typeface="游ゴシック"/>
                        </a:rPr>
                        <a:t>月</a:t>
                      </a:r>
                      <a:endParaRPr kumimoji="1" lang="ja-JP" altLang="en-US" sz="1400" b="0">
                        <a:solidFill>
                          <a:schemeClr val="tx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400" b="0">
                          <a:solidFill>
                            <a:schemeClr val="tx1"/>
                          </a:solidFill>
                          <a:latin typeface="游ゴシック"/>
                          <a:ea typeface="游ゴシック"/>
                        </a:rPr>
                        <a:t>12</a:t>
                      </a:r>
                    </a:p>
                    <a:p>
                      <a:pPr algn="ctr"/>
                      <a:r>
                        <a:rPr kumimoji="1" lang="ja-JP" altLang="en-US" sz="1400" b="0">
                          <a:solidFill>
                            <a:schemeClr val="tx1"/>
                          </a:solidFill>
                          <a:latin typeface="游ゴシック"/>
                          <a:ea typeface="游ゴシック"/>
                        </a:rPr>
                        <a:t>月</a:t>
                      </a:r>
                      <a:endParaRPr kumimoji="1" lang="ja-JP" altLang="en-US" sz="1400" b="0">
                        <a:solidFill>
                          <a:schemeClr val="tx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400" b="0">
                          <a:solidFill>
                            <a:schemeClr val="tx1"/>
                          </a:solidFill>
                          <a:latin typeface="游ゴシック"/>
                          <a:ea typeface="游ゴシック"/>
                        </a:rPr>
                        <a:t>1</a:t>
                      </a:r>
                    </a:p>
                    <a:p>
                      <a:pPr algn="ctr"/>
                      <a:r>
                        <a:rPr kumimoji="1" lang="ja-JP" altLang="en-US" sz="1400" b="0">
                          <a:solidFill>
                            <a:schemeClr val="tx1"/>
                          </a:solidFill>
                          <a:latin typeface="游ゴシック"/>
                          <a:ea typeface="游ゴシック"/>
                        </a:rPr>
                        <a:t>月</a:t>
                      </a:r>
                      <a:endParaRPr kumimoji="1" lang="ja-JP" altLang="en-US" sz="1400" b="0">
                        <a:solidFill>
                          <a:schemeClr val="tx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400" b="0">
                          <a:solidFill>
                            <a:schemeClr val="tx1"/>
                          </a:solidFill>
                          <a:latin typeface="游ゴシック"/>
                          <a:ea typeface="游ゴシック"/>
                        </a:rPr>
                        <a:t>2</a:t>
                      </a:r>
                    </a:p>
                    <a:p>
                      <a:pPr algn="ctr"/>
                      <a:r>
                        <a:rPr kumimoji="1" lang="ja-JP" altLang="en-US" sz="1400" b="0">
                          <a:solidFill>
                            <a:schemeClr val="tx1"/>
                          </a:solidFill>
                          <a:latin typeface="游ゴシック"/>
                          <a:ea typeface="游ゴシック"/>
                        </a:rPr>
                        <a:t>月</a:t>
                      </a:r>
                      <a:endParaRPr kumimoji="1" lang="ja-JP" altLang="en-US" sz="1400" b="0">
                        <a:solidFill>
                          <a:schemeClr val="tx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en-US" altLang="ja-JP" sz="1400" b="0">
                          <a:solidFill>
                            <a:schemeClr val="tx1"/>
                          </a:solidFill>
                          <a:latin typeface="游ゴシック"/>
                          <a:ea typeface="游ゴシック"/>
                        </a:rPr>
                        <a:t>3</a:t>
                      </a:r>
                    </a:p>
                    <a:p>
                      <a:pPr algn="ctr"/>
                      <a:r>
                        <a:rPr kumimoji="1" lang="ja-JP" altLang="en-US" sz="1400" b="0">
                          <a:solidFill>
                            <a:schemeClr val="tx1"/>
                          </a:solidFill>
                          <a:latin typeface="游ゴシック"/>
                          <a:ea typeface="游ゴシック"/>
                        </a:rPr>
                        <a:t>月</a:t>
                      </a:r>
                      <a:endParaRPr kumimoji="1" lang="ja-JP" altLang="en-US" sz="1400" b="0">
                        <a:solidFill>
                          <a:schemeClr val="tx1"/>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r h="683697">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マイル</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ストーン</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1470172">
                <a:tc>
                  <a:txBody>
                    <a:bodyPr/>
                    <a:lstStyle/>
                    <a:p>
                      <a:pPr algn="l"/>
                      <a:r>
                        <a:rPr kumimoji="1" lang="en-US" altLang="ja-JP" sz="1200" b="0">
                          <a:latin typeface="游ゴシック" panose="020B0400000000000000" pitchFamily="50" charset="-128"/>
                          <a:ea typeface="游ゴシック" panose="020B0400000000000000" pitchFamily="50" charset="-128"/>
                          <a:cs typeface="Meiryo UI" pitchFamily="50" charset="-128"/>
                        </a:rPr>
                        <a:t>Azure</a:t>
                      </a:r>
                      <a:r>
                        <a:rPr kumimoji="1" lang="ja-JP" altLang="en-US" sz="1200" b="0">
                          <a:latin typeface="游ゴシック" panose="020B0400000000000000" pitchFamily="50" charset="-128"/>
                          <a:ea typeface="游ゴシック" panose="020B0400000000000000" pitchFamily="50" charset="-128"/>
                          <a:cs typeface="Meiryo UI" pitchFamily="50" charset="-128"/>
                        </a:rPr>
                        <a:t>移行</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20133689"/>
                  </a:ext>
                </a:extLst>
              </a:tr>
              <a:tr h="1460288">
                <a:tc>
                  <a:txBody>
                    <a:bodyPr/>
                    <a:lstStyle/>
                    <a:p>
                      <a:pPr algn="l"/>
                      <a:r>
                        <a:rPr kumimoji="1" lang="ja-JP" altLang="en-US" sz="1200" b="0" dirty="0">
                          <a:latin typeface="游ゴシック" panose="020B0400000000000000" pitchFamily="50" charset="-128"/>
                          <a:ea typeface="游ゴシック" panose="020B0400000000000000" pitchFamily="50" charset="-128"/>
                          <a:cs typeface="Meiryo UI" pitchFamily="50" charset="-128"/>
                        </a:rPr>
                        <a:t>環境構築</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dirty="0">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010478"/>
                  </a:ext>
                </a:extLst>
              </a:tr>
            </a:tbl>
          </a:graphicData>
        </a:graphic>
      </p:graphicFrame>
      <p:sp>
        <p:nvSpPr>
          <p:cNvPr id="37" name="正方形/長方形 36">
            <a:extLst>
              <a:ext uri="{FF2B5EF4-FFF2-40B4-BE49-F238E27FC236}">
                <a16:creationId xmlns:a16="http://schemas.microsoft.com/office/drawing/2014/main" id="{9C526A88-681C-4A44-BFD9-AF76E9622DCF}"/>
              </a:ext>
            </a:extLst>
          </p:cNvPr>
          <p:cNvSpPr/>
          <p:nvPr/>
        </p:nvSpPr>
        <p:spPr>
          <a:xfrm>
            <a:off x="2819924" y="2849002"/>
            <a:ext cx="1223567" cy="540000"/>
          </a:xfrm>
          <a:prstGeom prst="rect">
            <a:avLst/>
          </a:prstGeom>
          <a:solidFill>
            <a:schemeClr val="accent1">
              <a:lumMod val="60000"/>
              <a:lumOff val="40000"/>
            </a:schemeClr>
          </a:solidFill>
          <a:ln w="6350">
            <a:solidFill>
              <a:schemeClr val="tx1"/>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要件定義</a:t>
            </a:r>
          </a:p>
        </p:txBody>
      </p:sp>
      <p:sp>
        <p:nvSpPr>
          <p:cNvPr id="38" name="テキスト ボックス 37">
            <a:extLst>
              <a:ext uri="{FF2B5EF4-FFF2-40B4-BE49-F238E27FC236}">
                <a16:creationId xmlns:a16="http://schemas.microsoft.com/office/drawing/2014/main" id="{52966910-B070-4DEE-BF16-CF9CFAD5A257}"/>
              </a:ext>
            </a:extLst>
          </p:cNvPr>
          <p:cNvSpPr txBox="1"/>
          <p:nvPr/>
        </p:nvSpPr>
        <p:spPr>
          <a:xfrm>
            <a:off x="2819924" y="2052177"/>
            <a:ext cx="1036655"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▼キックオフ</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39" name="テキスト ボックス 38">
            <a:extLst>
              <a:ext uri="{FF2B5EF4-FFF2-40B4-BE49-F238E27FC236}">
                <a16:creationId xmlns:a16="http://schemas.microsoft.com/office/drawing/2014/main" id="{A1709EDB-463A-4C0C-970E-60C5F422FCA2}"/>
              </a:ext>
            </a:extLst>
          </p:cNvPr>
          <p:cNvSpPr txBox="1"/>
          <p:nvPr/>
        </p:nvSpPr>
        <p:spPr>
          <a:xfrm>
            <a:off x="3936973" y="2245812"/>
            <a:ext cx="870528"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▼要件確定</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1" name="テキスト ボックス 40">
            <a:extLst>
              <a:ext uri="{FF2B5EF4-FFF2-40B4-BE49-F238E27FC236}">
                <a16:creationId xmlns:a16="http://schemas.microsoft.com/office/drawing/2014/main" id="{3DB6E5B5-DB44-426C-BD5D-3AFB7EE80EA5}"/>
              </a:ext>
            </a:extLst>
          </p:cNvPr>
          <p:cNvSpPr txBox="1"/>
          <p:nvPr/>
        </p:nvSpPr>
        <p:spPr>
          <a:xfrm>
            <a:off x="10714990" y="2368610"/>
            <a:ext cx="1036655" cy="221018"/>
          </a:xfrm>
          <a:prstGeom prst="rect">
            <a:avLst/>
          </a:prstGeom>
          <a:noFill/>
        </p:spPr>
        <p:txBody>
          <a:bodyPr wrap="square" lIns="18000" tIns="18000" rIns="18000" bIns="18000" rtlCol="0">
            <a:spAutoFit/>
          </a:bodyPr>
          <a:lstStyle/>
          <a:p>
            <a:r>
              <a:rPr lang="ja-JP" altLang="en-US" sz="1200" dirty="0">
                <a:latin typeface="游ゴシック" panose="020B0400000000000000" pitchFamily="50" charset="-128"/>
                <a:ea typeface="游ゴシック" panose="020B0400000000000000" pitchFamily="50" charset="-128"/>
                <a:cs typeface="Meiryo UI" panose="020B0604030504040204" pitchFamily="50" charset="-128"/>
              </a:rPr>
              <a:t>納品・検収▼</a:t>
            </a:r>
            <a:endParaRPr kumimoji="1" lang="ja-JP" altLang="en-US" sz="1200" dirty="0">
              <a:latin typeface="游ゴシック" panose="020B0400000000000000" pitchFamily="50" charset="-128"/>
              <a:ea typeface="游ゴシック" panose="020B0400000000000000" pitchFamily="50" charset="-128"/>
              <a:cs typeface="Meiryo UI" panose="020B0604030504040204" pitchFamily="50" charset="-128"/>
            </a:endParaRPr>
          </a:p>
        </p:txBody>
      </p:sp>
      <p:sp>
        <p:nvSpPr>
          <p:cNvPr id="42" name="テキスト ボックス 41">
            <a:extLst>
              <a:ext uri="{FF2B5EF4-FFF2-40B4-BE49-F238E27FC236}">
                <a16:creationId xmlns:a16="http://schemas.microsoft.com/office/drawing/2014/main" id="{45E8F807-1FBA-4D84-999D-F77A78B7AC5A}"/>
              </a:ext>
            </a:extLst>
          </p:cNvPr>
          <p:cNvSpPr txBox="1"/>
          <p:nvPr/>
        </p:nvSpPr>
        <p:spPr>
          <a:xfrm>
            <a:off x="10356119" y="2052177"/>
            <a:ext cx="717742" cy="221018"/>
          </a:xfrm>
          <a:prstGeom prst="rect">
            <a:avLst/>
          </a:prstGeom>
          <a:noFill/>
          <a:ln>
            <a:noFill/>
          </a:ln>
        </p:spPr>
        <p:txBody>
          <a:bodyPr wrap="square" lIns="18000" tIns="18000" rIns="18000" bIns="18000" rtlCol="0">
            <a:spAutoFit/>
          </a:bodyPr>
          <a:lstStyle/>
          <a:p>
            <a:r>
              <a:rPr kumimoji="1" lang="ja-JP" altLang="en-US" sz="1200" b="1" dirty="0">
                <a:solidFill>
                  <a:srgbClr val="FF0000"/>
                </a:solidFill>
                <a:latin typeface="游ゴシック" panose="020B0400000000000000" pitchFamily="50" charset="-128"/>
                <a:ea typeface="游ゴシック" panose="020B0400000000000000" pitchFamily="50" charset="-128"/>
                <a:cs typeface="Meiryo UI" panose="020B0604030504040204" pitchFamily="50" charset="-128"/>
              </a:rPr>
              <a:t>★本稼働</a:t>
            </a:r>
          </a:p>
        </p:txBody>
      </p:sp>
      <p:sp>
        <p:nvSpPr>
          <p:cNvPr id="44" name="正方形/長方形 43">
            <a:extLst>
              <a:ext uri="{FF2B5EF4-FFF2-40B4-BE49-F238E27FC236}">
                <a16:creationId xmlns:a16="http://schemas.microsoft.com/office/drawing/2014/main" id="{F552483D-B47E-4672-AAB8-B1378D36B674}"/>
              </a:ext>
            </a:extLst>
          </p:cNvPr>
          <p:cNvSpPr/>
          <p:nvPr/>
        </p:nvSpPr>
        <p:spPr>
          <a:xfrm>
            <a:off x="4697281" y="2849002"/>
            <a:ext cx="1398719" cy="540000"/>
          </a:xfrm>
          <a:prstGeom prst="rect">
            <a:avLst/>
          </a:prstGeom>
          <a:solidFill>
            <a:schemeClr val="accent3">
              <a:lumMod val="60000"/>
              <a:lumOff val="40000"/>
            </a:schemeClr>
          </a:solidFill>
          <a:ln w="6350">
            <a:solidFill>
              <a:schemeClr val="tx1"/>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詳細設計・開発・</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単体テスト</a:t>
            </a:r>
          </a:p>
        </p:txBody>
      </p:sp>
      <p:sp>
        <p:nvSpPr>
          <p:cNvPr id="45" name="正方形/長方形 44">
            <a:extLst>
              <a:ext uri="{FF2B5EF4-FFF2-40B4-BE49-F238E27FC236}">
                <a16:creationId xmlns:a16="http://schemas.microsoft.com/office/drawing/2014/main" id="{D288673B-1B1E-4C6E-BA69-E5F1FEDB27ED}"/>
              </a:ext>
            </a:extLst>
          </p:cNvPr>
          <p:cNvSpPr/>
          <p:nvPr/>
        </p:nvSpPr>
        <p:spPr>
          <a:xfrm>
            <a:off x="6096001" y="2845937"/>
            <a:ext cx="2309637" cy="540000"/>
          </a:xfrm>
          <a:prstGeom prst="rect">
            <a:avLst/>
          </a:prstGeom>
          <a:solidFill>
            <a:schemeClr val="accent3">
              <a:lumMod val="60000"/>
              <a:lumOff val="40000"/>
            </a:schemeClr>
          </a:solidFill>
          <a:ln w="6350">
            <a:solidFill>
              <a:schemeClr val="tx1"/>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結合テスト・システム</a:t>
            </a:r>
            <a:br>
              <a:rPr lang="en-US" altLang="ja-JP" sz="1200" dirty="0">
                <a:solidFill>
                  <a:schemeClr val="tx1"/>
                </a:solidFill>
                <a:latin typeface="游ゴシック" panose="020B0400000000000000" pitchFamily="50" charset="-128"/>
                <a:ea typeface="游ゴシック" panose="020B0400000000000000" pitchFamily="50" charset="-128"/>
              </a:rPr>
            </a:br>
            <a:r>
              <a:rPr lang="ja-JP" altLang="en-US" sz="1200" dirty="0">
                <a:solidFill>
                  <a:schemeClr val="tx1"/>
                </a:solidFill>
                <a:latin typeface="游ゴシック" panose="020B0400000000000000" pitchFamily="50" charset="-128"/>
                <a:ea typeface="游ゴシック" panose="020B0400000000000000" pitchFamily="50" charset="-128"/>
              </a:rPr>
              <a:t>テスト</a:t>
            </a:r>
          </a:p>
        </p:txBody>
      </p:sp>
      <p:sp>
        <p:nvSpPr>
          <p:cNvPr id="50" name="正方形/長方形 49">
            <a:extLst>
              <a:ext uri="{FF2B5EF4-FFF2-40B4-BE49-F238E27FC236}">
                <a16:creationId xmlns:a16="http://schemas.microsoft.com/office/drawing/2014/main" id="{BF31360D-FAB3-4C87-B7AB-B502DDFDA9EC}"/>
              </a:ext>
            </a:extLst>
          </p:cNvPr>
          <p:cNvSpPr/>
          <p:nvPr/>
        </p:nvSpPr>
        <p:spPr>
          <a:xfrm>
            <a:off x="4051752" y="2849002"/>
            <a:ext cx="640970" cy="540000"/>
          </a:xfrm>
          <a:prstGeom prst="rect">
            <a:avLst/>
          </a:prstGeom>
          <a:solidFill>
            <a:schemeClr val="accent1">
              <a:lumMod val="60000"/>
              <a:lumOff val="40000"/>
            </a:schemeClr>
          </a:solidFill>
          <a:ln w="6350">
            <a:solidFill>
              <a:schemeClr val="tx1"/>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基本設計</a:t>
            </a: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2025/1/31</a:t>
            </a:r>
            <a:endParaRPr lang="en-US"/>
          </a:p>
        </p:txBody>
      </p:sp>
      <p:sp>
        <p:nvSpPr>
          <p:cNvPr id="46" name="正方形/長方形 45">
            <a:extLst>
              <a:ext uri="{FF2B5EF4-FFF2-40B4-BE49-F238E27FC236}">
                <a16:creationId xmlns:a16="http://schemas.microsoft.com/office/drawing/2014/main" id="{6A2A85F1-E879-4E95-8579-1D9736F23A12}"/>
              </a:ext>
            </a:extLst>
          </p:cNvPr>
          <p:cNvSpPr/>
          <p:nvPr/>
        </p:nvSpPr>
        <p:spPr>
          <a:xfrm>
            <a:off x="10488818" y="2843415"/>
            <a:ext cx="1170087" cy="540000"/>
          </a:xfrm>
          <a:prstGeom prst="rect">
            <a:avLst/>
          </a:prstGeom>
          <a:solidFill>
            <a:schemeClr val="accent1">
              <a:lumMod val="60000"/>
              <a:lumOff val="40000"/>
            </a:schemeClr>
          </a:solidFill>
          <a:ln w="6350">
            <a:solidFill>
              <a:schemeClr val="tx1"/>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1200">
                <a:solidFill>
                  <a:schemeClr val="tx1"/>
                </a:solidFill>
                <a:latin typeface="游ゴシック"/>
                <a:ea typeface="游ゴシック"/>
              </a:rPr>
              <a:t>初期流動</a:t>
            </a:r>
          </a:p>
          <a:p>
            <a:pPr algn="ctr"/>
            <a:r>
              <a:rPr lang="ja-JP" altLang="en-US" sz="1200">
                <a:solidFill>
                  <a:schemeClr val="tx1"/>
                </a:solidFill>
                <a:latin typeface="游ゴシック"/>
                <a:ea typeface="游ゴシック"/>
              </a:rPr>
              <a:t>対応</a:t>
            </a:r>
          </a:p>
        </p:txBody>
      </p:sp>
      <p:sp>
        <p:nvSpPr>
          <p:cNvPr id="8" name="テキスト ボックス 7">
            <a:extLst>
              <a:ext uri="{FF2B5EF4-FFF2-40B4-BE49-F238E27FC236}">
                <a16:creationId xmlns:a16="http://schemas.microsoft.com/office/drawing/2014/main" id="{AA608998-7E3E-1298-045C-A506F642ABA9}"/>
              </a:ext>
            </a:extLst>
          </p:cNvPr>
          <p:cNvSpPr txBox="1"/>
          <p:nvPr/>
        </p:nvSpPr>
        <p:spPr>
          <a:xfrm>
            <a:off x="345450" y="5645785"/>
            <a:ext cx="8133100" cy="34840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dirty="0">
                <a:latin typeface="游ゴシック"/>
                <a:ea typeface="游ゴシック"/>
                <a:cs typeface="メイリオ" pitchFamily="50" charset="-128"/>
              </a:rPr>
              <a:t>スケジュールについては、ご契約のタイミング状況により変更となる場合がございます。</a:t>
            </a:r>
          </a:p>
        </p:txBody>
      </p:sp>
      <p:sp>
        <p:nvSpPr>
          <p:cNvPr id="29" name="ホームベース 30">
            <a:extLst>
              <a:ext uri="{FF2B5EF4-FFF2-40B4-BE49-F238E27FC236}">
                <a16:creationId xmlns:a16="http://schemas.microsoft.com/office/drawing/2014/main" id="{3B57EEC6-A848-4914-BC9B-95C84C7B6637}"/>
              </a:ext>
            </a:extLst>
          </p:cNvPr>
          <p:cNvSpPr/>
          <p:nvPr/>
        </p:nvSpPr>
        <p:spPr>
          <a:xfrm>
            <a:off x="3423704" y="4255464"/>
            <a:ext cx="1246319" cy="373693"/>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45720" rIns="0" bIns="45720" rtlCol="0" anchor="ctr"/>
          <a:lstStyle/>
          <a:p>
            <a:pPr algn="ctr"/>
            <a:r>
              <a:rPr kumimoji="1" lang="ja-JP" altLang="en-US" sz="1200" dirty="0">
                <a:solidFill>
                  <a:schemeClr val="tx1"/>
                </a:solidFill>
                <a:latin typeface="游ゴシック"/>
                <a:ea typeface="游ゴシック"/>
              </a:rPr>
              <a:t>ファイルサーバ</a:t>
            </a:r>
            <a:endParaRPr kumimoji="1" lang="en-US" altLang="ja-JP" sz="1200" dirty="0">
              <a:solidFill>
                <a:schemeClr val="tx1"/>
              </a:solidFill>
              <a:latin typeface="游ゴシック"/>
              <a:ea typeface="游ゴシック"/>
            </a:endParaRPr>
          </a:p>
          <a:p>
            <a:pPr algn="ctr"/>
            <a:r>
              <a:rPr kumimoji="1" lang="ja-JP" altLang="en-US" sz="1200" dirty="0">
                <a:solidFill>
                  <a:schemeClr val="tx1"/>
                </a:solidFill>
                <a:latin typeface="游ゴシック"/>
                <a:ea typeface="游ゴシック"/>
              </a:rPr>
              <a:t>準備</a:t>
            </a:r>
            <a:endParaRPr lang="ja-JP" dirty="0">
              <a:solidFill>
                <a:schemeClr val="tx1"/>
              </a:solidFill>
            </a:endParaRPr>
          </a:p>
        </p:txBody>
      </p:sp>
      <p:cxnSp>
        <p:nvCxnSpPr>
          <p:cNvPr id="9" name="直線矢印コネクタ 8"/>
          <p:cNvCxnSpPr>
            <a:cxnSpLocks/>
          </p:cNvCxnSpPr>
          <p:nvPr/>
        </p:nvCxnSpPr>
        <p:spPr>
          <a:xfrm>
            <a:off x="2819924" y="3785154"/>
            <a:ext cx="186646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正方形/長方形 9"/>
          <p:cNvSpPr/>
          <p:nvPr/>
        </p:nvSpPr>
        <p:spPr>
          <a:xfrm>
            <a:off x="3117695" y="3678056"/>
            <a:ext cx="1223568" cy="209326"/>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a:solidFill>
                  <a:schemeClr val="tx1"/>
                </a:solidFill>
              </a:rPr>
              <a:t>準委任契約</a:t>
            </a:r>
          </a:p>
        </p:txBody>
      </p:sp>
      <p:cxnSp>
        <p:nvCxnSpPr>
          <p:cNvPr id="28" name="直線矢印コネクタ 27"/>
          <p:cNvCxnSpPr>
            <a:cxnSpLocks/>
          </p:cNvCxnSpPr>
          <p:nvPr/>
        </p:nvCxnSpPr>
        <p:spPr>
          <a:xfrm>
            <a:off x="4697281" y="3782474"/>
            <a:ext cx="368308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正方形/長方形 30"/>
          <p:cNvSpPr/>
          <p:nvPr/>
        </p:nvSpPr>
        <p:spPr>
          <a:xfrm>
            <a:off x="5578679" y="3679238"/>
            <a:ext cx="1614115" cy="214685"/>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rPr>
              <a:t>請負契約</a:t>
            </a:r>
          </a:p>
        </p:txBody>
      </p:sp>
      <p:cxnSp>
        <p:nvCxnSpPr>
          <p:cNvPr id="43" name="直線矢印コネクタ 42"/>
          <p:cNvCxnSpPr>
            <a:cxnSpLocks/>
          </p:cNvCxnSpPr>
          <p:nvPr/>
        </p:nvCxnSpPr>
        <p:spPr>
          <a:xfrm>
            <a:off x="8380369" y="3773471"/>
            <a:ext cx="327027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9">
            <a:extLst>
              <a:ext uri="{FF2B5EF4-FFF2-40B4-BE49-F238E27FC236}">
                <a16:creationId xmlns:a16="http://schemas.microsoft.com/office/drawing/2014/main" id="{EDD85BF2-0E62-324F-DE1D-1DE92FE0C446}"/>
              </a:ext>
            </a:extLst>
          </p:cNvPr>
          <p:cNvSpPr/>
          <p:nvPr/>
        </p:nvSpPr>
        <p:spPr>
          <a:xfrm>
            <a:off x="9139547" y="3678056"/>
            <a:ext cx="1614115" cy="214685"/>
          </a:xfrm>
          <a:prstGeom prst="rect">
            <a:avLst/>
          </a:prstGeom>
          <a:solidFill>
            <a:schemeClr val="bg1"/>
          </a:solidFill>
          <a:ln>
            <a:solidFill>
              <a:srgbClr val="9A3B5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a:solidFill>
                  <a:schemeClr val="tx1"/>
                </a:solidFill>
              </a:rPr>
              <a:t>準委任契約</a:t>
            </a:r>
          </a:p>
        </p:txBody>
      </p:sp>
      <p:sp>
        <p:nvSpPr>
          <p:cNvPr id="15" name="ホームベース 30">
            <a:extLst>
              <a:ext uri="{FF2B5EF4-FFF2-40B4-BE49-F238E27FC236}">
                <a16:creationId xmlns:a16="http://schemas.microsoft.com/office/drawing/2014/main" id="{11B8F351-7614-6969-59D2-39391667C2E8}"/>
              </a:ext>
            </a:extLst>
          </p:cNvPr>
          <p:cNvSpPr/>
          <p:nvPr/>
        </p:nvSpPr>
        <p:spPr>
          <a:xfrm>
            <a:off x="3431707" y="4768357"/>
            <a:ext cx="1246319" cy="373693"/>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45720" rIns="0" bIns="45720" rtlCol="0" anchor="ctr"/>
          <a:lstStyle/>
          <a:p>
            <a:pPr algn="ctr"/>
            <a:r>
              <a:rPr lang="ja-JP" altLang="en-US" sz="1200" dirty="0">
                <a:solidFill>
                  <a:schemeClr val="tx1"/>
                </a:solidFill>
                <a:latin typeface="游ゴシック"/>
                <a:ea typeface="游ゴシック"/>
              </a:rPr>
              <a:t>開発・テスト用</a:t>
            </a:r>
            <a:endParaRPr lang="en-US" altLang="ja-JP" sz="1200" dirty="0">
              <a:solidFill>
                <a:schemeClr val="tx1"/>
              </a:solidFill>
              <a:latin typeface="游ゴシック"/>
              <a:ea typeface="游ゴシック"/>
            </a:endParaRPr>
          </a:p>
          <a:p>
            <a:pPr algn="ctr"/>
            <a:r>
              <a:rPr lang="en-US" altLang="ja-JP" sz="1200" dirty="0">
                <a:solidFill>
                  <a:schemeClr val="tx1"/>
                </a:solidFill>
                <a:latin typeface="游ゴシック"/>
                <a:ea typeface="游ゴシック"/>
              </a:rPr>
              <a:t>AVD</a:t>
            </a:r>
            <a:r>
              <a:rPr lang="ja-JP" altLang="en-US" sz="1200" dirty="0">
                <a:solidFill>
                  <a:schemeClr val="tx1"/>
                </a:solidFill>
                <a:latin typeface="游ゴシック"/>
                <a:ea typeface="游ゴシック"/>
              </a:rPr>
              <a:t>環境</a:t>
            </a:r>
            <a:r>
              <a:rPr kumimoji="1" lang="ja-JP" altLang="en-US" sz="1200" dirty="0">
                <a:solidFill>
                  <a:schemeClr val="tx1"/>
                </a:solidFill>
                <a:latin typeface="游ゴシック"/>
                <a:ea typeface="游ゴシック"/>
              </a:rPr>
              <a:t>準備</a:t>
            </a:r>
            <a:endParaRPr lang="ja-JP" dirty="0">
              <a:solidFill>
                <a:schemeClr val="tx1"/>
              </a:solidFill>
            </a:endParaRPr>
          </a:p>
        </p:txBody>
      </p:sp>
      <p:sp>
        <p:nvSpPr>
          <p:cNvPr id="26" name="フッター プレースホルダー 25">
            <a:extLst>
              <a:ext uri="{FF2B5EF4-FFF2-40B4-BE49-F238E27FC236}">
                <a16:creationId xmlns:a16="http://schemas.microsoft.com/office/drawing/2014/main" id="{C8E8B02B-03B6-531F-3E9A-93D02F9BDA33}"/>
              </a:ext>
            </a:extLst>
          </p:cNvPr>
          <p:cNvSpPr>
            <a:spLocks noGrp="1"/>
          </p:cNvSpPr>
          <p:nvPr>
            <p:ph type="ftr" sz="quarter" idx="11"/>
          </p:nvPr>
        </p:nvSpPr>
        <p:spPr/>
        <p:txBody>
          <a:bodyPr/>
          <a:lstStyle/>
          <a:p>
            <a:r>
              <a:rPr lang="en-US"/>
              <a:t>Copyright © 2025 SystemEXE,Inc All Rights Reserved.</a:t>
            </a:r>
          </a:p>
        </p:txBody>
      </p:sp>
      <p:sp>
        <p:nvSpPr>
          <p:cNvPr id="27" name="スライド番号プレースホルダー 26">
            <a:extLst>
              <a:ext uri="{FF2B5EF4-FFF2-40B4-BE49-F238E27FC236}">
                <a16:creationId xmlns:a16="http://schemas.microsoft.com/office/drawing/2014/main" id="{A737F57E-8437-6A5C-E5E5-5D1236C87BE1}"/>
              </a:ext>
            </a:extLst>
          </p:cNvPr>
          <p:cNvSpPr>
            <a:spLocks noGrp="1"/>
          </p:cNvSpPr>
          <p:nvPr>
            <p:ph type="sldNum" sz="quarter" idx="12"/>
          </p:nvPr>
        </p:nvSpPr>
        <p:spPr/>
        <p:txBody>
          <a:bodyPr/>
          <a:lstStyle/>
          <a:p>
            <a:fld id="{26CA5134-5AAC-D342-B763-43605FECB385}" type="slidenum">
              <a:rPr kumimoji="1" lang="ja-JP" altLang="en-US" smtClean="0"/>
              <a:pPr/>
              <a:t>6</a:t>
            </a:fld>
            <a:endParaRPr kumimoji="1" lang="ja-JP" altLang="en-US" sz="700"/>
          </a:p>
        </p:txBody>
      </p:sp>
      <p:sp>
        <p:nvSpPr>
          <p:cNvPr id="3" name="正方形/長方形 2">
            <a:extLst>
              <a:ext uri="{FF2B5EF4-FFF2-40B4-BE49-F238E27FC236}">
                <a16:creationId xmlns:a16="http://schemas.microsoft.com/office/drawing/2014/main" id="{88FC8F26-FC2E-B845-A14B-93B4DC1E9F95}"/>
              </a:ext>
            </a:extLst>
          </p:cNvPr>
          <p:cNvSpPr/>
          <p:nvPr/>
        </p:nvSpPr>
        <p:spPr>
          <a:xfrm>
            <a:off x="8380369" y="2847503"/>
            <a:ext cx="1786541" cy="540000"/>
          </a:xfrm>
          <a:prstGeom prst="rect">
            <a:avLst/>
          </a:prstGeom>
          <a:solidFill>
            <a:schemeClr val="accent1">
              <a:lumMod val="60000"/>
              <a:lumOff val="40000"/>
            </a:schemeClr>
          </a:solidFill>
          <a:ln w="6350">
            <a:solidFill>
              <a:schemeClr val="tx1"/>
            </a:solidFill>
          </a:ln>
        </p:spPr>
        <p:style>
          <a:lnRef idx="1">
            <a:schemeClr val="accent2"/>
          </a:lnRef>
          <a:fillRef idx="2">
            <a:schemeClr val="accent2"/>
          </a:fillRef>
          <a:effectRef idx="1">
            <a:schemeClr val="accent2"/>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運用（ユーザー）</a:t>
            </a:r>
            <a:endParaRPr lang="en-US" altLang="ja-JP" sz="1200" dirty="0">
              <a:solidFill>
                <a:schemeClr val="tx1"/>
              </a:solidFill>
              <a:latin typeface="游ゴシック"/>
              <a:ea typeface="游ゴシック"/>
            </a:endParaRPr>
          </a:p>
          <a:p>
            <a:pPr algn="ctr"/>
            <a:r>
              <a:rPr lang="ja-JP" altLang="en-US" sz="1200" dirty="0">
                <a:solidFill>
                  <a:schemeClr val="tx1"/>
                </a:solidFill>
                <a:latin typeface="游ゴシック"/>
                <a:ea typeface="游ゴシック"/>
              </a:rPr>
              <a:t>テスト</a:t>
            </a:r>
          </a:p>
        </p:txBody>
      </p:sp>
      <p:sp>
        <p:nvSpPr>
          <p:cNvPr id="4" name="正方形/長方形 3">
            <a:extLst>
              <a:ext uri="{FF2B5EF4-FFF2-40B4-BE49-F238E27FC236}">
                <a16:creationId xmlns:a16="http://schemas.microsoft.com/office/drawing/2014/main" id="{867C4A89-59B1-A77C-9698-888315B69B6B}"/>
              </a:ext>
            </a:extLst>
          </p:cNvPr>
          <p:cNvSpPr/>
          <p:nvPr/>
        </p:nvSpPr>
        <p:spPr>
          <a:xfrm>
            <a:off x="10175171" y="2843415"/>
            <a:ext cx="305387" cy="5400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a:ea typeface="游ゴシック"/>
              </a:rPr>
              <a:t>本番</a:t>
            </a:r>
            <a:endParaRPr lang="en-US" altLang="ja-JP" sz="1200" dirty="0">
              <a:solidFill>
                <a:schemeClr val="tx1"/>
              </a:solidFill>
              <a:latin typeface="游ゴシック"/>
              <a:ea typeface="游ゴシック"/>
            </a:endParaRPr>
          </a:p>
          <a:p>
            <a:pPr algn="ctr"/>
            <a:r>
              <a:rPr lang="ja-JP" altLang="en-US" sz="1200" dirty="0">
                <a:solidFill>
                  <a:schemeClr val="tx1"/>
                </a:solidFill>
                <a:latin typeface="游ゴシック"/>
                <a:ea typeface="游ゴシック"/>
              </a:rPr>
              <a:t>移行</a:t>
            </a:r>
          </a:p>
        </p:txBody>
      </p:sp>
      <p:sp>
        <p:nvSpPr>
          <p:cNvPr id="60" name="ホームベース 30">
            <a:extLst>
              <a:ext uri="{FF2B5EF4-FFF2-40B4-BE49-F238E27FC236}">
                <a16:creationId xmlns:a16="http://schemas.microsoft.com/office/drawing/2014/main" id="{6943A944-DDE6-A488-C960-9BF80F6A3220}"/>
              </a:ext>
            </a:extLst>
          </p:cNvPr>
          <p:cNvSpPr/>
          <p:nvPr/>
        </p:nvSpPr>
        <p:spPr>
          <a:xfrm>
            <a:off x="7044267" y="4768357"/>
            <a:ext cx="1318314" cy="373693"/>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tIns="45720" rIns="0" bIns="45720" rtlCol="0" anchor="ctr"/>
          <a:lstStyle/>
          <a:p>
            <a:pPr algn="ctr"/>
            <a:r>
              <a:rPr lang="ja-JP" altLang="en-US" sz="1200" dirty="0">
                <a:solidFill>
                  <a:schemeClr val="tx1"/>
                </a:solidFill>
                <a:latin typeface="游ゴシック"/>
                <a:ea typeface="游ゴシック"/>
              </a:rPr>
              <a:t>ユーザー用</a:t>
            </a:r>
            <a:endParaRPr lang="en-US" altLang="ja-JP" sz="1200" dirty="0">
              <a:solidFill>
                <a:schemeClr val="tx1"/>
              </a:solidFill>
              <a:latin typeface="游ゴシック"/>
              <a:ea typeface="游ゴシック"/>
            </a:endParaRPr>
          </a:p>
          <a:p>
            <a:pPr algn="ctr"/>
            <a:r>
              <a:rPr lang="en-US" altLang="ja-JP" sz="1200" dirty="0">
                <a:solidFill>
                  <a:schemeClr val="tx1"/>
                </a:solidFill>
                <a:latin typeface="游ゴシック"/>
                <a:ea typeface="游ゴシック"/>
              </a:rPr>
              <a:t>AVD</a:t>
            </a:r>
            <a:r>
              <a:rPr lang="ja-JP" altLang="en-US" sz="1200" dirty="0">
                <a:solidFill>
                  <a:schemeClr val="tx1"/>
                </a:solidFill>
                <a:latin typeface="游ゴシック"/>
                <a:ea typeface="游ゴシック"/>
              </a:rPr>
              <a:t>環境</a:t>
            </a:r>
            <a:r>
              <a:rPr kumimoji="1" lang="ja-JP" altLang="en-US" sz="1200" dirty="0">
                <a:solidFill>
                  <a:schemeClr val="tx1"/>
                </a:solidFill>
                <a:latin typeface="游ゴシック"/>
                <a:ea typeface="游ゴシック"/>
              </a:rPr>
              <a:t>準備</a:t>
            </a:r>
            <a:endParaRPr lang="ja-JP" dirty="0">
              <a:solidFill>
                <a:schemeClr val="tx1"/>
              </a:solidFill>
            </a:endParaRPr>
          </a:p>
        </p:txBody>
      </p:sp>
      <p:sp>
        <p:nvSpPr>
          <p:cNvPr id="61" name="正方形/長方形 60">
            <a:extLst>
              <a:ext uri="{FF2B5EF4-FFF2-40B4-BE49-F238E27FC236}">
                <a16:creationId xmlns:a16="http://schemas.microsoft.com/office/drawing/2014/main" id="{92327022-0AE4-28FD-85DD-81903A3ACD11}"/>
              </a:ext>
            </a:extLst>
          </p:cNvPr>
          <p:cNvSpPr/>
          <p:nvPr/>
        </p:nvSpPr>
        <p:spPr>
          <a:xfrm>
            <a:off x="4686391" y="4255464"/>
            <a:ext cx="1037076" cy="373692"/>
          </a:xfrm>
          <a:prstGeom prst="rect">
            <a:avLst/>
          </a:prstGeom>
          <a:solidFill>
            <a:schemeClr val="accent3">
              <a:lumMod val="60000"/>
              <a:lumOff val="40000"/>
            </a:schemeClr>
          </a:solidFill>
          <a:ln w="6350">
            <a:solidFill>
              <a:schemeClr val="tx1"/>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環境構築・</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設定</a:t>
            </a:r>
          </a:p>
        </p:txBody>
      </p:sp>
      <p:sp>
        <p:nvSpPr>
          <p:cNvPr id="62" name="ホームベース 30">
            <a:extLst>
              <a:ext uri="{FF2B5EF4-FFF2-40B4-BE49-F238E27FC236}">
                <a16:creationId xmlns:a16="http://schemas.microsoft.com/office/drawing/2014/main" id="{3B57EEC6-A848-4914-BC9B-95C84C7B6637}"/>
              </a:ext>
            </a:extLst>
          </p:cNvPr>
          <p:cNvSpPr/>
          <p:nvPr/>
        </p:nvSpPr>
        <p:spPr>
          <a:xfrm>
            <a:off x="8002751" y="5871185"/>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63" name="ホームベース 31">
            <a:extLst>
              <a:ext uri="{FF2B5EF4-FFF2-40B4-BE49-F238E27FC236}">
                <a16:creationId xmlns:a16="http://schemas.microsoft.com/office/drawing/2014/main" id="{2BED1E46-0D50-4D21-A77D-92FC258B00B7}"/>
              </a:ext>
            </a:extLst>
          </p:cNvPr>
          <p:cNvSpPr/>
          <p:nvPr/>
        </p:nvSpPr>
        <p:spPr>
          <a:xfrm>
            <a:off x="9294651" y="5871185"/>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64" name="ホームベース 32">
            <a:extLst>
              <a:ext uri="{FF2B5EF4-FFF2-40B4-BE49-F238E27FC236}">
                <a16:creationId xmlns:a16="http://schemas.microsoft.com/office/drawing/2014/main" id="{C37584D3-7DC1-4AF5-821B-4EB0B466578A}"/>
              </a:ext>
            </a:extLst>
          </p:cNvPr>
          <p:cNvSpPr/>
          <p:nvPr/>
        </p:nvSpPr>
        <p:spPr>
          <a:xfrm>
            <a:off x="10586550" y="5871185"/>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65" name="角丸四角形 33">
            <a:extLst>
              <a:ext uri="{FF2B5EF4-FFF2-40B4-BE49-F238E27FC236}">
                <a16:creationId xmlns:a16="http://schemas.microsoft.com/office/drawing/2014/main" id="{5E7C7353-36D9-4E13-AE62-C6438FB175BA}"/>
              </a:ext>
            </a:extLst>
          </p:cNvPr>
          <p:cNvSpPr/>
          <p:nvPr/>
        </p:nvSpPr>
        <p:spPr>
          <a:xfrm>
            <a:off x="7927714" y="5796487"/>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Tree>
    <p:extLst>
      <p:ext uri="{BB962C8B-B14F-4D97-AF65-F5344CB8AC3E}">
        <p14:creationId xmlns:p14="http://schemas.microsoft.com/office/powerpoint/2010/main" val="3560606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７</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 体制</a:t>
            </a:r>
            <a:endParaRPr kumimoji="1" lang="ja-JP" altLang="en-US" dirty="0">
              <a:latin typeface="游明朝" panose="02020400000000000000" pitchFamily="18" charset="-128"/>
              <a:ea typeface="游明朝" panose="02020400000000000000" pitchFamily="18" charset="-128"/>
            </a:endParaRPr>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2025/1/31</a:t>
            </a:r>
            <a:endParaRPr lang="en-US"/>
          </a:p>
        </p:txBody>
      </p:sp>
      <p:sp>
        <p:nvSpPr>
          <p:cNvPr id="7" name="フッター プレースホルダー 6">
            <a:extLst>
              <a:ext uri="{FF2B5EF4-FFF2-40B4-BE49-F238E27FC236}">
                <a16:creationId xmlns:a16="http://schemas.microsoft.com/office/drawing/2014/main" id="{7ECE7776-490C-7C21-F800-3901BED6E55C}"/>
              </a:ext>
            </a:extLst>
          </p:cNvPr>
          <p:cNvSpPr>
            <a:spLocks noGrp="1"/>
          </p:cNvSpPr>
          <p:nvPr>
            <p:ph type="ftr" sz="quarter" idx="11"/>
          </p:nvPr>
        </p:nvSpPr>
        <p:spPr/>
        <p:txBody>
          <a:bodyPr/>
          <a:lstStyle/>
          <a:p>
            <a:r>
              <a:rPr lang="en-US"/>
              <a:t>Copyright © 2025 SystemEXE,Inc All Rights Reserved.</a:t>
            </a:r>
          </a:p>
        </p:txBody>
      </p:sp>
      <p:sp>
        <p:nvSpPr>
          <p:cNvPr id="36" name="スライド番号プレースホルダー 35">
            <a:extLst>
              <a:ext uri="{FF2B5EF4-FFF2-40B4-BE49-F238E27FC236}">
                <a16:creationId xmlns:a16="http://schemas.microsoft.com/office/drawing/2014/main" id="{93880AE2-FA0B-4B8F-313D-34FAF2E9193A}"/>
              </a:ext>
            </a:extLst>
          </p:cNvPr>
          <p:cNvSpPr>
            <a:spLocks noGrp="1"/>
          </p:cNvSpPr>
          <p:nvPr>
            <p:ph type="sldNum" sz="quarter" idx="12"/>
          </p:nvPr>
        </p:nvSpPr>
        <p:spPr/>
        <p:txBody>
          <a:bodyPr/>
          <a:lstStyle/>
          <a:p>
            <a:fld id="{26CA5134-5AAC-D342-B763-43605FECB385}" type="slidenum">
              <a:rPr kumimoji="1" lang="ja-JP" altLang="en-US" smtClean="0"/>
              <a:pPr/>
              <a:t>7</a:t>
            </a:fld>
            <a:endParaRPr kumimoji="1" lang="ja-JP" altLang="en-US" sz="700"/>
          </a:p>
        </p:txBody>
      </p:sp>
      <p:sp>
        <p:nvSpPr>
          <p:cNvPr id="3" name="正方形/長方形 2">
            <a:extLst>
              <a:ext uri="{FF2B5EF4-FFF2-40B4-BE49-F238E27FC236}">
                <a16:creationId xmlns:a16="http://schemas.microsoft.com/office/drawing/2014/main" id="{23C657B9-2F78-4A78-C94C-B1FBB69830D9}"/>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4" name="正方形/長方形 3">
            <a:extLst>
              <a:ext uri="{FF2B5EF4-FFF2-40B4-BE49-F238E27FC236}">
                <a16:creationId xmlns:a16="http://schemas.microsoft.com/office/drawing/2014/main" id="{619F8DBF-70D0-A6F8-7F37-DDFDB10945AC}"/>
              </a:ext>
            </a:extLst>
          </p:cNvPr>
          <p:cNvSpPr/>
          <p:nvPr/>
        </p:nvSpPr>
        <p:spPr>
          <a:xfrm>
            <a:off x="4488532" y="1179412"/>
            <a:ext cx="7019999" cy="4802735"/>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37" name="正方形/長方形 36">
            <a:extLst>
              <a:ext uri="{FF2B5EF4-FFF2-40B4-BE49-F238E27FC236}">
                <a16:creationId xmlns:a16="http://schemas.microsoft.com/office/drawing/2014/main" id="{D5471BA0-7155-1CA7-4507-16E2AF12C990}"/>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51" name="直線コネクタ 50">
            <a:extLst>
              <a:ext uri="{FF2B5EF4-FFF2-40B4-BE49-F238E27FC236}">
                <a16:creationId xmlns:a16="http://schemas.microsoft.com/office/drawing/2014/main" id="{5227B61C-160F-0D08-0A02-1F084511C5AB}"/>
              </a:ext>
            </a:extLst>
          </p:cNvPr>
          <p:cNvCxnSpPr>
            <a:cxnSpLocks/>
            <a:stCxn id="54" idx="2"/>
            <a:endCxn id="57" idx="3"/>
          </p:cNvCxnSpPr>
          <p:nvPr/>
        </p:nvCxnSpPr>
        <p:spPr>
          <a:xfrm>
            <a:off x="2586001" y="2259479"/>
            <a:ext cx="0" cy="1996655"/>
          </a:xfrm>
          <a:prstGeom prst="line">
            <a:avLst/>
          </a:prstGeom>
          <a:noFill/>
          <a:ln w="28575" cap="flat" cmpd="sng" algn="ctr">
            <a:solidFill>
              <a:schemeClr val="bg1">
                <a:lumMod val="75000"/>
              </a:schemeClr>
            </a:solidFill>
            <a:prstDash val="solid"/>
            <a:miter lim="800000"/>
          </a:ln>
          <a:effectLst/>
        </p:spPr>
      </p:cxnSp>
      <p:grpSp>
        <p:nvGrpSpPr>
          <p:cNvPr id="52" name="グループ化 51">
            <a:extLst>
              <a:ext uri="{FF2B5EF4-FFF2-40B4-BE49-F238E27FC236}">
                <a16:creationId xmlns:a16="http://schemas.microsoft.com/office/drawing/2014/main" id="{B1A71CC4-4998-17FC-7EA5-23A57443747F}"/>
              </a:ext>
            </a:extLst>
          </p:cNvPr>
          <p:cNvGrpSpPr/>
          <p:nvPr/>
        </p:nvGrpSpPr>
        <p:grpSpPr>
          <a:xfrm>
            <a:off x="1218001" y="1539479"/>
            <a:ext cx="2736000" cy="720000"/>
            <a:chOff x="1218001" y="2016000"/>
            <a:chExt cx="2736000" cy="720000"/>
          </a:xfrm>
        </p:grpSpPr>
        <p:sp>
          <p:nvSpPr>
            <p:cNvPr id="53" name="片側の 2 つの角を丸めた四角形 13">
              <a:extLst>
                <a:ext uri="{FF2B5EF4-FFF2-40B4-BE49-F238E27FC236}">
                  <a16:creationId xmlns:a16="http://schemas.microsoft.com/office/drawing/2014/main" id="{96560E92-A398-B51F-98EB-D93D89D0CB25}"/>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54" name="正方形/長方形 53">
              <a:extLst>
                <a:ext uri="{FF2B5EF4-FFF2-40B4-BE49-F238E27FC236}">
                  <a16:creationId xmlns:a16="http://schemas.microsoft.com/office/drawing/2014/main" id="{2CC13438-F997-F059-6D5B-A6A70B905E62}"/>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吉田 朋久様</a:t>
              </a:r>
            </a:p>
          </p:txBody>
        </p:sp>
      </p:grpSp>
      <p:grpSp>
        <p:nvGrpSpPr>
          <p:cNvPr id="56" name="グループ化 55">
            <a:extLst>
              <a:ext uri="{FF2B5EF4-FFF2-40B4-BE49-F238E27FC236}">
                <a16:creationId xmlns:a16="http://schemas.microsoft.com/office/drawing/2014/main" id="{A42AC062-716C-2858-CD5F-6BBBDB16EE81}"/>
              </a:ext>
            </a:extLst>
          </p:cNvPr>
          <p:cNvGrpSpPr/>
          <p:nvPr/>
        </p:nvGrpSpPr>
        <p:grpSpPr>
          <a:xfrm>
            <a:off x="1218001" y="4256134"/>
            <a:ext cx="2736000" cy="720000"/>
            <a:chOff x="1218001" y="3396608"/>
            <a:chExt cx="2736000" cy="720000"/>
          </a:xfrm>
        </p:grpSpPr>
        <p:sp>
          <p:nvSpPr>
            <p:cNvPr id="57" name="片側の 2 つの角を丸めた四角形 15">
              <a:extLst>
                <a:ext uri="{FF2B5EF4-FFF2-40B4-BE49-F238E27FC236}">
                  <a16:creationId xmlns:a16="http://schemas.microsoft.com/office/drawing/2014/main" id="{FD65449F-2C89-F739-C360-7798A6486C0B}"/>
                </a:ext>
              </a:extLst>
            </p:cNvPr>
            <p:cNvSpPr/>
            <p:nvPr/>
          </p:nvSpPr>
          <p:spPr>
            <a:xfrm>
              <a:off x="1218001" y="3396608"/>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58" name="正方形/長方形 57">
              <a:extLst>
                <a:ext uri="{FF2B5EF4-FFF2-40B4-BE49-F238E27FC236}">
                  <a16:creationId xmlns:a16="http://schemas.microsoft.com/office/drawing/2014/main" id="{A35FF91E-6C21-7A15-7CE3-A15DBA626E9E}"/>
                </a:ext>
              </a:extLst>
            </p:cNvPr>
            <p:cNvSpPr/>
            <p:nvPr/>
          </p:nvSpPr>
          <p:spPr>
            <a:xfrm>
              <a:off x="1218001" y="368460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600" kern="0" dirty="0">
                  <a:solidFill>
                    <a:prstClr val="black"/>
                  </a:solidFill>
                  <a:latin typeface="+mn-ea"/>
                </a:rPr>
                <a:t>浅井</a:t>
              </a:r>
              <a:r>
                <a:rPr lang="ja-JP" altLang="en-US" sz="1600" kern="0" dirty="0">
                  <a:solidFill>
                    <a:prstClr val="black"/>
                  </a:solidFill>
                  <a:latin typeface="+mn-ea"/>
                </a:rPr>
                <a:t> </a:t>
              </a:r>
              <a:r>
                <a:rPr lang="zh-CN" altLang="en-US" sz="1600" kern="0" dirty="0">
                  <a:solidFill>
                    <a:prstClr val="black"/>
                  </a:solidFill>
                  <a:latin typeface="+mn-ea"/>
                </a:rPr>
                <a:t>啓一郎</a:t>
              </a:r>
              <a:r>
                <a:rPr lang="ja-JP" altLang="en-US" sz="1600" kern="0" dirty="0">
                  <a:solidFill>
                    <a:prstClr val="black"/>
                  </a:solidFill>
                  <a:latin typeface="+mn-ea"/>
                </a:rPr>
                <a:t>様</a:t>
              </a:r>
              <a:endParaRPr lang="en-US" altLang="ja-JP" sz="1600" kern="0" dirty="0">
                <a:solidFill>
                  <a:prstClr val="black"/>
                </a:solidFill>
                <a:latin typeface="+mn-ea"/>
              </a:endParaRPr>
            </a:p>
          </p:txBody>
        </p:sp>
      </p:grpSp>
      <p:sp>
        <p:nvSpPr>
          <p:cNvPr id="59" name="正方形/長方形 58">
            <a:extLst>
              <a:ext uri="{FF2B5EF4-FFF2-40B4-BE49-F238E27FC236}">
                <a16:creationId xmlns:a16="http://schemas.microsoft.com/office/drawing/2014/main" id="{4E561941-944D-E50D-13FA-A1C8C3AD8876}"/>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60" name="正方形/長方形 59">
            <a:extLst>
              <a:ext uri="{FF2B5EF4-FFF2-40B4-BE49-F238E27FC236}">
                <a16:creationId xmlns:a16="http://schemas.microsoft.com/office/drawing/2014/main" id="{BD941635-696E-10FD-6206-62446AF82FC2}"/>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61" name="正方形/長方形 60">
            <a:extLst>
              <a:ext uri="{FF2B5EF4-FFF2-40B4-BE49-F238E27FC236}">
                <a16:creationId xmlns:a16="http://schemas.microsoft.com/office/drawing/2014/main" id="{98ED690B-CC30-5E16-796E-8817F1A3E37F}"/>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62" name="グループ化 61">
            <a:extLst>
              <a:ext uri="{FF2B5EF4-FFF2-40B4-BE49-F238E27FC236}">
                <a16:creationId xmlns:a16="http://schemas.microsoft.com/office/drawing/2014/main" id="{5DA20BF0-91CA-BFFA-40D4-FCA18872C14A}"/>
              </a:ext>
            </a:extLst>
          </p:cNvPr>
          <p:cNvGrpSpPr/>
          <p:nvPr/>
        </p:nvGrpSpPr>
        <p:grpSpPr>
          <a:xfrm>
            <a:off x="5561464" y="1567297"/>
            <a:ext cx="2736000" cy="720000"/>
            <a:chOff x="6852000" y="1800000"/>
            <a:chExt cx="2736000" cy="720000"/>
          </a:xfrm>
        </p:grpSpPr>
        <p:sp>
          <p:nvSpPr>
            <p:cNvPr id="63" name="片側の 2 つの角を丸めた四角形 8">
              <a:extLst>
                <a:ext uri="{FF2B5EF4-FFF2-40B4-BE49-F238E27FC236}">
                  <a16:creationId xmlns:a16="http://schemas.microsoft.com/office/drawing/2014/main" id="{D40EA9F3-B15B-FE13-95D6-7AB7A4512321}"/>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64" name="正方形/長方形 63">
              <a:extLst>
                <a:ext uri="{FF2B5EF4-FFF2-40B4-BE49-F238E27FC236}">
                  <a16:creationId xmlns:a16="http://schemas.microsoft.com/office/drawing/2014/main" id="{AB19CC97-BBA8-8754-C0C9-8E9665399635}"/>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福田 慎</a:t>
              </a:r>
              <a:endParaRPr kumimoji="0" lang="ja-JP" altLang="en-US" sz="1600" b="0" i="0" u="none" strike="noStrike" kern="0" cap="none" spc="0" normalizeH="0" baseline="0" noProof="0" dirty="0">
                <a:ln>
                  <a:noFill/>
                </a:ln>
                <a:solidFill>
                  <a:prstClr val="black"/>
                </a:solidFill>
                <a:effectLst/>
                <a:uLnTx/>
                <a:uFillTx/>
                <a:latin typeface="+mn-ea"/>
              </a:endParaRPr>
            </a:p>
          </p:txBody>
        </p:sp>
      </p:grpSp>
      <p:cxnSp>
        <p:nvCxnSpPr>
          <p:cNvPr id="65" name="直線コネクタ 64">
            <a:extLst>
              <a:ext uri="{FF2B5EF4-FFF2-40B4-BE49-F238E27FC236}">
                <a16:creationId xmlns:a16="http://schemas.microsoft.com/office/drawing/2014/main" id="{CA561B55-30A5-B8CA-111D-DA4979C4195C}"/>
              </a:ext>
            </a:extLst>
          </p:cNvPr>
          <p:cNvCxnSpPr>
            <a:cxnSpLocks/>
            <a:stCxn id="64" idx="2"/>
            <a:endCxn id="67" idx="3"/>
          </p:cNvCxnSpPr>
          <p:nvPr/>
        </p:nvCxnSpPr>
        <p:spPr>
          <a:xfrm>
            <a:off x="6929464" y="2287297"/>
            <a:ext cx="0" cy="2306780"/>
          </a:xfrm>
          <a:prstGeom prst="line">
            <a:avLst/>
          </a:prstGeom>
          <a:noFill/>
          <a:ln w="28575" cap="flat" cmpd="sng" algn="ctr">
            <a:solidFill>
              <a:sysClr val="window" lastClr="FFFFFF">
                <a:lumMod val="75000"/>
              </a:sysClr>
            </a:solidFill>
            <a:prstDash val="solid"/>
            <a:miter lim="800000"/>
          </a:ln>
          <a:effectLst/>
        </p:spPr>
      </p:cxnSp>
      <p:grpSp>
        <p:nvGrpSpPr>
          <p:cNvPr id="66" name="グループ化 65">
            <a:extLst>
              <a:ext uri="{FF2B5EF4-FFF2-40B4-BE49-F238E27FC236}">
                <a16:creationId xmlns:a16="http://schemas.microsoft.com/office/drawing/2014/main" id="{EE9552A1-110B-C4E2-9B3B-AFE3B9D7DA00}"/>
              </a:ext>
            </a:extLst>
          </p:cNvPr>
          <p:cNvGrpSpPr/>
          <p:nvPr/>
        </p:nvGrpSpPr>
        <p:grpSpPr>
          <a:xfrm>
            <a:off x="5561464" y="4594077"/>
            <a:ext cx="2736000" cy="1296455"/>
            <a:chOff x="6852000" y="5532586"/>
            <a:chExt cx="2736000" cy="644425"/>
          </a:xfrm>
        </p:grpSpPr>
        <p:sp>
          <p:nvSpPr>
            <p:cNvPr id="67" name="片側の 2 つの角を丸めた四角形 21">
              <a:extLst>
                <a:ext uri="{FF2B5EF4-FFF2-40B4-BE49-F238E27FC236}">
                  <a16:creationId xmlns:a16="http://schemas.microsoft.com/office/drawing/2014/main" id="{540FCFCC-D418-3061-64C4-22037FD88D75}"/>
                </a:ext>
              </a:extLst>
            </p:cNvPr>
            <p:cNvSpPr/>
            <p:nvPr/>
          </p:nvSpPr>
          <p:spPr>
            <a:xfrm>
              <a:off x="6852000" y="5532586"/>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68" name="正方形/長方形 67">
              <a:extLst>
                <a:ext uri="{FF2B5EF4-FFF2-40B4-BE49-F238E27FC236}">
                  <a16:creationId xmlns:a16="http://schemas.microsoft.com/office/drawing/2014/main" id="{E894E04F-10D3-ABF7-8705-EA0FE2CB7CDF}"/>
                </a:ext>
              </a:extLst>
            </p:cNvPr>
            <p:cNvSpPr/>
            <p:nvPr/>
          </p:nvSpPr>
          <p:spPr>
            <a:xfrm>
              <a:off x="6852000" y="5727938"/>
              <a:ext cx="2736000" cy="44907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dirty="0"/>
                <a:t>朴澤 健吾</a:t>
              </a:r>
              <a:endParaRPr lang="en-US" altLang="ja-JP" sz="1600" dirty="0"/>
            </a:p>
            <a:p>
              <a:pPr lvl="0" algn="ctr" defTabSz="914400">
                <a:defRPr/>
              </a:pPr>
              <a:r>
                <a:rPr lang="ja-JP" altLang="en-US" sz="1600" dirty="0"/>
                <a:t>他数名</a:t>
              </a:r>
              <a:endParaRPr lang="ja-JP" altLang="en-US" sz="1600" b="0" i="0" dirty="0">
                <a:solidFill>
                  <a:srgbClr val="333333"/>
                </a:solidFill>
                <a:effectLst/>
                <a:latin typeface="游ゴシック"/>
                <a:ea typeface="游ゴシック"/>
              </a:endParaRPr>
            </a:p>
          </p:txBody>
        </p:sp>
      </p:grpSp>
      <p:cxnSp>
        <p:nvCxnSpPr>
          <p:cNvPr id="69" name="直線コネクタ 68">
            <a:extLst>
              <a:ext uri="{FF2B5EF4-FFF2-40B4-BE49-F238E27FC236}">
                <a16:creationId xmlns:a16="http://schemas.microsoft.com/office/drawing/2014/main" id="{15DFEC34-AF28-BC16-C88F-40D553F0CEE0}"/>
              </a:ext>
            </a:extLst>
          </p:cNvPr>
          <p:cNvCxnSpPr>
            <a:cxnSpLocks/>
          </p:cNvCxnSpPr>
          <p:nvPr/>
        </p:nvCxnSpPr>
        <p:spPr>
          <a:xfrm flipH="1">
            <a:off x="6929464" y="2524256"/>
            <a:ext cx="2420019" cy="0"/>
          </a:xfrm>
          <a:prstGeom prst="line">
            <a:avLst/>
          </a:prstGeom>
          <a:noFill/>
          <a:ln w="28575" cap="flat" cmpd="sng" algn="ctr">
            <a:solidFill>
              <a:sysClr val="window" lastClr="FFFFFF">
                <a:lumMod val="75000"/>
              </a:sysClr>
            </a:solidFill>
            <a:prstDash val="solid"/>
            <a:miter lim="800000"/>
          </a:ln>
          <a:effectLst/>
        </p:spPr>
      </p:cxnSp>
      <p:grpSp>
        <p:nvGrpSpPr>
          <p:cNvPr id="70" name="グループ化 69">
            <a:extLst>
              <a:ext uri="{FF2B5EF4-FFF2-40B4-BE49-F238E27FC236}">
                <a16:creationId xmlns:a16="http://schemas.microsoft.com/office/drawing/2014/main" id="{E9B91B30-8BA7-4C51-4F2E-90C6D4E8CF17}"/>
              </a:ext>
            </a:extLst>
          </p:cNvPr>
          <p:cNvGrpSpPr/>
          <p:nvPr/>
        </p:nvGrpSpPr>
        <p:grpSpPr>
          <a:xfrm>
            <a:off x="5561464" y="2691874"/>
            <a:ext cx="2736000" cy="711533"/>
            <a:chOff x="6852000" y="2538555"/>
            <a:chExt cx="2736000" cy="711533"/>
          </a:xfrm>
        </p:grpSpPr>
        <p:sp>
          <p:nvSpPr>
            <p:cNvPr id="71" name="片側の 2 つの角を丸めた四角形 8">
              <a:extLst>
                <a:ext uri="{FF2B5EF4-FFF2-40B4-BE49-F238E27FC236}">
                  <a16:creationId xmlns:a16="http://schemas.microsoft.com/office/drawing/2014/main" id="{0520B11E-B202-14A1-B023-F62D567029C6}"/>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dirty="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dirty="0">
                <a:ln>
                  <a:noFill/>
                </a:ln>
                <a:solidFill>
                  <a:prstClr val="white"/>
                </a:solidFill>
                <a:effectLst/>
                <a:uLnTx/>
                <a:uFillTx/>
                <a:latin typeface="+mn-ea"/>
              </a:endParaRPr>
            </a:p>
          </p:txBody>
        </p:sp>
        <p:sp>
          <p:nvSpPr>
            <p:cNvPr id="72" name="正方形/長方形 71">
              <a:extLst>
                <a:ext uri="{FF2B5EF4-FFF2-40B4-BE49-F238E27FC236}">
                  <a16:creationId xmlns:a16="http://schemas.microsoft.com/office/drawing/2014/main" id="{6E1357C1-CFC3-448F-702A-1C76E8856F8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dirty="0">
                  <a:solidFill>
                    <a:srgbClr val="333333"/>
                  </a:solidFill>
                  <a:latin typeface="游ゴシック"/>
                  <a:ea typeface="游ゴシック"/>
                </a:rPr>
                <a:t>遠矢 成洋</a:t>
              </a:r>
            </a:p>
          </p:txBody>
        </p:sp>
      </p:grpSp>
      <p:grpSp>
        <p:nvGrpSpPr>
          <p:cNvPr id="73" name="グループ化 72">
            <a:extLst>
              <a:ext uri="{FF2B5EF4-FFF2-40B4-BE49-F238E27FC236}">
                <a16:creationId xmlns:a16="http://schemas.microsoft.com/office/drawing/2014/main" id="{F938E960-1535-7D24-FDC5-4E642B76E4A1}"/>
              </a:ext>
            </a:extLst>
          </p:cNvPr>
          <p:cNvGrpSpPr/>
          <p:nvPr/>
        </p:nvGrpSpPr>
        <p:grpSpPr>
          <a:xfrm>
            <a:off x="9239173" y="2358649"/>
            <a:ext cx="2084133" cy="728930"/>
            <a:chOff x="8524839" y="4231002"/>
            <a:chExt cx="2736000" cy="728930"/>
          </a:xfrm>
        </p:grpSpPr>
        <p:sp>
          <p:nvSpPr>
            <p:cNvPr id="74" name="片側の 2 つの角を丸めた四角形 29">
              <a:extLst>
                <a:ext uri="{FF2B5EF4-FFF2-40B4-BE49-F238E27FC236}">
                  <a16:creationId xmlns:a16="http://schemas.microsoft.com/office/drawing/2014/main" id="{7862EEBC-DD64-FDA2-B075-99976F6AEAFB}"/>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dirty="0">
                  <a:ln>
                    <a:noFill/>
                  </a:ln>
                  <a:solidFill>
                    <a:prstClr val="white"/>
                  </a:solidFill>
                  <a:effectLst/>
                  <a:uLnTx/>
                  <a:uFillTx/>
                  <a:latin typeface="+mn-ea"/>
                </a:rPr>
                <a:t>営業</a:t>
              </a:r>
            </a:p>
          </p:txBody>
        </p:sp>
        <p:sp>
          <p:nvSpPr>
            <p:cNvPr id="75" name="正方形/長方形 74">
              <a:extLst>
                <a:ext uri="{FF2B5EF4-FFF2-40B4-BE49-F238E27FC236}">
                  <a16:creationId xmlns:a16="http://schemas.microsoft.com/office/drawing/2014/main" id="{76F83ED8-708D-77F4-0CFC-26F0D47B9E3C}"/>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76" name="グループ化 75">
            <a:extLst>
              <a:ext uri="{FF2B5EF4-FFF2-40B4-BE49-F238E27FC236}">
                <a16:creationId xmlns:a16="http://schemas.microsoft.com/office/drawing/2014/main" id="{7801B6F6-1BA5-5829-1FA4-25E72DEB792B}"/>
              </a:ext>
            </a:extLst>
          </p:cNvPr>
          <p:cNvGrpSpPr/>
          <p:nvPr/>
        </p:nvGrpSpPr>
        <p:grpSpPr>
          <a:xfrm>
            <a:off x="1218001" y="2776855"/>
            <a:ext cx="2736000" cy="961904"/>
            <a:chOff x="8524839" y="4231002"/>
            <a:chExt cx="2736000" cy="961904"/>
          </a:xfrm>
        </p:grpSpPr>
        <p:sp>
          <p:nvSpPr>
            <p:cNvPr id="77" name="片側の 2 つの角を丸めた四角形 29">
              <a:extLst>
                <a:ext uri="{FF2B5EF4-FFF2-40B4-BE49-F238E27FC236}">
                  <a16:creationId xmlns:a16="http://schemas.microsoft.com/office/drawing/2014/main" id="{600E12FD-60BE-E8B9-A6A7-AEF1415BDC80}"/>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78" name="正方形/長方形 77">
              <a:extLst>
                <a:ext uri="{FF2B5EF4-FFF2-40B4-BE49-F238E27FC236}">
                  <a16:creationId xmlns:a16="http://schemas.microsoft.com/office/drawing/2014/main" id="{56678F09-738F-2BDE-14E7-7CF4A4E9EB5E}"/>
                </a:ext>
              </a:extLst>
            </p:cNvPr>
            <p:cNvSpPr/>
            <p:nvPr/>
          </p:nvSpPr>
          <p:spPr>
            <a:xfrm>
              <a:off x="8524839" y="4527932"/>
              <a:ext cx="2736000" cy="664974"/>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隼田 浩樹様</a:t>
              </a:r>
              <a:endParaRPr lang="en-US" altLang="ja-JP" sz="1600" kern="0" dirty="0">
                <a:solidFill>
                  <a:prstClr val="black"/>
                </a:solidFill>
                <a:latin typeface="+mn-ea"/>
              </a:endParaRPr>
            </a:p>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dirty="0">
                  <a:solidFill>
                    <a:prstClr val="black"/>
                  </a:solidFill>
                  <a:latin typeface="+mn-ea"/>
                </a:rPr>
                <a:t>重村 和也様</a:t>
              </a:r>
              <a:endParaRPr kumimoji="0" lang="en-US" altLang="ja-JP" sz="1600" b="0" i="0" u="none" strike="noStrike" kern="0" cap="none" spc="0" normalizeH="0" baseline="0" noProof="0" dirty="0">
                <a:ln>
                  <a:noFill/>
                </a:ln>
                <a:solidFill>
                  <a:prstClr val="black"/>
                </a:solidFill>
                <a:effectLst/>
                <a:uLnTx/>
                <a:uFillTx/>
                <a:latin typeface="+mn-ea"/>
              </a:endParaRPr>
            </a:p>
          </p:txBody>
        </p:sp>
      </p:grpSp>
      <p:grpSp>
        <p:nvGrpSpPr>
          <p:cNvPr id="79" name="グループ化 78">
            <a:extLst>
              <a:ext uri="{FF2B5EF4-FFF2-40B4-BE49-F238E27FC236}">
                <a16:creationId xmlns:a16="http://schemas.microsoft.com/office/drawing/2014/main" id="{EFB39DC3-AEEB-186E-BEF9-7FC2E744359B}"/>
              </a:ext>
            </a:extLst>
          </p:cNvPr>
          <p:cNvGrpSpPr/>
          <p:nvPr/>
        </p:nvGrpSpPr>
        <p:grpSpPr>
          <a:xfrm>
            <a:off x="9239173" y="1534419"/>
            <a:ext cx="2084133" cy="728930"/>
            <a:chOff x="8524839" y="4231002"/>
            <a:chExt cx="2736000" cy="728930"/>
          </a:xfrm>
        </p:grpSpPr>
        <p:sp>
          <p:nvSpPr>
            <p:cNvPr id="80" name="片側の 2 つの角を丸めた四角形 29">
              <a:extLst>
                <a:ext uri="{FF2B5EF4-FFF2-40B4-BE49-F238E27FC236}">
                  <a16:creationId xmlns:a16="http://schemas.microsoft.com/office/drawing/2014/main" id="{26E5BB34-9FA0-8CA9-10B0-B306F1E097C1}"/>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kern="0" dirty="0">
                  <a:solidFill>
                    <a:prstClr val="white"/>
                  </a:solidFill>
                  <a:latin typeface="+mn-ea"/>
                </a:rPr>
                <a:t>品質保証</a:t>
              </a:r>
              <a:endParaRPr kumimoji="1" lang="ja-JP" altLang="en-US" sz="1600" b="1" i="0" u="none" strike="noStrike" kern="0" cap="none" spc="0" normalizeH="0" baseline="0" noProof="0" dirty="0">
                <a:ln>
                  <a:noFill/>
                </a:ln>
                <a:solidFill>
                  <a:prstClr val="white"/>
                </a:solidFill>
                <a:effectLst/>
                <a:uLnTx/>
                <a:uFillTx/>
                <a:latin typeface="+mn-ea"/>
              </a:endParaRPr>
            </a:p>
          </p:txBody>
        </p:sp>
        <p:sp>
          <p:nvSpPr>
            <p:cNvPr id="81" name="正方形/長方形 80">
              <a:extLst>
                <a:ext uri="{FF2B5EF4-FFF2-40B4-BE49-F238E27FC236}">
                  <a16:creationId xmlns:a16="http://schemas.microsoft.com/office/drawing/2014/main" id="{C48534DB-9FF4-CDBD-5AA9-01E774353FE0}"/>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algn="ctr"/>
              <a:r>
                <a:rPr lang="en-US" altLang="ja-JP" sz="1600" dirty="0">
                  <a:latin typeface="+mn-ea"/>
                </a:rPr>
                <a:t>PJ</a:t>
              </a:r>
              <a:r>
                <a:rPr lang="ja-JP" altLang="en-US" sz="1600" dirty="0">
                  <a:latin typeface="+mn-ea"/>
                </a:rPr>
                <a:t>品質保証委員会</a:t>
              </a:r>
              <a:endParaRPr lang="en-US" altLang="ja-JP" sz="1600" dirty="0">
                <a:latin typeface="+mn-ea"/>
              </a:endParaRPr>
            </a:p>
          </p:txBody>
        </p:sp>
      </p:grpSp>
      <p:grpSp>
        <p:nvGrpSpPr>
          <p:cNvPr id="86" name="グループ化 85">
            <a:extLst>
              <a:ext uri="{FF2B5EF4-FFF2-40B4-BE49-F238E27FC236}">
                <a16:creationId xmlns:a16="http://schemas.microsoft.com/office/drawing/2014/main" id="{B221395F-9C34-DFE4-392D-9FF2F3616658}"/>
              </a:ext>
            </a:extLst>
          </p:cNvPr>
          <p:cNvGrpSpPr/>
          <p:nvPr/>
        </p:nvGrpSpPr>
        <p:grpSpPr>
          <a:xfrm>
            <a:off x="5561464" y="3640624"/>
            <a:ext cx="2736000" cy="711533"/>
            <a:chOff x="6852000" y="2538555"/>
            <a:chExt cx="2736000" cy="711533"/>
          </a:xfrm>
        </p:grpSpPr>
        <p:sp>
          <p:nvSpPr>
            <p:cNvPr id="87" name="片側の 2 つの角を丸めた四角形 8">
              <a:extLst>
                <a:ext uri="{FF2B5EF4-FFF2-40B4-BE49-F238E27FC236}">
                  <a16:creationId xmlns:a16="http://schemas.microsoft.com/office/drawing/2014/main" id="{306B2AB8-B207-8089-1DF1-B7A889A0276B}"/>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dirty="0">
                  <a:ln>
                    <a:noFill/>
                  </a:ln>
                  <a:solidFill>
                    <a:prstClr val="white"/>
                  </a:solidFill>
                  <a:effectLst/>
                  <a:uLnTx/>
                  <a:uFillTx/>
                  <a:latin typeface="+mn-ea"/>
                </a:rPr>
                <a:t>プロジェクトリーダー</a:t>
              </a:r>
              <a:endParaRPr kumimoji="1" lang="ja-JP" altLang="en-US" sz="1600" b="1" i="0" u="none" strike="noStrike" kern="0" cap="none" spc="0" normalizeH="0" baseline="0" noProof="0" dirty="0">
                <a:ln>
                  <a:noFill/>
                </a:ln>
                <a:solidFill>
                  <a:prstClr val="white"/>
                </a:solidFill>
                <a:effectLst/>
                <a:uLnTx/>
                <a:uFillTx/>
                <a:latin typeface="+mn-ea"/>
              </a:endParaRPr>
            </a:p>
          </p:txBody>
        </p:sp>
        <p:sp>
          <p:nvSpPr>
            <p:cNvPr id="88" name="正方形/長方形 87">
              <a:extLst>
                <a:ext uri="{FF2B5EF4-FFF2-40B4-BE49-F238E27FC236}">
                  <a16:creationId xmlns:a16="http://schemas.microsoft.com/office/drawing/2014/main" id="{9E6802D6-3416-4C61-535D-5B5C605A4FB1}"/>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lvl="0" algn="ctr" defTabSz="914400">
                <a:defRPr/>
              </a:pPr>
              <a:r>
                <a:rPr lang="ja-JP" altLang="en-US" sz="1600" dirty="0">
                  <a:solidFill>
                    <a:srgbClr val="333333"/>
                  </a:solidFill>
                  <a:latin typeface="游ゴシック"/>
                  <a:ea typeface="游ゴシック"/>
                </a:rPr>
                <a:t>澤田 晶子</a:t>
              </a:r>
            </a:p>
          </p:txBody>
        </p:sp>
      </p:grpSp>
    </p:spTree>
    <p:extLst>
      <p:ext uri="{BB962C8B-B14F-4D97-AF65-F5344CB8AC3E}">
        <p14:creationId xmlns:p14="http://schemas.microsoft.com/office/powerpoint/2010/main" val="1635957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８</a:t>
            </a:r>
            <a:r>
              <a:rPr kumimoji="1" lang="en-US" altLang="ja-JP" dirty="0">
                <a:latin typeface="游明朝" panose="02020400000000000000" pitchFamily="18" charset="-128"/>
                <a:ea typeface="游明朝" panose="02020400000000000000" pitchFamily="18" charset="-128"/>
              </a:rPr>
              <a:t>. </a:t>
            </a:r>
            <a:r>
              <a:rPr kumimoji="1" lang="ja-JP" altLang="en-US" dirty="0">
                <a:latin typeface="游明朝" panose="02020400000000000000" pitchFamily="18" charset="-128"/>
                <a:ea typeface="游明朝" panose="02020400000000000000" pitchFamily="18" charset="-128"/>
              </a:rPr>
              <a:t>想定している成果物</a:t>
            </a: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110085995"/>
              </p:ext>
            </p:extLst>
          </p:nvPr>
        </p:nvGraphicFramePr>
        <p:xfrm>
          <a:off x="606000" y="936000"/>
          <a:ext cx="11158389" cy="4680000"/>
        </p:xfrm>
        <a:graphic>
          <a:graphicData uri="http://schemas.openxmlformats.org/drawingml/2006/table">
            <a:tbl>
              <a:tblPr firstRow="1" bandRow="1">
                <a:tableStyleId>{69012ECD-51FC-41F1-AA8D-1B2483CD663E}</a:tableStyleId>
              </a:tblPr>
              <a:tblGrid>
                <a:gridCol w="997908">
                  <a:extLst>
                    <a:ext uri="{9D8B030D-6E8A-4147-A177-3AD203B41FA5}">
                      <a16:colId xmlns:a16="http://schemas.microsoft.com/office/drawing/2014/main" val="820809534"/>
                    </a:ext>
                  </a:extLst>
                </a:gridCol>
                <a:gridCol w="1980000">
                  <a:extLst>
                    <a:ext uri="{9D8B030D-6E8A-4147-A177-3AD203B41FA5}">
                      <a16:colId xmlns:a16="http://schemas.microsoft.com/office/drawing/2014/main" val="2667349602"/>
                    </a:ext>
                  </a:extLst>
                </a:gridCol>
                <a:gridCol w="8180481">
                  <a:extLst>
                    <a:ext uri="{9D8B030D-6E8A-4147-A177-3AD203B41FA5}">
                      <a16:colId xmlns:a16="http://schemas.microsoft.com/office/drawing/2014/main" val="852570537"/>
                    </a:ext>
                  </a:extLst>
                </a:gridCol>
              </a:tblGrid>
              <a:tr h="468000">
                <a:tc>
                  <a:txBody>
                    <a:bodyPr/>
                    <a:lstStyle/>
                    <a:p>
                      <a:pPr algn="ctr"/>
                      <a:r>
                        <a:rPr kumimoji="1" lang="en-US" altLang="ja-JP" sz="1600">
                          <a:solidFill>
                            <a:schemeClr val="tx1"/>
                          </a:solidFill>
                          <a:latin typeface="游ゴシック"/>
                          <a:ea typeface="游ゴシック"/>
                        </a:rPr>
                        <a:t>No</a:t>
                      </a:r>
                      <a:endParaRPr kumimoji="1" lang="ja-JP" altLang="en-US" sz="1600">
                        <a:solidFill>
                          <a:schemeClr val="tx1"/>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kumimoji="1" lang="ja-JP" altLang="en-US" sz="1600">
                          <a:solidFill>
                            <a:schemeClr val="tx1"/>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ja-JP" altLang="en-US" sz="1600">
                          <a:solidFill>
                            <a:schemeClr val="tx1"/>
                          </a:solidFill>
                          <a:latin typeface="游ゴシック"/>
                          <a:ea typeface="游ゴシック"/>
                        </a:rPr>
                        <a:t>成果物</a:t>
                      </a:r>
                      <a:endParaRPr kumimoji="1" lang="ja-JP" altLang="en-US" sz="1600">
                        <a:solidFill>
                          <a:schemeClr val="tx1"/>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5630509"/>
                  </a:ext>
                </a:extLst>
              </a:tr>
              <a:tr h="468000">
                <a:tc>
                  <a:txBody>
                    <a:bodyPr/>
                    <a:lstStyle/>
                    <a:p>
                      <a:pPr algn="ctr"/>
                      <a:r>
                        <a:rPr kumimoji="1" lang="en-US" altLang="ja-JP" sz="1600" kern="1200">
                          <a:solidFill>
                            <a:schemeClr val="dk1"/>
                          </a:solidFill>
                          <a:latin typeface="游ゴシック"/>
                          <a:ea typeface="游ゴシック"/>
                        </a:rPr>
                        <a:t>1</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要件定義</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a:ea typeface="游ゴシック"/>
                        </a:rPr>
                        <a:t>プロジェクト計画書、</a:t>
                      </a:r>
                      <a:r>
                        <a:rPr lang="ja-JP" altLang="en-US" sz="1600">
                          <a:solidFill>
                            <a:schemeClr val="tx1"/>
                          </a:solidFill>
                          <a:latin typeface="游ゴシック"/>
                          <a:ea typeface="游ゴシック"/>
                        </a:rPr>
                        <a:t>移行計画書、</a:t>
                      </a:r>
                      <a:r>
                        <a:rPr kumimoji="1" lang="ja-JP" altLang="en-US" sz="1600">
                          <a:solidFill>
                            <a:schemeClr val="tx1"/>
                          </a:solidFill>
                          <a:latin typeface="游ゴシック"/>
                          <a:ea typeface="游ゴシック"/>
                        </a:rPr>
                        <a:t>システム全体図</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468000">
                <a:tc>
                  <a:txBody>
                    <a:bodyPr/>
                    <a:lstStyle/>
                    <a:p>
                      <a:pPr algn="ctr"/>
                      <a:r>
                        <a:rPr kumimoji="1" lang="en-US" altLang="ja-JP" sz="1600" kern="1200">
                          <a:solidFill>
                            <a:schemeClr val="dk1"/>
                          </a:solidFill>
                          <a:latin typeface="游ゴシック"/>
                          <a:ea typeface="游ゴシック"/>
                        </a:rPr>
                        <a:t>2</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基本設計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dirty="0">
                          <a:solidFill>
                            <a:schemeClr val="tx1"/>
                          </a:solidFill>
                          <a:latin typeface="游ゴシック"/>
                          <a:ea typeface="游ゴシック"/>
                        </a:rPr>
                        <a:t>基本設計書</a:t>
                      </a:r>
                      <a:r>
                        <a:rPr lang="ja-JP" altLang="en-US" sz="1600" dirty="0">
                          <a:solidFill>
                            <a:schemeClr val="tx1"/>
                          </a:solidFill>
                          <a:latin typeface="游ゴシック"/>
                          <a:ea typeface="游ゴシック"/>
                        </a:rPr>
                        <a:t>、全体テスト計画書、</a:t>
                      </a:r>
                      <a:r>
                        <a:rPr lang="ja-JP" altLang="en-US" sz="1600" dirty="0">
                          <a:solidFill>
                            <a:schemeClr val="tx1"/>
                          </a:solidFill>
                          <a:latin typeface="游ゴシック" panose="020B0400000000000000" pitchFamily="50" charset="-128"/>
                          <a:ea typeface="+mn-ea"/>
                        </a:rPr>
                        <a:t>結合テスト計画、システムテスト計画</a:t>
                      </a:r>
                      <a:endParaRPr kumimoji="1" lang="en-US" altLang="ja-JP" sz="16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468000">
                <a:tc>
                  <a:txBody>
                    <a:bodyPr/>
                    <a:lstStyle/>
                    <a:p>
                      <a:pPr algn="ctr"/>
                      <a:r>
                        <a:rPr kumimoji="1" lang="en-US" altLang="ja-JP" sz="1600" kern="1200">
                          <a:solidFill>
                            <a:schemeClr val="dk1"/>
                          </a:solidFill>
                          <a:latin typeface="游ゴシック"/>
                          <a:ea typeface="游ゴシック"/>
                        </a:rPr>
                        <a:t>3</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600">
                          <a:solidFill>
                            <a:schemeClr val="tx1"/>
                          </a:solidFill>
                          <a:latin typeface="游ゴシック" panose="020B0400000000000000" pitchFamily="50" charset="-128"/>
                          <a:ea typeface="游ゴシック" panose="020B0400000000000000" pitchFamily="50" charset="-128"/>
                        </a:rPr>
                        <a:t>詳細設計</a:t>
                      </a:r>
                      <a:endParaRPr kumimoji="1" lang="en-US" altLang="ja-JP" sz="16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panose="020B0400000000000000" pitchFamily="50" charset="-128"/>
                          <a:ea typeface="游ゴシック" panose="020B0400000000000000" pitchFamily="50" charset="-128"/>
                        </a:rPr>
                        <a:t>詳細設計書</a:t>
                      </a:r>
                      <a:endParaRPr lang="en-US" altLang="ja-JP" sz="1600" dirty="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9019336"/>
                  </a:ext>
                </a:extLst>
              </a:tr>
              <a:tr h="468000">
                <a:tc>
                  <a:txBody>
                    <a:bodyPr/>
                    <a:lstStyle/>
                    <a:p>
                      <a:pPr algn="ctr"/>
                      <a:r>
                        <a:rPr kumimoji="1" lang="en-US" altLang="ja-JP" sz="1600" kern="1200">
                          <a:solidFill>
                            <a:schemeClr val="dk1"/>
                          </a:solidFill>
                          <a:latin typeface="游ゴシック"/>
                          <a:ea typeface="游ゴシック"/>
                        </a:rPr>
                        <a:t>4</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600">
                          <a:solidFill>
                            <a:schemeClr val="tx1"/>
                          </a:solidFill>
                          <a:latin typeface="游ゴシック"/>
                          <a:ea typeface="游ゴシック"/>
                        </a:rPr>
                        <a:t>開発・</a:t>
                      </a:r>
                      <a:r>
                        <a:rPr lang="ja-JP" sz="1600" b="0" i="0" u="none" strike="noStrike" noProof="0">
                          <a:solidFill>
                            <a:schemeClr val="tx1"/>
                          </a:solidFill>
                          <a:latin typeface="游ゴシック"/>
                          <a:ea typeface="游ゴシック"/>
                        </a:rPr>
                        <a:t>単体テスト</a:t>
                      </a:r>
                      <a:endParaRPr lang="ja-JP" sz="16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修正</a:t>
                      </a:r>
                      <a:r>
                        <a:rPr lang="en-US" altLang="ja-JP" sz="1600" dirty="0">
                          <a:solidFill>
                            <a:schemeClr val="tx1"/>
                          </a:solidFill>
                          <a:latin typeface="游ゴシック"/>
                          <a:ea typeface="游ゴシック"/>
                        </a:rPr>
                        <a:t>Excel</a:t>
                      </a:r>
                      <a:r>
                        <a:rPr lang="ja-JP" altLang="en-US" sz="1600" dirty="0">
                          <a:solidFill>
                            <a:schemeClr val="tx1"/>
                          </a:solidFill>
                          <a:latin typeface="游ゴシック"/>
                          <a:ea typeface="游ゴシック"/>
                        </a:rPr>
                        <a:t>ファイル、プログラム一式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468000">
                <a:tc>
                  <a:txBody>
                    <a:bodyPr/>
                    <a:lstStyle/>
                    <a:p>
                      <a:pPr marL="0" algn="ctr" defTabSz="914400" rtl="0" eaLnBrk="1" latinLnBrk="0" hangingPunct="1"/>
                      <a:r>
                        <a:rPr kumimoji="1" lang="en-US" altLang="ja-JP" sz="1600" kern="1200">
                          <a:solidFill>
                            <a:schemeClr val="dk1"/>
                          </a:solidFill>
                          <a:latin typeface="游ゴシック"/>
                          <a:ea typeface="游ゴシック"/>
                        </a:rPr>
                        <a:t>5</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結合テスト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a:ln>
                            <a:noFill/>
                          </a:ln>
                          <a:solidFill>
                            <a:schemeClr val="tx1"/>
                          </a:solidFill>
                          <a:effectLst/>
                          <a:latin typeface="游ゴシック"/>
                          <a:ea typeface="游ゴシック"/>
                        </a:rPr>
                        <a:t>結合テスト仕様書、エビデンス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468000">
                <a:tc>
                  <a:txBody>
                    <a:bodyPr/>
                    <a:lstStyle/>
                    <a:p>
                      <a:pPr marL="0" algn="ctr" defTabSz="914400" rtl="0" eaLnBrk="1" latinLnBrk="0" hangingPunct="1"/>
                      <a:r>
                        <a:rPr kumimoji="1" lang="en-US" altLang="ja-JP" sz="1600" kern="1200">
                          <a:solidFill>
                            <a:schemeClr val="dk1"/>
                          </a:solidFill>
                          <a:latin typeface="游ゴシック"/>
                          <a:ea typeface="游ゴシック"/>
                        </a:rPr>
                        <a:t>6</a:t>
                      </a:r>
                      <a:endParaRPr kumimoji="1" lang="ja-JP" altLang="en-US" sz="16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システムテスト</a:t>
                      </a:r>
                      <a:endParaRPr lang="en-US" altLang="ja-JP"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u="none" strike="noStrike" kern="1200" cap="none" normalizeH="0" baseline="0" dirty="0">
                          <a:ln>
                            <a:noFill/>
                          </a:ln>
                          <a:solidFill>
                            <a:schemeClr val="tx1"/>
                          </a:solidFill>
                          <a:effectLst/>
                          <a:latin typeface="游ゴシック"/>
                          <a:ea typeface="游ゴシック"/>
                        </a:rPr>
                        <a:t>システム</a:t>
                      </a:r>
                      <a:r>
                        <a:rPr kumimoji="0" lang="ja-JP" altLang="en-US" sz="1600" u="none" strike="noStrike" kern="1200" cap="none" normalizeH="0" baseline="0" dirty="0">
                          <a:ln>
                            <a:noFill/>
                          </a:ln>
                          <a:solidFill>
                            <a:schemeClr val="tx1"/>
                          </a:solidFill>
                          <a:effectLst/>
                          <a:latin typeface="游ゴシック"/>
                          <a:ea typeface="游ゴシック"/>
                        </a:rPr>
                        <a:t>テスト仕様書、エビデンス</a:t>
                      </a:r>
                      <a:endParaRPr kumimoji="0" lang="ja-JP" altLang="en-US" sz="1600" u="none" strike="noStrike" kern="1200" cap="none" normalizeH="0" baseline="0" dirty="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468000">
                <a:tc>
                  <a:txBody>
                    <a:bodyPr/>
                    <a:lstStyle/>
                    <a:p>
                      <a:pPr marL="0" algn="ctr" defTabSz="914400" rtl="0" eaLnBrk="1" latinLnBrk="0" hangingPunct="1"/>
                      <a:r>
                        <a:rPr kumimoji="1" lang="en-US" altLang="ja-JP" sz="1600" kern="1200" dirty="0">
                          <a:solidFill>
                            <a:schemeClr val="dk1"/>
                          </a:solidFill>
                          <a:latin typeface="游ゴシック"/>
                          <a:ea typeface="游ゴシック"/>
                          <a:cs typeface="+mn-cs"/>
                        </a:rPr>
                        <a:t>7</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運用テスト</a:t>
                      </a:r>
                      <a:endParaRPr lang="en-US" altLang="ja-JP" sz="16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問題管理表</a:t>
                      </a:r>
                      <a:endParaRPr kumimoji="0" lang="ja-JP" altLang="en-US" sz="16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58609847"/>
                  </a:ext>
                </a:extLst>
              </a:tr>
              <a:tr h="468000">
                <a:tc>
                  <a:txBody>
                    <a:bodyPr/>
                    <a:lstStyle/>
                    <a:p>
                      <a:pPr marL="0" algn="ctr" defTabSz="914400" rtl="0" eaLnBrk="1" latinLnBrk="0" hangingPunct="1"/>
                      <a:r>
                        <a:rPr kumimoji="1" lang="en-US" altLang="ja-JP" sz="1600" kern="1200" dirty="0">
                          <a:solidFill>
                            <a:schemeClr val="dk1"/>
                          </a:solidFill>
                          <a:latin typeface="游ゴシック"/>
                          <a:ea typeface="游ゴシック"/>
                          <a:cs typeface="+mn-cs"/>
                        </a:rPr>
                        <a:t>8</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移行手順書</a:t>
                      </a:r>
                      <a:endParaRPr kumimoji="0" lang="ja-JP" altLang="en-US" sz="16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468000">
                <a:tc>
                  <a:txBody>
                    <a:bodyPr/>
                    <a:lstStyle/>
                    <a:p>
                      <a:pPr marL="0" lvl="0" algn="ctr" defTabSz="914400" rtl="0">
                        <a:buNone/>
                      </a:pPr>
                      <a:r>
                        <a:rPr kumimoji="1" lang="en-US" altLang="ja-JP" sz="1600" kern="1200" dirty="0">
                          <a:solidFill>
                            <a:schemeClr val="dk1"/>
                          </a:solidFill>
                          <a:latin typeface="游ゴシック"/>
                          <a:ea typeface="游ゴシック"/>
                          <a:cs typeface="+mn-cs"/>
                        </a:rPr>
                        <a:t>9</a:t>
                      </a:r>
                      <a:endParaRPr kumimoji="1" lang="ja-JP" altLang="en-US" sz="1600" kern="1200" dirty="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6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600" dirty="0">
                          <a:solidFill>
                            <a:schemeClr val="tx1"/>
                          </a:solidFill>
                          <a:latin typeface="游ゴシック"/>
                          <a:ea typeface="游ゴシック"/>
                        </a:rPr>
                        <a:t>問題管理表</a:t>
                      </a:r>
                      <a:endParaRPr kumimoji="0" lang="ja-JP" altLang="en-US" sz="1600" dirty="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2025/1/31</a:t>
            </a:r>
            <a:endParaRPr lang="en-US"/>
          </a:p>
        </p:txBody>
      </p:sp>
      <p:sp>
        <p:nvSpPr>
          <p:cNvPr id="6" name="フッター プレースホルダー 5">
            <a:extLst>
              <a:ext uri="{FF2B5EF4-FFF2-40B4-BE49-F238E27FC236}">
                <a16:creationId xmlns:a16="http://schemas.microsoft.com/office/drawing/2014/main" id="{C0CEC6FE-6F71-63BF-C10D-479D70481C83}"/>
              </a:ext>
            </a:extLst>
          </p:cNvPr>
          <p:cNvSpPr>
            <a:spLocks noGrp="1"/>
          </p:cNvSpPr>
          <p:nvPr>
            <p:ph type="ftr" sz="quarter" idx="11"/>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94A2C365-9B82-84DA-627E-B7D3D9356B13}"/>
              </a:ext>
            </a:extLst>
          </p:cNvPr>
          <p:cNvSpPr>
            <a:spLocks noGrp="1"/>
          </p:cNvSpPr>
          <p:nvPr>
            <p:ph type="sldNum" sz="quarter" idx="12"/>
          </p:nvPr>
        </p:nvSpPr>
        <p:spPr/>
        <p:txBody>
          <a:bodyPr/>
          <a:lstStyle/>
          <a:p>
            <a:fld id="{26CA5134-5AAC-D342-B763-43605FECB385}" type="slidenum">
              <a:rPr kumimoji="1" lang="ja-JP" altLang="en-US" smtClean="0"/>
              <a:pPr/>
              <a:t>8</a:t>
            </a:fld>
            <a:endParaRPr kumimoji="1" lang="ja-JP" altLang="en-US" sz="700"/>
          </a:p>
        </p:txBody>
      </p:sp>
    </p:spTree>
    <p:extLst>
      <p:ext uri="{BB962C8B-B14F-4D97-AF65-F5344CB8AC3E}">
        <p14:creationId xmlns:p14="http://schemas.microsoft.com/office/powerpoint/2010/main" val="1395438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27B3E-56FD-0FAC-BF3F-5DD7E697277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F96720E-DF4B-7E30-ABB5-FA6105E24AA2}"/>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９．お見積もり</a:t>
            </a:r>
            <a:endParaRPr kumimoji="1" lang="ja-JP" altLang="en-US" sz="2000" dirty="0">
              <a:latin typeface="游明朝" panose="02020400000000000000" pitchFamily="18" charset="-128"/>
              <a:ea typeface="游明朝" panose="02020400000000000000" pitchFamily="18" charset="-128"/>
            </a:endParaRPr>
          </a:p>
        </p:txBody>
      </p:sp>
      <p:sp>
        <p:nvSpPr>
          <p:cNvPr id="5" name="日付プレースホルダー 4">
            <a:extLst>
              <a:ext uri="{FF2B5EF4-FFF2-40B4-BE49-F238E27FC236}">
                <a16:creationId xmlns:a16="http://schemas.microsoft.com/office/drawing/2014/main" id="{EEB2ED26-D1D9-0DE7-153B-87157534FD1A}"/>
              </a:ext>
            </a:extLst>
          </p:cNvPr>
          <p:cNvSpPr>
            <a:spLocks noGrp="1"/>
          </p:cNvSpPr>
          <p:nvPr>
            <p:ph type="dt" sz="half" idx="10"/>
          </p:nvPr>
        </p:nvSpPr>
        <p:spPr/>
        <p:txBody>
          <a:bodyPr/>
          <a:lstStyle/>
          <a:p>
            <a:r>
              <a:rPr lang="en-US" altLang="ja-JP"/>
              <a:t>2025/1/31</a:t>
            </a:r>
            <a:endParaRPr lang="en-US"/>
          </a:p>
        </p:txBody>
      </p:sp>
      <p:sp>
        <p:nvSpPr>
          <p:cNvPr id="8" name="テキスト ボックス 7">
            <a:extLst>
              <a:ext uri="{FF2B5EF4-FFF2-40B4-BE49-F238E27FC236}">
                <a16:creationId xmlns:a16="http://schemas.microsoft.com/office/drawing/2014/main" id="{AC579A2C-F5D2-2C46-D315-50EBF5C9ED48}"/>
              </a:ext>
            </a:extLst>
          </p:cNvPr>
          <p:cNvSpPr txBox="1"/>
          <p:nvPr/>
        </p:nvSpPr>
        <p:spPr>
          <a:xfrm>
            <a:off x="696000" y="928154"/>
            <a:ext cx="7595218" cy="345057"/>
          </a:xfrm>
          <a:prstGeom prst="rect">
            <a:avLst/>
          </a:prstGeom>
          <a:noFill/>
        </p:spPr>
        <p:txBody>
          <a:bodyPr wrap="square" rtlCol="0">
            <a:noAutofit/>
          </a:bodyPr>
          <a:lstStyle/>
          <a:p>
            <a:endParaRPr lang="en-US" altLang="ja-JP" sz="1400" b="1" dirty="0">
              <a:solidFill>
                <a:srgbClr val="0000FF"/>
              </a:solidFill>
              <a:latin typeface="+mn-ea"/>
              <a:cs typeface="メイリオ" pitchFamily="50" charset="-128"/>
            </a:endParaRPr>
          </a:p>
        </p:txBody>
      </p:sp>
      <p:sp>
        <p:nvSpPr>
          <p:cNvPr id="6" name="フッター プレースホルダー 5">
            <a:extLst>
              <a:ext uri="{FF2B5EF4-FFF2-40B4-BE49-F238E27FC236}">
                <a16:creationId xmlns:a16="http://schemas.microsoft.com/office/drawing/2014/main" id="{E6174A7A-6832-1298-91DE-5A9725825D87}"/>
              </a:ext>
            </a:extLst>
          </p:cNvPr>
          <p:cNvSpPr>
            <a:spLocks noGrp="1"/>
          </p:cNvSpPr>
          <p:nvPr>
            <p:ph type="ftr" sz="quarter" idx="11"/>
          </p:nvPr>
        </p:nvSpPr>
        <p:spPr/>
        <p:txBody>
          <a:bodyPr/>
          <a:lstStyle/>
          <a:p>
            <a:r>
              <a:rPr lang="en-US"/>
              <a:t>Copyright © 2025 SystemEXE,Inc All Rights Reserved.</a:t>
            </a:r>
          </a:p>
        </p:txBody>
      </p:sp>
      <p:sp>
        <p:nvSpPr>
          <p:cNvPr id="9" name="スライド番号プレースホルダー 8">
            <a:extLst>
              <a:ext uri="{FF2B5EF4-FFF2-40B4-BE49-F238E27FC236}">
                <a16:creationId xmlns:a16="http://schemas.microsoft.com/office/drawing/2014/main" id="{A34E353C-C084-B895-1342-DF8F920F516E}"/>
              </a:ext>
            </a:extLst>
          </p:cNvPr>
          <p:cNvSpPr>
            <a:spLocks noGrp="1"/>
          </p:cNvSpPr>
          <p:nvPr>
            <p:ph type="sldNum" sz="quarter" idx="12"/>
          </p:nvPr>
        </p:nvSpPr>
        <p:spPr/>
        <p:txBody>
          <a:bodyPr/>
          <a:lstStyle/>
          <a:p>
            <a:fld id="{26CA5134-5AAC-D342-B763-43605FECB385}" type="slidenum">
              <a:rPr kumimoji="1" lang="ja-JP" altLang="en-US" smtClean="0"/>
              <a:pPr/>
              <a:t>9</a:t>
            </a:fld>
            <a:endParaRPr kumimoji="1" lang="ja-JP" altLang="en-US" sz="700"/>
          </a:p>
        </p:txBody>
      </p:sp>
      <p:sp>
        <p:nvSpPr>
          <p:cNvPr id="3" name="テキスト ボックス 2">
            <a:extLst>
              <a:ext uri="{FF2B5EF4-FFF2-40B4-BE49-F238E27FC236}">
                <a16:creationId xmlns:a16="http://schemas.microsoft.com/office/drawing/2014/main" id="{39B4626D-FE7B-A5F5-DD0F-F442D6BC99B2}"/>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12" name="表 11">
            <a:extLst>
              <a:ext uri="{FF2B5EF4-FFF2-40B4-BE49-F238E27FC236}">
                <a16:creationId xmlns:a16="http://schemas.microsoft.com/office/drawing/2014/main" id="{CF97D876-B7C0-0C2A-C572-E8DECBB84341}"/>
              </a:ext>
            </a:extLst>
          </p:cNvPr>
          <p:cNvGraphicFramePr>
            <a:graphicFrameLocks noGrp="1"/>
          </p:cNvGraphicFramePr>
          <p:nvPr>
            <p:extLst>
              <p:ext uri="{D42A27DB-BD31-4B8C-83A1-F6EECF244321}">
                <p14:modId xmlns:p14="http://schemas.microsoft.com/office/powerpoint/2010/main" val="2759987547"/>
              </p:ext>
            </p:extLst>
          </p:nvPr>
        </p:nvGraphicFramePr>
        <p:xfrm>
          <a:off x="606000" y="882387"/>
          <a:ext cx="10979999" cy="5398470"/>
        </p:xfrm>
        <a:graphic>
          <a:graphicData uri="http://schemas.openxmlformats.org/drawingml/2006/table">
            <a:tbl>
              <a:tblPr firstRow="1" bandRow="1">
                <a:tableStyleId>{2D5ABB26-0587-4C30-8999-92F81FD0307C}</a:tableStyleId>
              </a:tblPr>
              <a:tblGrid>
                <a:gridCol w="470571">
                  <a:extLst>
                    <a:ext uri="{9D8B030D-6E8A-4147-A177-3AD203B41FA5}">
                      <a16:colId xmlns:a16="http://schemas.microsoft.com/office/drawing/2014/main" val="233225342"/>
                    </a:ext>
                  </a:extLst>
                </a:gridCol>
                <a:gridCol w="1209429">
                  <a:extLst>
                    <a:ext uri="{9D8B030D-6E8A-4147-A177-3AD203B41FA5}">
                      <a16:colId xmlns:a16="http://schemas.microsoft.com/office/drawing/2014/main" val="568014644"/>
                    </a:ext>
                  </a:extLst>
                </a:gridCol>
                <a:gridCol w="1894114">
                  <a:extLst>
                    <a:ext uri="{9D8B030D-6E8A-4147-A177-3AD203B41FA5}">
                      <a16:colId xmlns:a16="http://schemas.microsoft.com/office/drawing/2014/main" val="3608806225"/>
                    </a:ext>
                  </a:extLst>
                </a:gridCol>
                <a:gridCol w="898072">
                  <a:extLst>
                    <a:ext uri="{9D8B030D-6E8A-4147-A177-3AD203B41FA5}">
                      <a16:colId xmlns:a16="http://schemas.microsoft.com/office/drawing/2014/main" val="2247639322"/>
                    </a:ext>
                  </a:extLst>
                </a:gridCol>
                <a:gridCol w="2900099">
                  <a:extLst>
                    <a:ext uri="{9D8B030D-6E8A-4147-A177-3AD203B41FA5}">
                      <a16:colId xmlns:a16="http://schemas.microsoft.com/office/drawing/2014/main" val="4260495519"/>
                    </a:ext>
                  </a:extLst>
                </a:gridCol>
                <a:gridCol w="1568571">
                  <a:extLst>
                    <a:ext uri="{9D8B030D-6E8A-4147-A177-3AD203B41FA5}">
                      <a16:colId xmlns:a16="http://schemas.microsoft.com/office/drawing/2014/main" val="3343664097"/>
                    </a:ext>
                  </a:extLst>
                </a:gridCol>
                <a:gridCol w="2039143">
                  <a:extLst>
                    <a:ext uri="{9D8B030D-6E8A-4147-A177-3AD203B41FA5}">
                      <a16:colId xmlns:a16="http://schemas.microsoft.com/office/drawing/2014/main" val="2912004341"/>
                    </a:ext>
                  </a:extLst>
                </a:gridCol>
              </a:tblGrid>
              <a:tr h="343692">
                <a:tc>
                  <a:txBody>
                    <a:bodyPr/>
                    <a:lstStyle/>
                    <a:p>
                      <a:pPr algn="ctr" rtl="0" fontAlgn="ctr"/>
                      <a:r>
                        <a:rPr lang="en-US" sz="1600" b="1" i="0" u="none" strike="noStrike">
                          <a:solidFill>
                            <a:srgbClr val="FFFFFF"/>
                          </a:solidFill>
                          <a:effectLst/>
                          <a:latin typeface="游ゴシック" panose="020B0400000000000000" pitchFamily="50" charset="-128"/>
                          <a:ea typeface="游ゴシック" panose="020B0400000000000000" pitchFamily="50" charset="-128"/>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319216">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準委任契約</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要件定義</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基本設計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8.5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8,500,000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4.0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4,000,000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319216">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1.9</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2,660,000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33981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14.4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15,160,000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339810">
                <a:tc rowSpan="6">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請負契約</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詳細設計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結合テスト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6">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詳細設計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9992724"/>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開発・単体テスト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8.7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8,700,000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33981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3.5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3,500,000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20.4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20,400,000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67791048"/>
                  </a:ext>
                </a:extLst>
              </a:tr>
              <a:tr h="33981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5.4</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7,560,000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33981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40.0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42,160,000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343692">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３</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準委任契約</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運用テスト</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運用テスト（サポート）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9.0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9,000,000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4034841"/>
                  </a:ext>
                </a:extLst>
              </a:tr>
              <a:tr h="343692">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本番移行・初期流動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6.0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6,000,000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dirty="0">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2.3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dirty="0">
                          <a:solidFill>
                            <a:srgbClr val="000000"/>
                          </a:solidFill>
                          <a:effectLst/>
                          <a:latin typeface="游ゴシック" panose="020B0400000000000000" pitchFamily="50" charset="-128"/>
                          <a:ea typeface="游ゴシック" panose="020B0400000000000000" pitchFamily="50" charset="-128"/>
                        </a:rPr>
                        <a:t>3,220,000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343692">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17.3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18,220,000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343692">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71.7</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dirty="0">
                          <a:solidFill>
                            <a:srgbClr val="000000"/>
                          </a:solidFill>
                          <a:effectLst/>
                          <a:latin typeface="游ゴシック" panose="020B0400000000000000" pitchFamily="50" charset="-128"/>
                          <a:ea typeface="游ゴシック" panose="020B0400000000000000" pitchFamily="50" charset="-128"/>
                        </a:rPr>
                        <a:t>75,540,000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2896692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ja-JP" altLang="en-US" dirty="0">
                <a:latin typeface="游明朝" panose="02020400000000000000" pitchFamily="18" charset="-128"/>
                <a:ea typeface="游明朝" panose="02020400000000000000" pitchFamily="18" charset="-128"/>
              </a:rPr>
              <a:t>１０</a:t>
            </a:r>
            <a:r>
              <a:rPr lang="en-US" altLang="ja-JP" dirty="0">
                <a:latin typeface="游明朝" panose="02020400000000000000" pitchFamily="18" charset="-128"/>
                <a:ea typeface="游明朝" panose="02020400000000000000" pitchFamily="18" charset="-128"/>
              </a:rPr>
              <a:t>.</a:t>
            </a:r>
            <a:r>
              <a:rPr lang="ja-JP" altLang="en-US" dirty="0">
                <a:latin typeface="游明朝" panose="02020400000000000000" pitchFamily="18" charset="-128"/>
                <a:ea typeface="游明朝" panose="02020400000000000000" pitchFamily="18" charset="-128"/>
              </a:rPr>
              <a:t> お見積もり前提条件</a:t>
            </a:r>
            <a:endParaRPr kumimoji="1" lang="ja-JP" altLang="en-US" dirty="0">
              <a:latin typeface="游明朝" panose="02020400000000000000" pitchFamily="18" charset="-128"/>
              <a:ea typeface="游明朝" panose="02020400000000000000" pitchFamily="18" charset="-128"/>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lnSpcReduction="10000"/>
          </a:bodyPr>
          <a:lstStyle/>
          <a:p>
            <a:r>
              <a:rPr kumimoji="1" lang="ja-JP" altLang="en-US" b="0" u="none" dirty="0"/>
              <a:t>本資料記載の金額は全て税抜となります。</a:t>
            </a:r>
            <a:endParaRPr kumimoji="1" lang="en-US" altLang="ja-JP" b="0" u="none" dirty="0"/>
          </a:p>
          <a:p>
            <a:r>
              <a:rPr lang="ja-JP" altLang="en-US" b="0" u="none" dirty="0">
                <a:latin typeface="游ゴシック"/>
                <a:ea typeface="游ゴシック"/>
              </a:rPr>
              <a:t>お見積もり「要件定義・基本設計」は正式お見積もりとなります。</a:t>
            </a:r>
            <a:br>
              <a:rPr lang="en-US" altLang="ja-JP" b="0" u="none" dirty="0"/>
            </a:br>
            <a:r>
              <a:rPr lang="ja-JP" altLang="en-US" b="0" u="none" dirty="0"/>
              <a:t>上記以外の</a:t>
            </a:r>
            <a:r>
              <a:rPr lang="ja-JP" altLang="en-US" b="0" u="none" dirty="0">
                <a:latin typeface="游ゴシック"/>
                <a:ea typeface="游ゴシック"/>
              </a:rPr>
              <a:t>お見積もりは概算お見積もりのため、要件定義・基本設計フェーズ後に、改めてお見積もりさせていただきます。</a:t>
            </a:r>
            <a:endParaRPr kumimoji="1" lang="en-US" altLang="ja-JP" b="0" u="none" dirty="0">
              <a:latin typeface="游ゴシック"/>
              <a:ea typeface="游ゴシック"/>
            </a:endParaRPr>
          </a:p>
          <a:p>
            <a:r>
              <a:rPr lang="ja-JP" altLang="en-US" b="0" u="none" dirty="0"/>
              <a:t>作業場所は原則弊社オフィス内とします。弊社オフィス内には在宅での勤務を含みます。</a:t>
            </a:r>
            <a:endParaRPr lang="en-US" altLang="ja-JP" b="0" u="none" dirty="0"/>
          </a:p>
          <a:p>
            <a:r>
              <a:rPr lang="ja-JP" altLang="en-US" b="0" u="none" dirty="0">
                <a:latin typeface="游ゴシック"/>
                <a:ea typeface="游ゴシック"/>
              </a:rPr>
              <a:t>対象外公開</a:t>
            </a:r>
            <a:r>
              <a:rPr lang="en-US" altLang="ja-JP" b="0" u="none" dirty="0">
                <a:latin typeface="游ゴシック"/>
                <a:ea typeface="游ゴシック"/>
              </a:rPr>
              <a:t>AP</a:t>
            </a:r>
            <a:r>
              <a:rPr lang="ja-JP" altLang="en-US" b="0" u="none" dirty="0">
                <a:latin typeface="游ゴシック"/>
                <a:ea typeface="游ゴシック"/>
              </a:rPr>
              <a:t>、ミドルウェアのライセンスやインストールは貴社にてご対応をお願いいたします。</a:t>
            </a:r>
            <a:endParaRPr lang="en-US" altLang="ja-JP" b="0" u="none" dirty="0">
              <a:latin typeface="游ゴシック"/>
              <a:ea typeface="游ゴシック"/>
            </a:endParaRPr>
          </a:p>
          <a:p>
            <a:r>
              <a:rPr kumimoji="1" lang="ja-JP" altLang="en-US" b="0" u="none" dirty="0"/>
              <a:t>インフラ環境の</a:t>
            </a:r>
            <a:r>
              <a:rPr lang="ja-JP" altLang="en-US" b="0" u="none" dirty="0"/>
              <a:t>調達・</a:t>
            </a:r>
            <a:r>
              <a:rPr kumimoji="1" lang="ja-JP" altLang="en-US" b="0" u="none" dirty="0"/>
              <a:t>構築は含まれておりません。</a:t>
            </a:r>
            <a:endParaRPr kumimoji="1" lang="en-US" altLang="ja-JP" b="0" u="none" dirty="0"/>
          </a:p>
          <a:p>
            <a:r>
              <a:rPr lang="ja-JP" altLang="en-US" b="0" u="none" dirty="0">
                <a:latin typeface="游ゴシック"/>
                <a:ea typeface="游ゴシック"/>
              </a:rPr>
              <a:t>XenApp上のお客様管理対象ファイル（Common$配下）は含まれておりません。</a:t>
            </a:r>
          </a:p>
          <a:p>
            <a:r>
              <a:rPr kumimoji="1" lang="en-US" altLang="ja-JP" b="0" u="none" dirty="0">
                <a:latin typeface="游ゴシック"/>
                <a:ea typeface="游ゴシック"/>
              </a:rPr>
              <a:t>DB</a:t>
            </a:r>
            <a:r>
              <a:rPr kumimoji="1" lang="ja-JP" altLang="en-US" b="0" u="none" dirty="0">
                <a:latin typeface="游ゴシック"/>
                <a:ea typeface="游ゴシック"/>
              </a:rPr>
              <a:t>の移行先は</a:t>
            </a:r>
            <a:r>
              <a:rPr kumimoji="1" lang="en-US" altLang="ja-JP" b="0" u="none" dirty="0">
                <a:latin typeface="游ゴシック"/>
                <a:ea typeface="游ゴシック"/>
              </a:rPr>
              <a:t>Oracle</a:t>
            </a:r>
            <a:r>
              <a:rPr kumimoji="1" lang="ja-JP" altLang="en-US" b="0" u="none" dirty="0">
                <a:latin typeface="游ゴシック"/>
                <a:ea typeface="游ゴシック"/>
              </a:rPr>
              <a:t> </a:t>
            </a:r>
            <a:r>
              <a:rPr lang="en-US" altLang="ja-JP" b="0" u="none" dirty="0">
                <a:latin typeface="游ゴシック"/>
                <a:ea typeface="游ゴシック"/>
              </a:rPr>
              <a:t>Database</a:t>
            </a:r>
            <a:r>
              <a:rPr kumimoji="1" lang="ja-JP" altLang="en-US" b="0" u="none" dirty="0">
                <a:latin typeface="游ゴシック"/>
                <a:ea typeface="游ゴシック"/>
              </a:rPr>
              <a:t>を想定しております。</a:t>
            </a:r>
            <a:endParaRPr kumimoji="1" lang="en-US" altLang="ja-JP" b="0" u="none" dirty="0">
              <a:latin typeface="游ゴシック"/>
              <a:ea typeface="游ゴシック"/>
            </a:endParaRPr>
          </a:p>
          <a:p>
            <a:r>
              <a:rPr kumimoji="1" lang="ja-JP" altLang="en-US" sz="1800" b="0" i="0" u="none" strike="noStrike" cap="none" normalizeH="0" baseline="0" dirty="0">
                <a:ln>
                  <a:noFill/>
                </a:ln>
                <a:effectLst/>
                <a:latin typeface="游ゴシック" panose="020B0400000000000000" pitchFamily="50" charset="-128"/>
                <a:ea typeface="游ゴシック" panose="020B0400000000000000" pitchFamily="50" charset="-128"/>
                <a:cs typeface="Meiryo UI" pitchFamily="50" charset="-128"/>
              </a:rPr>
              <a:t>現行システムからのデータ移行（</a:t>
            </a:r>
            <a:r>
              <a:rPr lang="ja-JP" altLang="en-US" b="0" u="none" dirty="0">
                <a:latin typeface="游ゴシック"/>
                <a:ea typeface="游ゴシック"/>
              </a:rPr>
              <a:t> DB移行含む</a:t>
            </a:r>
            <a:r>
              <a:rPr kumimoji="1" lang="ja-JP" altLang="en-US" sz="1800" b="0" i="0" u="none" strike="noStrike" cap="none" normalizeH="0" baseline="0" dirty="0">
                <a:ln>
                  <a:noFill/>
                </a:ln>
                <a:effectLst/>
                <a:latin typeface="游ゴシック" panose="020B0400000000000000" pitchFamily="50" charset="-128"/>
                <a:ea typeface="游ゴシック" panose="020B0400000000000000" pitchFamily="50" charset="-128"/>
                <a:cs typeface="Meiryo UI" pitchFamily="50" charset="-128"/>
              </a:rPr>
              <a:t>）作業は含まれておりません。</a:t>
            </a:r>
            <a:endParaRPr kumimoji="1" lang="ja-JP" altLang="en-US" b="0" u="none" dirty="0"/>
          </a:p>
          <a:p>
            <a:r>
              <a:rPr lang="ja-JP" altLang="en-US" b="0" u="none" dirty="0">
                <a:latin typeface="游ゴシック"/>
                <a:ea typeface="游ゴシック"/>
                <a:cs typeface="+mn-ea"/>
              </a:rPr>
              <a:t>ファイル</a:t>
            </a:r>
            <a:r>
              <a:rPr lang="ja-JP" b="0" u="none" dirty="0">
                <a:latin typeface="游ゴシック"/>
                <a:ea typeface="游ゴシック"/>
                <a:cs typeface="+mn-ea"/>
              </a:rPr>
              <a:t>サーバ</a:t>
            </a:r>
            <a:r>
              <a:rPr lang="ja-JP" altLang="en-US" b="0" u="none" dirty="0">
                <a:latin typeface="游ゴシック"/>
                <a:ea typeface="游ゴシック"/>
                <a:cs typeface="+mn-ea"/>
              </a:rPr>
              <a:t>、</a:t>
            </a:r>
            <a:r>
              <a:rPr lang="en-US" altLang="ja-JP" b="0" u="none" dirty="0">
                <a:latin typeface="游ゴシック"/>
                <a:ea typeface="游ゴシック"/>
                <a:cs typeface="+mn-ea"/>
              </a:rPr>
              <a:t>AVD</a:t>
            </a:r>
            <a:r>
              <a:rPr lang="ja-JP" altLang="en-US" b="0" u="none" dirty="0">
                <a:latin typeface="游ゴシック"/>
                <a:ea typeface="游ゴシック"/>
                <a:cs typeface="+mn-ea"/>
              </a:rPr>
              <a:t>の準備は</a:t>
            </a:r>
            <a:r>
              <a:rPr lang="ja-JP" b="0" u="none" dirty="0">
                <a:latin typeface="游ゴシック"/>
                <a:ea typeface="游ゴシック"/>
                <a:cs typeface="+mn-ea"/>
              </a:rPr>
              <a:t>2</a:t>
            </a:r>
            <a:r>
              <a:rPr lang="en-US" altLang="ja-JP" b="0" u="none" dirty="0">
                <a:latin typeface="游ゴシック"/>
                <a:ea typeface="游ゴシック"/>
                <a:cs typeface="+mn-ea"/>
              </a:rPr>
              <a:t>5</a:t>
            </a:r>
            <a:r>
              <a:rPr lang="ja-JP" b="0" u="none" dirty="0">
                <a:latin typeface="游ゴシック"/>
                <a:ea typeface="游ゴシック"/>
                <a:cs typeface="+mn-ea"/>
              </a:rPr>
              <a:t>年</a:t>
            </a:r>
            <a:r>
              <a:rPr lang="en-US" altLang="ja-JP" b="0" u="none" dirty="0">
                <a:latin typeface="游ゴシック"/>
                <a:ea typeface="游ゴシック"/>
                <a:cs typeface="+mn-ea"/>
              </a:rPr>
              <a:t>5</a:t>
            </a:r>
            <a:r>
              <a:rPr lang="ja-JP" b="0" u="none" dirty="0">
                <a:latin typeface="游ゴシック"/>
                <a:ea typeface="游ゴシック"/>
                <a:cs typeface="+mn-ea"/>
              </a:rPr>
              <a:t>月の</a:t>
            </a:r>
            <a:r>
              <a:rPr lang="ja-JP" altLang="en-US" b="0" u="none" dirty="0">
                <a:latin typeface="游ゴシック"/>
                <a:ea typeface="游ゴシック"/>
                <a:cs typeface="+mn-ea"/>
              </a:rPr>
              <a:t>詳細設計</a:t>
            </a:r>
            <a:r>
              <a:rPr lang="ja-JP" b="0" u="none" dirty="0">
                <a:latin typeface="游ゴシック"/>
                <a:ea typeface="游ゴシック"/>
                <a:cs typeface="+mn-ea"/>
              </a:rPr>
              <a:t>開始時点</a:t>
            </a:r>
            <a:r>
              <a:rPr lang="ja-JP" altLang="en-US" b="0" u="none" dirty="0">
                <a:latin typeface="游ゴシック"/>
                <a:ea typeface="游ゴシック"/>
                <a:cs typeface="+mn-ea"/>
              </a:rPr>
              <a:t>までに貴社にて</a:t>
            </a:r>
            <a:r>
              <a:rPr lang="ja-JP" b="0" u="none" dirty="0">
                <a:latin typeface="游ゴシック"/>
                <a:ea typeface="游ゴシック"/>
                <a:cs typeface="+mn-ea"/>
              </a:rPr>
              <a:t>ご用意をお願いいたします</a:t>
            </a:r>
            <a:r>
              <a:rPr lang="ja-JP" altLang="en-US" b="0" u="none" dirty="0">
                <a:latin typeface="游ゴシック"/>
                <a:ea typeface="游ゴシック"/>
                <a:cs typeface="+mn-ea"/>
              </a:rPr>
              <a:t>。</a:t>
            </a:r>
            <a:endParaRPr lang="en-US" altLang="ja-JP" b="0" u="none" dirty="0">
              <a:latin typeface="游ゴシック"/>
              <a:ea typeface="游ゴシック"/>
            </a:endParaRPr>
          </a:p>
          <a:p>
            <a:r>
              <a:rPr lang="ja-JP" b="0" u="none" dirty="0">
                <a:latin typeface="游ゴシック"/>
                <a:ea typeface="游ゴシック"/>
                <a:cs typeface="+mn-ea"/>
              </a:rPr>
              <a:t>非互換対応以外</a:t>
            </a:r>
            <a:r>
              <a:rPr lang="ja-JP" altLang="en-US" b="0" u="none" dirty="0">
                <a:latin typeface="游ゴシック"/>
                <a:ea typeface="游ゴシック"/>
                <a:cs typeface="+mn-ea"/>
              </a:rPr>
              <a:t>（業務要件の変更なし）</a:t>
            </a:r>
            <a:r>
              <a:rPr lang="ja-JP" b="0" u="none" dirty="0">
                <a:latin typeface="游ゴシック"/>
                <a:ea typeface="游ゴシック"/>
                <a:cs typeface="+mn-ea"/>
              </a:rPr>
              <a:t>の修正は実施</a:t>
            </a:r>
            <a:r>
              <a:rPr lang="ja-JP" altLang="en-US" b="0" u="none" dirty="0">
                <a:latin typeface="游ゴシック"/>
                <a:ea typeface="游ゴシック"/>
                <a:cs typeface="+mn-ea"/>
              </a:rPr>
              <a:t>いた</a:t>
            </a:r>
            <a:r>
              <a:rPr lang="ja-JP" b="0" u="none" dirty="0">
                <a:latin typeface="游ゴシック"/>
                <a:ea typeface="游ゴシック"/>
                <a:cs typeface="+mn-ea"/>
              </a:rPr>
              <a:t>し</a:t>
            </a:r>
            <a:r>
              <a:rPr lang="ja-JP" altLang="en-US" b="0" u="none" dirty="0">
                <a:latin typeface="游ゴシック"/>
                <a:ea typeface="游ゴシック"/>
                <a:cs typeface="+mn-ea"/>
              </a:rPr>
              <a:t>ません。</a:t>
            </a:r>
            <a:endParaRPr lang="ja-JP" altLang="en-US" b="0" u="none" dirty="0">
              <a:latin typeface="游ゴシック"/>
              <a:ea typeface="游ゴシック"/>
            </a:endParaRPr>
          </a:p>
          <a:p>
            <a:r>
              <a:rPr lang="ja-JP" b="0" u="none" dirty="0">
                <a:latin typeface="游ゴシック"/>
                <a:ea typeface="游ゴシック"/>
                <a:cs typeface="+mn-ea"/>
              </a:rPr>
              <a:t>アプリケーション、ミドルウェアのライセンス、インストーラは貴社</a:t>
            </a:r>
            <a:r>
              <a:rPr lang="ja-JP" altLang="en-US" b="0" u="none" dirty="0">
                <a:latin typeface="游ゴシック"/>
                <a:ea typeface="游ゴシック"/>
                <a:cs typeface="+mn-ea"/>
              </a:rPr>
              <a:t>にて</a:t>
            </a:r>
            <a:r>
              <a:rPr lang="ja-JP" b="0" u="none" dirty="0">
                <a:latin typeface="游ゴシック"/>
                <a:ea typeface="游ゴシック"/>
                <a:cs typeface="+mn-ea"/>
              </a:rPr>
              <a:t>ご用意</a:t>
            </a:r>
            <a:r>
              <a:rPr lang="ja-JP" altLang="en-US" b="0" u="none" dirty="0">
                <a:latin typeface="游ゴシック"/>
                <a:ea typeface="游ゴシック"/>
                <a:cs typeface="+mn-ea"/>
              </a:rPr>
              <a:t>をお願いいたします。</a:t>
            </a:r>
            <a:endParaRPr lang="ja-JP" altLang="en-US" b="0" u="none" dirty="0">
              <a:latin typeface="游ゴシック"/>
              <a:ea typeface="游ゴシック"/>
            </a:endParaRPr>
          </a:p>
          <a:p>
            <a:r>
              <a:rPr kumimoji="1" lang="ja-JP" altLang="en-US" b="0" u="none" dirty="0"/>
              <a:t>上記に記載のない諸条件につきましては、別途ご相談の上、決定させていただきます。</a:t>
            </a:r>
            <a:endParaRPr kumimoji="1" lang="en-US" altLang="ja-JP" b="0" u="none" dirty="0"/>
          </a:p>
          <a:p>
            <a:r>
              <a:rPr lang="ja-JP" altLang="en-US" b="0" u="none" dirty="0">
                <a:latin typeface="游ゴシック"/>
                <a:ea typeface="游ゴシック"/>
              </a:rPr>
              <a:t>瑕疵担保責任期間は本稼働日より</a:t>
            </a:r>
            <a:r>
              <a:rPr lang="en-US" altLang="ja-JP" b="0" u="none" dirty="0">
                <a:latin typeface="游ゴシック"/>
                <a:ea typeface="游ゴシック"/>
              </a:rPr>
              <a:t>1</a:t>
            </a:r>
            <a:r>
              <a:rPr lang="ja-JP" altLang="en-US" b="0" u="none" dirty="0">
                <a:latin typeface="游ゴシック"/>
                <a:ea typeface="游ゴシック"/>
              </a:rPr>
              <a:t>年とします。</a:t>
            </a:r>
            <a:br>
              <a:rPr lang="en-US" altLang="ja-JP" b="0" u="none" dirty="0">
                <a:latin typeface="游ゴシック"/>
                <a:ea typeface="游ゴシック"/>
              </a:rPr>
            </a:br>
            <a:r>
              <a:rPr lang="ja-JP" altLang="en-US" b="0" u="none" dirty="0">
                <a:latin typeface="游ゴシック"/>
                <a:ea typeface="游ゴシック"/>
              </a:rPr>
              <a:t>（本稼働日より</a:t>
            </a:r>
            <a:r>
              <a:rPr lang="en-US" altLang="ja-JP" b="0" u="none" dirty="0">
                <a:latin typeface="游ゴシック"/>
                <a:ea typeface="游ゴシック"/>
              </a:rPr>
              <a:t>1</a:t>
            </a:r>
            <a:r>
              <a:rPr lang="ja-JP" altLang="en-US" b="0" u="none" dirty="0">
                <a:latin typeface="游ゴシック"/>
                <a:ea typeface="游ゴシック"/>
              </a:rPr>
              <a:t>年に限り契約不適合責任を追及できることとします。）</a:t>
            </a:r>
            <a:endParaRPr lang="en-US" altLang="ja-JP" b="0" u="none" dirty="0">
              <a:latin typeface="游ゴシック"/>
              <a:ea typeface="游ゴシック"/>
            </a:endParaRPr>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2025/1/31</a:t>
            </a:r>
            <a:endParaRPr lang="en-US"/>
          </a:p>
        </p:txBody>
      </p:sp>
      <p:sp>
        <p:nvSpPr>
          <p:cNvPr id="7" name="フッター プレースホルダー 6">
            <a:extLst>
              <a:ext uri="{FF2B5EF4-FFF2-40B4-BE49-F238E27FC236}">
                <a16:creationId xmlns:a16="http://schemas.microsoft.com/office/drawing/2014/main" id="{CCFA3C46-A2FC-D6CA-69B3-61433A623AE4}"/>
              </a:ext>
            </a:extLst>
          </p:cNvPr>
          <p:cNvSpPr>
            <a:spLocks noGrp="1"/>
          </p:cNvSpPr>
          <p:nvPr>
            <p:ph type="ftr" sz="quarter" idx="11"/>
          </p:nvPr>
        </p:nvSpPr>
        <p:spPr/>
        <p:txBody>
          <a:bodyPr/>
          <a:lstStyle/>
          <a:p>
            <a:r>
              <a:rPr lang="en-US"/>
              <a:t>Copyright © 2025 SystemEXE,Inc All Rights Reserved.</a:t>
            </a:r>
          </a:p>
        </p:txBody>
      </p:sp>
      <p:sp>
        <p:nvSpPr>
          <p:cNvPr id="8" name="スライド番号プレースホルダー 7">
            <a:extLst>
              <a:ext uri="{FF2B5EF4-FFF2-40B4-BE49-F238E27FC236}">
                <a16:creationId xmlns:a16="http://schemas.microsoft.com/office/drawing/2014/main" id="{727778D0-1A23-DEB9-0DEE-BE69887B3B96}"/>
              </a:ext>
            </a:extLst>
          </p:cNvPr>
          <p:cNvSpPr>
            <a:spLocks noGrp="1"/>
          </p:cNvSpPr>
          <p:nvPr>
            <p:ph type="sldNum" sz="quarter" idx="12"/>
          </p:nvPr>
        </p:nvSpPr>
        <p:spPr/>
        <p:txBody>
          <a:bodyPr/>
          <a:lstStyle/>
          <a:p>
            <a:fld id="{26CA5134-5AAC-D342-B763-43605FECB385}" type="slidenum">
              <a:rPr kumimoji="1" lang="ja-JP" altLang="en-US" smtClean="0"/>
              <a:pPr/>
              <a:t>10</a:t>
            </a:fld>
            <a:endParaRPr kumimoji="1" lang="ja-JP" altLang="en-US" sz="700"/>
          </a:p>
        </p:txBody>
      </p:sp>
    </p:spTree>
    <p:extLst>
      <p:ext uri="{BB962C8B-B14F-4D97-AF65-F5344CB8AC3E}">
        <p14:creationId xmlns:p14="http://schemas.microsoft.com/office/powerpoint/2010/main" val="2410374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t>担当：遠矢成洋、髙浦祐朗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t>Mail</a:t>
            </a:r>
            <a:r>
              <a:rPr kumimoji="1" lang="ja-JP" altLang="en-US"/>
              <a:t>：</a:t>
            </a:r>
            <a:r>
              <a:rPr lang="en-US" altLang="ja-JP"/>
              <a:t>shigehiro.toya@system-exe.jp</a:t>
            </a:r>
            <a:endParaRPr kumimoji="1" lang="en-US" altLang="ja-JP"/>
          </a:p>
          <a:p>
            <a:r>
              <a:rPr lang="ja-JP" altLang="en-US"/>
              <a:t>　　　</a:t>
            </a:r>
            <a:r>
              <a:rPr kumimoji="1" lang="en-US" altLang="ja-JP"/>
              <a:t>masaaki.takaura@system-exe.jp</a:t>
            </a:r>
            <a:endParaRPr kumimoji="1" lang="ja-JP" altLang="en-US"/>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a:t>2025/1/31</a:t>
            </a:r>
            <a:endParaRPr lang="en-US"/>
          </a:p>
        </p:txBody>
      </p:sp>
      <p:sp>
        <p:nvSpPr>
          <p:cNvPr id="11" name="フッター プレースホルダー 10">
            <a:extLst>
              <a:ext uri="{FF2B5EF4-FFF2-40B4-BE49-F238E27FC236}">
                <a16:creationId xmlns:a16="http://schemas.microsoft.com/office/drawing/2014/main" id="{AAD7BD0C-3438-E6AD-1CE2-0D04259C1440}"/>
              </a:ext>
            </a:extLst>
          </p:cNvPr>
          <p:cNvSpPr>
            <a:spLocks noGrp="1"/>
          </p:cNvSpPr>
          <p:nvPr>
            <p:ph type="ftr" sz="quarter" idx="11"/>
          </p:nvPr>
        </p:nvSpPr>
        <p:spPr/>
        <p:txBody>
          <a:bodyPr/>
          <a:lstStyle/>
          <a:p>
            <a:r>
              <a:rPr lang="en-US"/>
              <a:t>Copyright © 2025 SystemEXE,Inc All Rights Reserved.</a:t>
            </a:r>
          </a:p>
        </p:txBody>
      </p:sp>
      <p:sp>
        <p:nvSpPr>
          <p:cNvPr id="12" name="スライド番号プレースホルダー 11">
            <a:extLst>
              <a:ext uri="{FF2B5EF4-FFF2-40B4-BE49-F238E27FC236}">
                <a16:creationId xmlns:a16="http://schemas.microsoft.com/office/drawing/2014/main" id="{2ABE18B0-3E15-131A-61FB-3606EFB28261}"/>
              </a:ext>
            </a:extLst>
          </p:cNvPr>
          <p:cNvSpPr>
            <a:spLocks noGrp="1"/>
          </p:cNvSpPr>
          <p:nvPr>
            <p:ph type="sldNum" sz="quarter" idx="12"/>
          </p:nvPr>
        </p:nvSpPr>
        <p:spPr/>
        <p:txBody>
          <a:bodyPr/>
          <a:lstStyle/>
          <a:p>
            <a:fld id="{26CA5134-5AAC-D342-B763-43605FECB385}" type="slidenum">
              <a:rPr kumimoji="1" lang="ja-JP" altLang="en-US" smtClean="0"/>
              <a:pPr/>
              <a:t>11</a:t>
            </a:fld>
            <a:endParaRPr kumimoji="1" lang="ja-JP" altLang="en-US" sz="533"/>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4" ma:contentTypeDescription="新しいドキュメントを作成します。" ma:contentTypeScope="" ma:versionID="8d136f6bca879cb90346a66279902dfa">
  <xsd:schema xmlns:xsd="http://www.w3.org/2001/XMLSchema" xmlns:xs="http://www.w3.org/2001/XMLSchema" xmlns:p="http://schemas.microsoft.com/office/2006/metadata/properties" xmlns:ns2="2fd442da-66a9-4fa6-ba31-eb0d54ad1381" targetNamespace="http://schemas.microsoft.com/office/2006/metadata/properties" ma:root="true" ma:fieldsID="5b8a779dc52d08a32251a6f3465a5e55"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638D83F-CD78-4535-AF80-C8A95860F67D}">
  <ds:schemaRefs>
    <ds:schemaRef ds:uri="http://schemas.microsoft.com/sharepoint/v3/contenttype/forms"/>
  </ds:schemaRefs>
</ds:datastoreItem>
</file>

<file path=customXml/itemProps2.xml><?xml version="1.0" encoding="utf-8"?>
<ds:datastoreItem xmlns:ds="http://schemas.openxmlformats.org/officeDocument/2006/customXml" ds:itemID="{B13603C2-C400-41AD-AEEB-131E9A1C4EA7}"/>
</file>

<file path=customXml/itemProps3.xml><?xml version="1.0" encoding="utf-8"?>
<ds:datastoreItem xmlns:ds="http://schemas.openxmlformats.org/officeDocument/2006/customXml" ds:itemID="{EA143B57-FBB5-4CF3-9B57-4969B38B4728}"/>
</file>

<file path=docProps/app.xml><?xml version="1.0" encoding="utf-8"?>
<Properties xmlns="http://schemas.openxmlformats.org/officeDocument/2006/extended-properties" xmlns:vt="http://schemas.openxmlformats.org/officeDocument/2006/docPropsVTypes">
  <Template>Office Theme</Template>
  <TotalTime>536</TotalTime>
  <Words>1405</Words>
  <Application>Microsoft Office PowerPoint</Application>
  <PresentationFormat>ワイド画面</PresentationFormat>
  <Paragraphs>320</Paragraphs>
  <Slides>12</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12</vt:i4>
      </vt:variant>
    </vt:vector>
  </HeadingPairs>
  <TitlesOfParts>
    <vt:vector size="20" baseType="lpstr">
      <vt:lpstr>Yu Gothic</vt:lpstr>
      <vt:lpstr>Yu Gothic</vt:lpstr>
      <vt:lpstr>Yu Gothic Medium</vt:lpstr>
      <vt:lpstr>游明朝</vt:lpstr>
      <vt:lpstr>Arial</vt:lpstr>
      <vt:lpstr>Calibri</vt:lpstr>
      <vt:lpstr>Wingdings</vt:lpstr>
      <vt:lpstr>Office テーマ</vt:lpstr>
      <vt:lpstr>御見積詳細書(第1.0版）</vt:lpstr>
      <vt:lpstr>１. はじめに</vt:lpstr>
      <vt:lpstr>２. アプリケーション移行の進め方</vt:lpstr>
      <vt:lpstr>３. 移行に伴う環境の変更点</vt:lpstr>
      <vt:lpstr>４. システム構成</vt:lpstr>
      <vt:lpstr>５. 対象機能数</vt:lpstr>
      <vt:lpstr>６. 想定スケジュール（想定）</vt:lpstr>
      <vt:lpstr>７. 体制</vt:lpstr>
      <vt:lpstr>８. 想定している成果物</vt:lpstr>
      <vt:lpstr>９．お見積もり</vt:lpstr>
      <vt:lpstr>１０. お見積もり前提条件</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lastModifiedBy>遠矢成洋</cp:lastModifiedBy>
  <cp:revision>13</cp:revision>
  <dcterms:created xsi:type="dcterms:W3CDTF">2021-02-05T06:36:21Z</dcterms:created>
  <dcterms:modified xsi:type="dcterms:W3CDTF">2025-02-04T00:35:20Z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ies>
</file>