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5"/>
  </p:notesMasterIdLst>
  <p:handoutMasterIdLst>
    <p:handoutMasterId r:id="rId16"/>
  </p:handoutMasterIdLst>
  <p:sldIdLst>
    <p:sldId id="714" r:id="rId5"/>
    <p:sldId id="756" r:id="rId6"/>
    <p:sldId id="757" r:id="rId7"/>
    <p:sldId id="765" r:id="rId8"/>
    <p:sldId id="766" r:id="rId9"/>
    <p:sldId id="932" r:id="rId10"/>
    <p:sldId id="930" r:id="rId11"/>
    <p:sldId id="923" r:id="rId12"/>
    <p:sldId id="767" r:id="rId13"/>
    <p:sldId id="74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C137CA-6933-4629-A23B-89FE928BCBCA}" v="43" dt="2025-09-04T07:21:24.244"/>
    <p1510:client id="{B58FECC0-5DCE-4A70-90E3-282A1EE5CC76}" v="4" dt="2025-09-04T07:22:28.85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福田一希" userId="S::kazuki.fukuda@system-exe.jp::fdfbe5ba-eec8-4756-aa2a-cf5b9de944cd" providerId="AD" clId="Web-{2A50D26D-49C5-48E8-A6A2-AFA5C2BD475D}"/>
    <pc:docChg chg="modSld">
      <pc:chgData name="福田一希" userId="S::kazuki.fukuda@system-exe.jp::fdfbe5ba-eec8-4756-aa2a-cf5b9de944cd" providerId="AD" clId="Web-{2A50D26D-49C5-48E8-A6A2-AFA5C2BD475D}" dt="2025-06-04T02:00:07.904" v="1" actId="20577"/>
      <pc:docMkLst>
        <pc:docMk/>
      </pc:docMkLst>
      <pc:sldChg chg="modSp">
        <pc:chgData name="福田一希" userId="S::kazuki.fukuda@system-exe.jp::fdfbe5ba-eec8-4756-aa2a-cf5b9de944cd" providerId="AD" clId="Web-{2A50D26D-49C5-48E8-A6A2-AFA5C2BD475D}" dt="2025-06-04T02:00:07.904" v="1" actId="20577"/>
        <pc:sldMkLst>
          <pc:docMk/>
          <pc:sldMk cId="3660799615" sldId="757"/>
        </pc:sldMkLst>
      </pc:sldChg>
    </pc:docChg>
  </pc:docChgLst>
  <pc:docChgLst>
    <pc:chgData name="福田一希" userId="S::kazuki.fukuda@system-exe.jp::fdfbe5ba-eec8-4756-aa2a-cf5b9de944cd" providerId="AD" clId="Web-{B58FECC0-5DCE-4A70-90E3-282A1EE5CC76}"/>
    <pc:docChg chg="modSld">
      <pc:chgData name="福田一希" userId="S::kazuki.fukuda@system-exe.jp::fdfbe5ba-eec8-4756-aa2a-cf5b9de944cd" providerId="AD" clId="Web-{B58FECC0-5DCE-4A70-90E3-282A1EE5CC76}" dt="2025-09-04T07:22:27.368" v="2" actId="20577"/>
      <pc:docMkLst>
        <pc:docMk/>
      </pc:docMkLst>
      <pc:sldChg chg="modSp">
        <pc:chgData name="福田一希" userId="S::kazuki.fukuda@system-exe.jp::fdfbe5ba-eec8-4756-aa2a-cf5b9de944cd" providerId="AD" clId="Web-{B58FECC0-5DCE-4A70-90E3-282A1EE5CC76}" dt="2025-09-04T07:22:27.368" v="2" actId="20577"/>
        <pc:sldMkLst>
          <pc:docMk/>
          <pc:sldMk cId="1851614100" sldId="930"/>
        </pc:sldMkLst>
        <pc:spChg chg="mod">
          <ac:chgData name="福田一希" userId="S::kazuki.fukuda@system-exe.jp::fdfbe5ba-eec8-4756-aa2a-cf5b9de944cd" providerId="AD" clId="Web-{B58FECC0-5DCE-4A70-90E3-282A1EE5CC76}" dt="2025-09-04T07:22:27.368" v="2" actId="20577"/>
          <ac:spMkLst>
            <pc:docMk/>
            <pc:sldMk cId="1851614100" sldId="930"/>
            <ac:spMk id="2" creationId="{00000000-0000-0000-0000-000000000000}"/>
          </ac:spMkLst>
        </pc:spChg>
      </pc:sldChg>
    </pc:docChg>
  </pc:docChgLst>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髙浦祐朗" userId="d6d860fe-bc64-411b-9605-a16d1ba875f6" providerId="ADAL" clId="{29F6109C-37E8-45B4-A7F0-ED8F64050743}"/>
    <pc:docChg chg="undo custSel modSld">
      <pc:chgData name="髙浦祐朗" userId="d6d860fe-bc64-411b-9605-a16d1ba875f6" providerId="ADAL" clId="{29F6109C-37E8-45B4-A7F0-ED8F64050743}" dt="2024-11-22T07:53:46.100" v="135" actId="1076"/>
      <pc:docMkLst>
        <pc:docMk/>
      </pc:docMkLst>
      <pc:sldChg chg="modSp mod">
        <pc:chgData name="髙浦祐朗" userId="d6d860fe-bc64-411b-9605-a16d1ba875f6" providerId="ADAL" clId="{29F6109C-37E8-45B4-A7F0-ED8F64050743}" dt="2024-11-22T07:53:46.100" v="135" actId="1076"/>
        <pc:sldMkLst>
          <pc:docMk/>
          <pc:sldMk cId="3201888243" sldId="714"/>
        </pc:sldMkLst>
      </pc:sldChg>
      <pc:sldChg chg="modSp mod">
        <pc:chgData name="髙浦祐朗" userId="d6d860fe-bc64-411b-9605-a16d1ba875f6" providerId="ADAL" clId="{29F6109C-37E8-45B4-A7F0-ED8F64050743}" dt="2024-11-22T07:50:43.995" v="116"/>
        <pc:sldMkLst>
          <pc:docMk/>
          <pc:sldMk cId="3660799615" sldId="757"/>
        </pc:sldMkLst>
      </pc:sldChg>
      <pc:sldChg chg="modSp mod">
        <pc:chgData name="髙浦祐朗" userId="d6d860fe-bc64-411b-9605-a16d1ba875f6" providerId="ADAL" clId="{29F6109C-37E8-45B4-A7F0-ED8F64050743}" dt="2024-11-22T07:50:50.205" v="118"/>
        <pc:sldMkLst>
          <pc:docMk/>
          <pc:sldMk cId="2453405637" sldId="923"/>
        </pc:sldMkLst>
      </pc:sldChg>
      <pc:sldChg chg="modSp mod">
        <pc:chgData name="髙浦祐朗" userId="d6d860fe-bc64-411b-9605-a16d1ba875f6" providerId="ADAL" clId="{29F6109C-37E8-45B4-A7F0-ED8F64050743}" dt="2024-11-22T07:50:51.754" v="120"/>
        <pc:sldMkLst>
          <pc:docMk/>
          <pc:sldMk cId="1471803207" sldId="929"/>
        </pc:sldMkLst>
      </pc:sldChg>
      <pc:sldChg chg="modSp mod">
        <pc:chgData name="髙浦祐朗" userId="d6d860fe-bc64-411b-9605-a16d1ba875f6" providerId="ADAL" clId="{29F6109C-37E8-45B4-A7F0-ED8F64050743}" dt="2024-11-22T07:51:33.168" v="122" actId="1076"/>
        <pc:sldMkLst>
          <pc:docMk/>
          <pc:sldMk cId="1851614100" sldId="930"/>
        </pc:sldMkLst>
      </pc:sldChg>
    </pc:docChg>
  </pc:docChgLst>
  <pc:docChgLst>
    <pc:chgData name="髙浦祐朗" userId="d6d860fe-bc64-411b-9605-a16d1ba875f6" providerId="ADAL" clId="{2E0DB4EE-F085-4FFE-81D2-B3E4BDE20C8B}"/>
    <pc:docChg chg="modSld">
      <pc:chgData name="髙浦祐朗" userId="d6d860fe-bc64-411b-9605-a16d1ba875f6" providerId="ADAL" clId="{2E0DB4EE-F085-4FFE-81D2-B3E4BDE20C8B}" dt="2025-06-03T10:33:02.463" v="21"/>
      <pc:docMkLst>
        <pc:docMk/>
      </pc:docMkLst>
      <pc:sldChg chg="modSp mod">
        <pc:chgData name="髙浦祐朗" userId="d6d860fe-bc64-411b-9605-a16d1ba875f6" providerId="ADAL" clId="{2E0DB4EE-F085-4FFE-81D2-B3E4BDE20C8B}" dt="2025-06-03T10:33:02.463" v="21"/>
        <pc:sldMkLst>
          <pc:docMk/>
          <pc:sldMk cId="1851614100" sldId="930"/>
        </pc:sldMkLst>
      </pc:sldChg>
    </pc:docChg>
  </pc:docChgLst>
  <pc:docChgLst>
    <pc:chgData name="福田一希" userId="S::kazuki.fukuda@system-exe.jp::fdfbe5ba-eec8-4756-aa2a-cf5b9de944cd" providerId="AD" clId="Web-{3B7008E8-903E-4BDC-8EAB-76D89C4F625B}"/>
    <pc:docChg chg="modSld">
      <pc:chgData name="福田一希" userId="S::kazuki.fukuda@system-exe.jp::fdfbe5ba-eec8-4756-aa2a-cf5b9de944cd" providerId="AD" clId="Web-{3B7008E8-903E-4BDC-8EAB-76D89C4F625B}" dt="2025-06-04T01:42:41.864" v="6" actId="20577"/>
      <pc:docMkLst>
        <pc:docMk/>
      </pc:docMkLst>
      <pc:sldChg chg="modSp">
        <pc:chgData name="福田一希" userId="S::kazuki.fukuda@system-exe.jp::fdfbe5ba-eec8-4756-aa2a-cf5b9de944cd" providerId="AD" clId="Web-{3B7008E8-903E-4BDC-8EAB-76D89C4F625B}" dt="2025-06-04T01:42:41.864" v="6" actId="20577"/>
        <pc:sldMkLst>
          <pc:docMk/>
          <pc:sldMk cId="3261265475" sldId="932"/>
        </pc:sldMkLst>
      </pc:sldChg>
    </pc:docChg>
  </pc:docChgLst>
  <pc:docChgLst>
    <pc:chgData name="福田一希" userId="S::kazuki.fukuda@system-exe.jp::fdfbe5ba-eec8-4756-aa2a-cf5b9de944cd" providerId="AD" clId="Web-{82679805-3214-4161-906E-CFDA47014C58}"/>
    <pc:docChg chg="modSld">
      <pc:chgData name="福田一希" userId="S::kazuki.fukuda@system-exe.jp::fdfbe5ba-eec8-4756-aa2a-cf5b9de944cd" providerId="AD" clId="Web-{82679805-3214-4161-906E-CFDA47014C58}" dt="2025-06-09T01:27:44.609" v="14"/>
      <pc:docMkLst>
        <pc:docMk/>
      </pc:docMkLst>
      <pc:sldChg chg="addSp modSp">
        <pc:chgData name="福田一希" userId="S::kazuki.fukuda@system-exe.jp::fdfbe5ba-eec8-4756-aa2a-cf5b9de944cd" providerId="AD" clId="Web-{82679805-3214-4161-906E-CFDA47014C58}" dt="2025-06-09T01:27:44.609" v="14"/>
        <pc:sldMkLst>
          <pc:docMk/>
          <pc:sldMk cId="3261265475" sldId="932"/>
        </pc:sldMkLst>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docChgLst>
    <pc:chgData name="福田一希" userId="S::kazuki.fukuda@system-exe.jp::fdfbe5ba-eec8-4756-aa2a-cf5b9de944cd" providerId="AD" clId="Web-{43DF3BA7-9069-4E1D-A758-FE50466EEF75}"/>
    <pc:docChg chg="modSld">
      <pc:chgData name="福田一希" userId="S::kazuki.fukuda@system-exe.jp::fdfbe5ba-eec8-4756-aa2a-cf5b9de944cd" providerId="AD" clId="Web-{43DF3BA7-9069-4E1D-A758-FE50466EEF75}" dt="2024-11-21T09:33:27.578" v="7"/>
      <pc:docMkLst>
        <pc:docMk/>
      </pc:docMkLst>
      <pc:sldChg chg="modSp">
        <pc:chgData name="福田一希" userId="S::kazuki.fukuda@system-exe.jp::fdfbe5ba-eec8-4756-aa2a-cf5b9de944cd" providerId="AD" clId="Web-{43DF3BA7-9069-4E1D-A758-FE50466EEF75}" dt="2024-11-21T09:33:27.578" v="7"/>
        <pc:sldMkLst>
          <pc:docMk/>
          <pc:sldMk cId="3560606343" sldId="766"/>
        </pc:sldMkLst>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福田一希" userId="S::kazuki.fukuda@system-exe.jp::fdfbe5ba-eec8-4756-aa2a-cf5b9de944cd" providerId="AD" clId="Web-{29A1F692-9BF9-46EC-BE2F-379679354E24}"/>
    <pc:docChg chg="modSld">
      <pc:chgData name="福田一希" userId="S::kazuki.fukuda@system-exe.jp::fdfbe5ba-eec8-4756-aa2a-cf5b9de944cd" providerId="AD" clId="Web-{29A1F692-9BF9-46EC-BE2F-379679354E24}" dt="2024-11-22T06:11:18.319" v="269"/>
      <pc:docMkLst>
        <pc:docMk/>
      </pc:docMkLst>
      <pc:sldChg chg="modSp">
        <pc:chgData name="福田一希" userId="S::kazuki.fukuda@system-exe.jp::fdfbe5ba-eec8-4756-aa2a-cf5b9de944cd" providerId="AD" clId="Web-{29A1F692-9BF9-46EC-BE2F-379679354E24}" dt="2024-11-22T06:11:18.319" v="269"/>
        <pc:sldMkLst>
          <pc:docMk/>
          <pc:sldMk cId="1471803207" sldId="929"/>
        </pc:sldMkLst>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docChgLst>
    <pc:chgData name="福田一希" userId="S::kazuki.fukuda@system-exe.jp::fdfbe5ba-eec8-4756-aa2a-cf5b9de944cd" providerId="AD" clId="Web-{41C137CA-6933-4629-A23B-89FE928BCBCA}"/>
    <pc:docChg chg="modSld">
      <pc:chgData name="福田一希" userId="S::kazuki.fukuda@system-exe.jp::fdfbe5ba-eec8-4756-aa2a-cf5b9de944cd" providerId="AD" clId="Web-{41C137CA-6933-4629-A23B-89FE928BCBCA}" dt="2025-09-04T07:21:24.244" v="41" actId="14100"/>
      <pc:docMkLst>
        <pc:docMk/>
      </pc:docMkLst>
      <pc:sldChg chg="modSp">
        <pc:chgData name="福田一希" userId="S::kazuki.fukuda@system-exe.jp::fdfbe5ba-eec8-4756-aa2a-cf5b9de944cd" providerId="AD" clId="Web-{41C137CA-6933-4629-A23B-89FE928BCBCA}" dt="2025-09-04T07:18:58.024" v="1" actId="20577"/>
        <pc:sldMkLst>
          <pc:docMk/>
          <pc:sldMk cId="1851614100" sldId="930"/>
        </pc:sldMkLst>
        <pc:spChg chg="mod">
          <ac:chgData name="福田一希" userId="S::kazuki.fukuda@system-exe.jp::fdfbe5ba-eec8-4756-aa2a-cf5b9de944cd" providerId="AD" clId="Web-{41C137CA-6933-4629-A23B-89FE928BCBCA}" dt="2025-09-04T07:18:58.024" v="1" actId="20577"/>
          <ac:spMkLst>
            <pc:docMk/>
            <pc:sldMk cId="1851614100" sldId="930"/>
            <ac:spMk id="48" creationId="{10B0CD7D-A6F3-7E6D-328C-5A37E0631B7A}"/>
          </ac:spMkLst>
        </pc:spChg>
      </pc:sldChg>
      <pc:sldChg chg="modSp">
        <pc:chgData name="福田一希" userId="S::kazuki.fukuda@system-exe.jp::fdfbe5ba-eec8-4756-aa2a-cf5b9de944cd" providerId="AD" clId="Web-{41C137CA-6933-4629-A23B-89FE928BCBCA}" dt="2025-09-04T07:21:24.244" v="41" actId="14100"/>
        <pc:sldMkLst>
          <pc:docMk/>
          <pc:sldMk cId="3261265475" sldId="932"/>
        </pc:sldMkLst>
        <pc:spChg chg="mod">
          <ac:chgData name="福田一希" userId="S::kazuki.fukuda@system-exe.jp::fdfbe5ba-eec8-4756-aa2a-cf5b9de944cd" providerId="AD" clId="Web-{41C137CA-6933-4629-A23B-89FE928BCBCA}" dt="2025-09-04T07:21:19.618" v="40" actId="1076"/>
          <ac:spMkLst>
            <pc:docMk/>
            <pc:sldMk cId="3261265475" sldId="932"/>
            <ac:spMk id="4" creationId="{103E610F-3705-90FE-D66D-9592E6BB5CDF}"/>
          </ac:spMkLst>
        </pc:spChg>
        <pc:spChg chg="mod">
          <ac:chgData name="福田一希" userId="S::kazuki.fukuda@system-exe.jp::fdfbe5ba-eec8-4756-aa2a-cf5b9de944cd" providerId="AD" clId="Web-{41C137CA-6933-4629-A23B-89FE928BCBCA}" dt="2025-09-04T07:20:42.100" v="38" actId="20577"/>
          <ac:spMkLst>
            <pc:docMk/>
            <pc:sldMk cId="3261265475" sldId="932"/>
            <ac:spMk id="26" creationId="{AA608998-7E3E-1298-045C-A506F642ABA9}"/>
          </ac:spMkLst>
        </pc:spChg>
        <pc:spChg chg="mod">
          <ac:chgData name="福田一希" userId="S::kazuki.fukuda@system-exe.jp::fdfbe5ba-eec8-4756-aa2a-cf5b9de944cd" providerId="AD" clId="Web-{41C137CA-6933-4629-A23B-89FE928BCBCA}" dt="2025-09-04T07:21:19.540" v="39" actId="1076"/>
          <ac:spMkLst>
            <pc:docMk/>
            <pc:sldMk cId="3261265475" sldId="932"/>
            <ac:spMk id="30" creationId="{D2FFFA7C-8485-4FB5-B3FC-30EC4188DB9D}"/>
          </ac:spMkLst>
        </pc:spChg>
        <pc:spChg chg="mod">
          <ac:chgData name="福田一希" userId="S::kazuki.fukuda@system-exe.jp::fdfbe5ba-eec8-4756-aa2a-cf5b9de944cd" providerId="AD" clId="Web-{41C137CA-6933-4629-A23B-89FE928BCBCA}" dt="2025-09-04T07:21:24.244" v="41" actId="14100"/>
          <ac:spMkLst>
            <pc:docMk/>
            <pc:sldMk cId="3261265475" sldId="932"/>
            <ac:spMk id="35" creationId="{3B57EEC6-A848-4914-BC9B-95C84C7B6637}"/>
          </ac:spMkLst>
        </pc:spChg>
      </pc:sldChg>
    </pc:docChg>
  </pc:docChgLst>
  <pc:docChgLst>
    <pc:chgData name="福田一希" userId="S::kazuki.fukuda@system-exe.jp::fdfbe5ba-eec8-4756-aa2a-cf5b9de944cd" providerId="AD" clId="Web-{D24AB41C-CB45-4D90-9B98-F251A1253332}"/>
    <pc:docChg chg="modSld">
      <pc:chgData name="福田一希" userId="S::kazuki.fukuda@system-exe.jp::fdfbe5ba-eec8-4756-aa2a-cf5b9de944cd" providerId="AD" clId="Web-{D24AB41C-CB45-4D90-9B98-F251A1253332}" dt="2025-06-04T01:57:31.527" v="12"/>
      <pc:docMkLst>
        <pc:docMk/>
      </pc:docMkLst>
      <pc:sldChg chg="modSp">
        <pc:chgData name="福田一希" userId="S::kazuki.fukuda@system-exe.jp::fdfbe5ba-eec8-4756-aa2a-cf5b9de944cd" providerId="AD" clId="Web-{D24AB41C-CB45-4D90-9B98-F251A1253332}" dt="2025-06-04T01:56:11.494" v="1"/>
        <pc:sldMkLst>
          <pc:docMk/>
          <pc:sldMk cId="3560606343" sldId="766"/>
        </pc:sldMkLst>
      </pc:sldChg>
      <pc:sldChg chg="modSp">
        <pc:chgData name="福田一希" userId="S::kazuki.fukuda@system-exe.jp::fdfbe5ba-eec8-4756-aa2a-cf5b9de944cd" providerId="AD" clId="Web-{D24AB41C-CB45-4D90-9B98-F251A1253332}" dt="2025-06-04T01:57:31.527" v="12"/>
        <pc:sldMkLst>
          <pc:docMk/>
          <pc:sldMk cId="2453405637" sldId="923"/>
        </pc:sldMkLst>
      </pc:sldChg>
    </pc:docChg>
  </pc:docChgLst>
  <pc:docChgLst>
    <pc:chgData name="福田一希" userId="S::kazuki.fukuda@system-exe.jp::fdfbe5ba-eec8-4756-aa2a-cf5b9de944cd" providerId="AD" clId="Web-{8B3AAE2F-BB9A-41AE-9F49-72E360EEFEA4}"/>
    <pc:docChg chg="modSld">
      <pc:chgData name="福田一希" userId="S::kazuki.fukuda@system-exe.jp::fdfbe5ba-eec8-4756-aa2a-cf5b9de944cd" providerId="AD" clId="Web-{8B3AAE2F-BB9A-41AE-9F49-72E360EEFEA4}" dt="2025-06-04T01:54:41.032" v="112" actId="20577"/>
      <pc:docMkLst>
        <pc:docMk/>
      </pc:docMkLst>
      <pc:sldChg chg="modSp">
        <pc:chgData name="福田一希" userId="S::kazuki.fukuda@system-exe.jp::fdfbe5ba-eec8-4756-aa2a-cf5b9de944cd" providerId="AD" clId="Web-{8B3AAE2F-BB9A-41AE-9F49-72E360EEFEA4}" dt="2025-06-04T01:53:15.138" v="74" actId="20577"/>
        <pc:sldMkLst>
          <pc:docMk/>
          <pc:sldMk cId="3660799615" sldId="757"/>
        </pc:sldMkLst>
      </pc:sldChg>
      <pc:sldChg chg="modSp">
        <pc:chgData name="福田一希" userId="S::kazuki.fukuda@system-exe.jp::fdfbe5ba-eec8-4756-aa2a-cf5b9de944cd" providerId="AD" clId="Web-{8B3AAE2F-BB9A-41AE-9F49-72E360EEFEA4}" dt="2025-06-04T01:54:41.032" v="112" actId="20577"/>
        <pc:sldMkLst>
          <pc:docMk/>
          <pc:sldMk cId="2410374903" sldId="767"/>
        </pc:sldMkLst>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docChgLst>
    <pc:chgData name="髙浦祐朗" userId="d6d860fe-bc64-411b-9605-a16d1ba875f6" providerId="ADAL" clId="{2611B2CA-FCF0-4B9A-A3A4-9C5F031CD299}"/>
    <pc:docChg chg="undo custSel modSld">
      <pc:chgData name="髙浦祐朗" userId="d6d860fe-bc64-411b-9605-a16d1ba875f6" providerId="ADAL" clId="{2611B2CA-FCF0-4B9A-A3A4-9C5F031CD299}" dt="2025-09-03T10:31:41.367" v="48" actId="2711"/>
      <pc:docMkLst>
        <pc:docMk/>
      </pc:docMkLst>
      <pc:sldChg chg="modSp mod">
        <pc:chgData name="髙浦祐朗" userId="d6d860fe-bc64-411b-9605-a16d1ba875f6" providerId="ADAL" clId="{2611B2CA-FCF0-4B9A-A3A4-9C5F031CD299}" dt="2025-09-03T10:31:41.367" v="48" actId="2711"/>
        <pc:sldMkLst>
          <pc:docMk/>
          <pc:sldMk cId="1851614100" sldId="930"/>
        </pc:sldMkLst>
        <pc:spChg chg="mod">
          <ac:chgData name="髙浦祐朗" userId="d6d860fe-bc64-411b-9605-a16d1ba875f6" providerId="ADAL" clId="{2611B2CA-FCF0-4B9A-A3A4-9C5F031CD299}" dt="2025-09-03T10:31:36.200" v="47" actId="2711"/>
          <ac:spMkLst>
            <pc:docMk/>
            <pc:sldMk cId="1851614100" sldId="930"/>
            <ac:spMk id="47" creationId="{C8FE3297-20F9-5980-9C9E-46C123BEB609}"/>
          </ac:spMkLst>
        </pc:spChg>
        <pc:spChg chg="mod">
          <ac:chgData name="髙浦祐朗" userId="d6d860fe-bc64-411b-9605-a16d1ba875f6" providerId="ADAL" clId="{2611B2CA-FCF0-4B9A-A3A4-9C5F031CD299}" dt="2025-09-03T10:31:41.367" v="48" actId="2711"/>
          <ac:spMkLst>
            <pc:docMk/>
            <pc:sldMk cId="1851614100" sldId="930"/>
            <ac:spMk id="66" creationId="{C8FE3297-20F9-5980-9C9E-46C123BEB609}"/>
          </ac:spMkLst>
        </pc:spChg>
      </pc:sldChg>
      <pc:sldChg chg="modSp mod">
        <pc:chgData name="髙浦祐朗" userId="d6d860fe-bc64-411b-9605-a16d1ba875f6" providerId="ADAL" clId="{2611B2CA-FCF0-4B9A-A3A4-9C5F031CD299}" dt="2025-09-03T10:31:09.873" v="46" actId="14100"/>
        <pc:sldMkLst>
          <pc:docMk/>
          <pc:sldMk cId="3261265475" sldId="932"/>
        </pc:sldMkLst>
        <pc:spChg chg="ord">
          <ac:chgData name="髙浦祐朗" userId="d6d860fe-bc64-411b-9605-a16d1ba875f6" providerId="ADAL" clId="{2611B2CA-FCF0-4B9A-A3A4-9C5F031CD299}" dt="2025-09-03T10:31:04.239" v="45" actId="166"/>
          <ac:spMkLst>
            <pc:docMk/>
            <pc:sldMk cId="3261265475" sldId="932"/>
            <ac:spMk id="3" creationId="{00000000-0000-0000-0000-000000000000}"/>
          </ac:spMkLst>
        </pc:spChg>
        <pc:spChg chg="mod">
          <ac:chgData name="髙浦祐朗" userId="d6d860fe-bc64-411b-9605-a16d1ba875f6" providerId="ADAL" clId="{2611B2CA-FCF0-4B9A-A3A4-9C5F031CD299}" dt="2025-09-03T10:30:31.614" v="38" actId="14100"/>
          <ac:spMkLst>
            <pc:docMk/>
            <pc:sldMk cId="3261265475" sldId="932"/>
            <ac:spMk id="4" creationId="{103E610F-3705-90FE-D66D-9592E6BB5CDF}"/>
          </ac:spMkLst>
        </pc:spChg>
        <pc:spChg chg="mod">
          <ac:chgData name="髙浦祐朗" userId="d6d860fe-bc64-411b-9605-a16d1ba875f6" providerId="ADAL" clId="{2611B2CA-FCF0-4B9A-A3A4-9C5F031CD299}" dt="2025-09-03T10:30:59.134" v="44" actId="1076"/>
          <ac:spMkLst>
            <pc:docMk/>
            <pc:sldMk cId="3261265475" sldId="932"/>
            <ac:spMk id="8" creationId="{00000000-0000-0000-0000-000000000000}"/>
          </ac:spMkLst>
        </pc:spChg>
        <pc:spChg chg="mod">
          <ac:chgData name="髙浦祐朗" userId="d6d860fe-bc64-411b-9605-a16d1ba875f6" providerId="ADAL" clId="{2611B2CA-FCF0-4B9A-A3A4-9C5F031CD299}" dt="2025-09-03T10:30:52.513" v="42" actId="1037"/>
          <ac:spMkLst>
            <pc:docMk/>
            <pc:sldMk cId="3261265475" sldId="932"/>
            <ac:spMk id="15" creationId="{9C526A88-681C-4A44-BFD9-AF76E9622DCF}"/>
          </ac:spMkLst>
        </pc:spChg>
        <pc:spChg chg="mod">
          <ac:chgData name="髙浦祐朗" userId="d6d860fe-bc64-411b-9605-a16d1ba875f6" providerId="ADAL" clId="{2611B2CA-FCF0-4B9A-A3A4-9C5F031CD299}" dt="2025-09-03T10:29:48.023" v="30" actId="14100"/>
          <ac:spMkLst>
            <pc:docMk/>
            <pc:sldMk cId="3261265475" sldId="932"/>
            <ac:spMk id="20" creationId="{F552483D-B47E-4672-AAB8-B1378D36B674}"/>
          </ac:spMkLst>
        </pc:spChg>
        <pc:spChg chg="mod">
          <ac:chgData name="髙浦祐朗" userId="d6d860fe-bc64-411b-9605-a16d1ba875f6" providerId="ADAL" clId="{2611B2CA-FCF0-4B9A-A3A4-9C5F031CD299}" dt="2025-09-03T10:29:48.023" v="30" actId="14100"/>
          <ac:spMkLst>
            <pc:docMk/>
            <pc:sldMk cId="3261265475" sldId="932"/>
            <ac:spMk id="21" creationId="{D288673B-1B1E-4C6E-BA69-E5F1FEDB27ED}"/>
          </ac:spMkLst>
        </pc:spChg>
        <pc:spChg chg="mod ord">
          <ac:chgData name="髙浦祐朗" userId="d6d860fe-bc64-411b-9605-a16d1ba875f6" providerId="ADAL" clId="{2611B2CA-FCF0-4B9A-A3A4-9C5F031CD299}" dt="2025-09-03T10:30:58.254" v="43" actId="166"/>
          <ac:spMkLst>
            <pc:docMk/>
            <pc:sldMk cId="3261265475" sldId="932"/>
            <ac:spMk id="22" creationId="{BF31360D-FAB3-4C87-B7AB-B502DDFDA9EC}"/>
          </ac:spMkLst>
        </pc:spChg>
        <pc:spChg chg="mod">
          <ac:chgData name="髙浦祐朗" userId="d6d860fe-bc64-411b-9605-a16d1ba875f6" providerId="ADAL" clId="{2611B2CA-FCF0-4B9A-A3A4-9C5F031CD299}" dt="2025-09-03T10:29:48.023" v="30" actId="14100"/>
          <ac:spMkLst>
            <pc:docMk/>
            <pc:sldMk cId="3261265475" sldId="932"/>
            <ac:spMk id="23" creationId="{60BE86B4-B849-422B-8758-4720CC34871C}"/>
          </ac:spMkLst>
        </pc:spChg>
        <pc:spChg chg="mod">
          <ac:chgData name="髙浦祐朗" userId="d6d860fe-bc64-411b-9605-a16d1ba875f6" providerId="ADAL" clId="{2611B2CA-FCF0-4B9A-A3A4-9C5F031CD299}" dt="2025-09-03T10:29:48.023" v="30" actId="14100"/>
          <ac:spMkLst>
            <pc:docMk/>
            <pc:sldMk cId="3261265475" sldId="932"/>
            <ac:spMk id="24" creationId="{D2FFFA7C-8485-4FB5-B3FC-30EC4188DB9D}"/>
          </ac:spMkLst>
        </pc:spChg>
        <pc:spChg chg="mod">
          <ac:chgData name="髙浦祐朗" userId="d6d860fe-bc64-411b-9605-a16d1ba875f6" providerId="ADAL" clId="{2611B2CA-FCF0-4B9A-A3A4-9C5F031CD299}" dt="2025-09-03T10:28:58.491" v="0" actId="554"/>
          <ac:spMkLst>
            <pc:docMk/>
            <pc:sldMk cId="3261265475" sldId="932"/>
            <ac:spMk id="28" creationId="{F552483D-B47E-4672-AAB8-B1378D36B674}"/>
          </ac:spMkLst>
        </pc:spChg>
        <pc:spChg chg="mod">
          <ac:chgData name="髙浦祐朗" userId="d6d860fe-bc64-411b-9605-a16d1ba875f6" providerId="ADAL" clId="{2611B2CA-FCF0-4B9A-A3A4-9C5F031CD299}" dt="2025-09-03T10:28:58.491" v="0" actId="554"/>
          <ac:spMkLst>
            <pc:docMk/>
            <pc:sldMk cId="3261265475" sldId="932"/>
            <ac:spMk id="29" creationId="{D288673B-1B1E-4C6E-BA69-E5F1FEDB27ED}"/>
          </ac:spMkLst>
        </pc:spChg>
        <pc:spChg chg="mod">
          <ac:chgData name="髙浦祐朗" userId="d6d860fe-bc64-411b-9605-a16d1ba875f6" providerId="ADAL" clId="{2611B2CA-FCF0-4B9A-A3A4-9C5F031CD299}" dt="2025-09-03T10:30:36.625" v="39" actId="1037"/>
          <ac:spMkLst>
            <pc:docMk/>
            <pc:sldMk cId="3261265475" sldId="932"/>
            <ac:spMk id="30" creationId="{D2FFFA7C-8485-4FB5-B3FC-30EC4188DB9D}"/>
          </ac:spMkLst>
        </pc:spChg>
        <pc:spChg chg="mod">
          <ac:chgData name="髙浦祐朗" userId="d6d860fe-bc64-411b-9605-a16d1ba875f6" providerId="ADAL" clId="{2611B2CA-FCF0-4B9A-A3A4-9C5F031CD299}" dt="2025-09-03T10:28:58.491" v="0" actId="554"/>
          <ac:spMkLst>
            <pc:docMk/>
            <pc:sldMk cId="3261265475" sldId="932"/>
            <ac:spMk id="31" creationId="{60BE86B4-B849-422B-8758-4720CC34871C}"/>
          </ac:spMkLst>
        </pc:spChg>
        <pc:spChg chg="mod">
          <ac:chgData name="髙浦祐朗" userId="d6d860fe-bc64-411b-9605-a16d1ba875f6" providerId="ADAL" clId="{2611B2CA-FCF0-4B9A-A3A4-9C5F031CD299}" dt="2025-09-03T10:28:58.491" v="0" actId="554"/>
          <ac:spMkLst>
            <pc:docMk/>
            <pc:sldMk cId="3261265475" sldId="932"/>
            <ac:spMk id="32" creationId="{D2FFFA7C-8485-4FB5-B3FC-30EC4188DB9D}"/>
          </ac:spMkLst>
        </pc:spChg>
        <pc:spChg chg="mod">
          <ac:chgData name="髙浦祐朗" userId="d6d860fe-bc64-411b-9605-a16d1ba875f6" providerId="ADAL" clId="{2611B2CA-FCF0-4B9A-A3A4-9C5F031CD299}" dt="2025-09-03T10:28:58.491" v="0" actId="554"/>
          <ac:spMkLst>
            <pc:docMk/>
            <pc:sldMk cId="3261265475" sldId="932"/>
            <ac:spMk id="33" creationId="{6A2A85F1-E879-4E95-8579-1D9736F23A12}"/>
          </ac:spMkLst>
        </pc:spChg>
        <pc:cxnChg chg="mod">
          <ac:chgData name="髙浦祐朗" userId="d6d860fe-bc64-411b-9605-a16d1ba875f6" providerId="ADAL" clId="{2611B2CA-FCF0-4B9A-A3A4-9C5F031CD299}" dt="2025-09-03T10:31:09.873" v="46" actId="14100"/>
          <ac:cxnSpMkLst>
            <pc:docMk/>
            <pc:sldMk cId="3261265475" sldId="932"/>
            <ac:cxnSpMk id="6" creationId="{00000000-0000-0000-0000-000000000000}"/>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2025/9/4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2025/9/4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5</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2024/12/04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2024/12/04</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2024/12/04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3600" dirty="0"/>
              <a:t>お見積もり</a:t>
            </a:r>
            <a:r>
              <a:rPr kumimoji="1" lang="en-US" altLang="ja-JP" sz="2000" dirty="0"/>
              <a:t>(</a:t>
            </a:r>
            <a:r>
              <a:rPr kumimoji="1" lang="ja-JP" altLang="en-US" sz="2000" dirty="0"/>
              <a:t>第</a:t>
            </a:r>
            <a:r>
              <a:rPr lang="en-US" altLang="ja-JP" sz="2000" dirty="0"/>
              <a:t>1</a:t>
            </a:r>
            <a:r>
              <a:rPr kumimoji="1" lang="en-US" altLang="ja-JP" sz="2000" dirty="0"/>
              <a:t>.0</a:t>
            </a:r>
            <a:r>
              <a:rPr kumimoji="1" lang="ja-JP" altLang="en-US" sz="2000" dirty="0"/>
              <a:t>版）</a:t>
            </a:r>
            <a:endParaRPr kumimoji="1" lang="ja-JP" altLang="en-US" sz="3600" dirty="0"/>
          </a:p>
        </p:txBody>
      </p:sp>
      <p:sp>
        <p:nvSpPr>
          <p:cNvPr id="4" name="サブタイトル 3"/>
          <p:cNvSpPr>
            <a:spLocks noGrp="1"/>
          </p:cNvSpPr>
          <p:nvPr>
            <p:ph type="subTitle" idx="1"/>
          </p:nvPr>
        </p:nvSpPr>
        <p:spPr>
          <a:xfrm>
            <a:off x="575999" y="2567365"/>
            <a:ext cx="9634800" cy="1392635"/>
          </a:xfrm>
        </p:spPr>
        <p:txBody>
          <a:bodyPr>
            <a:normAutofit/>
          </a:bodyPr>
          <a:lstStyle/>
          <a:p>
            <a:r>
              <a:rPr lang="ja-JP" altLang="en-US" sz="3200" dirty="0"/>
              <a:t>昭和四日市石油と東亜石油の新規連携追加</a:t>
            </a:r>
            <a:endParaRPr lang="en-US" altLang="ja-JP" sz="3200" dirty="0"/>
          </a:p>
          <a:p>
            <a:r>
              <a:rPr kumimoji="1" lang="ja-JP" altLang="en-US" sz="3200" dirty="0"/>
              <a:t>（開発工程）</a:t>
            </a:r>
            <a:endParaRPr kumimoji="1" lang="en-US" altLang="ja-JP" sz="3200" dirty="0"/>
          </a:p>
          <a:p>
            <a:endParaRPr kumimoji="1" lang="ja-JP" altLang="en-US" sz="40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2025/9/5</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5999" y="936000"/>
            <a:ext cx="11108205"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■プロジェクトの背景・目的</a:t>
            </a:r>
            <a:endParaRPr lang="en-US" altLang="ja-JP" dirty="0">
              <a:solidFill>
                <a:srgbClr val="000000"/>
              </a:solidFill>
            </a:endParaRPr>
          </a:p>
          <a:p>
            <a:r>
              <a:rPr lang="ja-JP" altLang="en-US" dirty="0">
                <a:solidFill>
                  <a:srgbClr val="000000"/>
                </a:solidFill>
              </a:rPr>
              <a:t>　旧昭和シェルグループ製油所に</a:t>
            </a:r>
            <a:r>
              <a:rPr lang="en-US" altLang="ja-JP" dirty="0">
                <a:solidFill>
                  <a:srgbClr val="000000"/>
                </a:solidFill>
              </a:rPr>
              <a:t>Lab-Aid</a:t>
            </a:r>
            <a:r>
              <a:rPr lang="ja-JP" altLang="en-US" dirty="0">
                <a:solidFill>
                  <a:srgbClr val="000000"/>
                </a:solidFill>
              </a:rPr>
              <a:t>の導入を</a:t>
            </a:r>
            <a:r>
              <a:rPr lang="en-US" altLang="ja-JP" dirty="0">
                <a:solidFill>
                  <a:srgbClr val="000000"/>
                </a:solidFill>
              </a:rPr>
              <a:t>2026</a:t>
            </a:r>
            <a:r>
              <a:rPr lang="ja-JP" altLang="en-US" dirty="0">
                <a:solidFill>
                  <a:srgbClr val="000000"/>
                </a:solidFill>
              </a:rPr>
              <a:t>年</a:t>
            </a:r>
            <a:r>
              <a:rPr lang="en-US" altLang="ja-JP" dirty="0">
                <a:solidFill>
                  <a:srgbClr val="000000"/>
                </a:solidFill>
              </a:rPr>
              <a:t>5</a:t>
            </a:r>
            <a:r>
              <a:rPr lang="ja-JP" altLang="en-US" dirty="0">
                <a:solidFill>
                  <a:srgbClr val="000000"/>
                </a:solidFill>
              </a:rPr>
              <a:t>月（昭和四日市石油）、</a:t>
            </a:r>
            <a:r>
              <a:rPr lang="en-US" altLang="ja-JP" dirty="0">
                <a:solidFill>
                  <a:srgbClr val="000000"/>
                </a:solidFill>
              </a:rPr>
              <a:t>8</a:t>
            </a:r>
            <a:r>
              <a:rPr lang="ja-JP" altLang="en-US" dirty="0">
                <a:solidFill>
                  <a:srgbClr val="000000"/>
                </a:solidFill>
              </a:rPr>
              <a:t>月（東亜石油）に</a:t>
            </a:r>
            <a:endParaRPr lang="en-US" altLang="ja-JP" dirty="0">
              <a:solidFill>
                <a:srgbClr val="000000"/>
              </a:solidFill>
            </a:endParaRPr>
          </a:p>
          <a:p>
            <a:r>
              <a:rPr lang="ja-JP" altLang="en-US" dirty="0">
                <a:solidFill>
                  <a:srgbClr val="000000"/>
                </a:solidFill>
              </a:rPr>
              <a:t>　予定しています。</a:t>
            </a:r>
            <a:br>
              <a:rPr lang="en-US" altLang="ja-JP" dirty="0">
                <a:solidFill>
                  <a:srgbClr val="000000"/>
                </a:solidFill>
              </a:rPr>
            </a:br>
            <a:r>
              <a:rPr lang="ja-JP" altLang="en-US" dirty="0">
                <a:solidFill>
                  <a:srgbClr val="000000"/>
                </a:solidFill>
              </a:rPr>
              <a:t>　導入にあたり</a:t>
            </a:r>
            <a:r>
              <a:rPr lang="en-US" altLang="ja-JP" dirty="0">
                <a:solidFill>
                  <a:srgbClr val="000000"/>
                </a:solidFill>
              </a:rPr>
              <a:t>Lab-Aid</a:t>
            </a:r>
            <a:r>
              <a:rPr lang="ja-JP" altLang="en-US" dirty="0">
                <a:solidFill>
                  <a:srgbClr val="000000"/>
                </a:solidFill>
              </a:rPr>
              <a:t>と新</a:t>
            </a:r>
            <a:r>
              <a:rPr lang="en-US" altLang="ja-JP" dirty="0">
                <a:solidFill>
                  <a:srgbClr val="000000"/>
                </a:solidFill>
              </a:rPr>
              <a:t>IRIS</a:t>
            </a:r>
            <a:r>
              <a:rPr lang="ja-JP" altLang="en-US" dirty="0">
                <a:solidFill>
                  <a:srgbClr val="000000"/>
                </a:solidFill>
              </a:rPr>
              <a:t>間の連携を出光興産内の既存製油所（千葉事業所等）と同等に実施します。</a:t>
            </a:r>
            <a:endParaRPr lang="en-US" altLang="ja-JP" dirty="0">
              <a:solidFill>
                <a:srgbClr val="000000"/>
              </a:solidFill>
            </a:endParaRPr>
          </a:p>
          <a:p>
            <a:endParaRPr lang="en-US" altLang="ja-JP" dirty="0">
              <a:solidFill>
                <a:srgbClr val="000000"/>
              </a:solidFill>
            </a:endParaRPr>
          </a:p>
          <a:p>
            <a:endParaRPr lang="en-US" altLang="ja-JP" dirty="0">
              <a:solidFill>
                <a:srgbClr val="000000"/>
              </a:solidFill>
            </a:endParaRPr>
          </a:p>
          <a:p>
            <a:r>
              <a:rPr lang="ja-JP" altLang="en-US" dirty="0">
                <a:solidFill>
                  <a:srgbClr val="000000"/>
                </a:solidFill>
              </a:rPr>
              <a:t>■対象連携</a:t>
            </a:r>
            <a:endParaRPr lang="en-US" altLang="ja-JP" dirty="0">
              <a:solidFill>
                <a:srgbClr val="000000"/>
              </a:solidFill>
            </a:endParaRPr>
          </a:p>
          <a:p>
            <a:r>
              <a:rPr lang="ja-JP" altLang="en-US" dirty="0">
                <a:solidFill>
                  <a:srgbClr val="000000"/>
                </a:solidFill>
              </a:rPr>
              <a:t>　・燃料油試験結果</a:t>
            </a:r>
            <a:endParaRPr lang="en-US" altLang="ja-JP" dirty="0">
              <a:solidFill>
                <a:srgbClr val="000000"/>
              </a:solidFill>
            </a:endParaRPr>
          </a:p>
          <a:p>
            <a:r>
              <a:rPr lang="ja-JP" altLang="en-US" dirty="0">
                <a:solidFill>
                  <a:srgbClr val="000000"/>
                </a:solidFill>
              </a:rPr>
              <a:t>　・工程試験結果</a:t>
            </a:r>
            <a:endParaRPr lang="en-US" altLang="ja-JP" dirty="0">
              <a:solidFill>
                <a:srgbClr val="000000"/>
              </a:solidFill>
            </a:endParaRPr>
          </a:p>
          <a:p>
            <a:r>
              <a:rPr lang="ja-JP" altLang="en-US" dirty="0">
                <a:solidFill>
                  <a:srgbClr val="000000"/>
                </a:solidFill>
              </a:rPr>
              <a:t>　　</a:t>
            </a:r>
            <a:r>
              <a:rPr lang="en-US" altLang="ja-JP" dirty="0">
                <a:solidFill>
                  <a:srgbClr val="FF0000"/>
                </a:solidFill>
              </a:rPr>
              <a:t>※</a:t>
            </a:r>
            <a:r>
              <a:rPr lang="ja-JP" altLang="en-US" dirty="0">
                <a:solidFill>
                  <a:srgbClr val="FF0000"/>
                </a:solidFill>
              </a:rPr>
              <a:t>要件定義工程にて「工程試験結果」はシステム切替後の連携はなくなったが、</a:t>
            </a:r>
            <a:br>
              <a:rPr lang="en-US" altLang="ja-JP" dirty="0">
                <a:solidFill>
                  <a:srgbClr val="FF0000"/>
                </a:solidFill>
              </a:rPr>
            </a:br>
            <a:r>
              <a:rPr lang="ja-JP" altLang="en-US" dirty="0">
                <a:solidFill>
                  <a:srgbClr val="FF0000"/>
                </a:solidFill>
              </a:rPr>
              <a:t>　　　新</a:t>
            </a:r>
            <a:r>
              <a:rPr lang="en-US" altLang="ja-JP" dirty="0">
                <a:solidFill>
                  <a:srgbClr val="FF0000"/>
                </a:solidFill>
              </a:rPr>
              <a:t>IRIS</a:t>
            </a:r>
            <a:r>
              <a:rPr lang="ja-JP" altLang="en-US" dirty="0">
                <a:solidFill>
                  <a:srgbClr val="FF0000"/>
                </a:solidFill>
              </a:rPr>
              <a:t>操業品質側は、予定通り受信可能な状態としてリリースする。</a:t>
            </a:r>
            <a:endParaRPr lang="en-US" altLang="ja-JP" dirty="0">
              <a:solidFill>
                <a:srgbClr val="FF0000"/>
              </a:solidFill>
            </a:endParaRPr>
          </a:p>
          <a:p>
            <a:endParaRPr lang="en-US" altLang="ja-JP" dirty="0">
              <a:solidFill>
                <a:srgbClr val="000000"/>
              </a:solidFill>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latin typeface="游ゴシック"/>
                <a:ea typeface="游ゴシック"/>
              </a:rPr>
              <a:t>・オフラスの燃料油試験結果、工程試験結果と同一機能（取込機能のみ）の用意</a:t>
            </a:r>
            <a:br>
              <a:rPr lang="ja-JP" altLang="en-US"/>
            </a:br>
            <a:r>
              <a:rPr lang="ja-JP" altLang="en-US">
                <a:latin typeface="游ゴシック"/>
                <a:ea typeface="游ゴシック"/>
              </a:rPr>
              <a:t>・共通</a:t>
            </a:r>
            <a:r>
              <a:rPr lang="en-US" altLang="ja-JP">
                <a:latin typeface="游ゴシック"/>
                <a:ea typeface="游ゴシック"/>
              </a:rPr>
              <a:t>Oracle</a:t>
            </a:r>
            <a:r>
              <a:rPr lang="ja-JP" altLang="en-US">
                <a:latin typeface="游ゴシック"/>
                <a:ea typeface="游ゴシック"/>
              </a:rPr>
              <a:t>に対してテーブル作成（</a:t>
            </a:r>
            <a:r>
              <a:rPr lang="en-US" altLang="ja-JP">
                <a:latin typeface="游ゴシック"/>
                <a:ea typeface="游ゴシック"/>
              </a:rPr>
              <a:t>SK</a:t>
            </a:r>
            <a:r>
              <a:rPr lang="ja-JP" altLang="en-US">
                <a:latin typeface="游ゴシック"/>
                <a:ea typeface="游ゴシック"/>
              </a:rPr>
              <a:t>系に２所分追加）</a:t>
            </a:r>
            <a:br>
              <a:rPr lang="ja-JP" altLang="en-US"/>
            </a:br>
            <a:r>
              <a:rPr lang="ja-JP" altLang="en-US">
                <a:latin typeface="游ゴシック"/>
                <a:ea typeface="游ゴシック"/>
              </a:rPr>
              <a:t>・</a:t>
            </a:r>
            <a:r>
              <a:rPr lang="en-US" altLang="ja-JP">
                <a:latin typeface="游ゴシック"/>
                <a:ea typeface="游ゴシック"/>
              </a:rPr>
              <a:t>EAI</a:t>
            </a:r>
            <a:r>
              <a:rPr lang="ja-JP" altLang="en-US">
                <a:latin typeface="游ゴシック"/>
                <a:ea typeface="游ゴシック"/>
              </a:rPr>
              <a:t>リモートコントロールの環境構築（</a:t>
            </a:r>
            <a:r>
              <a:rPr lang="en-US" altLang="ja-JP">
                <a:latin typeface="游ゴシック"/>
                <a:ea typeface="游ゴシック"/>
              </a:rPr>
              <a:t>2</a:t>
            </a:r>
            <a:r>
              <a:rPr lang="ja-JP" altLang="en-US">
                <a:latin typeface="游ゴシック"/>
                <a:ea typeface="游ゴシック"/>
              </a:rPr>
              <a:t>所分追加）</a:t>
            </a:r>
            <a:endParaRPr lang="en-US" altLang="ja-JP">
              <a:latin typeface="游ゴシック"/>
              <a:ea typeface="游ゴシック"/>
            </a:endParaRPr>
          </a:p>
          <a:p>
            <a:r>
              <a:rPr lang="ja-JP" altLang="en-US">
                <a:latin typeface="游ゴシック" panose="020B0400000000000000" pitchFamily="50" charset="-128"/>
                <a:ea typeface="游ゴシック" panose="020B0400000000000000" pitchFamily="50" charset="-128"/>
              </a:rPr>
              <a:t>・本体プロジェクトからの依頼事項（テスト等）の対応</a:t>
            </a:r>
          </a:p>
          <a:p>
            <a:endParaRPr lang="ja-JP" altLang="en-US">
              <a:latin typeface="游ゴシック" panose="020B0400000000000000" pitchFamily="50" charset="-128"/>
              <a:ea typeface="游ゴシック" panose="020B0400000000000000" pitchFamily="50" charset="-128"/>
            </a:endParaRPr>
          </a:p>
          <a:p>
            <a:r>
              <a:rPr lang="ja-JP" altLang="en-US">
                <a:latin typeface="游ゴシック"/>
                <a:ea typeface="游ゴシック"/>
              </a:rPr>
              <a:t>&lt;お見積範囲外&gt;</a:t>
            </a:r>
          </a:p>
          <a:p>
            <a:r>
              <a:rPr lang="ja-JP" altLang="en-US">
                <a:latin typeface="游ゴシック"/>
                <a:ea typeface="游ゴシック"/>
              </a:rPr>
              <a:t>・「燃料油試験結果」、「工程試験結果」の取込結果を参照する機能</a:t>
            </a:r>
          </a:p>
          <a:p>
            <a:r>
              <a:rPr lang="ja-JP" altLang="en-US">
                <a:latin typeface="游ゴシック"/>
                <a:ea typeface="游ゴシック"/>
              </a:rPr>
              <a:t>　別紙「</a:t>
            </a:r>
            <a:r>
              <a:rPr lang="ja-JP">
                <a:latin typeface="游ゴシック"/>
                <a:ea typeface="游ゴシック"/>
                <a:cs typeface="+mn-ea"/>
              </a:rPr>
              <a:t>質問表(昭和四日市石油と東亜石油の新規連携追加).xlsx</a:t>
            </a:r>
            <a:r>
              <a:rPr lang="ja-JP" altLang="en-US">
                <a:latin typeface="游ゴシック"/>
                <a:ea typeface="游ゴシック"/>
              </a:rPr>
              <a:t>」のNo19にて記載しましたが、</a:t>
            </a:r>
          </a:p>
          <a:p>
            <a:r>
              <a:rPr lang="ja-JP" altLang="en-US">
                <a:latin typeface="游ゴシック"/>
                <a:ea typeface="游ゴシック"/>
              </a:rPr>
              <a:t>　現状の参照機能がわかりませんので、作業対象外とさせていただきます。</a:t>
            </a:r>
          </a:p>
          <a:p>
            <a:endParaRPr lang="ja-JP" altLang="en-US">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a:t>
            </a:r>
            <a:r>
              <a:rPr lang="ja-JP" altLang="en-US">
                <a:latin typeface="游明朝" panose="02020400000000000000" pitchFamily="18" charset="-128"/>
                <a:ea typeface="游明朝" panose="02020400000000000000" pitchFamily="18" charset="-128"/>
              </a:rPr>
              <a:t>作業内容と成果物</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31198995"/>
              </p:ext>
            </p:extLst>
          </p:nvPr>
        </p:nvGraphicFramePr>
        <p:xfrm>
          <a:off x="606000" y="936000"/>
          <a:ext cx="11158390" cy="412579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a:solidFill>
                            <a:schemeClr val="tx1"/>
                          </a:solidFill>
                          <a:latin typeface="游ゴシック"/>
                          <a:ea typeface="游ゴシック"/>
                        </a:rPr>
                        <a:t>移行計画書、</a:t>
                      </a:r>
                      <a:r>
                        <a:rPr kumimoji="1" lang="ja-JP" altLang="en-US" sz="1400">
                          <a:solidFill>
                            <a:schemeClr val="tx1"/>
                          </a:solidFill>
                          <a:latin typeface="游ゴシック"/>
                          <a:ea typeface="游ゴシック"/>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基本設計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設計書を作成します。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基本設計書、詳細設計書、エンティティ定義書</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開発を実施します。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環境構築も含みます。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検証環境にて動作検証を実施します。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rPr>
                        <a:t>本番環境にて</a:t>
                      </a:r>
                      <a:r>
                        <a:rPr kumimoji="0" lang="en-US" altLang="ja-JP" sz="1400" u="none" strike="noStrike" kern="1200" cap="none" normalizeH="0" baseline="0" dirty="0">
                          <a:ln>
                            <a:noFill/>
                          </a:ln>
                          <a:solidFill>
                            <a:schemeClr val="tx1"/>
                          </a:solidFill>
                          <a:effectLst/>
                          <a:latin typeface="游ゴシック"/>
                          <a:ea typeface="游ゴシック"/>
                          <a:cs typeface="Meiryo UI" pitchFamily="50" charset="-128"/>
                        </a:rPr>
                        <a:t>Lab-Aid</a:t>
                      </a:r>
                      <a:r>
                        <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rPr>
                        <a:t>との疎通</a:t>
                      </a:r>
                      <a:r>
                        <a:rPr lang="ja-JP" altLang="en-US" sz="1400" dirty="0">
                          <a:solidFill>
                            <a:srgbClr val="000000"/>
                          </a:solidFill>
                        </a:rPr>
                        <a:t>確認を実施します。</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システム</a:t>
                      </a:r>
                      <a:r>
                        <a:rPr kumimoji="0" lang="ja-JP" altLang="en-US" sz="14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本番環境にてアプリケーションの導入を実施します。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バッチ基盤上の</a:t>
                      </a:r>
                      <a:r>
                        <a:rPr kumimoji="0" lang="en-US" altLang="ja-JP" sz="1400">
                          <a:solidFill>
                            <a:schemeClr val="tx1"/>
                          </a:solidFill>
                          <a:latin typeface="游ゴシック"/>
                          <a:ea typeface="游ゴシック"/>
                        </a:rPr>
                        <a:t>JOB</a:t>
                      </a:r>
                      <a:r>
                        <a:rPr kumimoji="0" lang="ja-JP" altLang="en-US" sz="1400">
                          <a:solidFill>
                            <a:schemeClr val="tx1"/>
                          </a:solidFill>
                          <a:latin typeface="游ゴシック"/>
                          <a:ea typeface="游ゴシック"/>
                        </a:rPr>
                        <a:t>を現新で切り替えます。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問題管理表</a:t>
                      </a:r>
                      <a:endParaRPr kumimoji="0"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機能数と作業範囲</a:t>
            </a:r>
            <a:endParaRPr kumimoji="1" lang="ja-JP" altLang="en-US">
              <a:latin typeface="游明朝" panose="02020400000000000000" pitchFamily="18" charset="-128"/>
              <a:ea typeface="游明朝" panose="02020400000000000000" pitchFamily="18" charset="-128"/>
            </a:endParaRPr>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487274013"/>
              </p:ext>
            </p:extLst>
          </p:nvPr>
        </p:nvGraphicFramePr>
        <p:xfrm>
          <a:off x="606000" y="936000"/>
          <a:ext cx="11158389" cy="4179423"/>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1051365">
                  <a:extLst>
                    <a:ext uri="{9D8B030D-6E8A-4147-A177-3AD203B41FA5}">
                      <a16:colId xmlns:a16="http://schemas.microsoft.com/office/drawing/2014/main" val="2667349602"/>
                    </a:ext>
                  </a:extLst>
                </a:gridCol>
                <a:gridCol w="904323">
                  <a:extLst>
                    <a:ext uri="{9D8B030D-6E8A-4147-A177-3AD203B41FA5}">
                      <a16:colId xmlns:a16="http://schemas.microsoft.com/office/drawing/2014/main" val="944581160"/>
                    </a:ext>
                  </a:extLst>
                </a:gridCol>
                <a:gridCol w="5076347">
                  <a:extLst>
                    <a:ext uri="{9D8B030D-6E8A-4147-A177-3AD203B41FA5}">
                      <a16:colId xmlns:a16="http://schemas.microsoft.com/office/drawing/2014/main" val="2117318705"/>
                    </a:ext>
                  </a:extLst>
                </a:gridCol>
                <a:gridCol w="3740735">
                  <a:extLst>
                    <a:ext uri="{9D8B030D-6E8A-4147-A177-3AD203B41FA5}">
                      <a16:colId xmlns:a16="http://schemas.microsoft.com/office/drawing/2014/main" val="852570537"/>
                    </a:ext>
                  </a:extLst>
                </a:gridCol>
              </a:tblGrid>
              <a:tr h="343415">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作業範囲・想定作業</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備考</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067124">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バッチ</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既存機能（燃料油試験結果、工程試験結果）を流用し、基本設計～システムテストまで一連の作業を実施する。</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 </a:t>
                      </a:r>
                      <a:r>
                        <a:rPr kumimoji="1" lang="ja-JP" altLang="en-US" sz="1400">
                          <a:solidFill>
                            <a:schemeClr val="tx1"/>
                          </a:solidFill>
                          <a:latin typeface="游ゴシック"/>
                          <a:ea typeface="游ゴシック"/>
                        </a:rPr>
                        <a:t>進行中</a:t>
                      </a:r>
                      <a:r>
                        <a:rPr kumimoji="1" lang="en-US" altLang="ja-JP" sz="1400">
                          <a:solidFill>
                            <a:schemeClr val="tx1"/>
                          </a:solidFill>
                          <a:latin typeface="游ゴシック"/>
                          <a:ea typeface="游ゴシック"/>
                        </a:rPr>
                        <a:t>PJ</a:t>
                      </a:r>
                      <a:r>
                        <a:rPr kumimoji="1" lang="ja-JP" altLang="en-US" sz="1400">
                          <a:solidFill>
                            <a:schemeClr val="tx1"/>
                          </a:solidFill>
                          <a:latin typeface="游ゴシック"/>
                          <a:ea typeface="游ゴシック"/>
                        </a:rPr>
                        <a:t>において共通機能として開発が</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　 進められているため、追加部分の開発</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　</a:t>
                      </a:r>
                      <a:r>
                        <a:rPr kumimoji="1" lang="ja-JP" altLang="en-US" sz="1400" baseline="0">
                          <a:solidFill>
                            <a:schemeClr val="tx1"/>
                          </a:solidFill>
                          <a:latin typeface="游ゴシック"/>
                          <a:ea typeface="游ゴシック"/>
                        </a:rPr>
                        <a:t> </a:t>
                      </a:r>
                      <a:r>
                        <a:rPr kumimoji="1" lang="ja-JP" altLang="en-US" sz="1400">
                          <a:solidFill>
                            <a:schemeClr val="tx1"/>
                          </a:solidFill>
                          <a:latin typeface="游ゴシック"/>
                          <a:ea typeface="游ゴシック"/>
                        </a:rPr>
                        <a:t>のみとなる想定です。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75688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テーブル</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400">
                          <a:solidFill>
                            <a:schemeClr val="tx1"/>
                          </a:solidFill>
                          <a:latin typeface="游ゴシック"/>
                          <a:ea typeface="游ゴシック"/>
                        </a:rPr>
                        <a:t>22</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・エンティティ定義書の作成</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・テーブルの作成</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・データの投入</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 </a:t>
                      </a:r>
                      <a:r>
                        <a:rPr kumimoji="1" lang="ja-JP" altLang="en-US" sz="1400">
                          <a:solidFill>
                            <a:schemeClr val="tx1"/>
                          </a:solidFill>
                          <a:latin typeface="游ゴシック"/>
                          <a:ea typeface="游ゴシック"/>
                        </a:rPr>
                        <a:t>スキーマの作成は貴社にてお願いします。</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例）千葉オフラス：</a:t>
                      </a:r>
                      <a:r>
                        <a:rPr kumimoji="1" lang="en-US" altLang="ja-JP" sz="1400">
                          <a:solidFill>
                            <a:schemeClr val="tx1"/>
                          </a:solidFill>
                          <a:latin typeface="游ゴシック"/>
                          <a:ea typeface="游ゴシック"/>
                        </a:rPr>
                        <a:t>SK41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067124">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各周辺システムとのデータ連携を検証環境にて実施します。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各連携が正常に動作することを確認します。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※1 </a:t>
                      </a:r>
                      <a:r>
                        <a:rPr lang="ja-JP" altLang="en-US" sz="1400">
                          <a:solidFill>
                            <a:schemeClr val="tx1"/>
                          </a:solidFill>
                          <a:latin typeface="游ゴシック"/>
                          <a:ea typeface="游ゴシック"/>
                        </a:rPr>
                        <a:t>本番環境は、疎通テストとし、</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　　各システムごとに</a:t>
                      </a:r>
                      <a:r>
                        <a:rPr lang="en-US" altLang="ja-JP" sz="1400">
                          <a:solidFill>
                            <a:schemeClr val="tx1"/>
                          </a:solidFill>
                          <a:latin typeface="游ゴシック"/>
                          <a:ea typeface="游ゴシック"/>
                        </a:rPr>
                        <a:t>1</a:t>
                      </a:r>
                      <a:r>
                        <a:rPr lang="ja-JP" altLang="en-US" sz="1400">
                          <a:solidFill>
                            <a:schemeClr val="tx1"/>
                          </a:solidFill>
                          <a:latin typeface="游ゴシック"/>
                          <a:ea typeface="游ゴシック"/>
                        </a:rPr>
                        <a:t>連携を想定します。 </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※2</a:t>
                      </a:r>
                      <a:r>
                        <a:rPr lang="ja-JP" altLang="en-US" sz="1400" baseline="0">
                          <a:solidFill>
                            <a:schemeClr val="tx1"/>
                          </a:solidFill>
                          <a:latin typeface="游ゴシック"/>
                          <a:ea typeface="游ゴシック"/>
                        </a:rPr>
                        <a:t> 本体</a:t>
                      </a:r>
                      <a:r>
                        <a:rPr lang="en-US" altLang="ja-JP" sz="1400" baseline="0">
                          <a:solidFill>
                            <a:schemeClr val="tx1"/>
                          </a:solidFill>
                          <a:latin typeface="游ゴシック"/>
                          <a:ea typeface="游ゴシック"/>
                        </a:rPr>
                        <a:t>PJ</a:t>
                      </a:r>
                      <a:r>
                        <a:rPr lang="ja-JP" altLang="en-US" sz="1400" baseline="0">
                          <a:solidFill>
                            <a:schemeClr val="tx1"/>
                          </a:solidFill>
                          <a:latin typeface="游ゴシック"/>
                          <a:ea typeface="游ゴシック"/>
                        </a:rPr>
                        <a:t>側で要望がある場合は、相談</a:t>
                      </a:r>
                      <a:endParaRPr lang="en-US" altLang="ja-JP" sz="1400" baseline="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baseline="0">
                          <a:solidFill>
                            <a:schemeClr val="tx1"/>
                          </a:solidFill>
                          <a:latin typeface="游ゴシック"/>
                          <a:ea typeface="游ゴシック"/>
                        </a:rPr>
                        <a:t>　　の上、検討とさせていただきます。</a:t>
                      </a:r>
                      <a:endParaRPr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900000">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4</a:t>
                      </a:r>
                      <a:endParaRPr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全</a:t>
                      </a: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の実行確認を実施します。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・定期起動確認</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・正常系および異常系のテスト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・繰り返しテスト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 A-auto</a:t>
                      </a:r>
                      <a:r>
                        <a:rPr lang="ja-JP" altLang="en-US" sz="1400">
                          <a:solidFill>
                            <a:schemeClr val="tx1"/>
                          </a:solidFill>
                          <a:latin typeface="游ゴシック"/>
                          <a:ea typeface="游ゴシック"/>
                        </a:rPr>
                        <a:t>への</a:t>
                      </a: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登録は貴社にてお願い</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    </a:t>
                      </a:r>
                      <a:r>
                        <a:rPr lang="ja-JP" altLang="en-US" sz="1400">
                          <a:solidFill>
                            <a:schemeClr val="tx1"/>
                          </a:solidFill>
                          <a:latin typeface="游ゴシック"/>
                          <a:ea typeface="游ゴシック"/>
                        </a:rPr>
                        <a:t>します。</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320683374"/>
              </p:ext>
            </p:extLst>
          </p:nvPr>
        </p:nvGraphicFramePr>
        <p:xfrm>
          <a:off x="576004" y="936002"/>
          <a:ext cx="11041202" cy="3447854"/>
        </p:xfrm>
        <a:graphic>
          <a:graphicData uri="http://schemas.openxmlformats.org/drawingml/2006/table">
            <a:tbl>
              <a:tblPr firstRow="1">
                <a:tableStyleId>{69012ECD-51FC-41F1-AA8D-1B2483CD663E}</a:tableStyleId>
              </a:tblPr>
              <a:tblGrid>
                <a:gridCol w="1485250">
                  <a:extLst>
                    <a:ext uri="{9D8B030D-6E8A-4147-A177-3AD203B41FA5}">
                      <a16:colId xmlns:a16="http://schemas.microsoft.com/office/drawing/2014/main" val="20001"/>
                    </a:ext>
                  </a:extLst>
                </a:gridCol>
                <a:gridCol w="597247">
                  <a:extLst>
                    <a:ext uri="{9D8B030D-6E8A-4147-A177-3AD203B41FA5}">
                      <a16:colId xmlns:a16="http://schemas.microsoft.com/office/drawing/2014/main" val="3410075611"/>
                    </a:ext>
                  </a:extLst>
                </a:gridCol>
                <a:gridCol w="597247">
                  <a:extLst>
                    <a:ext uri="{9D8B030D-6E8A-4147-A177-3AD203B41FA5}">
                      <a16:colId xmlns:a16="http://schemas.microsoft.com/office/drawing/2014/main" val="581140380"/>
                    </a:ext>
                  </a:extLst>
                </a:gridCol>
                <a:gridCol w="597247">
                  <a:extLst>
                    <a:ext uri="{9D8B030D-6E8A-4147-A177-3AD203B41FA5}">
                      <a16:colId xmlns:a16="http://schemas.microsoft.com/office/drawing/2014/main" val="2281884067"/>
                    </a:ext>
                  </a:extLst>
                </a:gridCol>
                <a:gridCol w="597247">
                  <a:extLst>
                    <a:ext uri="{9D8B030D-6E8A-4147-A177-3AD203B41FA5}">
                      <a16:colId xmlns:a16="http://schemas.microsoft.com/office/drawing/2014/main" val="3798517737"/>
                    </a:ext>
                  </a:extLst>
                </a:gridCol>
                <a:gridCol w="597247">
                  <a:extLst>
                    <a:ext uri="{9D8B030D-6E8A-4147-A177-3AD203B41FA5}">
                      <a16:colId xmlns:a16="http://schemas.microsoft.com/office/drawing/2014/main" val="3330914773"/>
                    </a:ext>
                  </a:extLst>
                </a:gridCol>
                <a:gridCol w="597247">
                  <a:extLst>
                    <a:ext uri="{9D8B030D-6E8A-4147-A177-3AD203B41FA5}">
                      <a16:colId xmlns:a16="http://schemas.microsoft.com/office/drawing/2014/main" val="20014"/>
                    </a:ext>
                  </a:extLst>
                </a:gridCol>
                <a:gridCol w="597247">
                  <a:extLst>
                    <a:ext uri="{9D8B030D-6E8A-4147-A177-3AD203B41FA5}">
                      <a16:colId xmlns:a16="http://schemas.microsoft.com/office/drawing/2014/main" val="332361526"/>
                    </a:ext>
                  </a:extLst>
                </a:gridCol>
                <a:gridCol w="597247">
                  <a:extLst>
                    <a:ext uri="{9D8B030D-6E8A-4147-A177-3AD203B41FA5}">
                      <a16:colId xmlns:a16="http://schemas.microsoft.com/office/drawing/2014/main" val="1301509302"/>
                    </a:ext>
                  </a:extLst>
                </a:gridCol>
                <a:gridCol w="597247">
                  <a:extLst>
                    <a:ext uri="{9D8B030D-6E8A-4147-A177-3AD203B41FA5}">
                      <a16:colId xmlns:a16="http://schemas.microsoft.com/office/drawing/2014/main" val="2064698816"/>
                    </a:ext>
                  </a:extLst>
                </a:gridCol>
                <a:gridCol w="597247">
                  <a:extLst>
                    <a:ext uri="{9D8B030D-6E8A-4147-A177-3AD203B41FA5}">
                      <a16:colId xmlns:a16="http://schemas.microsoft.com/office/drawing/2014/main" val="1049139473"/>
                    </a:ext>
                  </a:extLst>
                </a:gridCol>
                <a:gridCol w="597247">
                  <a:extLst>
                    <a:ext uri="{9D8B030D-6E8A-4147-A177-3AD203B41FA5}">
                      <a16:colId xmlns:a16="http://schemas.microsoft.com/office/drawing/2014/main" val="581626291"/>
                    </a:ext>
                  </a:extLst>
                </a:gridCol>
                <a:gridCol w="597247">
                  <a:extLst>
                    <a:ext uri="{9D8B030D-6E8A-4147-A177-3AD203B41FA5}">
                      <a16:colId xmlns:a16="http://schemas.microsoft.com/office/drawing/2014/main" val="1792720690"/>
                    </a:ext>
                  </a:extLst>
                </a:gridCol>
                <a:gridCol w="597247">
                  <a:extLst>
                    <a:ext uri="{9D8B030D-6E8A-4147-A177-3AD203B41FA5}">
                      <a16:colId xmlns:a16="http://schemas.microsoft.com/office/drawing/2014/main" val="1090301539"/>
                    </a:ext>
                  </a:extLst>
                </a:gridCol>
                <a:gridCol w="597247">
                  <a:extLst>
                    <a:ext uri="{9D8B030D-6E8A-4147-A177-3AD203B41FA5}">
                      <a16:colId xmlns:a16="http://schemas.microsoft.com/office/drawing/2014/main" val="4025060092"/>
                    </a:ext>
                  </a:extLst>
                </a:gridCol>
                <a:gridCol w="597247">
                  <a:extLst>
                    <a:ext uri="{9D8B030D-6E8A-4147-A177-3AD203B41FA5}">
                      <a16:colId xmlns:a16="http://schemas.microsoft.com/office/drawing/2014/main" val="526202214"/>
                    </a:ext>
                  </a:extLst>
                </a:gridCol>
                <a:gridCol w="597247">
                  <a:extLst>
                    <a:ext uri="{9D8B030D-6E8A-4147-A177-3AD203B41FA5}">
                      <a16:colId xmlns:a16="http://schemas.microsoft.com/office/drawing/2014/main" val="1794734865"/>
                    </a:ext>
                  </a:extLst>
                </a:gridCol>
              </a:tblGrid>
              <a:tr h="316238">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6">
                  <a:txBody>
                    <a:bodyPr/>
                    <a:lstStyle/>
                    <a:p>
                      <a:pPr algn="ctr"/>
                      <a:r>
                        <a:rPr lang="en-US" altLang="ja-JP" sz="1400" b="0" dirty="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gridSpan="10">
                  <a:txBody>
                    <a:bodyPr/>
                    <a:lstStyle/>
                    <a:p>
                      <a:pPr algn="ctr"/>
                      <a:r>
                        <a:rPr kumimoji="1" lang="en-US" altLang="ja-JP" sz="1600" b="0" dirty="0">
                          <a:solidFill>
                            <a:srgbClr val="FFFFFF"/>
                          </a:solidFill>
                          <a:latin typeface="游ゴシック"/>
                          <a:ea typeface="游ゴシック"/>
                          <a:cs typeface="Meiryo UI" pitchFamily="50" charset="-128"/>
                        </a:rPr>
                        <a:t>2026</a:t>
                      </a:r>
                      <a:r>
                        <a:rPr kumimoji="1" lang="ja-JP" altLang="en-US" sz="1600" b="0">
                          <a:solidFill>
                            <a:srgbClr val="FFFFFF"/>
                          </a:solidFill>
                          <a:latin typeface="游ゴシック"/>
                          <a:ea typeface="游ゴシック"/>
                          <a:cs typeface="Meiryo UI" pitchFamily="50" charset="-128"/>
                        </a:rPr>
                        <a:t>年</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485577">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dirty="0">
                          <a:solidFill>
                            <a:srgbClr val="FFFFFF"/>
                          </a:solidFill>
                          <a:latin typeface="游ゴシック"/>
                          <a:ea typeface="游ゴシック"/>
                          <a:cs typeface="Meiryo UI" pitchFamily="50" charset="-128"/>
                        </a:rPr>
                        <a:t>7</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8</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9</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5</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77632">
                <a:tc>
                  <a:txBody>
                    <a:bodyPr/>
                    <a:lstStyle/>
                    <a:p>
                      <a:pPr algn="l"/>
                      <a:r>
                        <a:rPr kumimoji="1" lang="en-US" altLang="ja-JP" sz="1200" b="1" dirty="0">
                          <a:latin typeface="游ゴシック"/>
                          <a:ea typeface="游ゴシック"/>
                          <a:cs typeface="Meiryo UI" pitchFamily="50" charset="-128"/>
                        </a:rPr>
                        <a:t>[</a:t>
                      </a:r>
                      <a:r>
                        <a:rPr kumimoji="1" lang="ja-JP" altLang="en-US" sz="1200" b="1">
                          <a:latin typeface="游ゴシック"/>
                          <a:ea typeface="游ゴシック"/>
                          <a:cs typeface="Meiryo UI" pitchFamily="50" charset="-128"/>
                        </a:rPr>
                        <a:t>別件</a:t>
                      </a:r>
                      <a:r>
                        <a:rPr kumimoji="1" lang="en-US" altLang="ja-JP" sz="1200" b="1" dirty="0">
                          <a:latin typeface="游ゴシック"/>
                          <a:ea typeface="游ゴシック"/>
                          <a:cs typeface="Meiryo UI" pitchFamily="50" charset="-128"/>
                        </a:rPr>
                        <a:t>]</a:t>
                      </a:r>
                    </a:p>
                    <a:p>
                      <a:pPr algn="l"/>
                      <a:r>
                        <a:rPr kumimoji="1" lang="ja-JP" altLang="en-US" sz="1200" b="0">
                          <a:latin typeface="游ゴシック"/>
                          <a:ea typeface="游ゴシック"/>
                          <a:cs typeface="Meiryo UI" pitchFamily="50" charset="-128"/>
                        </a:rPr>
                        <a:t>新</a:t>
                      </a:r>
                      <a:r>
                        <a:rPr kumimoji="1" lang="en-US" altLang="ja-JP" sz="1200" b="0" dirty="0">
                          <a:latin typeface="游ゴシック"/>
                          <a:ea typeface="游ゴシック"/>
                          <a:cs typeface="Meiryo UI" pitchFamily="50" charset="-128"/>
                        </a:rPr>
                        <a:t>IRIS</a:t>
                      </a:r>
                      <a:r>
                        <a:rPr kumimoji="1" lang="ja-JP" altLang="en-US" sz="1200" b="0">
                          <a:latin typeface="游ゴシック"/>
                          <a:ea typeface="游ゴシック"/>
                          <a:cs typeface="Meiryo UI" pitchFamily="50" charset="-128"/>
                        </a:rPr>
                        <a:t>操業品質</a:t>
                      </a:r>
                      <a:r>
                        <a:rPr kumimoji="1" lang="en-US" altLang="ja-JP" sz="1200" b="0" dirty="0">
                          <a:latin typeface="游ゴシック"/>
                          <a:ea typeface="游ゴシック"/>
                          <a:cs typeface="Meiryo UI" pitchFamily="50" charset="-128"/>
                        </a:rPr>
                        <a:t>AP</a:t>
                      </a: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再構築</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77632">
                <a:tc>
                  <a:txBody>
                    <a:bodyPr/>
                    <a:lstStyle/>
                    <a:p>
                      <a:pPr algn="l"/>
                      <a:r>
                        <a:rPr kumimoji="1" lang="en-US" altLang="ja-JP" sz="1200" b="1" dirty="0">
                          <a:latin typeface="游ゴシック"/>
                          <a:ea typeface="+mn-ea"/>
                          <a:cs typeface="Meiryo UI" pitchFamily="50" charset="-128"/>
                        </a:rPr>
                        <a:t>[</a:t>
                      </a:r>
                      <a:r>
                        <a:rPr kumimoji="1" lang="ja-JP" altLang="en-US" sz="1200" b="1">
                          <a:latin typeface="游ゴシック"/>
                          <a:ea typeface="+mn-ea"/>
                          <a:cs typeface="Meiryo UI" pitchFamily="50" charset="-128"/>
                        </a:rPr>
                        <a:t>本件</a:t>
                      </a:r>
                      <a:r>
                        <a:rPr kumimoji="1" lang="en-US" altLang="ja-JP" sz="1200" b="1" dirty="0">
                          <a:latin typeface="游ゴシック"/>
                          <a:ea typeface="+mn-ea"/>
                          <a:cs typeface="Meiryo UI" pitchFamily="50" charset="-128"/>
                        </a:rPr>
                        <a:t>]</a:t>
                      </a:r>
                    </a:p>
                    <a:p>
                      <a:pPr algn="l"/>
                      <a:r>
                        <a:rPr kumimoji="1" lang="ja-JP" altLang="en-US" sz="1200" b="0">
                          <a:latin typeface="游ゴシック" panose="020B0400000000000000" pitchFamily="50" charset="-128"/>
                          <a:ea typeface="+mn-ea"/>
                          <a:cs typeface="Meiryo UI" pitchFamily="50" charset="-128"/>
                        </a:rPr>
                        <a:t>昭和四日市石油と</a:t>
                      </a:r>
                      <a:endParaRPr kumimoji="1" lang="en-US" altLang="ja-JP" sz="1200" b="0">
                        <a:latin typeface="游ゴシック" panose="020B0400000000000000" pitchFamily="50" charset="-128"/>
                        <a:ea typeface="+mn-ea"/>
                        <a:cs typeface="Meiryo UI" pitchFamily="50" charset="-128"/>
                      </a:endParaRPr>
                    </a:p>
                    <a:p>
                      <a:pPr algn="l"/>
                      <a:r>
                        <a:rPr kumimoji="1" lang="ja-JP" altLang="en-US" sz="1200" b="0">
                          <a:latin typeface="游ゴシック" panose="020B0400000000000000" pitchFamily="50" charset="-128"/>
                          <a:ea typeface="+mn-ea"/>
                          <a:cs typeface="Meiryo UI" pitchFamily="50" charset="-128"/>
                        </a:rPr>
                        <a:t>東亜石油の</a:t>
                      </a:r>
                      <a:endParaRPr kumimoji="1" lang="en-US" altLang="ja-JP" sz="1200" b="0">
                        <a:latin typeface="游ゴシック" panose="020B0400000000000000" pitchFamily="50" charset="-128"/>
                        <a:ea typeface="+mn-ea"/>
                        <a:cs typeface="Meiryo UI" pitchFamily="50" charset="-128"/>
                      </a:endParaRPr>
                    </a:p>
                    <a:p>
                      <a:pPr algn="l"/>
                      <a:r>
                        <a:rPr kumimoji="1" lang="ja-JP" altLang="en-US" sz="1200" b="0">
                          <a:latin typeface="游ゴシック" panose="020B0400000000000000" pitchFamily="50" charset="-128"/>
                          <a:ea typeface="+mn-ea"/>
                          <a:cs typeface="Meiryo UI" pitchFamily="50" charset="-128"/>
                        </a:rPr>
                        <a:t>新規連携追加</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877632">
                <a:tc>
                  <a:txBody>
                    <a:bodyPr/>
                    <a:lstStyle/>
                    <a:p>
                      <a:pPr algn="l"/>
                      <a:r>
                        <a:rPr kumimoji="1" lang="en-US" altLang="ja-JP" sz="1200" b="1" dirty="0">
                          <a:latin typeface="游ゴシック"/>
                          <a:ea typeface="+mn-ea"/>
                          <a:cs typeface="Meiryo UI" pitchFamily="50" charset="-128"/>
                        </a:rPr>
                        <a:t>[Lab-Aid</a:t>
                      </a:r>
                      <a:r>
                        <a:rPr kumimoji="1" lang="ja-JP" altLang="en-US" sz="1200" b="1">
                          <a:latin typeface="游ゴシック"/>
                          <a:ea typeface="+mn-ea"/>
                          <a:cs typeface="Meiryo UI" pitchFamily="50" charset="-128"/>
                        </a:rPr>
                        <a:t>導入</a:t>
                      </a:r>
                      <a:r>
                        <a:rPr kumimoji="1" lang="en-US" altLang="ja-JP" sz="1200" b="1" dirty="0">
                          <a:latin typeface="游ゴシック"/>
                          <a:ea typeface="+mn-ea"/>
                          <a:cs typeface="Meiryo UI" pitchFamily="50" charset="-128"/>
                        </a:rPr>
                        <a:t>]</a:t>
                      </a:r>
                      <a:br>
                        <a:rPr kumimoji="1" lang="en-US" altLang="ja-JP" sz="1200" b="0" dirty="0">
                          <a:latin typeface="游ゴシック"/>
                          <a:ea typeface="+mn-ea"/>
                          <a:cs typeface="Meiryo UI" pitchFamily="50" charset="-128"/>
                        </a:rPr>
                      </a:br>
                      <a:r>
                        <a:rPr lang="ja-JP" altLang="en-US" sz="1200" b="0">
                          <a:latin typeface="游ゴシック"/>
                          <a:ea typeface="+mn-ea"/>
                          <a:cs typeface="Meiryo UI" pitchFamily="50" charset="-128"/>
                        </a:rPr>
                        <a:t>①</a:t>
                      </a:r>
                      <a:r>
                        <a:rPr kumimoji="1" lang="ja-JP" altLang="en-US" sz="1200" b="0">
                          <a:latin typeface="游ゴシック"/>
                          <a:ea typeface="+mn-ea"/>
                          <a:cs typeface="Meiryo UI" pitchFamily="50" charset="-128"/>
                        </a:rPr>
                        <a:t>昭和四日市石油</a:t>
                      </a:r>
                      <a:endParaRPr kumimoji="1" lang="en-US" altLang="ja-JP" sz="1200" b="0">
                        <a:latin typeface="游ゴシック" panose="020B0400000000000000" pitchFamily="50" charset="-128"/>
                        <a:ea typeface="+mn-ea"/>
                        <a:cs typeface="Meiryo UI" pitchFamily="50" charset="-128"/>
                      </a:endParaRPr>
                    </a:p>
                    <a:p>
                      <a:pPr algn="l"/>
                      <a:r>
                        <a:rPr lang="ja-JP" altLang="en-US" sz="1200" b="0">
                          <a:latin typeface="游ゴシック"/>
                          <a:ea typeface="+mn-ea"/>
                          <a:cs typeface="Meiryo UI" pitchFamily="50" charset="-128"/>
                        </a:rPr>
                        <a:t>②</a:t>
                      </a:r>
                      <a:r>
                        <a:rPr kumimoji="1" lang="ja-JP" altLang="en-US" sz="1200" b="0">
                          <a:latin typeface="游ゴシック"/>
                          <a:ea typeface="+mn-ea"/>
                          <a:cs typeface="Meiryo UI" pitchFamily="50" charset="-128"/>
                        </a:rPr>
                        <a:t>東亜石油</a:t>
                      </a:r>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92313"/>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451836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451836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451836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444367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2659709" y="2808396"/>
            <a:ext cx="382328" cy="576000"/>
          </a:xfrm>
          <a:prstGeom prst="rect">
            <a:avLst/>
          </a:prstGeom>
          <a:solidFill>
            <a:schemeClr val="accent1">
              <a:lumMod val="60000"/>
              <a:lumOff val="40000"/>
            </a:schemeClr>
          </a:solidFill>
          <a:ln w="6350">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3774375" y="2808396"/>
            <a:ext cx="723479" cy="576000"/>
          </a:xfrm>
          <a:prstGeom prst="rect">
            <a:avLst/>
          </a:prstGeom>
          <a:solidFill>
            <a:schemeClr val="accent3">
              <a:lumMod val="60000"/>
              <a:lumOff val="40000"/>
            </a:schemeClr>
          </a:solidFill>
          <a:ln w="6350">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5954387" y="2808396"/>
            <a:ext cx="765016" cy="576000"/>
          </a:xfrm>
          <a:prstGeom prst="rect">
            <a:avLst/>
          </a:prstGeom>
          <a:solidFill>
            <a:schemeClr val="accent1">
              <a:lumMod val="60000"/>
              <a:lumOff val="40000"/>
            </a:schemeClr>
          </a:solidFill>
          <a:ln w="6350">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①ｼｽﾃﾑ</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ﾃｽﾄ</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4497861" y="2808396"/>
            <a:ext cx="1025699" cy="576000"/>
          </a:xfrm>
          <a:prstGeom prst="rect">
            <a:avLst/>
          </a:prstGeom>
          <a:solidFill>
            <a:schemeClr val="accent3">
              <a:lumMod val="60000"/>
              <a:lumOff val="40000"/>
            </a:schemeClr>
          </a:solidFill>
          <a:ln w="6350">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8032521" y="2808396"/>
            <a:ext cx="754360" cy="576000"/>
          </a:xfrm>
          <a:prstGeom prst="rect">
            <a:avLst/>
          </a:prstGeom>
          <a:solidFill>
            <a:schemeClr val="accent1">
              <a:lumMod val="60000"/>
              <a:lumOff val="40000"/>
            </a:schemeClr>
          </a:solidFill>
          <a:ln w="6350">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①本番移行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26" name="テキスト ボックス 25">
            <a:extLst>
              <a:ext uri="{FF2B5EF4-FFF2-40B4-BE49-F238E27FC236}">
                <a16:creationId xmlns:a16="http://schemas.microsoft.com/office/drawing/2014/main" id="{AA608998-7E3E-1298-045C-A506F642ABA9}"/>
              </a:ext>
            </a:extLst>
          </p:cNvPr>
          <p:cNvSpPr txBox="1"/>
          <p:nvPr/>
        </p:nvSpPr>
        <p:spPr>
          <a:xfrm>
            <a:off x="461502" y="4522077"/>
            <a:ext cx="7726910" cy="1741964"/>
          </a:xfrm>
          <a:prstGeom prst="rect">
            <a:avLst/>
          </a:prstGeom>
          <a:noFill/>
        </p:spPr>
        <p:txBody>
          <a:bodyPr wrap="square" lIns="91440" tIns="45720" rIns="91440" bIns="45720" rtlCol="0" anchor="t">
            <a:noAutofit/>
          </a:bodyPr>
          <a:lstStyle/>
          <a:p>
            <a:r>
              <a:rPr lang="en-US" altLang="ja-JP" sz="1400" dirty="0">
                <a:latin typeface="游ゴシック"/>
                <a:ea typeface="游ゴシック"/>
                <a:cs typeface="メイリオ" pitchFamily="50" charset="-128"/>
              </a:rPr>
              <a:t>※</a:t>
            </a:r>
            <a:r>
              <a:rPr lang="ja-JP" altLang="en-US" sz="1400">
                <a:latin typeface="游ゴシック"/>
                <a:ea typeface="游ゴシック"/>
                <a:cs typeface="メイリオ" pitchFamily="50" charset="-128"/>
              </a:rPr>
              <a:t>スケジュールは想定となります。</a:t>
            </a:r>
            <a:endParaRPr lang="en-US" altLang="ja-JP" sz="1400">
              <a:latin typeface="游ゴシック"/>
              <a:ea typeface="游ゴシック"/>
              <a:cs typeface="メイリオ" pitchFamily="50" charset="-128"/>
            </a:endParaRPr>
          </a:p>
          <a:p>
            <a:r>
              <a:rPr lang="ja-JP" altLang="en-US" sz="1400">
                <a:latin typeface="游ゴシック"/>
                <a:ea typeface="游ゴシック"/>
                <a:cs typeface="メイリオ" pitchFamily="50" charset="-128"/>
              </a:rPr>
              <a:t>　昭和四日市石油と東亜石油はそれぞれ別日にてシステムテスト及びリリースを</a:t>
            </a:r>
            <a:br>
              <a:rPr lang="ja-JP" altLang="en-US" sz="1400" dirty="0">
                <a:latin typeface="游ゴシック"/>
                <a:ea typeface="游ゴシック"/>
                <a:cs typeface="メイリオ" pitchFamily="50" charset="-128"/>
              </a:rPr>
            </a:br>
            <a:r>
              <a:rPr lang="ja-JP" altLang="en-US" sz="1400">
                <a:latin typeface="游ゴシック"/>
                <a:ea typeface="游ゴシック"/>
                <a:cs typeface="メイリオ" pitchFamily="50" charset="-128"/>
              </a:rPr>
              <a:t>　想定しています。</a:t>
            </a:r>
            <a:br>
              <a:rPr lang="ja-JP" altLang="en-US" sz="1400" dirty="0">
                <a:latin typeface="游ゴシック"/>
                <a:ea typeface="游ゴシック"/>
                <a:cs typeface="メイリオ" pitchFamily="50" charset="-128"/>
              </a:rPr>
            </a:br>
            <a:r>
              <a:rPr lang="ja-JP" altLang="en-US" sz="1400">
                <a:latin typeface="游ゴシック"/>
                <a:ea typeface="游ゴシック"/>
                <a:cs typeface="メイリオ" pitchFamily="50" charset="-128"/>
              </a:rPr>
              <a:t>　①システムテスト／本番移行・初期流動：昭和四日市石油</a:t>
            </a:r>
          </a:p>
          <a:p>
            <a:r>
              <a:rPr lang="ja-JP" altLang="en-US" sz="1400">
                <a:latin typeface="游ゴシック"/>
                <a:ea typeface="游ゴシック"/>
                <a:cs typeface="メイリオ" pitchFamily="50" charset="-128"/>
              </a:rPr>
              <a:t>　②システムテスト</a:t>
            </a:r>
            <a:r>
              <a:rPr lang="ja-JP" sz="1400">
                <a:latin typeface="游ゴシック"/>
                <a:ea typeface="游ゴシック"/>
                <a:cs typeface="メイリオ" pitchFamily="50" charset="-128"/>
              </a:rPr>
              <a:t>／本番移行・初期流動：</a:t>
            </a:r>
            <a:r>
              <a:rPr lang="ja-JP" altLang="en-US" sz="1400">
                <a:latin typeface="游ゴシック"/>
                <a:ea typeface="游ゴシック"/>
                <a:cs typeface="メイリオ" pitchFamily="50" charset="-128"/>
              </a:rPr>
              <a:t>東亜石油</a:t>
            </a:r>
            <a:endParaRPr lang="ja-JP" altLang="en-US" sz="1400" dirty="0">
              <a:latin typeface="游ゴシック"/>
              <a:ea typeface="游ゴシック"/>
              <a:cs typeface="メイリオ" pitchFamily="50" charset="-128"/>
            </a:endParaRPr>
          </a:p>
        </p:txBody>
      </p:sp>
      <p:sp>
        <p:nvSpPr>
          <p:cNvPr id="28" name="正方形/長方形 27">
            <a:extLst>
              <a:ext uri="{FF2B5EF4-FFF2-40B4-BE49-F238E27FC236}">
                <a16:creationId xmlns:a16="http://schemas.microsoft.com/office/drawing/2014/main" id="{F552483D-B47E-4672-AAB8-B1378D36B674}"/>
              </a:ext>
            </a:extLst>
          </p:cNvPr>
          <p:cNvSpPr/>
          <p:nvPr/>
        </p:nvSpPr>
        <p:spPr>
          <a:xfrm>
            <a:off x="2067697" y="1924996"/>
            <a:ext cx="1149584"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詳細設計・開発</a:t>
            </a:r>
          </a:p>
        </p:txBody>
      </p:sp>
      <p:sp>
        <p:nvSpPr>
          <p:cNvPr id="29" name="正方形/長方形 28">
            <a:extLst>
              <a:ext uri="{FF2B5EF4-FFF2-40B4-BE49-F238E27FC236}">
                <a16:creationId xmlns:a16="http://schemas.microsoft.com/office/drawing/2014/main" id="{D288673B-1B1E-4C6E-BA69-E5F1FEDB27ED}"/>
              </a:ext>
            </a:extLst>
          </p:cNvPr>
          <p:cNvSpPr/>
          <p:nvPr/>
        </p:nvSpPr>
        <p:spPr>
          <a:xfrm>
            <a:off x="4948112" y="1924996"/>
            <a:ext cx="146140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システムテスト</a:t>
            </a:r>
          </a:p>
          <a:p>
            <a:pPr algn="ctr"/>
            <a:r>
              <a:rPr lang="ja-JP" altLang="en-US" sz="1200">
                <a:solidFill>
                  <a:schemeClr val="tx1"/>
                </a:solidFill>
                <a:latin typeface="游ゴシック"/>
                <a:ea typeface="游ゴシック"/>
              </a:rPr>
              <a:t>運用テスト</a:t>
            </a:r>
          </a:p>
        </p:txBody>
      </p:sp>
      <p:sp>
        <p:nvSpPr>
          <p:cNvPr id="31" name="正方形/長方形 30">
            <a:extLst>
              <a:ext uri="{FF2B5EF4-FFF2-40B4-BE49-F238E27FC236}">
                <a16:creationId xmlns:a16="http://schemas.microsoft.com/office/drawing/2014/main" id="{60BE86B4-B849-422B-8758-4720CC34871C}"/>
              </a:ext>
            </a:extLst>
          </p:cNvPr>
          <p:cNvSpPr/>
          <p:nvPr/>
        </p:nvSpPr>
        <p:spPr>
          <a:xfrm>
            <a:off x="3217283" y="1924996"/>
            <a:ext cx="1730827"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p:txBody>
      </p:sp>
      <p:sp>
        <p:nvSpPr>
          <p:cNvPr id="32" name="正方形/長方形 31">
            <a:extLst>
              <a:ext uri="{FF2B5EF4-FFF2-40B4-BE49-F238E27FC236}">
                <a16:creationId xmlns:a16="http://schemas.microsoft.com/office/drawing/2014/main" id="{D2FFFA7C-8485-4FB5-B3FC-30EC4188DB9D}"/>
              </a:ext>
            </a:extLst>
          </p:cNvPr>
          <p:cNvSpPr/>
          <p:nvPr/>
        </p:nvSpPr>
        <p:spPr>
          <a:xfrm>
            <a:off x="6409520" y="1924996"/>
            <a:ext cx="533963"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本番</a:t>
            </a:r>
            <a:endParaRPr lang="en-US" altLang="ja-JP" sz="1200">
              <a:solidFill>
                <a:schemeClr val="tx1"/>
              </a:solidFill>
              <a:latin typeface="游ゴシック"/>
              <a:ea typeface="游ゴシック"/>
            </a:endParaRPr>
          </a:p>
          <a:p>
            <a:pPr algn="ctr"/>
            <a:r>
              <a:rPr lang="ja-JP" altLang="en-US" sz="1200">
                <a:solidFill>
                  <a:schemeClr val="tx1"/>
                </a:solidFill>
                <a:latin typeface="游ゴシック"/>
                <a:ea typeface="游ゴシック"/>
              </a:rPr>
              <a:t>移行</a:t>
            </a:r>
          </a:p>
        </p:txBody>
      </p:sp>
      <p:sp>
        <p:nvSpPr>
          <p:cNvPr id="33" name="正方形/長方形 32">
            <a:extLst>
              <a:ext uri="{FF2B5EF4-FFF2-40B4-BE49-F238E27FC236}">
                <a16:creationId xmlns:a16="http://schemas.microsoft.com/office/drawing/2014/main" id="{6A2A85F1-E879-4E95-8579-1D9736F23A12}"/>
              </a:ext>
            </a:extLst>
          </p:cNvPr>
          <p:cNvSpPr/>
          <p:nvPr/>
        </p:nvSpPr>
        <p:spPr>
          <a:xfrm>
            <a:off x="6934722" y="1924996"/>
            <a:ext cx="413429"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初期</a:t>
            </a:r>
            <a:endParaRPr lang="ja-JP">
              <a:solidFill>
                <a:schemeClr val="tx1"/>
              </a:solidFill>
            </a:endParaRPr>
          </a:p>
          <a:p>
            <a:pPr algn="ctr"/>
            <a:r>
              <a:rPr lang="ja-JP" altLang="en-US" sz="1200">
                <a:solidFill>
                  <a:schemeClr val="tx1"/>
                </a:solidFill>
                <a:latin typeface="游ゴシック"/>
                <a:ea typeface="游ゴシック"/>
              </a:rPr>
              <a:t>流動</a:t>
            </a:r>
            <a:endParaRPr lang="ja-JP">
              <a:solidFill>
                <a:schemeClr val="tx1"/>
              </a:solidFill>
            </a:endParaRPr>
          </a:p>
        </p:txBody>
      </p:sp>
      <p:sp>
        <p:nvSpPr>
          <p:cNvPr id="35" name="ホームベース 30">
            <a:extLst>
              <a:ext uri="{FF2B5EF4-FFF2-40B4-BE49-F238E27FC236}">
                <a16:creationId xmlns:a16="http://schemas.microsoft.com/office/drawing/2014/main" id="{3B57EEC6-A848-4914-BC9B-95C84C7B6637}"/>
              </a:ext>
            </a:extLst>
          </p:cNvPr>
          <p:cNvSpPr/>
          <p:nvPr/>
        </p:nvSpPr>
        <p:spPr>
          <a:xfrm>
            <a:off x="2067697" y="3680494"/>
            <a:ext cx="9552428" cy="543579"/>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45720" rIns="0" bIns="45720" rtlCol="0" anchor="ctr"/>
          <a:lstStyle/>
          <a:p>
            <a:pPr algn="ctr"/>
            <a:endParaRPr lang="ja-JP" altLang="en-US" sz="1200">
              <a:solidFill>
                <a:schemeClr val="tx1"/>
              </a:solidFill>
              <a:latin typeface="游ゴシック"/>
              <a:ea typeface="游ゴシック"/>
            </a:endParaRPr>
          </a:p>
        </p:txBody>
      </p:sp>
      <p:cxnSp>
        <p:nvCxnSpPr>
          <p:cNvPr id="6" name="カギ線コネクタ 5"/>
          <p:cNvCxnSpPr>
            <a:stCxn id="31" idx="1"/>
            <a:endCxn id="20" idx="0"/>
          </p:cNvCxnSpPr>
          <p:nvPr/>
        </p:nvCxnSpPr>
        <p:spPr>
          <a:xfrm rot="10800000" flipH="1" flipV="1">
            <a:off x="3217283" y="2194996"/>
            <a:ext cx="918832" cy="613400"/>
          </a:xfrm>
          <a:prstGeom prst="bentConnector4">
            <a:avLst>
              <a:gd name="adj1" fmla="val -24879"/>
              <a:gd name="adj2" fmla="val 5447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正方形/長方形 29">
            <a:extLst>
              <a:ext uri="{FF2B5EF4-FFF2-40B4-BE49-F238E27FC236}">
                <a16:creationId xmlns:a16="http://schemas.microsoft.com/office/drawing/2014/main" id="{D2FFFA7C-8485-4FB5-B3FC-30EC4188DB9D}"/>
              </a:ext>
            </a:extLst>
          </p:cNvPr>
          <p:cNvSpPr/>
          <p:nvPr/>
        </p:nvSpPr>
        <p:spPr>
          <a:xfrm>
            <a:off x="10437045" y="2808396"/>
            <a:ext cx="771632" cy="576000"/>
          </a:xfrm>
          <a:prstGeom prst="rect">
            <a:avLst/>
          </a:prstGeom>
          <a:solidFill>
            <a:schemeClr val="accent1">
              <a:lumMod val="60000"/>
              <a:lumOff val="40000"/>
            </a:schemeClr>
          </a:solidFill>
          <a:ln w="6350">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②本番移行</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初期流動</a:t>
            </a:r>
          </a:p>
        </p:txBody>
      </p:sp>
      <p:sp>
        <p:nvSpPr>
          <p:cNvPr id="8" name="フッター プレースホルダー 7"/>
          <p:cNvSpPr>
            <a:spLocks noGrp="1"/>
          </p:cNvSpPr>
          <p:nvPr>
            <p:ph type="ftr" sz="quarter" idx="11"/>
          </p:nvPr>
        </p:nvSpPr>
        <p:spPr>
          <a:xfrm>
            <a:off x="3042037" y="6570000"/>
            <a:ext cx="6120000" cy="216000"/>
          </a:xfrm>
        </p:spPr>
        <p:txBody>
          <a:bodyPr/>
          <a:lstStyle/>
          <a:p>
            <a:r>
              <a:rPr lang="en-US"/>
              <a:t>Copyright © 2025 SystemEXE,Inc All Rights Reserved.</a:t>
            </a:r>
          </a:p>
        </p:txBody>
      </p:sp>
      <p:sp>
        <p:nvSpPr>
          <p:cNvPr id="4" name="正方形/長方形 3">
            <a:extLst>
              <a:ext uri="{FF2B5EF4-FFF2-40B4-BE49-F238E27FC236}">
                <a16:creationId xmlns:a16="http://schemas.microsoft.com/office/drawing/2014/main" id="{103E610F-3705-90FE-D66D-9592E6BB5CDF}"/>
              </a:ext>
            </a:extLst>
          </p:cNvPr>
          <p:cNvSpPr/>
          <p:nvPr/>
        </p:nvSpPr>
        <p:spPr>
          <a:xfrm>
            <a:off x="9835713" y="2808396"/>
            <a:ext cx="597600" cy="576000"/>
          </a:xfrm>
          <a:prstGeom prst="rect">
            <a:avLst/>
          </a:prstGeom>
          <a:solidFill>
            <a:schemeClr val="accent1">
              <a:lumMod val="60000"/>
              <a:lumOff val="40000"/>
            </a:schemeClr>
          </a:solidFill>
          <a:ln w="6350">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②ｼｽﾃﾑ</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ﾃｽﾄ</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3045114" y="2808396"/>
            <a:ext cx="729255" cy="576000"/>
          </a:xfrm>
          <a:prstGeom prst="rect">
            <a:avLst/>
          </a:prstGeom>
          <a:solidFill>
            <a:schemeClr val="accent1">
              <a:lumMod val="60000"/>
              <a:lumOff val="40000"/>
            </a:schemeClr>
          </a:solidFill>
          <a:ln w="6350">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設計</a:t>
            </a:r>
          </a:p>
        </p:txBody>
      </p:sp>
      <p:sp>
        <p:nvSpPr>
          <p:cNvPr id="3" name="正方形/長方形 2"/>
          <p:cNvSpPr/>
          <p:nvPr/>
        </p:nvSpPr>
        <p:spPr>
          <a:xfrm>
            <a:off x="3774368" y="2629193"/>
            <a:ext cx="3071275" cy="883093"/>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61265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a:ea typeface="游明朝"/>
              </a:rPr>
              <a:t>６</a:t>
            </a:r>
            <a:r>
              <a:rPr lang="en-US" altLang="ja-JP" dirty="0">
                <a:latin typeface="游明朝"/>
                <a:ea typeface="游明朝"/>
              </a:rPr>
              <a:t>. </a:t>
            </a:r>
            <a:r>
              <a:rPr lang="ja-JP" altLang="en-US">
                <a:latin typeface="游明朝"/>
                <a:ea typeface="游明朝"/>
              </a:rPr>
              <a:t>体制（想定）</a:t>
            </a:r>
            <a:endParaRPr lang="ja-JP" altLang="en-US">
              <a:latin typeface="游ゴシック"/>
              <a:ea typeface="游ゴシック"/>
            </a:endParaRP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ja-JP" altLang="en-US" sz="1600" kern="0">
                  <a:solidFill>
                    <a:prstClr val="black"/>
                  </a:solidFill>
                  <a:latin typeface="+mn-ea"/>
                </a:rPr>
                <a:t>澤田 陽哉 様</a:t>
              </a:r>
              <a:endParaRPr kumimoji="1" lang="ja-JP" altLang="en-US" sz="1600" b="0" i="0" u="none" strike="noStrike" kern="0" cap="none" spc="0" normalizeH="0" baseline="0" noProof="0">
                <a:ln>
                  <a:noFill/>
                </a:ln>
                <a:solidFill>
                  <a:prstClr val="black"/>
                </a:solidFill>
                <a:effectLst/>
                <a:uLnTx/>
                <a:uFillTx/>
                <a:latin typeface="+mn-ea"/>
              </a:endParaRP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noProof="0">
                  <a:ln>
                    <a:noFill/>
                  </a:ln>
                  <a:solidFill>
                    <a:prstClr val="black"/>
                  </a:solidFill>
                  <a:effectLst/>
                  <a:uLnTx/>
                  <a:uFillTx/>
                  <a:latin typeface="+mn-ea"/>
                </a:rPr>
                <a:t> 篠崎 大地</a:t>
              </a:r>
              <a:r>
                <a:rPr kumimoji="1" lang="ja-JP" altLang="en-US" sz="1600" b="0" i="0" u="none" strike="noStrike" kern="0" cap="none" spc="0" normalizeH="0" baseline="0" noProof="0">
                  <a:ln>
                    <a:noFill/>
                  </a:ln>
                  <a:solidFill>
                    <a:prstClr val="black"/>
                  </a:solidFill>
                  <a:effectLst/>
                  <a:uLnTx/>
                  <a:uFillTx/>
                  <a:latin typeface="+mn-ea"/>
                </a:rPr>
                <a:t>様</a:t>
              </a:r>
              <a:endParaRPr kumimoji="1" lang="en-US" altLang="ja-JP" sz="1600" b="0" i="0" u="none" strike="noStrike" kern="0" cap="none" spc="0" normalizeH="0" baseline="0" noProof="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 中島 厚司</a:t>
              </a:r>
              <a:r>
                <a:rPr kumimoji="0" lang="ja-JP" altLang="en-US" sz="1600" b="0" i="0" u="none" strike="noStrike" kern="0" cap="none" spc="0" normalizeH="0" baseline="0" noProof="0">
                  <a:ln>
                    <a:noFill/>
                  </a:ln>
                  <a:solidFill>
                    <a:prstClr val="black"/>
                  </a:solidFill>
                  <a:effectLst/>
                  <a:uLnTx/>
                  <a:uFillTx/>
                  <a:latin typeface="+mn-ea"/>
                </a:rPr>
                <a:t>様</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8" name="グループ化 37">
            <a:extLst>
              <a:ext uri="{FF2B5EF4-FFF2-40B4-BE49-F238E27FC236}">
                <a16:creationId xmlns:a16="http://schemas.microsoft.com/office/drawing/2014/main" id="{65C2D6D4-217D-3CE0-4521-AB8F849BC4BC}"/>
              </a:ext>
            </a:extLst>
          </p:cNvPr>
          <p:cNvGrpSpPr/>
          <p:nvPr/>
        </p:nvGrpSpPr>
        <p:grpSpPr>
          <a:xfrm>
            <a:off x="5329355" y="1564509"/>
            <a:ext cx="2736000" cy="720000"/>
            <a:chOff x="6852000" y="1800000"/>
            <a:chExt cx="2736000" cy="720000"/>
          </a:xfrm>
        </p:grpSpPr>
        <p:sp>
          <p:nvSpPr>
            <p:cNvPr id="39"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福井 将敏</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41" name="直線コネクタ 40">
            <a:extLst>
              <a:ext uri="{FF2B5EF4-FFF2-40B4-BE49-F238E27FC236}">
                <a16:creationId xmlns:a16="http://schemas.microsoft.com/office/drawing/2014/main" id="{3E36A9D1-620F-F185-F028-0AFC6E5D9989}"/>
              </a:ext>
            </a:extLst>
          </p:cNvPr>
          <p:cNvCxnSpPr>
            <a:cxnSpLocks/>
            <a:endCxn id="57" idx="3"/>
          </p:cNvCxnSpPr>
          <p:nvPr/>
        </p:nvCxnSpPr>
        <p:spPr>
          <a:xfrm>
            <a:off x="6697355" y="2284509"/>
            <a:ext cx="0" cy="1029232"/>
          </a:xfrm>
          <a:prstGeom prst="line">
            <a:avLst/>
          </a:prstGeom>
          <a:noFill/>
          <a:ln w="28575" cap="flat" cmpd="sng" algn="ctr">
            <a:solidFill>
              <a:sysClr val="window" lastClr="FFFFFF">
                <a:lumMod val="75000"/>
              </a:sysClr>
            </a:solidFill>
            <a:prstDash val="solid"/>
            <a:miter lim="800000"/>
          </a:ln>
          <a:effectLst/>
        </p:spPr>
      </p:cxnSp>
      <p:grpSp>
        <p:nvGrpSpPr>
          <p:cNvPr id="43" name="グループ化 42">
            <a:extLst>
              <a:ext uri="{FF2B5EF4-FFF2-40B4-BE49-F238E27FC236}">
                <a16:creationId xmlns:a16="http://schemas.microsoft.com/office/drawing/2014/main" id="{44BCAC98-61A1-442A-2978-FB1E7AF56816}"/>
              </a:ext>
            </a:extLst>
          </p:cNvPr>
          <p:cNvGrpSpPr/>
          <p:nvPr/>
        </p:nvGrpSpPr>
        <p:grpSpPr>
          <a:xfrm>
            <a:off x="5329355" y="4416625"/>
            <a:ext cx="2736000" cy="1506374"/>
            <a:chOff x="6852000" y="5532586"/>
            <a:chExt cx="2736000" cy="748769"/>
          </a:xfrm>
        </p:grpSpPr>
        <p:sp>
          <p:nvSpPr>
            <p:cNvPr id="47"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24920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zh-TW" altLang="en-US" sz="1600" b="1" kern="0" dirty="0">
                  <a:solidFill>
                    <a:prstClr val="white"/>
                  </a:solidFill>
                  <a:latin typeface="游ゴシック" panose="020B0400000000000000" pitchFamily="50" charset="-128"/>
                  <a:ea typeface="游ゴシック" panose="020B0400000000000000" pitchFamily="50" charset="-128"/>
                </a:rPr>
                <a:t>新</a:t>
              </a:r>
              <a:r>
                <a:rPr kumimoji="1" lang="en-US" altLang="zh-TW" sz="1600" b="1" kern="0" dirty="0">
                  <a:solidFill>
                    <a:prstClr val="white"/>
                  </a:solidFill>
                  <a:latin typeface="游ゴシック" panose="020B0400000000000000" pitchFamily="50" charset="-128"/>
                  <a:ea typeface="游ゴシック" panose="020B0400000000000000" pitchFamily="50" charset="-128"/>
                </a:rPr>
                <a:t>IRIS</a:t>
              </a:r>
              <a:r>
                <a:rPr kumimoji="1" lang="zh-TW" altLang="en-US" sz="1600" b="1" kern="0" dirty="0">
                  <a:solidFill>
                    <a:prstClr val="white"/>
                  </a:solidFill>
                  <a:latin typeface="游ゴシック" panose="020B0400000000000000" pitchFamily="50" charset="-128"/>
                  <a:ea typeface="游ゴシック" panose="020B0400000000000000" pitchFamily="50" charset="-128"/>
                </a:rPr>
                <a:t>操業品質</a:t>
              </a:r>
              <a:r>
                <a:rPr kumimoji="1" lang="en-US" altLang="zh-TW" sz="1600" b="1" kern="0" dirty="0">
                  <a:solidFill>
                    <a:prstClr val="white"/>
                  </a:solidFill>
                  <a:latin typeface="游ゴシック" panose="020B0400000000000000" pitchFamily="50" charset="-128"/>
                  <a:ea typeface="游ゴシック" panose="020B0400000000000000" pitchFamily="50" charset="-128"/>
                </a:rPr>
                <a:t>AP</a:t>
              </a:r>
            </a:p>
            <a:p>
              <a:pPr lvl="0" algn="ctr" defTabSz="914400">
                <a:defRPr/>
              </a:pPr>
              <a:r>
                <a:rPr kumimoji="1" lang="zh-TW" altLang="en-US" sz="1600" b="1" kern="0" dirty="0">
                  <a:solidFill>
                    <a:prstClr val="white"/>
                  </a:solidFill>
                  <a:latin typeface="游ゴシック" panose="020B0400000000000000" pitchFamily="50" charset="-128"/>
                  <a:ea typeface="游ゴシック" panose="020B0400000000000000" pitchFamily="50" charset="-128"/>
                </a:rPr>
                <a:t>再構築</a:t>
              </a:r>
              <a:r>
                <a:rPr kumimoji="1" lang="ja-JP" altLang="en-US" sz="1600" b="1" i="0" u="none" strike="noStrike" kern="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チーム</a:t>
              </a:r>
            </a:p>
          </p:txBody>
        </p:sp>
        <p:sp>
          <p:nvSpPr>
            <p:cNvPr id="48" name="正方形/長方形 47">
              <a:extLst>
                <a:ext uri="{FF2B5EF4-FFF2-40B4-BE49-F238E27FC236}">
                  <a16:creationId xmlns:a16="http://schemas.microsoft.com/office/drawing/2014/main" id="{10B0CD7D-A6F3-7E6D-328C-5A37E0631B7A}"/>
                </a:ext>
              </a:extLst>
            </p:cNvPr>
            <p:cNvSpPr/>
            <p:nvPr/>
          </p:nvSpPr>
          <p:spPr>
            <a:xfrm>
              <a:off x="6852000" y="5787293"/>
              <a:ext cx="2736000" cy="494062"/>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篠塚 正裕</a:t>
              </a:r>
              <a:endParaRPr lang="en-US" altLang="ja-JP" sz="1600">
                <a:solidFill>
                  <a:srgbClr val="333333"/>
                </a:solidFill>
                <a:latin typeface="游ゴシック"/>
                <a:ea typeface="游ゴシック"/>
              </a:endParaRPr>
            </a:p>
            <a:p>
              <a:pPr lvl="0" algn="ctr" defTabSz="914400">
                <a:defRPr/>
              </a:pPr>
              <a:r>
                <a:rPr lang="ja-JP" altLang="en-US" sz="1600">
                  <a:latin typeface="+mj-ea"/>
                </a:rPr>
                <a:t>五石 真人</a:t>
              </a:r>
              <a:endParaRPr lang="en-US" altLang="ja-JP" sz="1600">
                <a:latin typeface="+mj-ea"/>
              </a:endParaRPr>
            </a:p>
            <a:p>
              <a:pPr lvl="0" algn="ctr" defTabSz="914400">
                <a:defRPr/>
              </a:pPr>
              <a:r>
                <a:rPr lang="en-US" altLang="ja-JP" sz="1600" dirty="0">
                  <a:solidFill>
                    <a:srgbClr val="333333"/>
                  </a:solidFill>
                  <a:latin typeface="游ゴシック"/>
                  <a:ea typeface="游ゴシック"/>
                </a:rPr>
                <a:t>+ </a:t>
              </a:r>
              <a:r>
                <a:rPr lang="ja-JP" altLang="en-US" sz="1600">
                  <a:solidFill>
                    <a:srgbClr val="333333"/>
                  </a:solidFill>
                  <a:latin typeface="游ゴシック"/>
                  <a:ea typeface="游ゴシック"/>
                </a:rPr>
                <a:t>ベトナム４名</a:t>
              </a:r>
              <a:r>
                <a:rPr lang="ja-JP" altLang="en-US" sz="1600" b="0" i="0">
                  <a:solidFill>
                    <a:srgbClr val="333333"/>
                  </a:solidFill>
                  <a:effectLst/>
                  <a:latin typeface="游ゴシック"/>
                  <a:ea typeface="游ゴシック"/>
                </a:rPr>
                <a:t> </a:t>
              </a:r>
            </a:p>
          </p:txBody>
        </p:sp>
      </p:grpSp>
      <p:cxnSp>
        <p:nvCxnSpPr>
          <p:cNvPr id="49" name="直線コネクタ 48">
            <a:extLst>
              <a:ext uri="{FF2B5EF4-FFF2-40B4-BE49-F238E27FC236}">
                <a16:creationId xmlns:a16="http://schemas.microsoft.com/office/drawing/2014/main" id="{1D74C627-C1B1-F67F-A7BE-2CFA25DCE2DB}"/>
              </a:ext>
            </a:extLst>
          </p:cNvPr>
          <p:cNvCxnSpPr>
            <a:cxnSpLocks/>
          </p:cNvCxnSpPr>
          <p:nvPr/>
        </p:nvCxnSpPr>
        <p:spPr>
          <a:xfrm flipH="1">
            <a:off x="6691596" y="2788509"/>
            <a:ext cx="380849" cy="0"/>
          </a:xfrm>
          <a:prstGeom prst="line">
            <a:avLst/>
          </a:prstGeom>
          <a:noFill/>
          <a:ln w="28575" cap="flat" cmpd="sng" algn="ctr">
            <a:solidFill>
              <a:sysClr val="window" lastClr="FFFFFF">
                <a:lumMod val="75000"/>
              </a:sysClr>
            </a:solidFill>
            <a:prstDash val="solid"/>
            <a:miter lim="800000"/>
          </a:ln>
          <a:effectLst/>
        </p:spPr>
      </p:cxnSp>
      <p:grpSp>
        <p:nvGrpSpPr>
          <p:cNvPr id="56" name="グループ化 55">
            <a:extLst>
              <a:ext uri="{FF2B5EF4-FFF2-40B4-BE49-F238E27FC236}">
                <a16:creationId xmlns:a16="http://schemas.microsoft.com/office/drawing/2014/main" id="{A44B6757-E569-194B-6AFF-0F61EF39B78C}"/>
              </a:ext>
            </a:extLst>
          </p:cNvPr>
          <p:cNvGrpSpPr/>
          <p:nvPr/>
        </p:nvGrpSpPr>
        <p:grpSpPr>
          <a:xfrm>
            <a:off x="5329355" y="3313741"/>
            <a:ext cx="2736000" cy="711533"/>
            <a:chOff x="6852000" y="2538555"/>
            <a:chExt cx="2736000" cy="711533"/>
          </a:xfrm>
        </p:grpSpPr>
        <p:sp>
          <p:nvSpPr>
            <p:cNvPr id="57"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58" name="正方形/長方形 57">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福田 一希</a:t>
              </a:r>
            </a:p>
          </p:txBody>
        </p:sp>
      </p:grpSp>
      <p:grpSp>
        <p:nvGrpSpPr>
          <p:cNvPr id="59" name="グループ化 58">
            <a:extLst>
              <a:ext uri="{FF2B5EF4-FFF2-40B4-BE49-F238E27FC236}">
                <a16:creationId xmlns:a16="http://schemas.microsoft.com/office/drawing/2014/main" id="{D7AA0D1B-AFDF-1367-DA18-9EE6FFBC3596}"/>
              </a:ext>
            </a:extLst>
          </p:cNvPr>
          <p:cNvGrpSpPr/>
          <p:nvPr/>
        </p:nvGrpSpPr>
        <p:grpSpPr>
          <a:xfrm>
            <a:off x="7066686" y="2434660"/>
            <a:ext cx="2084133" cy="728930"/>
            <a:chOff x="8524839" y="4231002"/>
            <a:chExt cx="2736000" cy="728930"/>
          </a:xfrm>
        </p:grpSpPr>
        <p:sp>
          <p:nvSpPr>
            <p:cNvPr id="60"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61" name="正方形/長方形 60">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62" name="グループ化 61">
            <a:extLst>
              <a:ext uri="{FF2B5EF4-FFF2-40B4-BE49-F238E27FC236}">
                <a16:creationId xmlns:a16="http://schemas.microsoft.com/office/drawing/2014/main" id="{D7AA0D1B-AFDF-1367-DA18-9EE6FFBC3596}"/>
              </a:ext>
            </a:extLst>
          </p:cNvPr>
          <p:cNvGrpSpPr/>
          <p:nvPr/>
        </p:nvGrpSpPr>
        <p:grpSpPr>
          <a:xfrm>
            <a:off x="8930051" y="1531631"/>
            <a:ext cx="2084133" cy="728930"/>
            <a:chOff x="8524839" y="4231002"/>
            <a:chExt cx="2736000" cy="728930"/>
          </a:xfrm>
        </p:grpSpPr>
        <p:sp>
          <p:nvSpPr>
            <p:cNvPr id="63"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品質保証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64" name="正方形/長方形 63">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en-US" altLang="ja-JP" sz="1600">
                  <a:latin typeface="+mn-ea"/>
                </a:rPr>
                <a:t>PJ</a:t>
              </a:r>
              <a:r>
                <a:rPr lang="ja-JP" altLang="en-US" sz="1600">
                  <a:latin typeface="+mn-ea"/>
                </a:rPr>
                <a:t>品質向上委員会</a:t>
              </a:r>
              <a:endParaRPr lang="en-US" altLang="ja-JP" sz="1600">
                <a:latin typeface="+mn-ea"/>
              </a:endParaRPr>
            </a:p>
          </p:txBody>
        </p:sp>
      </p:grpSp>
      <p:grpSp>
        <p:nvGrpSpPr>
          <p:cNvPr id="65" name="グループ化 64">
            <a:extLst>
              <a:ext uri="{FF2B5EF4-FFF2-40B4-BE49-F238E27FC236}">
                <a16:creationId xmlns:a16="http://schemas.microsoft.com/office/drawing/2014/main" id="{44BCAC98-61A1-442A-2978-FB1E7AF56816}"/>
              </a:ext>
            </a:extLst>
          </p:cNvPr>
          <p:cNvGrpSpPr/>
          <p:nvPr/>
        </p:nvGrpSpPr>
        <p:grpSpPr>
          <a:xfrm>
            <a:off x="8516806" y="4416627"/>
            <a:ext cx="2390087" cy="1506372"/>
            <a:chOff x="6852000" y="5428243"/>
            <a:chExt cx="2736000" cy="748768"/>
          </a:xfrm>
        </p:grpSpPr>
        <p:sp>
          <p:nvSpPr>
            <p:cNvPr id="66" name="片側の 2 つの角を丸めた四角形 21">
              <a:extLst>
                <a:ext uri="{FF2B5EF4-FFF2-40B4-BE49-F238E27FC236}">
                  <a16:creationId xmlns:a16="http://schemas.microsoft.com/office/drawing/2014/main" id="{C8FE3297-20F9-5980-9C9E-46C123BEB609}"/>
                </a:ext>
              </a:extLst>
            </p:cNvPr>
            <p:cNvSpPr/>
            <p:nvPr/>
          </p:nvSpPr>
          <p:spPr>
            <a:xfrm>
              <a:off x="6852000" y="5428243"/>
              <a:ext cx="2736000" cy="299693"/>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zh-TW" altLang="en-US" sz="1600" b="1" kern="0" dirty="0">
                  <a:solidFill>
                    <a:prstClr val="white"/>
                  </a:solidFill>
                  <a:latin typeface="游ゴシック" panose="020B0400000000000000" pitchFamily="50" charset="-128"/>
                  <a:ea typeface="游ゴシック" panose="020B0400000000000000" pitchFamily="50" charset="-128"/>
                </a:rPr>
                <a:t>新規連携追加</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チーム</a:t>
              </a:r>
            </a:p>
          </p:txBody>
        </p:sp>
        <p:sp>
          <p:nvSpPr>
            <p:cNvPr id="67" name="正方形/長方形 66">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altLang="en-US" dirty="0"/>
                <a:t>加藤未夢</a:t>
              </a:r>
              <a:endParaRPr lang="en-US" altLang="ja-JP" sz="1600" dirty="0">
                <a:solidFill>
                  <a:srgbClr val="333333"/>
                </a:solidFill>
                <a:latin typeface="游ゴシック"/>
                <a:ea typeface="游ゴシック"/>
              </a:endParaRPr>
            </a:p>
            <a:p>
              <a:pPr lvl="0" algn="ctr" defTabSz="914400">
                <a:defRPr/>
              </a:pPr>
              <a:r>
                <a:rPr lang="ja-JP" altLang="en-US" sz="1600" dirty="0">
                  <a:solidFill>
                    <a:srgbClr val="333333"/>
                  </a:solidFill>
                  <a:latin typeface="游ゴシック"/>
                  <a:ea typeface="游ゴシック"/>
                </a:rPr>
                <a:t>篠塚 正裕</a:t>
              </a:r>
              <a:r>
                <a:rPr lang="en-US" altLang="ja-JP" sz="1600" dirty="0">
                  <a:solidFill>
                    <a:srgbClr val="333333"/>
                  </a:solidFill>
                  <a:latin typeface="游ゴシック"/>
                  <a:ea typeface="游ゴシック"/>
                </a:rPr>
                <a:t>(</a:t>
              </a:r>
              <a:r>
                <a:rPr lang="ja-JP" altLang="en-US" sz="1600" dirty="0">
                  <a:solidFill>
                    <a:srgbClr val="333333"/>
                  </a:solidFill>
                  <a:latin typeface="游ゴシック"/>
                  <a:ea typeface="游ゴシック"/>
                </a:rPr>
                <a:t>兼務</a:t>
              </a:r>
              <a:r>
                <a:rPr lang="en-US" altLang="ja-JP" sz="1600" dirty="0">
                  <a:solidFill>
                    <a:srgbClr val="333333"/>
                  </a:solidFill>
                  <a:latin typeface="游ゴシック"/>
                  <a:ea typeface="游ゴシック"/>
                </a:rPr>
                <a:t>)</a:t>
              </a:r>
            </a:p>
          </p:txBody>
        </p:sp>
      </p:grpSp>
      <p:cxnSp>
        <p:nvCxnSpPr>
          <p:cNvPr id="71" name="直線コネクタ 70">
            <a:extLst>
              <a:ext uri="{FF2B5EF4-FFF2-40B4-BE49-F238E27FC236}">
                <a16:creationId xmlns:a16="http://schemas.microsoft.com/office/drawing/2014/main" id="{1D74C627-C1B1-F67F-A7BE-2CFA25DCE2DB}"/>
              </a:ext>
            </a:extLst>
          </p:cNvPr>
          <p:cNvCxnSpPr>
            <a:cxnSpLocks/>
            <a:endCxn id="58" idx="3"/>
          </p:cNvCxnSpPr>
          <p:nvPr/>
        </p:nvCxnSpPr>
        <p:spPr>
          <a:xfrm flipH="1">
            <a:off x="8065355" y="3803807"/>
            <a:ext cx="1611263" cy="5467"/>
          </a:xfrm>
          <a:prstGeom prst="line">
            <a:avLst/>
          </a:prstGeom>
          <a:noFill/>
          <a:ln w="28575" cap="flat" cmpd="sng" algn="ctr">
            <a:solidFill>
              <a:sysClr val="window" lastClr="FFFFFF">
                <a:lumMod val="75000"/>
              </a:sysClr>
            </a:solidFill>
            <a:prstDash val="solid"/>
            <a:miter lim="800000"/>
          </a:ln>
          <a:effectLst/>
        </p:spPr>
      </p:cxnSp>
      <p:grpSp>
        <p:nvGrpSpPr>
          <p:cNvPr id="72" name="グループ化 71">
            <a:extLst>
              <a:ext uri="{FF2B5EF4-FFF2-40B4-BE49-F238E27FC236}">
                <a16:creationId xmlns:a16="http://schemas.microsoft.com/office/drawing/2014/main" id="{D7AA0D1B-AFDF-1367-DA18-9EE6FFBC3596}"/>
              </a:ext>
            </a:extLst>
          </p:cNvPr>
          <p:cNvGrpSpPr/>
          <p:nvPr/>
        </p:nvGrpSpPr>
        <p:grpSpPr>
          <a:xfrm>
            <a:off x="8521072" y="3304811"/>
            <a:ext cx="2385822" cy="728930"/>
            <a:chOff x="8524839" y="4231002"/>
            <a:chExt cx="2736000" cy="728930"/>
          </a:xfrm>
        </p:grpSpPr>
        <p:sp>
          <p:nvSpPr>
            <p:cNvPr id="73"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noProof="0">
                  <a:solidFill>
                    <a:prstClr val="white"/>
                  </a:solidFill>
                  <a:latin typeface="+mn-ea"/>
                </a:rPr>
                <a:t>リーダー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4" name="正方形/長方形 73">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関谷 亮</a:t>
              </a:r>
              <a:endParaRPr kumimoji="0" lang="en-US" altLang="ja-JP" sz="1600" b="0" i="0" u="none" strike="noStrike" kern="0" cap="none" spc="0" normalizeH="0" baseline="0" noProof="0">
                <a:ln>
                  <a:noFill/>
                </a:ln>
                <a:solidFill>
                  <a:prstClr val="black"/>
                </a:solidFill>
                <a:effectLst/>
                <a:uLnTx/>
                <a:uFillTx/>
                <a:latin typeface="+mn-ea"/>
              </a:endParaRPr>
            </a:p>
          </p:txBody>
        </p:sp>
      </p:grpSp>
      <p:cxnSp>
        <p:nvCxnSpPr>
          <p:cNvPr id="75" name="直線コネクタ 74">
            <a:extLst>
              <a:ext uri="{FF2B5EF4-FFF2-40B4-BE49-F238E27FC236}">
                <a16:creationId xmlns:a16="http://schemas.microsoft.com/office/drawing/2014/main" id="{3E36A9D1-620F-F185-F028-0AFC6E5D9989}"/>
              </a:ext>
            </a:extLst>
          </p:cNvPr>
          <p:cNvCxnSpPr>
            <a:cxnSpLocks/>
            <a:stCxn id="74" idx="2"/>
            <a:endCxn id="66" idx="3"/>
          </p:cNvCxnSpPr>
          <p:nvPr/>
        </p:nvCxnSpPr>
        <p:spPr>
          <a:xfrm flipH="1">
            <a:off x="9711850" y="4033741"/>
            <a:ext cx="2133" cy="382886"/>
          </a:xfrm>
          <a:prstGeom prst="line">
            <a:avLst/>
          </a:prstGeom>
          <a:noFill/>
          <a:ln w="28575" cap="flat" cmpd="sng" algn="ctr">
            <a:solidFill>
              <a:sysClr val="window" lastClr="FFFFFF">
                <a:lumMod val="75000"/>
              </a:sysClr>
            </a:solidFill>
            <a:prstDash val="solid"/>
            <a:miter lim="800000"/>
          </a:ln>
          <a:effectLst/>
        </p:spPr>
      </p:cxnSp>
      <p:cxnSp>
        <p:nvCxnSpPr>
          <p:cNvPr id="76" name="直線コネクタ 75">
            <a:extLst>
              <a:ext uri="{FF2B5EF4-FFF2-40B4-BE49-F238E27FC236}">
                <a16:creationId xmlns:a16="http://schemas.microsoft.com/office/drawing/2014/main" id="{3E36A9D1-620F-F185-F028-0AFC6E5D9989}"/>
              </a:ext>
            </a:extLst>
          </p:cNvPr>
          <p:cNvCxnSpPr>
            <a:cxnSpLocks/>
          </p:cNvCxnSpPr>
          <p:nvPr/>
        </p:nvCxnSpPr>
        <p:spPr>
          <a:xfrm>
            <a:off x="6695711" y="4025274"/>
            <a:ext cx="0" cy="391351"/>
          </a:xfrm>
          <a:prstGeom prst="line">
            <a:avLst/>
          </a:prstGeom>
          <a:noFill/>
          <a:ln w="28575" cap="flat" cmpd="sng" algn="ctr">
            <a:solidFill>
              <a:sysClr val="window" lastClr="FFFFFF">
                <a:lumMod val="75000"/>
              </a:sysClr>
            </a:solidFill>
            <a:prstDash val="solid"/>
            <a:miter lim="800000"/>
          </a:ln>
          <a:effectLst/>
        </p:spPr>
      </p:cxnSp>
      <p:sp>
        <p:nvSpPr>
          <p:cNvPr id="77" name="正方形/長方形 76"/>
          <p:cNvSpPr/>
          <p:nvPr/>
        </p:nvSpPr>
        <p:spPr>
          <a:xfrm>
            <a:off x="8344927" y="3229442"/>
            <a:ext cx="2734962" cy="2752706"/>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851614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382767033"/>
              </p:ext>
            </p:extLst>
          </p:nvPr>
        </p:nvGraphicFramePr>
        <p:xfrm>
          <a:off x="606000" y="865868"/>
          <a:ext cx="10979999" cy="518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762589">
                  <a:extLst>
                    <a:ext uri="{9D8B030D-6E8A-4147-A177-3AD203B41FA5}">
                      <a16:colId xmlns:a16="http://schemas.microsoft.com/office/drawing/2014/main" val="2247639322"/>
                    </a:ext>
                  </a:extLst>
                </a:gridCol>
                <a:gridCol w="3163329">
                  <a:extLst>
                    <a:ext uri="{9D8B030D-6E8A-4147-A177-3AD203B41FA5}">
                      <a16:colId xmlns:a16="http://schemas.microsoft.com/office/drawing/2014/main" val="4260495519"/>
                    </a:ext>
                  </a:extLst>
                </a:gridCol>
                <a:gridCol w="1440824">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a:ea typeface="游ゴシック"/>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24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640,000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2400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システムテスト①</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a:ea typeface="游ゴシック"/>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a:ea typeface="游ゴシック"/>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システムテスト①</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昭和四日市石油</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a:ea typeface="游ゴシック"/>
                        </a:rPr>
                        <a:t>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a:ea typeface="游ゴシック"/>
                        </a:rPr>
                        <a:t>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650197212"/>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游ゴシック"/>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游ゴシック"/>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4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3.1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3,300,000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400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システムテスト②</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システムテスト②</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東亜石油</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0.6</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600,000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a:t>
                      </a: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回分</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2"/>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初期流動</a:t>
                      </a:r>
                      <a:r>
                        <a:rPr lang="en-US" altLang="ja-JP" sz="1600" b="0" i="0" u="none" strike="noStrike" dirty="0">
                          <a:solidFill>
                            <a:srgbClr val="000000"/>
                          </a:solidFill>
                          <a:effectLst/>
                          <a:latin typeface="游ゴシック" panose="020B0400000000000000" pitchFamily="50" charset="-128"/>
                          <a:ea typeface="+mn-ea"/>
                        </a:rPr>
                        <a:t>(2</a:t>
                      </a:r>
                      <a:r>
                        <a:rPr lang="ja-JP" altLang="en-US" sz="1600" b="0" i="0" u="none" strike="noStrike" dirty="0">
                          <a:solidFill>
                            <a:srgbClr val="000000"/>
                          </a:solidFill>
                          <a:effectLst/>
                          <a:latin typeface="游ゴシック" panose="020B0400000000000000" pitchFamily="50" charset="-128"/>
                          <a:ea typeface="+mn-ea"/>
                        </a:rPr>
                        <a:t>回分</a:t>
                      </a:r>
                      <a:r>
                        <a:rPr lang="en-US" altLang="ja-JP" sz="1600" b="0" i="0" u="none" strike="noStrike" dirty="0">
                          <a:solidFill>
                            <a:srgbClr val="000000"/>
                          </a:solidFill>
                          <a:effectLst/>
                          <a:latin typeface="游ゴシック" panose="020B0400000000000000" pitchFamily="50" charset="-128"/>
                          <a:ea typeface="+mn-ea"/>
                        </a:rPr>
                        <a:t>)</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4000">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6.3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6,940,000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6" name="正方形/長方形 5"/>
          <p:cNvSpPr/>
          <p:nvPr/>
        </p:nvSpPr>
        <p:spPr>
          <a:xfrm>
            <a:off x="606000" y="2468782"/>
            <a:ext cx="10979999" cy="1625423"/>
          </a:xfrm>
          <a:prstGeom prst="rect">
            <a:avLst/>
          </a:pr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53405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８</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kumimoji="1" lang="ja-JP" altLang="en-US" b="0" u="none"/>
              <a:t>本資料記載の金額は全て税抜となります。</a:t>
            </a:r>
            <a:endParaRPr kumimoji="1" lang="en-US" altLang="ja-JP" b="0" u="none"/>
          </a:p>
          <a:p>
            <a:r>
              <a:rPr lang="ja-JP" altLang="en-US" b="0" u="none"/>
              <a:t>お見積もりは概算お見積もりのため、改めて正式にお見積もりさせていただきます。</a:t>
            </a:r>
            <a:endParaRPr lang="en-US" altLang="ja-JP" b="0" u="none"/>
          </a:p>
          <a:p>
            <a:r>
              <a:rPr lang="ja-JP" altLang="en-US" b="0" u="none">
                <a:latin typeface="游ゴシック"/>
                <a:ea typeface="游ゴシック"/>
                <a:cs typeface="+mn-ea"/>
              </a:rPr>
              <a:t>業務変更などのプログラム改修は想定していません。</a:t>
            </a:r>
            <a:endParaRPr lang="en-US" altLang="ja-JP" b="0" u="none">
              <a:latin typeface="游ゴシック"/>
              <a:ea typeface="游ゴシック"/>
              <a:cs typeface="+mn-ea"/>
            </a:endParaRPr>
          </a:p>
          <a:p>
            <a:pPr marL="0" indent="0">
              <a:buNone/>
            </a:pPr>
            <a:r>
              <a:rPr lang="en-US" altLang="ja-JP" b="0" u="none">
                <a:latin typeface="游ゴシック"/>
                <a:ea typeface="游ゴシック"/>
                <a:cs typeface="+mn-ea"/>
              </a:rPr>
              <a:t>  </a:t>
            </a:r>
            <a:r>
              <a:rPr lang="ja-JP" altLang="en-US" b="0" u="none">
                <a:latin typeface="游ゴシック"/>
                <a:ea typeface="游ゴシック"/>
                <a:cs typeface="+mn-ea"/>
              </a:rPr>
              <a:t>（千葉オフラスと同等の機能とし、カスタマイズはなしとします。</a:t>
            </a:r>
            <a:r>
              <a:rPr lang="ja-JP" altLang="en-US" b="0" u="none">
                <a:latin typeface="游ゴシック"/>
                <a:ea typeface="游ゴシック"/>
              </a:rPr>
              <a:t>）</a:t>
            </a:r>
            <a:endParaRPr kumimoji="1" lang="en-US" altLang="ja-JP" b="0" u="none">
              <a:latin typeface="游ゴシック"/>
              <a:ea typeface="游ゴシック"/>
            </a:endParaRPr>
          </a:p>
          <a:p>
            <a:r>
              <a:rPr lang="ja-JP" altLang="en-US" b="0" u="none">
                <a:latin typeface="游ゴシック"/>
                <a:ea typeface="游ゴシック"/>
              </a:rPr>
              <a:t>参照機能については不明確なため、お見積対象外となっております。</a:t>
            </a:r>
            <a:endParaRPr lang="ja-JP" b="0" u="none">
              <a:latin typeface="游ゴシック"/>
              <a:ea typeface="游ゴシック"/>
            </a:endParaRPr>
          </a:p>
          <a:p>
            <a:r>
              <a:rPr lang="ja-JP" altLang="en-US" b="0" u="none">
                <a:latin typeface="游ゴシック"/>
                <a:ea typeface="游ゴシック"/>
              </a:rPr>
              <a:t>作業場所は原則弊社オフィス内とします。弊社オフィス内には在宅での勤務を含みます。</a:t>
            </a:r>
            <a:endParaRPr lang="en-US" altLang="ja-JP" b="0" u="none">
              <a:latin typeface="游ゴシック"/>
              <a:ea typeface="游ゴシック"/>
            </a:endParaRPr>
          </a:p>
          <a:p>
            <a:r>
              <a:rPr lang="ja-JP" altLang="en-US" b="0" u="none">
                <a:latin typeface="游ゴシック"/>
                <a:ea typeface="游ゴシック"/>
              </a:rPr>
              <a:t>瑕疵担保責任期間は本稼働日より１年間とします。</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r>
              <a:rPr kumimoji="1" lang="ja-JP" altLang="en-US" b="0" u="none"/>
              <a:t>インフラ環境の</a:t>
            </a:r>
            <a:r>
              <a:rPr lang="ja-JP" altLang="en-US" b="0" u="none"/>
              <a:t>調達・</a:t>
            </a:r>
            <a:r>
              <a:rPr kumimoji="1" lang="ja-JP" altLang="en-US" b="0" u="none"/>
              <a:t>構築は含まれておりません。</a:t>
            </a:r>
            <a:endParaRPr kumimoji="1" lang="en-US" altLang="ja-JP" b="0" u="none"/>
          </a:p>
          <a:p>
            <a:r>
              <a:rPr kumimoji="1" lang="en-US" altLang="ja-JP" b="0" u="none">
                <a:latin typeface="游ゴシック"/>
                <a:ea typeface="游ゴシック"/>
              </a:rPr>
              <a:t>DB</a:t>
            </a:r>
            <a:r>
              <a:rPr kumimoji="1" lang="ja-JP" altLang="en-US" b="0" u="none">
                <a:latin typeface="游ゴシック"/>
                <a:ea typeface="游ゴシック"/>
              </a:rPr>
              <a:t>は</a:t>
            </a:r>
            <a:r>
              <a:rPr kumimoji="1" lang="en-US" altLang="ja-JP" b="0" u="none">
                <a:latin typeface="游ゴシック"/>
                <a:ea typeface="游ゴシック"/>
              </a:rPr>
              <a:t>Oracle</a:t>
            </a:r>
            <a:r>
              <a:rPr kumimoji="1" lang="ja-JP" altLang="en-US" b="0" u="none">
                <a:latin typeface="游ゴシック"/>
                <a:ea typeface="游ゴシック"/>
              </a:rPr>
              <a:t> </a:t>
            </a:r>
            <a:r>
              <a:rPr lang="en-US" altLang="ja-JP" b="0" u="none">
                <a:latin typeface="游ゴシック"/>
                <a:ea typeface="游ゴシック"/>
              </a:rPr>
              <a:t>Database</a:t>
            </a:r>
            <a:r>
              <a:rPr kumimoji="1" lang="ja-JP" altLang="en-US" b="0" u="none">
                <a:latin typeface="游ゴシック"/>
                <a:ea typeface="游ゴシック"/>
              </a:rPr>
              <a:t>を想定しております。</a:t>
            </a:r>
            <a:endParaRPr kumimoji="1" lang="en-US" altLang="ja-JP" b="0" u="none">
              <a:latin typeface="游ゴシック"/>
              <a:ea typeface="游ゴシック"/>
            </a:endParaRPr>
          </a:p>
          <a:p>
            <a:r>
              <a:rPr lang="ja-JP" altLang="en-US" b="0" u="none">
                <a:latin typeface="游ゴシック"/>
                <a:ea typeface="游ゴシック"/>
              </a:rPr>
              <a:t>DB移行に関する費用は含まれておりません。</a:t>
            </a:r>
            <a:endParaRPr lang="en-US" altLang="ja-JP" b="0" u="none">
              <a:latin typeface="游ゴシック"/>
              <a:ea typeface="游ゴシック"/>
            </a:endParaRPr>
          </a:p>
          <a:p>
            <a:r>
              <a:rPr lang="ja-JP" b="0" u="none">
                <a:latin typeface="游ゴシック"/>
                <a:ea typeface="游ゴシック"/>
                <a:cs typeface="+mn-ea"/>
              </a:rPr>
              <a:t>アプリケーション、ミドルウェアのライセンス、インストーラは貴社</a:t>
            </a:r>
            <a:r>
              <a:rPr lang="ja-JP" altLang="en-US" b="0" u="none">
                <a:latin typeface="游ゴシック"/>
                <a:ea typeface="游ゴシック"/>
                <a:cs typeface="+mn-ea"/>
              </a:rPr>
              <a:t>にて</a:t>
            </a:r>
            <a:r>
              <a:rPr lang="ja-JP" b="0" u="none">
                <a:latin typeface="游ゴシック"/>
                <a:ea typeface="游ゴシック"/>
                <a:cs typeface="+mn-ea"/>
              </a:rPr>
              <a:t>ご用意</a:t>
            </a:r>
            <a:r>
              <a:rPr lang="ja-JP" altLang="en-US" b="0" u="none">
                <a:latin typeface="游ゴシック"/>
                <a:ea typeface="游ゴシック"/>
                <a:cs typeface="+mn-ea"/>
              </a:rPr>
              <a:t>をお願いいたします。</a:t>
            </a:r>
            <a:endParaRPr lang="ja-JP" altLang="en-US" b="0" u="none">
              <a:latin typeface="游ゴシック"/>
              <a:ea typeface="游ゴシック"/>
            </a:endParaRPr>
          </a:p>
          <a:p>
            <a:r>
              <a:rPr kumimoji="1" lang="ja-JP" altLang="en-US" b="0" u="none"/>
              <a:t>上記に記載のない諸条件につきましては、別途ご相談の上、決定させていただきます。</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a:t>
            </a:r>
            <a:r>
              <a:rPr lang="ja-JP" altLang="en-US"/>
              <a:t>福田一希</a:t>
            </a:r>
            <a:r>
              <a:rPr kumimoji="1" lang="ja-JP" altLang="en-US"/>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lang="en-US" altLang="ja-JP"/>
              <a:t>kazuki.fukuda@system-exe.jp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2" name="フッター プレースホルダー 1"/>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2B559D0-B402-4AE1-9018-8CB96E7BCCFD}">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3.xml><?xml version="1.0" encoding="utf-8"?>
<ds:datastoreItem xmlns:ds="http://schemas.openxmlformats.org/officeDocument/2006/customXml" ds:itemID="{04C728C5-B22A-42B4-8163-E4A5D49941FF}">
  <ds:schemaRefs>
    <ds:schemaRef ds:uri="http://schemas.microsoft.com/office/2006/metadata/properties"/>
    <ds:schemaRef ds:uri="http://schemas.microsoft.com/office/2006/documentManagement/types"/>
    <ds:schemaRef ds:uri="http://schemas.microsoft.com/office/infopath/2007/PartnerControls"/>
    <ds:schemaRef ds:uri="http://purl.org/dc/dcmitype/"/>
    <ds:schemaRef ds:uri="http://purl.org/dc/elements/1.1/"/>
    <ds:schemaRef ds:uri="http://purl.org/dc/terms/"/>
    <ds:schemaRef ds:uri="http://schemas.openxmlformats.org/package/2006/metadata/core-properties"/>
    <ds:schemaRef ds:uri="2fd442da-66a9-4fa6-ba31-eb0d54ad1381"/>
    <ds:schemaRef ds:uri="http://www.w3.org/XML/1998/namespace"/>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22</TotalTime>
  <Words>2551</Words>
  <Application>Microsoft Office PowerPoint</Application>
  <PresentationFormat>ワイド画面</PresentationFormat>
  <Paragraphs>303</Paragraphs>
  <Slides>10</Slides>
  <Notes>3</Notes>
  <HiddenSlides>0</HiddenSlides>
  <MMClips>0</MMClips>
  <ScaleCrop>false</ScaleCrop>
  <HeadingPairs>
    <vt:vector size="4" baseType="variant">
      <vt:variant>
        <vt:lpstr>テーマ</vt:lpstr>
      </vt:variant>
      <vt:variant>
        <vt:i4>1</vt:i4>
      </vt:variant>
      <vt:variant>
        <vt:lpstr>スライド タイトル</vt:lpstr>
      </vt:variant>
      <vt:variant>
        <vt:i4>10</vt:i4>
      </vt:variant>
    </vt:vector>
  </HeadingPairs>
  <TitlesOfParts>
    <vt:vector size="11" baseType="lpstr">
      <vt:lpstr>Office テーマ</vt:lpstr>
      <vt:lpstr>お見積もり(第1.0版）</vt:lpstr>
      <vt:lpstr>１. はじめに</vt:lpstr>
      <vt:lpstr>２. お見積り範囲</vt:lpstr>
      <vt:lpstr>３. 想定している作業内容と成果物</vt:lpstr>
      <vt:lpstr>４. 機能数と作業範囲</vt:lpstr>
      <vt:lpstr>５. スケジュール（想定）</vt:lpstr>
      <vt:lpstr>６. 体制（想定）</vt:lpstr>
      <vt:lpstr>７. お見積もり</vt:lpstr>
      <vt:lpstr>８.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33</cp:revision>
  <dcterms:created xsi:type="dcterms:W3CDTF">2021-02-05T06:36:21Z</dcterms:created>
  <dcterms:modified xsi:type="dcterms:W3CDTF">2025-09-04T07:22:32Z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