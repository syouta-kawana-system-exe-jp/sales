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19"/>
  </p:notesMasterIdLst>
  <p:handoutMasterIdLst>
    <p:handoutMasterId r:id="rId20"/>
  </p:handoutMasterIdLst>
  <p:sldIdLst>
    <p:sldId id="714" r:id="rId5"/>
    <p:sldId id="756" r:id="rId6"/>
    <p:sldId id="934" r:id="rId7"/>
    <p:sldId id="768" r:id="rId8"/>
    <p:sldId id="932" r:id="rId9"/>
    <p:sldId id="927" r:id="rId10"/>
    <p:sldId id="937" r:id="rId11"/>
    <p:sldId id="766" r:id="rId12"/>
    <p:sldId id="929" r:id="rId13"/>
    <p:sldId id="765" r:id="rId14"/>
    <p:sldId id="923" r:id="rId15"/>
    <p:sldId id="767" r:id="rId16"/>
    <p:sldId id="936" r:id="rId17"/>
    <p:sldId id="749"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CC"/>
    <a:srgbClr val="FAF2D4"/>
    <a:srgbClr val="FFFFFF"/>
    <a:srgbClr val="9A3B5D"/>
    <a:srgbClr val="FDEDDA"/>
    <a:srgbClr val="F2F2F2"/>
    <a:srgbClr val="EDEDED"/>
    <a:srgbClr val="4B4B4B"/>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7898E6-BA57-4939-A42A-5B289DF83BA8}" v="63" dt="2025-04-14T02:30:13.063"/>
    <p1510:client id="{93ECA78E-94E3-4035-86A5-B2F4F669F2E6}" v="2" dt="2025-04-14T02:37:55.470"/>
    <p1510:client id="{AE78397D-7AE7-42D1-9771-AB5E99AC60EA}" v="27" dt="2025-04-14T02:36:58.948"/>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96" y="20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吉田諒" userId="S::ryou.yoshida@system-exe.jp::48113613-5467-405d-9628-39cdc2d8c52c" providerId="AD" clId="Web-{F86F8821-50EF-48AC-B316-4E4303A74403}"/>
    <pc:docChg chg="addSld delSld modSld">
      <pc:chgData name="吉田諒" userId="S::ryou.yoshida@system-exe.jp::48113613-5467-405d-9628-39cdc2d8c52c" providerId="AD" clId="Web-{F86F8821-50EF-48AC-B316-4E4303A74403}" dt="2024-01-29T12:27:50.702" v="1079" actId="20577"/>
      <pc:docMkLst>
        <pc:docMk/>
      </pc:docMkLst>
      <pc:sldChg chg="modSp">
        <pc:chgData name="吉田諒" userId="S::ryou.yoshida@system-exe.jp::48113613-5467-405d-9628-39cdc2d8c52c" providerId="AD" clId="Web-{F86F8821-50EF-48AC-B316-4E4303A74403}" dt="2024-01-29T11:24:46.573" v="261" actId="20577"/>
        <pc:sldMkLst>
          <pc:docMk/>
          <pc:sldMk cId="5311539" sldId="752"/>
        </pc:sldMkLst>
      </pc:sldChg>
      <pc:sldChg chg="modSp">
        <pc:chgData name="吉田諒" userId="S::ryou.yoshida@system-exe.jp::48113613-5467-405d-9628-39cdc2d8c52c" providerId="AD" clId="Web-{F86F8821-50EF-48AC-B316-4E4303A74403}" dt="2024-01-29T12:24:30.104" v="1033"/>
        <pc:sldMkLst>
          <pc:docMk/>
          <pc:sldMk cId="1072167564" sldId="754"/>
        </pc:sldMkLst>
      </pc:sldChg>
      <pc:sldChg chg="addSp delSp modSp">
        <pc:chgData name="吉田諒" userId="S::ryou.yoshida@system-exe.jp::48113613-5467-405d-9628-39cdc2d8c52c" providerId="AD" clId="Web-{F86F8821-50EF-48AC-B316-4E4303A74403}" dt="2024-01-29T11:21:12.225" v="147" actId="20577"/>
        <pc:sldMkLst>
          <pc:docMk/>
          <pc:sldMk cId="3660799615" sldId="757"/>
        </pc:sldMkLst>
      </pc:sldChg>
      <pc:sldChg chg="del">
        <pc:chgData name="吉田諒" userId="S::ryou.yoshida@system-exe.jp::48113613-5467-405d-9628-39cdc2d8c52c" providerId="AD" clId="Web-{F86F8821-50EF-48AC-B316-4E4303A74403}" dt="2024-01-29T11:18:32.504" v="124"/>
        <pc:sldMkLst>
          <pc:docMk/>
          <pc:sldMk cId="3830098465" sldId="758"/>
        </pc:sldMkLst>
      </pc:sldChg>
      <pc:sldChg chg="del">
        <pc:chgData name="吉田諒" userId="S::ryou.yoshida@system-exe.jp::48113613-5467-405d-9628-39cdc2d8c52c" providerId="AD" clId="Web-{F86F8821-50EF-48AC-B316-4E4303A74403}" dt="2024-01-29T11:21:26.272" v="150"/>
        <pc:sldMkLst>
          <pc:docMk/>
          <pc:sldMk cId="160659096" sldId="761"/>
        </pc:sldMkLst>
      </pc:sldChg>
      <pc:sldChg chg="add del">
        <pc:chgData name="吉田諒" userId="S::ryou.yoshida@system-exe.jp::48113613-5467-405d-9628-39cdc2d8c52c" providerId="AD" clId="Web-{F86F8821-50EF-48AC-B316-4E4303A74403}" dt="2024-01-29T11:22:06.929" v="165"/>
        <pc:sldMkLst>
          <pc:docMk/>
          <pc:sldMk cId="4225344044" sldId="762"/>
        </pc:sldMkLst>
      </pc:sldChg>
      <pc:sldChg chg="add del">
        <pc:chgData name="吉田諒" userId="S::ryou.yoshida@system-exe.jp::48113613-5467-405d-9628-39cdc2d8c52c" providerId="AD" clId="Web-{F86F8821-50EF-48AC-B316-4E4303A74403}" dt="2024-01-29T11:22:06.929" v="164"/>
        <pc:sldMkLst>
          <pc:docMk/>
          <pc:sldMk cId="3581102778" sldId="763"/>
        </pc:sldMkLst>
      </pc:sldChg>
      <pc:sldChg chg="add del">
        <pc:chgData name="吉田諒" userId="S::ryou.yoshida@system-exe.jp::48113613-5467-405d-9628-39cdc2d8c52c" providerId="AD" clId="Web-{F86F8821-50EF-48AC-B316-4E4303A74403}" dt="2024-01-29T11:22:06.913" v="163"/>
        <pc:sldMkLst>
          <pc:docMk/>
          <pc:sldMk cId="23999133" sldId="764"/>
        </pc:sldMkLst>
      </pc:sldChg>
      <pc:sldChg chg="modSp add del">
        <pc:chgData name="吉田諒" userId="S::ryou.yoshida@system-exe.jp::48113613-5467-405d-9628-39cdc2d8c52c" providerId="AD" clId="Web-{F86F8821-50EF-48AC-B316-4E4303A74403}" dt="2024-01-29T11:24:34.775" v="259"/>
        <pc:sldMkLst>
          <pc:docMk/>
          <pc:sldMk cId="1395438993" sldId="765"/>
        </pc:sldMkLst>
      </pc:sldChg>
      <pc:sldChg chg="delSp modSp">
        <pc:chgData name="吉田諒" userId="S::ryou.yoshida@system-exe.jp::48113613-5467-405d-9628-39cdc2d8c52c" providerId="AD" clId="Web-{F86F8821-50EF-48AC-B316-4E4303A74403}" dt="2024-01-29T11:27:47.716" v="321"/>
        <pc:sldMkLst>
          <pc:docMk/>
          <pc:sldMk cId="3560606343" sldId="766"/>
        </pc:sldMkLst>
      </pc:sldChg>
      <pc:sldChg chg="modSp">
        <pc:chgData name="吉田諒" userId="S::ryou.yoshida@system-exe.jp::48113613-5467-405d-9628-39cdc2d8c52c" providerId="AD" clId="Web-{F86F8821-50EF-48AC-B316-4E4303A74403}" dt="2024-01-29T12:27:50.702" v="1079" actId="20577"/>
        <pc:sldMkLst>
          <pc:docMk/>
          <pc:sldMk cId="2410374903" sldId="767"/>
        </pc:sldMkLst>
      </pc:sldChg>
      <pc:sldChg chg="modSp add replId">
        <pc:chgData name="吉田諒" userId="S::ryou.yoshida@system-exe.jp::48113613-5467-405d-9628-39cdc2d8c52c" providerId="AD" clId="Web-{F86F8821-50EF-48AC-B316-4E4303A74403}" dt="2024-01-29T11:21:15.741" v="149" actId="20577"/>
        <pc:sldMkLst>
          <pc:docMk/>
          <pc:sldMk cId="729124589" sldId="768"/>
        </pc:sldMkLst>
      </pc:sldChg>
      <pc:sldChg chg="modSp add replId">
        <pc:chgData name="吉田諒" userId="S::ryou.yoshida@system-exe.jp::48113613-5467-405d-9628-39cdc2d8c52c" providerId="AD" clId="Web-{F86F8821-50EF-48AC-B316-4E4303A74403}" dt="2024-01-29T12:22:05.132" v="1007"/>
        <pc:sldMkLst>
          <pc:docMk/>
          <pc:sldMk cId="3692000709" sldId="769"/>
        </pc:sldMkLst>
      </pc:sldChg>
    </pc:docChg>
  </pc:docChgLst>
  <pc:docChgLst>
    <pc:chgData name="髙浦祐朗" userId="d6d860fe-bc64-411b-9605-a16d1ba875f6" providerId="ADAL" clId="{7CAA7045-2BC6-4F13-8909-735798C0D3C7}"/>
    <pc:docChg chg="undo custSel modSld">
      <pc:chgData name="髙浦祐朗" userId="d6d860fe-bc64-411b-9605-a16d1ba875f6" providerId="ADAL" clId="{7CAA7045-2BC6-4F13-8909-735798C0D3C7}" dt="2024-01-29T11:54:07.527" v="550" actId="113"/>
      <pc:docMkLst>
        <pc:docMk/>
      </pc:docMkLst>
      <pc:sldChg chg="modSp mod">
        <pc:chgData name="髙浦祐朗" userId="d6d860fe-bc64-411b-9605-a16d1ba875f6" providerId="ADAL" clId="{7CAA7045-2BC6-4F13-8909-735798C0D3C7}" dt="2024-01-29T10:51:00.638" v="148"/>
        <pc:sldMkLst>
          <pc:docMk/>
          <pc:sldMk cId="3325638293" sldId="749"/>
        </pc:sldMkLst>
      </pc:sldChg>
      <pc:sldChg chg="modSp mod">
        <pc:chgData name="髙浦祐朗" userId="d6d860fe-bc64-411b-9605-a16d1ba875f6" providerId="ADAL" clId="{7CAA7045-2BC6-4F13-8909-735798C0D3C7}" dt="2024-01-29T11:36:03.475" v="226"/>
        <pc:sldMkLst>
          <pc:docMk/>
          <pc:sldMk cId="5311539" sldId="752"/>
        </pc:sldMkLst>
      </pc:sldChg>
      <pc:sldChg chg="modSp mod">
        <pc:chgData name="髙浦祐朗" userId="d6d860fe-bc64-411b-9605-a16d1ba875f6" providerId="ADAL" clId="{7CAA7045-2BC6-4F13-8909-735798C0D3C7}" dt="2024-01-29T11:53:49.834" v="548"/>
        <pc:sldMkLst>
          <pc:docMk/>
          <pc:sldMk cId="1072167564" sldId="754"/>
        </pc:sldMkLst>
      </pc:sldChg>
      <pc:sldChg chg="modSp mod">
        <pc:chgData name="髙浦祐朗" userId="d6d860fe-bc64-411b-9605-a16d1ba875f6" providerId="ADAL" clId="{7CAA7045-2BC6-4F13-8909-735798C0D3C7}" dt="2024-01-29T11:54:07.527" v="550" actId="113"/>
        <pc:sldMkLst>
          <pc:docMk/>
          <pc:sldMk cId="3773316736" sldId="756"/>
        </pc:sldMkLst>
      </pc:sldChg>
      <pc:sldChg chg="modSp mod">
        <pc:chgData name="髙浦祐朗" userId="d6d860fe-bc64-411b-9605-a16d1ba875f6" providerId="ADAL" clId="{7CAA7045-2BC6-4F13-8909-735798C0D3C7}" dt="2024-01-29T11:42:51.068" v="427" actId="20577"/>
        <pc:sldMkLst>
          <pc:docMk/>
          <pc:sldMk cId="3660799615" sldId="757"/>
        </pc:sldMkLst>
      </pc:sldChg>
      <pc:sldChg chg="modSp mod">
        <pc:chgData name="髙浦祐朗" userId="d6d860fe-bc64-411b-9605-a16d1ba875f6" providerId="ADAL" clId="{7CAA7045-2BC6-4F13-8909-735798C0D3C7}" dt="2024-01-29T11:35:20.220" v="215" actId="14734"/>
        <pc:sldMkLst>
          <pc:docMk/>
          <pc:sldMk cId="1395438993" sldId="765"/>
        </pc:sldMkLst>
      </pc:sldChg>
      <pc:sldChg chg="modSp mod">
        <pc:chgData name="髙浦祐朗" userId="d6d860fe-bc64-411b-9605-a16d1ba875f6" providerId="ADAL" clId="{7CAA7045-2BC6-4F13-8909-735798C0D3C7}" dt="2024-01-29T11:50:18.117" v="455" actId="20577"/>
        <pc:sldMkLst>
          <pc:docMk/>
          <pc:sldMk cId="3560606343" sldId="766"/>
        </pc:sldMkLst>
      </pc:sldChg>
      <pc:sldChg chg="modSp mod">
        <pc:chgData name="髙浦祐朗" userId="d6d860fe-bc64-411b-9605-a16d1ba875f6" providerId="ADAL" clId="{7CAA7045-2BC6-4F13-8909-735798C0D3C7}" dt="2024-01-29T11:51:09.599" v="456" actId="20577"/>
        <pc:sldMkLst>
          <pc:docMk/>
          <pc:sldMk cId="2410374903" sldId="767"/>
        </pc:sldMkLst>
      </pc:sldChg>
      <pc:sldChg chg="modSp mod">
        <pc:chgData name="髙浦祐朗" userId="d6d860fe-bc64-411b-9605-a16d1ba875f6" providerId="ADAL" clId="{7CAA7045-2BC6-4F13-8909-735798C0D3C7}" dt="2024-01-29T11:43:08.505" v="431"/>
        <pc:sldMkLst>
          <pc:docMk/>
          <pc:sldMk cId="729124589" sldId="768"/>
        </pc:sldMkLst>
      </pc:sldChg>
    </pc:docChg>
  </pc:docChgLst>
  <pc:docChgLst>
    <pc:chgData name="吉田諒" userId="S::ryou.yoshida@system-exe.jp::48113613-5467-405d-9628-39cdc2d8c52c" providerId="AD" clId="Web-{6F78E665-246F-42CA-866C-0099ABCE2C58}"/>
    <pc:docChg chg="delSld modSld">
      <pc:chgData name="吉田諒" userId="S::ryou.yoshida@system-exe.jp::48113613-5467-405d-9628-39cdc2d8c52c" providerId="AD" clId="Web-{6F78E665-246F-42CA-866C-0099ABCE2C58}" dt="2024-01-29T11:07:36.996" v="10" actId="20577"/>
      <pc:docMkLst>
        <pc:docMk/>
      </pc:docMkLst>
      <pc:sldChg chg="delSp">
        <pc:chgData name="吉田諒" userId="S::ryou.yoshida@system-exe.jp::48113613-5467-405d-9628-39cdc2d8c52c" providerId="AD" clId="Web-{6F78E665-246F-42CA-866C-0099ABCE2C58}" dt="2024-01-29T11:07:03.230" v="5"/>
        <pc:sldMkLst>
          <pc:docMk/>
          <pc:sldMk cId="3660799615" sldId="757"/>
        </pc:sldMkLst>
      </pc:sldChg>
      <pc:sldChg chg="del">
        <pc:chgData name="吉田諒" userId="S::ryou.yoshida@system-exe.jp::48113613-5467-405d-9628-39cdc2d8c52c" providerId="AD" clId="Web-{6F78E665-246F-42CA-866C-0099ABCE2C58}" dt="2024-01-29T11:07:24.449" v="6"/>
        <pc:sldMkLst>
          <pc:docMk/>
          <pc:sldMk cId="3320396632" sldId="759"/>
        </pc:sldMkLst>
      </pc:sldChg>
      <pc:sldChg chg="modSp">
        <pc:chgData name="吉田諒" userId="S::ryou.yoshida@system-exe.jp::48113613-5467-405d-9628-39cdc2d8c52c" providerId="AD" clId="Web-{6F78E665-246F-42CA-866C-0099ABCE2C58}" dt="2024-01-29T11:07:36.996" v="10" actId="20577"/>
        <pc:sldMkLst>
          <pc:docMk/>
          <pc:sldMk cId="160659096" sldId="761"/>
        </pc:sldMkLst>
      </pc:sldChg>
    </pc:docChg>
  </pc:docChgLst>
  <pc:docChgLst>
    <pc:chgData name="福田一希" userId="S::kazuki.fukuda@system-exe.jp::fdfbe5ba-eec8-4756-aa2a-cf5b9de944cd" providerId="AD" clId="Web-{1EB47845-9194-49E0-AE6C-8B6E59A91325}"/>
    <pc:docChg chg="modSld">
      <pc:chgData name="福田一希" userId="S::kazuki.fukuda@system-exe.jp::fdfbe5ba-eec8-4756-aa2a-cf5b9de944cd" providerId="AD" clId="Web-{1EB47845-9194-49E0-AE6C-8B6E59A91325}" dt="2024-11-14T06:27:55.099" v="0"/>
      <pc:docMkLst>
        <pc:docMk/>
      </pc:docMkLst>
      <pc:sldChg chg="modSp">
        <pc:chgData name="福田一希" userId="S::kazuki.fukuda@system-exe.jp::fdfbe5ba-eec8-4756-aa2a-cf5b9de944cd" providerId="AD" clId="Web-{1EB47845-9194-49E0-AE6C-8B6E59A91325}" dt="2024-11-14T06:27:55.099" v="0"/>
        <pc:sldMkLst>
          <pc:docMk/>
          <pc:sldMk cId="286748565" sldId="927"/>
        </pc:sldMkLst>
      </pc:sldChg>
    </pc:docChg>
  </pc:docChgLst>
  <pc:docChgLst>
    <pc:chgData name="福田一希" userId="S::kazuki.fukuda@system-exe.jp::fdfbe5ba-eec8-4756-aa2a-cf5b9de944cd" providerId="AD" clId="Web-{40F0A14A-1B3A-4DD8-A80B-19859D4D7F2B}"/>
    <pc:docChg chg="modSld">
      <pc:chgData name="福田一希" userId="S::kazuki.fukuda@system-exe.jp::fdfbe5ba-eec8-4756-aa2a-cf5b9de944cd" providerId="AD" clId="Web-{40F0A14A-1B3A-4DD8-A80B-19859D4D7F2B}" dt="2025-03-27T09:52:42.889" v="83"/>
      <pc:docMkLst>
        <pc:docMk/>
      </pc:docMkLst>
      <pc:sldChg chg="modSp">
        <pc:chgData name="福田一希" userId="S::kazuki.fukuda@system-exe.jp::fdfbe5ba-eec8-4756-aa2a-cf5b9de944cd" providerId="AD" clId="Web-{40F0A14A-1B3A-4DD8-A80B-19859D4D7F2B}" dt="2025-03-27T09:52:42.889" v="83"/>
        <pc:sldMkLst>
          <pc:docMk/>
          <pc:sldMk cId="1395438993" sldId="765"/>
        </pc:sldMkLst>
        <pc:graphicFrameChg chg="mod modGraphic">
          <ac:chgData name="福田一希" userId="S::kazuki.fukuda@system-exe.jp::fdfbe5ba-eec8-4756-aa2a-cf5b9de944cd" providerId="AD" clId="Web-{40F0A14A-1B3A-4DD8-A80B-19859D4D7F2B}" dt="2025-03-27T09:52:42.889" v="83"/>
          <ac:graphicFrameMkLst>
            <pc:docMk/>
            <pc:sldMk cId="1395438993" sldId="765"/>
            <ac:graphicFrameMk id="7" creationId="{2864E947-18B0-4839-AED3-D416F628DDF0}"/>
          </ac:graphicFrameMkLst>
        </pc:graphicFrameChg>
      </pc:sldChg>
      <pc:sldChg chg="modSp">
        <pc:chgData name="福田一希" userId="S::kazuki.fukuda@system-exe.jp::fdfbe5ba-eec8-4756-aa2a-cf5b9de944cd" providerId="AD" clId="Web-{40F0A14A-1B3A-4DD8-A80B-19859D4D7F2B}" dt="2025-03-27T09:49:47.213" v="30" actId="1076"/>
        <pc:sldMkLst>
          <pc:docMk/>
          <pc:sldMk cId="3560606343" sldId="766"/>
        </pc:sldMkLst>
        <pc:spChg chg="mod">
          <ac:chgData name="福田一希" userId="S::kazuki.fukuda@system-exe.jp::fdfbe5ba-eec8-4756-aa2a-cf5b9de944cd" providerId="AD" clId="Web-{40F0A14A-1B3A-4DD8-A80B-19859D4D7F2B}" dt="2025-03-27T09:49:47.213" v="30" actId="1076"/>
          <ac:spMkLst>
            <pc:docMk/>
            <pc:sldMk cId="3560606343" sldId="766"/>
            <ac:spMk id="10" creationId="{00000000-0000-0000-0000-000000000000}"/>
          </ac:spMkLst>
        </pc:spChg>
        <pc:spChg chg="mod">
          <ac:chgData name="福田一希" userId="S::kazuki.fukuda@system-exe.jp::fdfbe5ba-eec8-4756-aa2a-cf5b9de944cd" providerId="AD" clId="Web-{40F0A14A-1B3A-4DD8-A80B-19859D4D7F2B}" dt="2025-03-27T09:46:59.599" v="6" actId="1076"/>
          <ac:spMkLst>
            <pc:docMk/>
            <pc:sldMk cId="3560606343" sldId="766"/>
            <ac:spMk id="37" creationId="{9C526A88-681C-4A44-BFD9-AF76E9622DCF}"/>
          </ac:spMkLst>
        </pc:spChg>
        <pc:spChg chg="mod">
          <ac:chgData name="福田一希" userId="S::kazuki.fukuda@system-exe.jp::fdfbe5ba-eec8-4756-aa2a-cf5b9de944cd" providerId="AD" clId="Web-{40F0A14A-1B3A-4DD8-A80B-19859D4D7F2B}" dt="2025-03-27T09:49:00.352" v="24" actId="1076"/>
          <ac:spMkLst>
            <pc:docMk/>
            <pc:sldMk cId="3560606343" sldId="766"/>
            <ac:spMk id="41" creationId="{3DB6E5B5-DB44-426C-BD5D-3AFB7EE80EA5}"/>
          </ac:spMkLst>
        </pc:spChg>
        <pc:spChg chg="mod">
          <ac:chgData name="福田一希" userId="S::kazuki.fukuda@system-exe.jp::fdfbe5ba-eec8-4756-aa2a-cf5b9de944cd" providerId="AD" clId="Web-{40F0A14A-1B3A-4DD8-A80B-19859D4D7F2B}" dt="2025-03-27T09:48:48.196" v="23" actId="1076"/>
          <ac:spMkLst>
            <pc:docMk/>
            <pc:sldMk cId="3560606343" sldId="766"/>
            <ac:spMk id="42" creationId="{45E8F807-1FBA-4D84-999D-F77A78B7AC5A}"/>
          </ac:spMkLst>
        </pc:spChg>
        <pc:spChg chg="mod">
          <ac:chgData name="福田一希" userId="S::kazuki.fukuda@system-exe.jp::fdfbe5ba-eec8-4756-aa2a-cf5b9de944cd" providerId="AD" clId="Web-{40F0A14A-1B3A-4DD8-A80B-19859D4D7F2B}" dt="2025-03-27T09:49:24.681" v="25" actId="14100"/>
          <ac:spMkLst>
            <pc:docMk/>
            <pc:sldMk cId="3560606343" sldId="766"/>
            <ac:spMk id="45" creationId="{D288673B-1B1E-4C6E-BA69-E5F1FEDB27ED}"/>
          </ac:spMkLst>
        </pc:spChg>
        <pc:spChg chg="mod">
          <ac:chgData name="福田一希" userId="S::kazuki.fukuda@system-exe.jp::fdfbe5ba-eec8-4756-aa2a-cf5b9de944cd" providerId="AD" clId="Web-{40F0A14A-1B3A-4DD8-A80B-19859D4D7F2B}" dt="2025-03-27T09:48:07.554" v="17" actId="1076"/>
          <ac:spMkLst>
            <pc:docMk/>
            <pc:sldMk cId="3560606343" sldId="766"/>
            <ac:spMk id="46" creationId="{6A2A85F1-E879-4E95-8579-1D9736F23A12}"/>
          </ac:spMkLst>
        </pc:spChg>
        <pc:spChg chg="mod">
          <ac:chgData name="福田一希" userId="S::kazuki.fukuda@system-exe.jp::fdfbe5ba-eec8-4756-aa2a-cf5b9de944cd" providerId="AD" clId="Web-{40F0A14A-1B3A-4DD8-A80B-19859D4D7F2B}" dt="2025-03-27T09:48:03.101" v="16" actId="14100"/>
          <ac:spMkLst>
            <pc:docMk/>
            <pc:sldMk cId="3560606343" sldId="766"/>
            <ac:spMk id="47" creationId="{D2FFFA7C-8485-4FB5-B3FC-30EC4188DB9D}"/>
          </ac:spMkLst>
        </pc:spChg>
        <pc:spChg chg="mod">
          <ac:chgData name="福田一希" userId="S::kazuki.fukuda@system-exe.jp::fdfbe5ba-eec8-4756-aa2a-cf5b9de944cd" providerId="AD" clId="Web-{40F0A14A-1B3A-4DD8-A80B-19859D4D7F2B}" dt="2025-03-27T09:49:26.822" v="26" actId="14100"/>
          <ac:spMkLst>
            <pc:docMk/>
            <pc:sldMk cId="3560606343" sldId="766"/>
            <ac:spMk id="53" creationId="{60BE86B4-B849-422B-8758-4720CC34871C}"/>
          </ac:spMkLst>
        </pc:spChg>
        <pc:cxnChg chg="mod">
          <ac:chgData name="福田一希" userId="S::kazuki.fukuda@system-exe.jp::fdfbe5ba-eec8-4756-aa2a-cf5b9de944cd" providerId="AD" clId="Web-{40F0A14A-1B3A-4DD8-A80B-19859D4D7F2B}" dt="2025-03-27T09:49:41.134" v="29" actId="1076"/>
          <ac:cxnSpMkLst>
            <pc:docMk/>
            <pc:sldMk cId="3560606343" sldId="766"/>
            <ac:cxnSpMk id="9" creationId="{00000000-0000-0000-0000-000000000000}"/>
          </ac:cxnSpMkLst>
        </pc:cxnChg>
        <pc:cxnChg chg="mod">
          <ac:chgData name="福田一希" userId="S::kazuki.fukuda@system-exe.jp::fdfbe5ba-eec8-4756-aa2a-cf5b9de944cd" providerId="AD" clId="Web-{40F0A14A-1B3A-4DD8-A80B-19859D4D7F2B}" dt="2025-03-27T09:49:34.244" v="28" actId="14100"/>
          <ac:cxnSpMkLst>
            <pc:docMk/>
            <pc:sldMk cId="3560606343" sldId="766"/>
            <ac:cxnSpMk id="28" creationId="{00000000-0000-0000-0000-000000000000}"/>
          </ac:cxnSpMkLst>
        </pc:cxnChg>
        <pc:cxnChg chg="mod">
          <ac:chgData name="福田一希" userId="S::kazuki.fukuda@system-exe.jp::fdfbe5ba-eec8-4756-aa2a-cf5b9de944cd" providerId="AD" clId="Web-{40F0A14A-1B3A-4DD8-A80B-19859D4D7F2B}" dt="2025-03-27T09:49:30.978" v="27" actId="14100"/>
          <ac:cxnSpMkLst>
            <pc:docMk/>
            <pc:sldMk cId="3560606343" sldId="766"/>
            <ac:cxnSpMk id="43" creationId="{00000000-0000-0000-0000-000000000000}"/>
          </ac:cxnSpMkLst>
        </pc:cxnChg>
      </pc:sldChg>
    </pc:docChg>
  </pc:docChgLst>
  <pc:docChgLst>
    <pc:chgData name="桐山 隆" userId="da3612ff-52da-4b11-b7b0-175c66f446ec" providerId="ADAL" clId="{D2FA51C0-F1C3-462E-8962-EE1A728CD707}"/>
    <pc:docChg chg="modSld">
      <pc:chgData name="桐山 隆" userId="da3612ff-52da-4b11-b7b0-175c66f446ec" providerId="ADAL" clId="{D2FA51C0-F1C3-462E-8962-EE1A728CD707}" dt="2022-03-25T01:29:56.797" v="55"/>
      <pc:docMkLst>
        <pc:docMk/>
      </pc:docMkLst>
      <pc:sldChg chg="modSp mod">
        <pc:chgData name="桐山 隆" userId="da3612ff-52da-4b11-b7b0-175c66f446ec" providerId="ADAL" clId="{D2FA51C0-F1C3-462E-8962-EE1A728CD707}" dt="2022-03-25T01:27:44.381" v="10"/>
        <pc:sldMkLst>
          <pc:docMk/>
          <pc:sldMk cId="2251576925" sldId="748"/>
        </pc:sldMkLst>
      </pc:sldChg>
      <pc:sldChg chg="modSp mod">
        <pc:chgData name="桐山 隆" userId="da3612ff-52da-4b11-b7b0-175c66f446ec" providerId="ADAL" clId="{D2FA51C0-F1C3-462E-8962-EE1A728CD707}" dt="2022-03-25T01:29:56.797" v="55"/>
        <pc:sldMkLst>
          <pc:docMk/>
          <pc:sldMk cId="160659096" sldId="761"/>
        </pc:sldMkLst>
      </pc:sldChg>
    </pc:docChg>
  </pc:docChgLst>
  <pc:docChgLst>
    <pc:chgData name="野村康二" userId="S::kouji.nomura@system-exe.jp::acaa808a-f809-4ef9-8028-a2ce14b82415" providerId="AD" clId="Web-{A1FA4B7A-7D7D-21B1-DE34-5D7562EFA945}"/>
    <pc:docChg chg="modSld">
      <pc:chgData name="野村康二" userId="S::kouji.nomura@system-exe.jp::acaa808a-f809-4ef9-8028-a2ce14b82415" providerId="AD" clId="Web-{A1FA4B7A-7D7D-21B1-DE34-5D7562EFA945}" dt="2024-02-08T04:49:05.615" v="10" actId="1076"/>
      <pc:docMkLst>
        <pc:docMk/>
      </pc:docMkLst>
      <pc:sldChg chg="addSp delSp modSp">
        <pc:chgData name="野村康二" userId="S::kouji.nomura@system-exe.jp::acaa808a-f809-4ef9-8028-a2ce14b82415" providerId="AD" clId="Web-{A1FA4B7A-7D7D-21B1-DE34-5D7562EFA945}" dt="2024-02-08T04:49:05.615" v="10" actId="1076"/>
        <pc:sldMkLst>
          <pc:docMk/>
          <pc:sldMk cId="3560606343" sldId="766"/>
        </pc:sldMkLst>
      </pc:sldChg>
    </pc:docChg>
  </pc:docChgLst>
  <pc:docChgLst>
    <pc:chgData name="髙浦祐朗" userId="d6d860fe-bc64-411b-9605-a16d1ba875f6" providerId="ADAL" clId="{3CFAE578-F013-489A-BE3A-6C301E0DA003}"/>
    <pc:docChg chg="undo custSel modSld">
      <pc:chgData name="髙浦祐朗" userId="d6d860fe-bc64-411b-9605-a16d1ba875f6" providerId="ADAL" clId="{3CFAE578-F013-489A-BE3A-6C301E0DA003}" dt="2024-11-14T06:29:52.021" v="44" actId="12"/>
      <pc:docMkLst>
        <pc:docMk/>
      </pc:docMkLst>
      <pc:sldChg chg="modSp mod">
        <pc:chgData name="髙浦祐朗" userId="d6d860fe-bc64-411b-9605-a16d1ba875f6" providerId="ADAL" clId="{3CFAE578-F013-489A-BE3A-6C301E0DA003}" dt="2024-11-14T06:29:52.021" v="44" actId="12"/>
        <pc:sldMkLst>
          <pc:docMk/>
          <pc:sldMk cId="2410374903" sldId="767"/>
        </pc:sldMkLst>
      </pc:sldChg>
      <pc:sldChg chg="modSp mod">
        <pc:chgData name="髙浦祐朗" userId="d6d860fe-bc64-411b-9605-a16d1ba875f6" providerId="ADAL" clId="{3CFAE578-F013-489A-BE3A-6C301E0DA003}" dt="2024-11-14T06:13:22.947" v="43"/>
        <pc:sldMkLst>
          <pc:docMk/>
          <pc:sldMk cId="2399073518" sldId="929"/>
        </pc:sldMkLst>
      </pc:sldChg>
    </pc:docChg>
  </pc:docChgLst>
  <pc:docChgLst>
    <pc:chgData name="髙浦祐朗" userId="d6d860fe-bc64-411b-9605-a16d1ba875f6" providerId="ADAL" clId="{657898E6-BA57-4939-A42A-5B289DF83BA8}"/>
    <pc:docChg chg="modSld">
      <pc:chgData name="髙浦祐朗" userId="d6d860fe-bc64-411b-9605-a16d1ba875f6" providerId="ADAL" clId="{657898E6-BA57-4939-A42A-5B289DF83BA8}" dt="2025-04-14T02:30:18.175" v="296" actId="20577"/>
      <pc:docMkLst>
        <pc:docMk/>
      </pc:docMkLst>
      <pc:sldChg chg="modSp mod">
        <pc:chgData name="髙浦祐朗" userId="d6d860fe-bc64-411b-9605-a16d1ba875f6" providerId="ADAL" clId="{657898E6-BA57-4939-A42A-5B289DF83BA8}" dt="2025-04-14T02:30:18.175" v="296" actId="20577"/>
        <pc:sldMkLst>
          <pc:docMk/>
          <pc:sldMk cId="3773316736" sldId="756"/>
        </pc:sldMkLst>
        <pc:spChg chg="mod">
          <ac:chgData name="髙浦祐朗" userId="d6d860fe-bc64-411b-9605-a16d1ba875f6" providerId="ADAL" clId="{657898E6-BA57-4939-A42A-5B289DF83BA8}" dt="2025-04-14T02:30:18.175" v="296" actId="20577"/>
          <ac:spMkLst>
            <pc:docMk/>
            <pc:sldMk cId="3773316736" sldId="756"/>
            <ac:spMk id="13" creationId="{B8B3A81D-32E4-C28F-0D4C-EB7D2165E764}"/>
          </ac:spMkLst>
        </pc:spChg>
      </pc:sldChg>
    </pc:docChg>
  </pc:docChgLst>
  <pc:docChgLst>
    <pc:chgData name="髙浦祐朗" userId="d6d860fe-bc64-411b-9605-a16d1ba875f6" providerId="ADAL" clId="{5409C2BA-C2FD-4738-BE61-A0F02FB7E697}"/>
    <pc:docChg chg="custSel modSld">
      <pc:chgData name="髙浦祐朗" userId="d6d860fe-bc64-411b-9605-a16d1ba875f6" providerId="ADAL" clId="{5409C2BA-C2FD-4738-BE61-A0F02FB7E697}" dt="2025-03-27T07:12:53.067" v="2" actId="207"/>
      <pc:docMkLst>
        <pc:docMk/>
      </pc:docMkLst>
      <pc:sldChg chg="modSp mod">
        <pc:chgData name="髙浦祐朗" userId="d6d860fe-bc64-411b-9605-a16d1ba875f6" providerId="ADAL" clId="{5409C2BA-C2FD-4738-BE61-A0F02FB7E697}" dt="2025-03-27T07:12:53.067" v="2" actId="207"/>
        <pc:sldMkLst>
          <pc:docMk/>
          <pc:sldMk cId="286748565" sldId="927"/>
        </pc:sldMkLst>
        <pc:graphicFrameChg chg="modGraphic">
          <ac:chgData name="髙浦祐朗" userId="d6d860fe-bc64-411b-9605-a16d1ba875f6" providerId="ADAL" clId="{5409C2BA-C2FD-4738-BE61-A0F02FB7E697}" dt="2025-03-27T07:12:53.067" v="2" actId="207"/>
          <ac:graphicFrameMkLst>
            <pc:docMk/>
            <pc:sldMk cId="286748565" sldId="927"/>
            <ac:graphicFrameMk id="7" creationId="{2864E947-18B0-4839-AED3-D416F628DDF0}"/>
          </ac:graphicFrameMkLst>
        </pc:graphicFrameChg>
      </pc:sldChg>
      <pc:sldChg chg="modSp mod">
        <pc:chgData name="髙浦祐朗" userId="d6d860fe-bc64-411b-9605-a16d1ba875f6" providerId="ADAL" clId="{5409C2BA-C2FD-4738-BE61-A0F02FB7E697}" dt="2025-03-27T07:11:40.640" v="0" actId="404"/>
        <pc:sldMkLst>
          <pc:docMk/>
          <pc:sldMk cId="2399073518" sldId="929"/>
        </pc:sldMkLst>
        <pc:spChg chg="mod">
          <ac:chgData name="髙浦祐朗" userId="d6d860fe-bc64-411b-9605-a16d1ba875f6" providerId="ADAL" clId="{5409C2BA-C2FD-4738-BE61-A0F02FB7E697}" dt="2025-03-27T07:11:40.640" v="0" actId="404"/>
          <ac:spMkLst>
            <pc:docMk/>
            <pc:sldMk cId="2399073518" sldId="929"/>
            <ac:spMk id="32" creationId="{00370C48-0D59-524A-9275-25857EAF2FCD}"/>
          </ac:spMkLst>
        </pc:spChg>
      </pc:sldChg>
    </pc:docChg>
  </pc:docChgLst>
  <pc:docChgLst>
    <pc:chgData name="福田一希" userId="S::kazuki.fukuda@system-exe.jp::fdfbe5ba-eec8-4756-aa2a-cf5b9de944cd" providerId="AD" clId="Web-{93ECA78E-94E3-4035-86A5-B2F4F669F2E6}"/>
    <pc:docChg chg="modSld">
      <pc:chgData name="福田一希" userId="S::kazuki.fukuda@system-exe.jp::fdfbe5ba-eec8-4756-aa2a-cf5b9de944cd" providerId="AD" clId="Web-{93ECA78E-94E3-4035-86A5-B2F4F669F2E6}" dt="2025-04-14T02:37:55.470" v="1" actId="20577"/>
      <pc:docMkLst>
        <pc:docMk/>
      </pc:docMkLst>
      <pc:sldChg chg="modSp">
        <pc:chgData name="福田一希" userId="S::kazuki.fukuda@system-exe.jp::fdfbe5ba-eec8-4756-aa2a-cf5b9de944cd" providerId="AD" clId="Web-{93ECA78E-94E3-4035-86A5-B2F4F669F2E6}" dt="2025-04-14T02:37:55.470" v="1" actId="20577"/>
        <pc:sldMkLst>
          <pc:docMk/>
          <pc:sldMk cId="3773316736" sldId="756"/>
        </pc:sldMkLst>
        <pc:spChg chg="mod">
          <ac:chgData name="福田一希" userId="S::kazuki.fukuda@system-exe.jp::fdfbe5ba-eec8-4756-aa2a-cf5b9de944cd" providerId="AD" clId="Web-{93ECA78E-94E3-4035-86A5-B2F4F669F2E6}" dt="2025-04-14T02:37:55.470" v="1" actId="20577"/>
          <ac:spMkLst>
            <pc:docMk/>
            <pc:sldMk cId="3773316736" sldId="756"/>
            <ac:spMk id="13" creationId="{B8B3A81D-32E4-C28F-0D4C-EB7D2165E764}"/>
          </ac:spMkLst>
        </pc:spChg>
      </pc:sldChg>
    </pc:docChg>
  </pc:docChgLst>
  <pc:docChgLst>
    <pc:chgData name="吉田諒" userId="S::ryou.yoshida@system-exe.jp::48113613-5467-405d-9628-39cdc2d8c52c" providerId="AD" clId="Web-{DEF8B04F-EFBD-444C-BCBE-97932935A60D}"/>
    <pc:docChg chg="modSld">
      <pc:chgData name="吉田諒" userId="S::ryou.yoshida@system-exe.jp::48113613-5467-405d-9628-39cdc2d8c52c" providerId="AD" clId="Web-{DEF8B04F-EFBD-444C-BCBE-97932935A60D}" dt="2024-01-29T11:03:44.098" v="37" actId="20577"/>
      <pc:docMkLst>
        <pc:docMk/>
      </pc:docMkLst>
      <pc:sldChg chg="modSp">
        <pc:chgData name="吉田諒" userId="S::ryou.yoshida@system-exe.jp::48113613-5467-405d-9628-39cdc2d8c52c" providerId="AD" clId="Web-{DEF8B04F-EFBD-444C-BCBE-97932935A60D}" dt="2024-01-29T11:03:44.098" v="37" actId="20577"/>
        <pc:sldMkLst>
          <pc:docMk/>
          <pc:sldMk cId="3773316736" sldId="756"/>
        </pc:sldMkLst>
      </pc:sldChg>
    </pc:docChg>
  </pc:docChgLst>
  <pc:docChgLst>
    <pc:chgData name="髙浦祐朗" userId="d6d860fe-bc64-411b-9605-a16d1ba875f6" providerId="ADAL" clId="{DB867282-9B14-4BC1-835F-34C67E84B083}"/>
    <pc:docChg chg="custSel modSld">
      <pc:chgData name="髙浦祐朗" userId="d6d860fe-bc64-411b-9605-a16d1ba875f6" providerId="ADAL" clId="{DB867282-9B14-4BC1-835F-34C67E84B083}" dt="2024-01-29T12:32:33.315" v="134" actId="20577"/>
      <pc:docMkLst>
        <pc:docMk/>
      </pc:docMkLst>
      <pc:sldChg chg="modSp mod">
        <pc:chgData name="髙浦祐朗" userId="d6d860fe-bc64-411b-9605-a16d1ba875f6" providerId="ADAL" clId="{DB867282-9B14-4BC1-835F-34C67E84B083}" dt="2024-01-29T12:32:33.315" v="134" actId="20577"/>
        <pc:sldMkLst>
          <pc:docMk/>
          <pc:sldMk cId="3201888243" sldId="714"/>
        </pc:sldMkLst>
      </pc:sldChg>
      <pc:sldChg chg="modSp mod">
        <pc:chgData name="髙浦祐朗" userId="d6d860fe-bc64-411b-9605-a16d1ba875f6" providerId="ADAL" clId="{DB867282-9B14-4BC1-835F-34C67E84B083}" dt="2024-01-29T12:31:32.651" v="86"/>
        <pc:sldMkLst>
          <pc:docMk/>
          <pc:sldMk cId="1072167564" sldId="754"/>
        </pc:sldMkLst>
      </pc:sldChg>
      <pc:sldChg chg="modSp mod">
        <pc:chgData name="髙浦祐朗" userId="d6d860fe-bc64-411b-9605-a16d1ba875f6" providerId="ADAL" clId="{DB867282-9B14-4BC1-835F-34C67E84B083}" dt="2024-01-29T12:28:00.980" v="0" actId="20577"/>
        <pc:sldMkLst>
          <pc:docMk/>
          <pc:sldMk cId="3773316736" sldId="756"/>
        </pc:sldMkLst>
      </pc:sldChg>
      <pc:sldChg chg="modSp mod">
        <pc:chgData name="髙浦祐朗" userId="d6d860fe-bc64-411b-9605-a16d1ba875f6" providerId="ADAL" clId="{DB867282-9B14-4BC1-835F-34C67E84B083}" dt="2024-01-29T12:31:39.615" v="90"/>
        <pc:sldMkLst>
          <pc:docMk/>
          <pc:sldMk cId="3692000709" sldId="769"/>
        </pc:sldMkLst>
      </pc:sldChg>
    </pc:docChg>
  </pc:docChgLst>
  <pc:docChgLst>
    <pc:chgData name="本吉史明" userId="0172166b-71c8-4fba-9a75-a345433b7af6" providerId="ADAL" clId="{CCC4954D-894C-42DD-8E58-25EE4D4C96D4}"/>
    <pc:docChg chg="undo custSel addSld modSld">
      <pc:chgData name="本吉史明" userId="0172166b-71c8-4fba-9a75-a345433b7af6" providerId="ADAL" clId="{CCC4954D-894C-42DD-8E58-25EE4D4C96D4}" dt="2022-03-25T09:31:30.194" v="3006"/>
      <pc:docMkLst>
        <pc:docMk/>
      </pc:docMkLst>
      <pc:sldChg chg="modSp mod">
        <pc:chgData name="本吉史明" userId="0172166b-71c8-4fba-9a75-a345433b7af6" providerId="ADAL" clId="{CCC4954D-894C-42DD-8E58-25EE4D4C96D4}" dt="2022-03-24T10:44:02.101" v="2457" actId="20577"/>
        <pc:sldMkLst>
          <pc:docMk/>
          <pc:sldMk cId="2886688645" sldId="739"/>
        </pc:sldMkLst>
      </pc:sldChg>
      <pc:sldChg chg="modSp mod">
        <pc:chgData name="本吉史明" userId="0172166b-71c8-4fba-9a75-a345433b7af6" providerId="ADAL" clId="{CCC4954D-894C-42DD-8E58-25EE4D4C96D4}" dt="2022-03-25T09:31:30.194" v="3006"/>
        <pc:sldMkLst>
          <pc:docMk/>
          <pc:sldMk cId="2251576925" sldId="748"/>
        </pc:sldMkLst>
      </pc:sldChg>
      <pc:sldChg chg="modSp mod">
        <pc:chgData name="本吉史明" userId="0172166b-71c8-4fba-9a75-a345433b7af6" providerId="ADAL" clId="{CCC4954D-894C-42DD-8E58-25EE4D4C96D4}" dt="2022-03-24T07:16:05.489" v="1716" actId="20577"/>
        <pc:sldMkLst>
          <pc:docMk/>
          <pc:sldMk cId="3325638293" sldId="749"/>
        </pc:sldMkLst>
      </pc:sldChg>
      <pc:sldChg chg="modSp mod">
        <pc:chgData name="本吉史明" userId="0172166b-71c8-4fba-9a75-a345433b7af6" providerId="ADAL" clId="{CCC4954D-894C-42DD-8E58-25EE4D4C96D4}" dt="2022-03-24T10:43:42.269" v="2430" actId="20577"/>
        <pc:sldMkLst>
          <pc:docMk/>
          <pc:sldMk cId="5311539" sldId="752"/>
        </pc:sldMkLst>
      </pc:sldChg>
      <pc:sldChg chg="modSp mod">
        <pc:chgData name="本吉史明" userId="0172166b-71c8-4fba-9a75-a345433b7af6" providerId="ADAL" clId="{CCC4954D-894C-42DD-8E58-25EE4D4C96D4}" dt="2022-03-24T10:47:05.012" v="2634" actId="14734"/>
        <pc:sldMkLst>
          <pc:docMk/>
          <pc:sldMk cId="1072167564" sldId="754"/>
        </pc:sldMkLst>
      </pc:sldChg>
      <pc:sldChg chg="addSp modSp mod">
        <pc:chgData name="本吉史明" userId="0172166b-71c8-4fba-9a75-a345433b7af6" providerId="ADAL" clId="{CCC4954D-894C-42DD-8E58-25EE4D4C96D4}" dt="2022-03-24T10:38:05.116" v="2389" actId="14100"/>
        <pc:sldMkLst>
          <pc:docMk/>
          <pc:sldMk cId="3830098465" sldId="758"/>
        </pc:sldMkLst>
      </pc:sldChg>
      <pc:sldChg chg="modSp mod">
        <pc:chgData name="本吉史明" userId="0172166b-71c8-4fba-9a75-a345433b7af6" providerId="ADAL" clId="{CCC4954D-894C-42DD-8E58-25EE4D4C96D4}" dt="2022-03-24T10:44:09.846" v="2458" actId="6549"/>
        <pc:sldMkLst>
          <pc:docMk/>
          <pc:sldMk cId="4225344044" sldId="762"/>
        </pc:sldMkLst>
      </pc:sldChg>
      <pc:sldChg chg="modSp mod">
        <pc:chgData name="本吉史明" userId="0172166b-71c8-4fba-9a75-a345433b7af6" providerId="ADAL" clId="{CCC4954D-894C-42DD-8E58-25EE4D4C96D4}" dt="2022-03-24T10:44:12.117" v="2459" actId="6549"/>
        <pc:sldMkLst>
          <pc:docMk/>
          <pc:sldMk cId="3581102778" sldId="763"/>
        </pc:sldMkLst>
      </pc:sldChg>
      <pc:sldChg chg="modSp mod">
        <pc:chgData name="本吉史明" userId="0172166b-71c8-4fba-9a75-a345433b7af6" providerId="ADAL" clId="{CCC4954D-894C-42DD-8E58-25EE4D4C96D4}" dt="2022-03-24T10:44:15.210" v="2460" actId="6549"/>
        <pc:sldMkLst>
          <pc:docMk/>
          <pc:sldMk cId="23999133" sldId="764"/>
        </pc:sldMkLst>
      </pc:sldChg>
      <pc:sldChg chg="modSp mod">
        <pc:chgData name="本吉史明" userId="0172166b-71c8-4fba-9a75-a345433b7af6" providerId="ADAL" clId="{CCC4954D-894C-42DD-8E58-25EE4D4C96D4}" dt="2022-03-24T10:44:17.568" v="2461" actId="6549"/>
        <pc:sldMkLst>
          <pc:docMk/>
          <pc:sldMk cId="1395438993" sldId="765"/>
        </pc:sldMkLst>
      </pc:sldChg>
      <pc:sldChg chg="modSp mod">
        <pc:chgData name="本吉史明" userId="0172166b-71c8-4fba-9a75-a345433b7af6" providerId="ADAL" clId="{CCC4954D-894C-42DD-8E58-25EE4D4C96D4}" dt="2022-03-25T07:00:17.285" v="2955" actId="14100"/>
        <pc:sldMkLst>
          <pc:docMk/>
          <pc:sldMk cId="3560606343" sldId="766"/>
        </pc:sldMkLst>
      </pc:sldChg>
      <pc:sldChg chg="modSp new mod">
        <pc:chgData name="本吉史明" userId="0172166b-71c8-4fba-9a75-a345433b7af6" providerId="ADAL" clId="{CCC4954D-894C-42DD-8E58-25EE4D4C96D4}" dt="2022-03-25T07:01:34.210" v="2974" actId="14100"/>
        <pc:sldMkLst>
          <pc:docMk/>
          <pc:sldMk cId="2410374903" sldId="767"/>
        </pc:sldMkLst>
      </pc:sldChg>
    </pc:docChg>
  </pc:docChgLst>
  <pc:docChgLst>
    <pc:chgData name="福田一希" userId="S::kazuki.fukuda@system-exe.jp::fdfbe5ba-eec8-4756-aa2a-cf5b9de944cd" providerId="AD" clId="Web-{AE78397D-7AE7-42D1-9771-AB5E99AC60EA}"/>
    <pc:docChg chg="modSld">
      <pc:chgData name="福田一希" userId="S::kazuki.fukuda@system-exe.jp::fdfbe5ba-eec8-4756-aa2a-cf5b9de944cd" providerId="AD" clId="Web-{AE78397D-7AE7-42D1-9771-AB5E99AC60EA}" dt="2025-04-14T02:36:58.667" v="25" actId="20577"/>
      <pc:docMkLst>
        <pc:docMk/>
      </pc:docMkLst>
      <pc:sldChg chg="modSp">
        <pc:chgData name="福田一希" userId="S::kazuki.fukuda@system-exe.jp::fdfbe5ba-eec8-4756-aa2a-cf5b9de944cd" providerId="AD" clId="Web-{AE78397D-7AE7-42D1-9771-AB5E99AC60EA}" dt="2025-04-14T02:36:58.667" v="25" actId="20577"/>
        <pc:sldMkLst>
          <pc:docMk/>
          <pc:sldMk cId="3773316736" sldId="756"/>
        </pc:sldMkLst>
        <pc:spChg chg="mod">
          <ac:chgData name="福田一希" userId="S::kazuki.fukuda@system-exe.jp::fdfbe5ba-eec8-4756-aa2a-cf5b9de944cd" providerId="AD" clId="Web-{AE78397D-7AE7-42D1-9771-AB5E99AC60EA}" dt="2025-04-14T02:36:58.667" v="25" actId="20577"/>
          <ac:spMkLst>
            <pc:docMk/>
            <pc:sldMk cId="3773316736" sldId="756"/>
            <ac:spMk id="13" creationId="{B8B3A81D-32E4-C28F-0D4C-EB7D2165E76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2025/6/30</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2025/6/30</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7</a:t>
            </a:fld>
            <a:endParaRPr kumimoji="1" lang="ja-JP" altLang="en-US"/>
          </a:p>
        </p:txBody>
      </p:sp>
    </p:spTree>
    <p:extLst>
      <p:ext uri="{BB962C8B-B14F-4D97-AF65-F5344CB8AC3E}">
        <p14:creationId xmlns:p14="http://schemas.microsoft.com/office/powerpoint/2010/main" val="8159097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2025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4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a:prstGeom prst="rect">
            <a:avLst/>
          </a:prstGeom>
        </p:spPr>
        <p:txBody>
          <a:bodyPr/>
          <a:lstStyle>
            <a:lvl1pPr algn="ctr">
              <a:defRPr>
                <a:solidFill>
                  <a:srgbClr val="323232"/>
                </a:solidFill>
              </a:defRPr>
            </a:lvl1pPr>
          </a:lstStyle>
          <a:p>
            <a:r>
              <a:rPr lang="en-US" altLang="ja-JP" smtClean="0"/>
              <a:t>2025/7/7</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latin typeface="游明朝" panose="02020400000000000000" pitchFamily="18" charset="-128"/>
                <a:ea typeface="游明朝" panose="02020400000000000000" pitchFamily="18" charset="-128"/>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smtClean="0"/>
              <a:t>2025/7/7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49245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a:xfrm>
            <a:off x="0" y="6552000"/>
            <a:ext cx="1440000" cy="216000"/>
          </a:xfrm>
          <a:prstGeom prst="rect">
            <a:avLst/>
          </a:prstGeom>
        </p:spPr>
        <p:txBody>
          <a:bodyPr/>
          <a:lstStyle/>
          <a:p>
            <a:r>
              <a:rPr lang="en-US" altLang="ja-JP" smtClean="0"/>
              <a:t>2025/7/7</a:t>
            </a:r>
            <a:endParaRPr lang="en-US"/>
          </a:p>
        </p:txBody>
      </p:sp>
      <p:sp>
        <p:nvSpPr>
          <p:cNvPr id="4" name="Footer Placeholder 3"/>
          <p:cNvSpPr>
            <a:spLocks noGrp="1"/>
          </p:cNvSpPr>
          <p:nvPr>
            <p:ph type="ftr" sz="quarter" idx="11"/>
          </p:nvPr>
        </p:nvSpPr>
        <p:spPr/>
        <p:txBody>
          <a:bodyPr/>
          <a:lstStyle/>
          <a:p>
            <a:r>
              <a:rPr lang="en-US"/>
              <a:t>Copyright © 2025 SystemEXE,Inc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smtClean="0"/>
              <a:t>2025/7/7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smtClean="0"/>
              <a:t>2025/7/7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smtClean="0"/>
              <a:t>2025/7/7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smtClean="0"/>
              <a:t>2025/7/7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smtClean="0"/>
              <a:t>2025/7/7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smtClean="0"/>
              <a:t>2025/7/7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smtClean="0"/>
              <a:t>2025/7/7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smtClean="0"/>
              <a:t>2025/7/7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smtClean="0"/>
              <a:t>2025/7/7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smtClean="0"/>
              <a:t>2025/7/7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3" name="日付プレースホルダー 2">
            <a:extLst>
              <a:ext uri="{FF2B5EF4-FFF2-40B4-BE49-F238E27FC236}">
                <a16:creationId xmlns:a16="http://schemas.microsoft.com/office/drawing/2014/main" id="{FDE89D48-A4F0-4993-B831-50E25040F2C2}"/>
              </a:ext>
            </a:extLst>
          </p:cNvPr>
          <p:cNvSpPr>
            <a:spLocks noGrp="1"/>
          </p:cNvSpPr>
          <p:nvPr>
            <p:ph type="dt" sz="half" idx="10"/>
          </p:nvPr>
        </p:nvSpPr>
        <p:spPr/>
        <p:txBody>
          <a:bodyPr/>
          <a:lstStyle/>
          <a:p>
            <a:r>
              <a:rPr lang="en-US" altLang="ja-JP" smtClean="0"/>
              <a:t>2025/7/7</a:t>
            </a:r>
            <a:endParaRPr lang="en-US"/>
          </a:p>
        </p:txBody>
      </p:sp>
      <p:sp>
        <p:nvSpPr>
          <p:cNvPr id="4" name="フッター プレースホルダー 3">
            <a:extLst>
              <a:ext uri="{FF2B5EF4-FFF2-40B4-BE49-F238E27FC236}">
                <a16:creationId xmlns:a16="http://schemas.microsoft.com/office/drawing/2014/main" id="{EAEB9262-536B-4034-B47F-1FC1B4A65DDA}"/>
              </a:ext>
            </a:extLst>
          </p:cNvPr>
          <p:cNvSpPr>
            <a:spLocks noGrp="1"/>
          </p:cNvSpPr>
          <p:nvPr>
            <p:ph type="ftr" sz="quarter" idx="11"/>
          </p:nvPr>
        </p:nvSpPr>
        <p:spPr/>
        <p:txBody>
          <a:bodyPr/>
          <a:lstStyle/>
          <a:p>
            <a:r>
              <a:rPr lang="en-US"/>
              <a:t>Copyright © 2025 SystemEXE,Inc All Rights Reserved.</a:t>
            </a:r>
          </a:p>
        </p:txBody>
      </p:sp>
      <p:sp>
        <p:nvSpPr>
          <p:cNvPr id="5" name="スライド番号プレースホルダー 4">
            <a:extLst>
              <a:ext uri="{FF2B5EF4-FFF2-40B4-BE49-F238E27FC236}">
                <a16:creationId xmlns:a16="http://schemas.microsoft.com/office/drawing/2014/main" id="{FFE4DFCE-92FE-4A01-8877-9DB291BB82E9}"/>
              </a:ext>
            </a:extLst>
          </p:cNvPr>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1296515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16"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smtClean="0"/>
              <a:t>2025/7/7</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2025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72" r:id="rId2"/>
    <p:sldLayoutId id="214748377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756" r:id="rId13"/>
    <p:sldLayoutId id="2147483806" r:id="rId14"/>
  </p:sldLayoutIdLst>
  <p:hf sldNum="0" hdr="0"/>
  <p:txStyles>
    <p:titleStyle>
      <a:lvl1pPr algn="l" defTabSz="914400" rtl="0" eaLnBrk="1" latinLnBrk="0" hangingPunct="1">
        <a:lnSpc>
          <a:spcPct val="100000"/>
        </a:lnSpc>
        <a:spcBef>
          <a:spcPct val="0"/>
        </a:spcBef>
        <a:buNone/>
        <a:defRPr kumimoji="1" sz="2400" b="0" kern="1200">
          <a:solidFill>
            <a:srgbClr val="9A3B5D"/>
          </a:solidFill>
          <a:latin typeface="游ゴシック" panose="020B0400000000000000" pitchFamily="50" charset="-128"/>
          <a:ea typeface="游ゴシック" panose="020B0400000000000000" pitchFamily="50"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p:txBody>
          <a:bodyPr>
            <a:noAutofit/>
          </a:bodyPr>
          <a:lstStyle/>
          <a:p>
            <a:r>
              <a:rPr kumimoji="1" lang="ja-JP" altLang="en-US" sz="4400" dirty="0"/>
              <a:t>お見積もり</a:t>
            </a:r>
            <a:r>
              <a:rPr kumimoji="1" lang="en-US" altLang="ja-JP" sz="2800" dirty="0"/>
              <a:t>(</a:t>
            </a:r>
            <a:r>
              <a:rPr kumimoji="1" lang="ja-JP" altLang="en-US" sz="2800" dirty="0" smtClean="0"/>
              <a:t>第</a:t>
            </a:r>
            <a:r>
              <a:rPr kumimoji="1" lang="en-US" altLang="ja-JP" sz="2800" dirty="0" smtClean="0"/>
              <a:t>5.0</a:t>
            </a:r>
            <a:r>
              <a:rPr kumimoji="1" lang="ja-JP" altLang="en-US" sz="2800" dirty="0"/>
              <a:t>版</a:t>
            </a:r>
            <a:r>
              <a:rPr kumimoji="1" lang="ja-JP" altLang="en-US" sz="2800" dirty="0" smtClean="0"/>
              <a:t>） </a:t>
            </a:r>
            <a:r>
              <a:rPr kumimoji="1" lang="en-US" altLang="ja-JP" sz="2800" dirty="0" smtClean="0"/>
              <a:t>~ </a:t>
            </a:r>
            <a:r>
              <a:rPr kumimoji="1" lang="ja-JP" altLang="en-US" sz="2800" dirty="0" smtClean="0"/>
              <a:t>開発フェーズ </a:t>
            </a:r>
            <a:r>
              <a:rPr kumimoji="1" lang="en-US" altLang="ja-JP" sz="2800" dirty="0" smtClean="0"/>
              <a:t>~</a:t>
            </a:r>
            <a:endParaRPr kumimoji="1" lang="ja-JP" altLang="en-US" sz="4400" dirty="0"/>
          </a:p>
        </p:txBody>
      </p:sp>
      <p:sp>
        <p:nvSpPr>
          <p:cNvPr id="4" name="サブタイトル 3"/>
          <p:cNvSpPr>
            <a:spLocks noGrp="1"/>
          </p:cNvSpPr>
          <p:nvPr>
            <p:ph type="subTitle" idx="1"/>
          </p:nvPr>
        </p:nvSpPr>
        <p:spPr>
          <a:xfrm>
            <a:off x="576000" y="2562045"/>
            <a:ext cx="8640000" cy="701955"/>
          </a:xfrm>
        </p:spPr>
        <p:txBody>
          <a:bodyPr>
            <a:normAutofit/>
          </a:bodyPr>
          <a:lstStyle/>
          <a:p>
            <a:r>
              <a:rPr kumimoji="1" lang="ja-JP" altLang="en-US" sz="3200"/>
              <a:t>新</a:t>
            </a:r>
            <a:r>
              <a:rPr kumimoji="1" lang="en-US" altLang="ja-JP" sz="3200"/>
              <a:t>IRIS</a:t>
            </a:r>
            <a:r>
              <a:rPr kumimoji="1" lang="ja-JP" altLang="en-US" sz="3200"/>
              <a:t>操業品質</a:t>
            </a:r>
            <a:r>
              <a:rPr kumimoji="1" lang="en-US" altLang="ja-JP" sz="3200"/>
              <a:t>AP</a:t>
            </a:r>
            <a:r>
              <a:rPr kumimoji="1" lang="ja-JP" altLang="en-US" sz="3200"/>
              <a:t> </a:t>
            </a:r>
            <a:r>
              <a:rPr lang="ja-JP" altLang="en-US" sz="3200"/>
              <a:t>再構築対応</a:t>
            </a:r>
            <a:endParaRPr kumimoji="1" lang="ja-JP" altLang="en-US" sz="3200"/>
          </a:p>
        </p:txBody>
      </p:sp>
      <p:sp>
        <p:nvSpPr>
          <p:cNvPr id="7" name="テキスト プレースホルダー 6"/>
          <p:cNvSpPr>
            <a:spLocks noGrp="1"/>
          </p:cNvSpPr>
          <p:nvPr>
            <p:ph type="body" sz="quarter" idx="14"/>
          </p:nvPr>
        </p:nvSpPr>
        <p:spPr>
          <a:xfrm>
            <a:off x="575999" y="384000"/>
            <a:ext cx="4328509" cy="336000"/>
          </a:xfrm>
        </p:spPr>
        <p:txBody>
          <a:bodyPr>
            <a:noAutofit/>
          </a:bodyPr>
          <a:lstStyle/>
          <a:p>
            <a:r>
              <a:rPr kumimoji="1" lang="ja-JP" altLang="en-US"/>
              <a:t>出光興産株式会社　御中</a:t>
            </a:r>
          </a:p>
        </p:txBody>
      </p:sp>
      <p:sp>
        <p:nvSpPr>
          <p:cNvPr id="10" name="テキスト プレースホルダー 4">
            <a:extLst>
              <a:ext uri="{FF2B5EF4-FFF2-40B4-BE49-F238E27FC236}">
                <a16:creationId xmlns:a16="http://schemas.microsoft.com/office/drawing/2014/main" id="{24A1B6FF-4F95-C178-9DEA-567571794C2A}"/>
              </a:ext>
            </a:extLst>
          </p:cNvPr>
          <p:cNvSpPr>
            <a:spLocks noGrp="1"/>
          </p:cNvSpPr>
          <p:nvPr>
            <p:ph type="body" sz="quarter" idx="13"/>
          </p:nvPr>
        </p:nvSpPr>
        <p:spPr>
          <a:xfrm>
            <a:off x="9407999" y="3552000"/>
            <a:ext cx="2688000" cy="288000"/>
          </a:xfrm>
        </p:spPr>
        <p:txBody>
          <a:bodyPr/>
          <a:lstStyle/>
          <a:p>
            <a:pPr algn="r"/>
            <a:r>
              <a:rPr kumimoji="1" lang="ja-JP" altLang="en-US"/>
              <a:t>システムソリューション本部</a:t>
            </a:r>
            <a:endParaRPr kumimoji="1" lang="en-US" altLang="ja-JP"/>
          </a:p>
          <a:p>
            <a:pPr algn="r"/>
            <a:r>
              <a:rPr lang="ja-JP" altLang="en-US"/>
              <a:t>営業本部</a:t>
            </a:r>
            <a:endParaRPr kumimoji="1" lang="ja-JP" altLang="en-US"/>
          </a:p>
        </p:txBody>
      </p:sp>
      <p:sp>
        <p:nvSpPr>
          <p:cNvPr id="2" name="テキスト プレースホルダー 4">
            <a:extLst>
              <a:ext uri="{FF2B5EF4-FFF2-40B4-BE49-F238E27FC236}">
                <a16:creationId xmlns:a16="http://schemas.microsoft.com/office/drawing/2014/main" id="{B808C4E1-CAC4-709D-39C2-7E63198F1A78}"/>
              </a:ext>
            </a:extLst>
          </p:cNvPr>
          <p:cNvSpPr txBox="1">
            <a:spLocks/>
          </p:cNvSpPr>
          <p:nvPr/>
        </p:nvSpPr>
        <p:spPr>
          <a:xfrm>
            <a:off x="9407999" y="4080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dirty="0" smtClean="0"/>
              <a:t>2025/7/7</a:t>
            </a:r>
            <a:endParaRPr lang="ja-JP" altLang="en-US" dirty="0"/>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7D6AE7-A869-482E-A062-B5C3EDBB82F2}"/>
              </a:ext>
            </a:extLst>
          </p:cNvPr>
          <p:cNvSpPr>
            <a:spLocks noGrp="1"/>
          </p:cNvSpPr>
          <p:nvPr>
            <p:ph type="title"/>
          </p:nvPr>
        </p:nvSpPr>
        <p:spPr/>
        <p:txBody>
          <a:bodyPr/>
          <a:lstStyle/>
          <a:p>
            <a:r>
              <a:rPr kumimoji="1" lang="ja-JP" altLang="en-US">
                <a:latin typeface="游明朝" panose="02020400000000000000" pitchFamily="18" charset="-128"/>
                <a:ea typeface="游明朝" panose="02020400000000000000" pitchFamily="18" charset="-128"/>
              </a:rPr>
              <a:t>１</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はじめに</a:t>
            </a:r>
          </a:p>
        </p:txBody>
      </p:sp>
      <p:sp>
        <p:nvSpPr>
          <p:cNvPr id="12" name="日付プレースホルダー 11">
            <a:extLst>
              <a:ext uri="{FF2B5EF4-FFF2-40B4-BE49-F238E27FC236}">
                <a16:creationId xmlns:a16="http://schemas.microsoft.com/office/drawing/2014/main" id="{FB9395C0-3B33-2DF1-D93D-2AF5019AB575}"/>
              </a:ext>
            </a:extLst>
          </p:cNvPr>
          <p:cNvSpPr>
            <a:spLocks noGrp="1"/>
          </p:cNvSpPr>
          <p:nvPr>
            <p:ph type="dt" sz="half" idx="10"/>
          </p:nvPr>
        </p:nvSpPr>
        <p:spPr/>
        <p:txBody>
          <a:bodyPr/>
          <a:lstStyle/>
          <a:p>
            <a:r>
              <a:rPr lang="en-US" altLang="ja-JP" smtClean="0"/>
              <a:t>2025/7/7</a:t>
            </a:r>
            <a:endParaRPr lang="en-US"/>
          </a:p>
        </p:txBody>
      </p:sp>
      <p:sp>
        <p:nvSpPr>
          <p:cNvPr id="13" name="テキスト プレースホルダー 4">
            <a:extLst>
              <a:ext uri="{FF2B5EF4-FFF2-40B4-BE49-F238E27FC236}">
                <a16:creationId xmlns:a16="http://schemas.microsoft.com/office/drawing/2014/main" id="{B8B3A81D-32E4-C28F-0D4C-EB7D2165E764}"/>
              </a:ext>
            </a:extLst>
          </p:cNvPr>
          <p:cNvSpPr txBox="1">
            <a:spLocks/>
          </p:cNvSpPr>
          <p:nvPr/>
        </p:nvSpPr>
        <p:spPr>
          <a:xfrm>
            <a:off x="606000" y="936000"/>
            <a:ext cx="10980000" cy="5350500"/>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solidFill>
                  <a:srgbClr val="000000"/>
                </a:solidFill>
                <a:latin typeface="游ゴシック"/>
                <a:ea typeface="游ゴシック"/>
              </a:rPr>
              <a:t>本資料は下記の別資料に基づき「新</a:t>
            </a:r>
            <a:r>
              <a:rPr lang="en-US" altLang="ja-JP" dirty="0">
                <a:solidFill>
                  <a:srgbClr val="000000"/>
                </a:solidFill>
                <a:latin typeface="游ゴシック"/>
                <a:ea typeface="游ゴシック"/>
              </a:rPr>
              <a:t>IRIS</a:t>
            </a:r>
            <a:r>
              <a:rPr lang="ja-JP" altLang="en-US" dirty="0">
                <a:solidFill>
                  <a:srgbClr val="000000"/>
                </a:solidFill>
                <a:latin typeface="游ゴシック"/>
                <a:ea typeface="游ゴシック"/>
              </a:rPr>
              <a:t>操業品質</a:t>
            </a:r>
            <a:r>
              <a:rPr lang="en-US" altLang="ja-JP" dirty="0">
                <a:solidFill>
                  <a:srgbClr val="000000"/>
                </a:solidFill>
                <a:latin typeface="游ゴシック"/>
                <a:ea typeface="游ゴシック"/>
              </a:rPr>
              <a:t>AP</a:t>
            </a:r>
            <a:r>
              <a:rPr lang="ja-JP" altLang="en-US" dirty="0">
                <a:solidFill>
                  <a:srgbClr val="000000"/>
                </a:solidFill>
                <a:latin typeface="游ゴシック"/>
                <a:ea typeface="游ゴシック"/>
              </a:rPr>
              <a:t>サーバ」の再構築に関して、のお見積もり資料です。</a:t>
            </a:r>
            <a:endParaRPr lang="en-US" altLang="ja-JP" dirty="0">
              <a:solidFill>
                <a:srgbClr val="000000"/>
              </a:solidFill>
              <a:latin typeface="游ゴシック"/>
              <a:ea typeface="游ゴシック"/>
            </a:endParaRPr>
          </a:p>
          <a:p>
            <a:endParaRPr lang="en-US" altLang="ja-JP" dirty="0">
              <a:solidFill>
                <a:srgbClr val="000000"/>
              </a:solidFill>
            </a:endParaRPr>
          </a:p>
          <a:p>
            <a:r>
              <a:rPr lang="en-US" altLang="ja-JP" dirty="0">
                <a:solidFill>
                  <a:srgbClr val="000000"/>
                </a:solidFill>
                <a:latin typeface="游ゴシック"/>
                <a:ea typeface="游ゴシック"/>
              </a:rPr>
              <a:t>[</a:t>
            </a:r>
            <a:r>
              <a:rPr lang="ja-JP" altLang="en-US" dirty="0">
                <a:solidFill>
                  <a:srgbClr val="000000"/>
                </a:solidFill>
                <a:latin typeface="游ゴシック"/>
                <a:ea typeface="游ゴシック"/>
              </a:rPr>
              <a:t>別資料</a:t>
            </a:r>
            <a:r>
              <a:rPr lang="en-US" altLang="ja-JP" dirty="0">
                <a:solidFill>
                  <a:srgbClr val="000000"/>
                </a:solidFill>
                <a:latin typeface="游ゴシック"/>
                <a:ea typeface="游ゴシック"/>
              </a:rPr>
              <a:t>]</a:t>
            </a:r>
          </a:p>
          <a:p>
            <a:r>
              <a:rPr lang="ja-JP" altLang="en-US" dirty="0">
                <a:solidFill>
                  <a:srgbClr val="000000"/>
                </a:solidFill>
                <a:latin typeface="游ゴシック"/>
                <a:ea typeface="游ゴシック"/>
              </a:rPr>
              <a:t>　</a:t>
            </a:r>
            <a:r>
              <a:rPr lang="ja-JP" altLang="en-US" sz="1600" dirty="0">
                <a:solidFill>
                  <a:srgbClr val="000000"/>
                </a:solidFill>
                <a:latin typeface="游ゴシック"/>
                <a:ea typeface="游ゴシック"/>
              </a:rPr>
              <a:t>・ </a:t>
            </a:r>
            <a:r>
              <a:rPr lang="en-US" altLang="ja-JP" sz="1600" dirty="0">
                <a:latin typeface="游ゴシック"/>
                <a:ea typeface="游ゴシック"/>
              </a:rPr>
              <a:t>20240930_</a:t>
            </a:r>
            <a:r>
              <a:rPr lang="ja-JP" altLang="en-US" sz="1600" dirty="0">
                <a:latin typeface="游ゴシック"/>
                <a:ea typeface="游ゴシック"/>
              </a:rPr>
              <a:t>アーキテクチャカタログ</a:t>
            </a:r>
            <a:r>
              <a:rPr lang="en-US" altLang="ja-JP" sz="1600" dirty="0">
                <a:latin typeface="游ゴシック"/>
                <a:ea typeface="游ゴシック"/>
              </a:rPr>
              <a:t>.</a:t>
            </a:r>
            <a:r>
              <a:rPr lang="en-US" altLang="ja-JP" sz="1600" dirty="0" err="1">
                <a:latin typeface="游ゴシック"/>
                <a:ea typeface="游ゴシック"/>
              </a:rPr>
              <a:t>pptx</a:t>
            </a:r>
            <a:endParaRPr lang="en-US" altLang="ja-JP" sz="1600" dirty="0">
              <a:latin typeface="游ゴシック"/>
              <a:ea typeface="游ゴシック"/>
            </a:endParaRPr>
          </a:p>
          <a:p>
            <a:r>
              <a:rPr lang="ja-JP" altLang="en-US" sz="1600" dirty="0"/>
              <a:t>　・</a:t>
            </a:r>
            <a:r>
              <a:rPr lang="en-US" altLang="ja-JP" sz="1600" dirty="0"/>
              <a:t>【</a:t>
            </a:r>
            <a:r>
              <a:rPr lang="ja-JP" altLang="en-US" sz="1600" dirty="0"/>
              <a:t>データ連携技術検証及びデータ連携方式検討</a:t>
            </a:r>
            <a:r>
              <a:rPr lang="en-US" altLang="ja-JP" sz="1600" dirty="0"/>
              <a:t>】</a:t>
            </a:r>
            <a:r>
              <a:rPr lang="ja-JP" altLang="en-US" sz="1600" dirty="0"/>
              <a:t>データ連携方式選定ガイドライン</a:t>
            </a:r>
            <a:r>
              <a:rPr lang="en-US" altLang="ja-JP" sz="1600" dirty="0"/>
              <a:t>_20231225_v1.2.pptx</a:t>
            </a:r>
          </a:p>
          <a:p>
            <a:r>
              <a:rPr lang="ja-JP" altLang="en-US" sz="1600" dirty="0"/>
              <a:t>　・</a:t>
            </a:r>
            <a:r>
              <a:rPr lang="en-US" altLang="ja-JP" sz="1600" dirty="0"/>
              <a:t>20241004_【</a:t>
            </a:r>
            <a:r>
              <a:rPr lang="ja-JP" altLang="en-US" sz="1600" dirty="0"/>
              <a:t>重点課題報告会</a:t>
            </a:r>
            <a:r>
              <a:rPr lang="en-US" altLang="ja-JP" sz="1600" dirty="0"/>
              <a:t>】</a:t>
            </a:r>
            <a:r>
              <a:rPr lang="ja-JP" altLang="en-US" sz="1600" dirty="0"/>
              <a:t>次期アーキ戦略</a:t>
            </a:r>
            <a:r>
              <a:rPr lang="en-US" altLang="ja-JP" sz="1600" dirty="0"/>
              <a:t>_</a:t>
            </a:r>
            <a:r>
              <a:rPr lang="ja-JP" altLang="en-US" sz="1600" dirty="0"/>
              <a:t>抜粋</a:t>
            </a:r>
            <a:r>
              <a:rPr lang="en-US" altLang="ja-JP" sz="1600" dirty="0"/>
              <a:t>.</a:t>
            </a:r>
            <a:r>
              <a:rPr lang="en-US" altLang="ja-JP" sz="1600" dirty="0" err="1"/>
              <a:t>pptx</a:t>
            </a:r>
            <a:endParaRPr lang="en-US" altLang="ja-JP" sz="1600" dirty="0"/>
          </a:p>
          <a:p>
            <a:endParaRPr lang="en-US" altLang="ja-JP" sz="1600" dirty="0"/>
          </a:p>
          <a:p>
            <a:endParaRPr lang="en-US" altLang="ja-JP" sz="1600" dirty="0"/>
          </a:p>
          <a:p>
            <a:r>
              <a:rPr lang="en-US" altLang="ja-JP" sz="1600" dirty="0">
                <a:solidFill>
                  <a:srgbClr val="000000"/>
                </a:solidFill>
              </a:rPr>
              <a:t>[</a:t>
            </a:r>
            <a:r>
              <a:rPr lang="ja-JP" altLang="en-US" sz="1600" dirty="0"/>
              <a:t>見積差異</a:t>
            </a:r>
            <a:r>
              <a:rPr lang="en-US" altLang="ja-JP" sz="1600" dirty="0">
                <a:solidFill>
                  <a:srgbClr val="000000"/>
                </a:solidFill>
              </a:rPr>
              <a:t>]</a:t>
            </a:r>
          </a:p>
          <a:p>
            <a:r>
              <a:rPr lang="ja-JP" altLang="en-US" sz="1600" dirty="0">
                <a:solidFill>
                  <a:srgbClr val="000000"/>
                </a:solidFill>
                <a:latin typeface="游ゴシック"/>
                <a:ea typeface="游ゴシック"/>
              </a:rPr>
              <a:t>　</a:t>
            </a:r>
            <a:r>
              <a:rPr lang="ja-JP" altLang="en-US" sz="1600" dirty="0" smtClean="0">
                <a:solidFill>
                  <a:srgbClr val="000000"/>
                </a:solidFill>
                <a:latin typeface="游ゴシック"/>
                <a:ea typeface="游ゴシック"/>
              </a:rPr>
              <a:t>第</a:t>
            </a:r>
            <a:r>
              <a:rPr lang="en-US" altLang="ja-JP" sz="1600" dirty="0" smtClean="0">
                <a:solidFill>
                  <a:srgbClr val="000000"/>
                </a:solidFill>
                <a:latin typeface="游ゴシック"/>
                <a:ea typeface="游ゴシック"/>
              </a:rPr>
              <a:t>4.0</a:t>
            </a:r>
            <a:r>
              <a:rPr lang="ja-JP" altLang="en-US" sz="1600" dirty="0">
                <a:solidFill>
                  <a:srgbClr val="000000"/>
                </a:solidFill>
                <a:latin typeface="游ゴシック"/>
                <a:ea typeface="游ゴシック"/>
              </a:rPr>
              <a:t>版</a:t>
            </a:r>
            <a:r>
              <a:rPr lang="ja-JP" altLang="en-US" sz="1600" dirty="0" smtClean="0">
                <a:solidFill>
                  <a:srgbClr val="000000"/>
                </a:solidFill>
                <a:latin typeface="游ゴシック"/>
                <a:ea typeface="游ゴシック"/>
              </a:rPr>
              <a:t>（要件定義・基本設計）工程と</a:t>
            </a:r>
            <a:r>
              <a:rPr lang="ja-JP" altLang="en-US" sz="1600" dirty="0">
                <a:solidFill>
                  <a:srgbClr val="000000"/>
                </a:solidFill>
                <a:latin typeface="游ゴシック"/>
                <a:ea typeface="游ゴシック"/>
              </a:rPr>
              <a:t>のお見積もり差異は以下の理由となります</a:t>
            </a:r>
            <a:r>
              <a:rPr lang="ja-JP" altLang="en-US" sz="1600" dirty="0" smtClean="0">
                <a:solidFill>
                  <a:srgbClr val="000000"/>
                </a:solidFill>
                <a:latin typeface="游ゴシック"/>
                <a:ea typeface="游ゴシック"/>
              </a:rPr>
              <a:t>。</a:t>
            </a:r>
            <a:endParaRPr lang="en-US" altLang="ja-JP" sz="1600" dirty="0" smtClean="0">
              <a:solidFill>
                <a:srgbClr val="000000"/>
              </a:solidFill>
              <a:latin typeface="游ゴシック"/>
              <a:ea typeface="游ゴシック"/>
            </a:endParaRPr>
          </a:p>
          <a:p>
            <a:r>
              <a:rPr lang="ja-JP" altLang="en-US" sz="1600" dirty="0">
                <a:solidFill>
                  <a:srgbClr val="000000"/>
                </a:solidFill>
                <a:latin typeface="游ゴシック"/>
                <a:ea typeface="游ゴシック"/>
              </a:rPr>
              <a:t>　</a:t>
            </a:r>
            <a:r>
              <a:rPr lang="ja-JP" altLang="en-US" sz="1600" dirty="0" smtClean="0">
                <a:solidFill>
                  <a:srgbClr val="000000"/>
                </a:solidFill>
                <a:latin typeface="游ゴシック"/>
                <a:ea typeface="游ゴシック"/>
              </a:rPr>
              <a:t>・</a:t>
            </a:r>
            <a:r>
              <a:rPr lang="en-US" altLang="ja-JP" sz="1600" dirty="0" smtClean="0">
                <a:solidFill>
                  <a:srgbClr val="000000"/>
                </a:solidFill>
                <a:latin typeface="游ゴシック"/>
                <a:ea typeface="游ゴシック"/>
              </a:rPr>
              <a:t>Java</a:t>
            </a:r>
            <a:r>
              <a:rPr lang="ja-JP" altLang="en-US" sz="1600" dirty="0" smtClean="0">
                <a:solidFill>
                  <a:srgbClr val="000000"/>
                </a:solidFill>
                <a:latin typeface="游ゴシック"/>
                <a:ea typeface="游ゴシック"/>
              </a:rPr>
              <a:t>化</a:t>
            </a:r>
            <a:r>
              <a:rPr lang="ja-JP" altLang="en-US" sz="1600" dirty="0" smtClean="0">
                <a:solidFill>
                  <a:srgbClr val="000000"/>
                </a:solidFill>
                <a:latin typeface="游ゴシック"/>
                <a:ea typeface="游ゴシック"/>
              </a:rPr>
              <a:t>対象</a:t>
            </a:r>
            <a:r>
              <a:rPr lang="ja-JP" altLang="en-US" sz="1600" b="1" dirty="0" smtClean="0">
                <a:solidFill>
                  <a:srgbClr val="FF0000"/>
                </a:solidFill>
                <a:latin typeface="游ゴシック"/>
                <a:ea typeface="游ゴシック"/>
              </a:rPr>
              <a:t>プログラム</a:t>
            </a:r>
            <a:r>
              <a:rPr lang="ja-JP" altLang="en-US" sz="1600" b="1" dirty="0" smtClean="0">
                <a:solidFill>
                  <a:srgbClr val="FF0000"/>
                </a:solidFill>
                <a:latin typeface="游ゴシック"/>
                <a:ea typeface="游ゴシック"/>
              </a:rPr>
              <a:t>の増加</a:t>
            </a:r>
            <a:endParaRPr lang="en-US" altLang="ja-JP" sz="1600" b="1" dirty="0" smtClean="0">
              <a:solidFill>
                <a:srgbClr val="FF0000"/>
              </a:solidFill>
              <a:latin typeface="游ゴシック"/>
              <a:ea typeface="游ゴシック"/>
            </a:endParaRPr>
          </a:p>
          <a:p>
            <a:r>
              <a:rPr lang="ja-JP" altLang="en-US" sz="1600" b="1" dirty="0">
                <a:solidFill>
                  <a:srgbClr val="FF0000"/>
                </a:solidFill>
                <a:latin typeface="游ゴシック"/>
                <a:ea typeface="游ゴシック"/>
              </a:rPr>
              <a:t>　</a:t>
            </a:r>
            <a:r>
              <a:rPr lang="ja-JP" altLang="en-US" sz="1600" dirty="0" smtClean="0">
                <a:latin typeface="游ゴシック"/>
                <a:ea typeface="游ゴシック"/>
              </a:rPr>
              <a:t>・サーバ内の</a:t>
            </a:r>
            <a:r>
              <a:rPr lang="ja-JP" altLang="en-US" sz="1600" b="1" dirty="0" smtClean="0">
                <a:solidFill>
                  <a:srgbClr val="FF0000"/>
                </a:solidFill>
                <a:latin typeface="游ゴシック"/>
                <a:ea typeface="游ゴシック"/>
              </a:rPr>
              <a:t>フォルダ構成の変更（</a:t>
            </a:r>
            <a:r>
              <a:rPr lang="en-US" altLang="ja-JP" sz="1600" b="1" dirty="0" smtClean="0">
                <a:solidFill>
                  <a:srgbClr val="FF0000"/>
                </a:solidFill>
                <a:latin typeface="游ゴシック"/>
                <a:ea typeface="游ゴシック"/>
              </a:rPr>
              <a:t>D</a:t>
            </a:r>
            <a:r>
              <a:rPr lang="ja-JP" altLang="en-US" sz="1600" b="1" dirty="0" smtClean="0">
                <a:solidFill>
                  <a:srgbClr val="FF0000"/>
                </a:solidFill>
                <a:latin typeface="游ゴシック"/>
                <a:ea typeface="游ゴシック"/>
              </a:rPr>
              <a:t>ドライブ利用不可）</a:t>
            </a:r>
            <a:endParaRPr lang="en-US" altLang="ja-JP" sz="1600" b="1" dirty="0" smtClean="0">
              <a:solidFill>
                <a:srgbClr val="FF0000"/>
              </a:solidFill>
              <a:latin typeface="游ゴシック"/>
              <a:ea typeface="游ゴシック"/>
            </a:endParaRPr>
          </a:p>
          <a:p>
            <a:r>
              <a:rPr lang="ja-JP" altLang="en-US" sz="1600" b="1" dirty="0">
                <a:latin typeface="游ゴシック"/>
                <a:ea typeface="游ゴシック"/>
              </a:rPr>
              <a:t>　</a:t>
            </a:r>
            <a:r>
              <a:rPr lang="ja-JP" altLang="en-US" sz="1600" dirty="0" smtClean="0">
                <a:latin typeface="游ゴシック"/>
                <a:ea typeface="游ゴシック"/>
              </a:rPr>
              <a:t>・</a:t>
            </a:r>
            <a:r>
              <a:rPr lang="en-US" altLang="ja-JP" sz="1600" dirty="0" smtClean="0">
                <a:latin typeface="游ゴシック"/>
                <a:ea typeface="游ゴシック"/>
              </a:rPr>
              <a:t>A-Auto</a:t>
            </a:r>
            <a:r>
              <a:rPr lang="ja-JP" altLang="en-US" sz="1600" b="1" dirty="0" smtClean="0">
                <a:solidFill>
                  <a:srgbClr val="0000FF"/>
                </a:solidFill>
                <a:latin typeface="游ゴシック"/>
                <a:ea typeface="游ゴシック"/>
              </a:rPr>
              <a:t>ジョブ数の減少</a:t>
            </a:r>
            <a:endParaRPr lang="en-US" altLang="ja-JP" sz="1600" b="1" dirty="0" smtClean="0">
              <a:solidFill>
                <a:srgbClr val="0000FF"/>
              </a:solidFill>
              <a:latin typeface="游ゴシック"/>
              <a:ea typeface="游ゴシック"/>
            </a:endParaRPr>
          </a:p>
          <a:p>
            <a:r>
              <a:rPr lang="ja-JP" altLang="en-US" sz="1600" dirty="0">
                <a:latin typeface="游ゴシック"/>
                <a:ea typeface="游ゴシック"/>
              </a:rPr>
              <a:t>　</a:t>
            </a:r>
            <a:r>
              <a:rPr lang="en-US" altLang="ja-JP" sz="1600" dirty="0" smtClean="0">
                <a:latin typeface="游ゴシック"/>
                <a:ea typeface="游ゴシック"/>
              </a:rPr>
              <a:t>※</a:t>
            </a:r>
            <a:r>
              <a:rPr lang="ja-JP" altLang="en-US" sz="1600" dirty="0" smtClean="0">
                <a:latin typeface="游ゴシック"/>
                <a:ea typeface="游ゴシック"/>
              </a:rPr>
              <a:t>上記を踏まえまして、「開発・単体テスト」工程の費用が</a:t>
            </a:r>
            <a:r>
              <a:rPr lang="ja-JP" altLang="en-US" sz="1600" b="1" u="sng" dirty="0" smtClean="0">
                <a:solidFill>
                  <a:srgbClr val="FF0000"/>
                </a:solidFill>
                <a:latin typeface="游ゴシック"/>
                <a:ea typeface="游ゴシック"/>
              </a:rPr>
              <a:t>＋１人</a:t>
            </a:r>
            <a:r>
              <a:rPr lang="ja-JP" altLang="en-US" sz="1600" b="1" u="sng" dirty="0" smtClean="0">
                <a:solidFill>
                  <a:srgbClr val="FF0000"/>
                </a:solidFill>
                <a:latin typeface="游ゴシック"/>
                <a:ea typeface="游ゴシック"/>
              </a:rPr>
              <a:t>月</a:t>
            </a:r>
            <a:r>
              <a:rPr lang="ja-JP" altLang="en-US" sz="1600" dirty="0" smtClean="0">
                <a:latin typeface="游ゴシック"/>
                <a:ea typeface="游ゴシック"/>
              </a:rPr>
              <a:t>と</a:t>
            </a:r>
            <a:r>
              <a:rPr lang="ja-JP" altLang="en-US" sz="1600" dirty="0" smtClean="0">
                <a:latin typeface="游ゴシック"/>
                <a:ea typeface="游ゴシック"/>
              </a:rPr>
              <a:t>なっています。</a:t>
            </a:r>
            <a:endParaRPr lang="en-US" altLang="ja-JP" sz="1600" dirty="0">
              <a:latin typeface="游ゴシック"/>
              <a:ea typeface="游ゴシック"/>
            </a:endParaRPr>
          </a:p>
        </p:txBody>
      </p:sp>
      <p:sp>
        <p:nvSpPr>
          <p:cNvPr id="3" name="フッター プレースホルダー 2"/>
          <p:cNvSpPr>
            <a:spLocks noGrp="1"/>
          </p:cNvSpPr>
          <p:nvPr>
            <p:ph type="ftr" sz="quarter" idx="11"/>
          </p:nvPr>
        </p:nvSpPr>
        <p:spPr/>
        <p:txBody>
          <a:bodyPr/>
          <a:lstStyle/>
          <a:p>
            <a:r>
              <a:rPr lang="en-US" smtClean="0"/>
              <a:t>Copyright © 2025 SystemEXE,Inc All Rights Reserved.</a:t>
            </a:r>
            <a:endParaRPr lang="en-US"/>
          </a:p>
        </p:txBody>
      </p:sp>
    </p:spTree>
    <p:extLst>
      <p:ext uri="{BB962C8B-B14F-4D97-AF65-F5344CB8AC3E}">
        <p14:creationId xmlns:p14="http://schemas.microsoft.com/office/powerpoint/2010/main" val="3773316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7D6AE7-A869-482E-A062-B5C3EDBB82F2}"/>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２</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プロジェクトの背景と目的</a:t>
            </a:r>
          </a:p>
        </p:txBody>
      </p:sp>
      <p:sp>
        <p:nvSpPr>
          <p:cNvPr id="12" name="日付プレースホルダー 11">
            <a:extLst>
              <a:ext uri="{FF2B5EF4-FFF2-40B4-BE49-F238E27FC236}">
                <a16:creationId xmlns:a16="http://schemas.microsoft.com/office/drawing/2014/main" id="{FB9395C0-3B33-2DF1-D93D-2AF5019AB575}"/>
              </a:ext>
            </a:extLst>
          </p:cNvPr>
          <p:cNvSpPr>
            <a:spLocks noGrp="1"/>
          </p:cNvSpPr>
          <p:nvPr>
            <p:ph type="dt" sz="half" idx="10"/>
          </p:nvPr>
        </p:nvSpPr>
        <p:spPr/>
        <p:txBody>
          <a:bodyPr/>
          <a:lstStyle/>
          <a:p>
            <a:r>
              <a:rPr lang="en-US" altLang="ja-JP" smtClean="0"/>
              <a:t>2025/7/7</a:t>
            </a:r>
            <a:endParaRPr lang="en-US"/>
          </a:p>
        </p:txBody>
      </p:sp>
      <p:sp>
        <p:nvSpPr>
          <p:cNvPr id="13" name="テキスト プレースホルダー 4">
            <a:extLst>
              <a:ext uri="{FF2B5EF4-FFF2-40B4-BE49-F238E27FC236}">
                <a16:creationId xmlns:a16="http://schemas.microsoft.com/office/drawing/2014/main" id="{B8B3A81D-32E4-C28F-0D4C-EB7D2165E764}"/>
              </a:ext>
            </a:extLst>
          </p:cNvPr>
          <p:cNvSpPr txBox="1">
            <a:spLocks/>
          </p:cNvSpPr>
          <p:nvPr/>
        </p:nvSpPr>
        <p:spPr>
          <a:xfrm>
            <a:off x="637200" y="1091154"/>
            <a:ext cx="10980000" cy="4632010"/>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b="1"/>
              <a:t>■プロジェクトの背景</a:t>
            </a:r>
            <a:endParaRPr lang="en-US" altLang="ja-JP" b="1"/>
          </a:p>
          <a:p>
            <a:r>
              <a:rPr lang="ja-JP" altLang="en-US"/>
              <a:t>　「新</a:t>
            </a:r>
            <a:r>
              <a:rPr lang="en-US" altLang="ja-JP"/>
              <a:t>IRIS</a:t>
            </a:r>
            <a:r>
              <a:rPr lang="ja-JP" altLang="en-US"/>
              <a:t>操業品質</a:t>
            </a:r>
            <a:r>
              <a:rPr lang="en-US" altLang="ja-JP"/>
              <a:t>AP</a:t>
            </a:r>
            <a:r>
              <a:rPr lang="ja-JP" altLang="en-US"/>
              <a:t>サーバ」は、館林データセンター内に構築されており</a:t>
            </a:r>
            <a:r>
              <a:rPr lang="en-US" altLang="ja-JP"/>
              <a:t>2026</a:t>
            </a:r>
            <a:r>
              <a:rPr lang="ja-JP" altLang="en-US"/>
              <a:t>年</a:t>
            </a:r>
            <a:r>
              <a:rPr lang="en-US" altLang="ja-JP"/>
              <a:t>3</a:t>
            </a:r>
            <a:r>
              <a:rPr lang="ja-JP" altLang="en-US"/>
              <a:t>月までに</a:t>
            </a:r>
            <a:endParaRPr lang="en-US" altLang="ja-JP"/>
          </a:p>
          <a:p>
            <a:r>
              <a:rPr lang="ja-JP" altLang="en-US"/>
              <a:t>　サーバ移設が必要となっている。</a:t>
            </a:r>
            <a:endParaRPr lang="en-US" altLang="ja-JP"/>
          </a:p>
          <a:p>
            <a:r>
              <a:rPr lang="ja-JP" altLang="en-US"/>
              <a:t>　サーバ移設に伴い、システムアーキテクチャの見直しを実施する。</a:t>
            </a:r>
            <a:endParaRPr lang="en-US" altLang="ja-JP"/>
          </a:p>
          <a:p>
            <a:endParaRPr lang="en-US" altLang="ja-JP"/>
          </a:p>
          <a:p>
            <a:endParaRPr lang="en-US" altLang="ja-JP"/>
          </a:p>
          <a:p>
            <a:r>
              <a:rPr lang="ja-JP" altLang="en-US" b="1"/>
              <a:t>■プロジェクトの目的</a:t>
            </a:r>
            <a:endParaRPr lang="en-US" altLang="ja-JP" b="1"/>
          </a:p>
          <a:p>
            <a:r>
              <a:rPr lang="ja-JP" altLang="en-US"/>
              <a:t>　現在の「新</a:t>
            </a:r>
            <a:r>
              <a:rPr lang="en-US" altLang="ja-JP"/>
              <a:t>IRIS</a:t>
            </a:r>
            <a:r>
              <a:rPr lang="ja-JP" altLang="en-US"/>
              <a:t>操業品質</a:t>
            </a:r>
            <a:r>
              <a:rPr lang="en-US" altLang="ja-JP"/>
              <a:t>AP</a:t>
            </a:r>
            <a:r>
              <a:rPr lang="ja-JP" altLang="en-US"/>
              <a:t>サーバ」は、</a:t>
            </a:r>
            <a:r>
              <a:rPr lang="en-US" altLang="ja-JP"/>
              <a:t>Windows  Server</a:t>
            </a:r>
            <a:r>
              <a:rPr lang="ja-JP" altLang="en-US" err="1"/>
              <a:t>で構</a:t>
            </a:r>
            <a:r>
              <a:rPr lang="ja-JP" altLang="en-US"/>
              <a:t>成されており、アプリケーションを</a:t>
            </a:r>
            <a:endParaRPr lang="en-US" altLang="ja-JP"/>
          </a:p>
          <a:p>
            <a:r>
              <a:rPr lang="ja-JP" altLang="en-US"/>
              <a:t>　</a:t>
            </a:r>
            <a:r>
              <a:rPr lang="en-US" altLang="ja-JP"/>
              <a:t>.NET</a:t>
            </a:r>
            <a:r>
              <a:rPr lang="ja-JP" altLang="en-US"/>
              <a:t>ベースで開発しているが、貴社内の標準的なシステムアーキテクチャから外れている。</a:t>
            </a:r>
            <a:endParaRPr lang="en-US" altLang="ja-JP"/>
          </a:p>
          <a:p>
            <a:r>
              <a:rPr lang="ja-JP" altLang="en-US"/>
              <a:t>　アーキテクチャカタログに従い、</a:t>
            </a:r>
            <a:r>
              <a:rPr lang="en-US" altLang="ja-JP"/>
              <a:t>Azure</a:t>
            </a:r>
            <a:r>
              <a:rPr lang="ja-JP" altLang="en-US"/>
              <a:t>上で動作するアプリケーションを</a:t>
            </a:r>
            <a:r>
              <a:rPr lang="en-US" altLang="ja-JP"/>
              <a:t>Java</a:t>
            </a:r>
            <a:r>
              <a:rPr lang="ja-JP" altLang="en-US"/>
              <a:t>（</a:t>
            </a:r>
            <a:r>
              <a:rPr lang="en-US" altLang="ja-JP"/>
              <a:t>Spring boot</a:t>
            </a:r>
            <a:r>
              <a:rPr lang="ja-JP" altLang="en-US"/>
              <a:t>）を</a:t>
            </a:r>
            <a:endParaRPr lang="en-US" altLang="ja-JP"/>
          </a:p>
          <a:p>
            <a:r>
              <a:rPr lang="ja-JP" altLang="en-US"/>
              <a:t>　利用して再開発する。</a:t>
            </a:r>
          </a:p>
        </p:txBody>
      </p:sp>
      <p:sp>
        <p:nvSpPr>
          <p:cNvPr id="3" name="フッター プレースホルダー 2"/>
          <p:cNvSpPr>
            <a:spLocks noGrp="1"/>
          </p:cNvSpPr>
          <p:nvPr>
            <p:ph type="ftr" sz="quarter" idx="11"/>
          </p:nvPr>
        </p:nvSpPr>
        <p:spPr/>
        <p:txBody>
          <a:bodyPr/>
          <a:lstStyle/>
          <a:p>
            <a:r>
              <a:rPr lang="en-US" smtClean="0"/>
              <a:t>Copyright © 2025 SystemEXE,Inc All Rights Reserved.</a:t>
            </a:r>
            <a:endParaRPr lang="en-US"/>
          </a:p>
        </p:txBody>
      </p:sp>
    </p:spTree>
    <p:extLst>
      <p:ext uri="{BB962C8B-B14F-4D97-AF65-F5344CB8AC3E}">
        <p14:creationId xmlns:p14="http://schemas.microsoft.com/office/powerpoint/2010/main" val="7924726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D1F21-D317-83F1-C6AE-7CD211941C9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FE0F6F3-0F10-2568-5D32-565AFD5CFB4E}"/>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３</a:t>
            </a:r>
            <a:r>
              <a:rPr kumimoji="1" lang="en-US" altLang="ja-JP" dirty="0">
                <a:latin typeface="游明朝" panose="02020400000000000000" pitchFamily="18" charset="-128"/>
                <a:ea typeface="游明朝" panose="02020400000000000000" pitchFamily="18" charset="-128"/>
              </a:rPr>
              <a:t>. </a:t>
            </a:r>
            <a:r>
              <a:rPr kumimoji="1" lang="ja-JP" altLang="en-US" dirty="0">
                <a:latin typeface="游明朝" panose="02020400000000000000" pitchFamily="18" charset="-128"/>
                <a:ea typeface="游明朝" panose="02020400000000000000" pitchFamily="18" charset="-128"/>
              </a:rPr>
              <a:t>再構築</a:t>
            </a:r>
            <a:r>
              <a:rPr lang="en-US" altLang="ja-JP" dirty="0" err="1">
                <a:latin typeface="游明朝" panose="02020400000000000000" pitchFamily="18" charset="-128"/>
                <a:ea typeface="游明朝" panose="02020400000000000000" pitchFamily="18" charset="-128"/>
              </a:rPr>
              <a:t>に伴う環境の変更点</a:t>
            </a:r>
            <a:endParaRPr lang="en-US" altLang="ja-JP" dirty="0">
              <a:latin typeface="游明朝" panose="02020400000000000000" pitchFamily="18" charset="-128"/>
              <a:ea typeface="游明朝" panose="02020400000000000000" pitchFamily="18" charset="-128"/>
            </a:endParaRPr>
          </a:p>
        </p:txBody>
      </p:sp>
      <p:sp>
        <p:nvSpPr>
          <p:cNvPr id="8" name="日付プレースホルダー 7">
            <a:extLst>
              <a:ext uri="{FF2B5EF4-FFF2-40B4-BE49-F238E27FC236}">
                <a16:creationId xmlns:a16="http://schemas.microsoft.com/office/drawing/2014/main" id="{AFFCED2E-2365-11FB-500E-3DC37789BF3E}"/>
              </a:ext>
            </a:extLst>
          </p:cNvPr>
          <p:cNvSpPr>
            <a:spLocks noGrp="1"/>
          </p:cNvSpPr>
          <p:nvPr>
            <p:ph type="dt" sz="half" idx="10"/>
          </p:nvPr>
        </p:nvSpPr>
        <p:spPr/>
        <p:txBody>
          <a:bodyPr/>
          <a:lstStyle/>
          <a:p>
            <a:r>
              <a:rPr lang="en-US" altLang="ja-JP" smtClean="0"/>
              <a:t>2025/7/7</a:t>
            </a:r>
            <a:endParaRPr lang="en-US"/>
          </a:p>
        </p:txBody>
      </p:sp>
      <p:sp>
        <p:nvSpPr>
          <p:cNvPr id="5" name="テキスト プレースホルダー 4">
            <a:extLst>
              <a:ext uri="{FF2B5EF4-FFF2-40B4-BE49-F238E27FC236}">
                <a16:creationId xmlns:a16="http://schemas.microsoft.com/office/drawing/2014/main" id="{75D94D8C-59D4-540B-6AEE-871AEC854D26}"/>
              </a:ext>
            </a:extLst>
          </p:cNvPr>
          <p:cNvSpPr txBox="1">
            <a:spLocks/>
          </p:cNvSpPr>
          <p:nvPr/>
        </p:nvSpPr>
        <p:spPr>
          <a:xfrm>
            <a:off x="606000" y="936000"/>
            <a:ext cx="10980000" cy="5350500"/>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主な変化点は下記の通り</a:t>
            </a:r>
          </a:p>
          <a:p>
            <a:r>
              <a:rPr lang="ja-JP" altLang="en-US" dirty="0"/>
              <a:t>　筐体</a:t>
            </a:r>
            <a:r>
              <a:rPr lang="en-US" altLang="ja-JP" dirty="0"/>
              <a:t>	</a:t>
            </a:r>
            <a:r>
              <a:rPr lang="ja-JP" altLang="en-US" dirty="0"/>
              <a:t>　　　：オンプレミス</a:t>
            </a:r>
            <a:r>
              <a:rPr lang="en-US" altLang="ja-JP" dirty="0"/>
              <a:t>(</a:t>
            </a:r>
            <a:r>
              <a:rPr lang="ja-JP" altLang="en-US" dirty="0"/>
              <a:t>仮想</a:t>
            </a:r>
            <a:r>
              <a:rPr lang="en-US" altLang="ja-JP" dirty="0"/>
              <a:t>)	</a:t>
            </a:r>
            <a:r>
              <a:rPr lang="ja-JP" altLang="en-US" dirty="0"/>
              <a:t>→</a:t>
            </a:r>
            <a:r>
              <a:rPr lang="en-US" altLang="ja-JP" dirty="0"/>
              <a:t>	</a:t>
            </a:r>
            <a:r>
              <a:rPr lang="ja-JP" altLang="en-US" dirty="0"/>
              <a:t>クラウド(Azure)</a:t>
            </a:r>
          </a:p>
          <a:p>
            <a:r>
              <a:rPr lang="ja-JP" altLang="en-US" dirty="0"/>
              <a:t>　OS</a:t>
            </a:r>
            <a:r>
              <a:rPr lang="en-US" altLang="ja-JP" dirty="0"/>
              <a:t>	</a:t>
            </a:r>
            <a:r>
              <a:rPr lang="ja-JP" altLang="en-US" dirty="0"/>
              <a:t>　　　：Windows </a:t>
            </a:r>
            <a:r>
              <a:rPr lang="en-US" altLang="ja-JP" dirty="0"/>
              <a:t>Server</a:t>
            </a:r>
            <a:r>
              <a:rPr lang="ja-JP" altLang="en-US" dirty="0"/>
              <a:t> 2016</a:t>
            </a:r>
            <a:r>
              <a:rPr lang="en-US" altLang="ja-JP" dirty="0"/>
              <a:t>	</a:t>
            </a:r>
            <a:r>
              <a:rPr lang="ja-JP" altLang="en-US" dirty="0"/>
              <a:t>→</a:t>
            </a:r>
            <a:r>
              <a:rPr lang="en-US" altLang="ja-JP" dirty="0"/>
              <a:t>	</a:t>
            </a:r>
            <a:r>
              <a:rPr lang="ja-JP" altLang="en-US" dirty="0"/>
              <a:t> Windows </a:t>
            </a:r>
            <a:r>
              <a:rPr lang="en-US" altLang="ja-JP" dirty="0"/>
              <a:t>Server</a:t>
            </a:r>
            <a:r>
              <a:rPr lang="ja-JP" altLang="en-US" dirty="0"/>
              <a:t> 20</a:t>
            </a:r>
            <a:r>
              <a:rPr lang="en-US" altLang="ja-JP" dirty="0"/>
              <a:t>22(</a:t>
            </a:r>
            <a:r>
              <a:rPr lang="ja-JP" altLang="en-US" dirty="0"/>
              <a:t>最新</a:t>
            </a:r>
            <a:r>
              <a:rPr lang="en-US" altLang="ja-JP" dirty="0"/>
              <a:t>OS</a:t>
            </a:r>
            <a:r>
              <a:rPr lang="ja-JP" altLang="en-US" dirty="0"/>
              <a:t>を想定</a:t>
            </a:r>
            <a:r>
              <a:rPr lang="en-US" altLang="ja-JP" dirty="0"/>
              <a:t>)</a:t>
            </a:r>
            <a:endParaRPr lang="ja-JP" altLang="en-US" dirty="0"/>
          </a:p>
          <a:p>
            <a:r>
              <a:rPr lang="ja-JP" altLang="en-US" dirty="0"/>
              <a:t>　DB</a:t>
            </a:r>
            <a:r>
              <a:rPr lang="en-US" altLang="ja-JP" dirty="0"/>
              <a:t>	</a:t>
            </a:r>
            <a:r>
              <a:rPr lang="ja-JP" altLang="en-US" dirty="0"/>
              <a:t>　　　：Oracle D</a:t>
            </a:r>
            <a:r>
              <a:rPr lang="en-US" altLang="ja-JP" dirty="0" err="1"/>
              <a:t>atabase</a:t>
            </a:r>
            <a:r>
              <a:rPr lang="en-US" altLang="ja-JP" dirty="0"/>
              <a:t> </a:t>
            </a:r>
            <a:r>
              <a:rPr lang="ja-JP" altLang="en-US" dirty="0"/>
              <a:t>12c</a:t>
            </a:r>
            <a:r>
              <a:rPr lang="en-US" altLang="ja-JP" dirty="0"/>
              <a:t>	</a:t>
            </a:r>
            <a:r>
              <a:rPr lang="ja-JP" altLang="en-US" dirty="0"/>
              <a:t>→</a:t>
            </a:r>
            <a:r>
              <a:rPr lang="en-US" altLang="ja-JP" dirty="0"/>
              <a:t>	</a:t>
            </a:r>
            <a:r>
              <a:rPr lang="ja-JP" altLang="en-US" dirty="0"/>
              <a:t>Oracle D</a:t>
            </a:r>
            <a:r>
              <a:rPr lang="en-US" altLang="ja-JP" dirty="0" err="1"/>
              <a:t>atabase</a:t>
            </a:r>
            <a:r>
              <a:rPr lang="ja-JP" altLang="en-US" dirty="0"/>
              <a:t> </a:t>
            </a:r>
            <a:r>
              <a:rPr lang="en-US" altLang="ja-JP" dirty="0"/>
              <a:t>19c(</a:t>
            </a:r>
            <a:r>
              <a:rPr lang="ja-JP" altLang="en-US" dirty="0"/>
              <a:t>別件の共通基盤更新案件</a:t>
            </a:r>
            <a:r>
              <a:rPr lang="en-US" altLang="ja-JP" dirty="0"/>
              <a:t>)</a:t>
            </a:r>
            <a:endParaRPr lang="ja-JP" altLang="en-US" dirty="0"/>
          </a:p>
          <a:p>
            <a:r>
              <a:rPr lang="ja-JP" altLang="en-US" dirty="0"/>
              <a:t>　ミドルウェア：</a:t>
            </a:r>
            <a:r>
              <a:rPr lang="en-US" altLang="ja-JP" dirty="0"/>
              <a:t>OWFT</a:t>
            </a:r>
            <a:r>
              <a:rPr lang="ja-JP" altLang="en-US" dirty="0"/>
              <a:t>　　　　　　　　　 →　　　廃止</a:t>
            </a:r>
            <a:endParaRPr lang="en-US" altLang="ja-JP" dirty="0"/>
          </a:p>
          <a:p>
            <a:r>
              <a:rPr lang="ja-JP" altLang="en-US" dirty="0"/>
              <a:t>　　　　　　　：</a:t>
            </a:r>
            <a:r>
              <a:rPr lang="en-US" altLang="ja-JP" dirty="0"/>
              <a:t>Operation Manager	</a:t>
            </a:r>
            <a:r>
              <a:rPr lang="ja-JP" altLang="en-US" dirty="0"/>
              <a:t>→　</a:t>
            </a:r>
            <a:r>
              <a:rPr lang="en-US" altLang="ja-JP" dirty="0"/>
              <a:t>	A-Auto</a:t>
            </a:r>
          </a:p>
          <a:p>
            <a:r>
              <a:rPr lang="ja-JP" altLang="en-US" dirty="0"/>
              <a:t>　</a:t>
            </a:r>
            <a:r>
              <a:rPr lang="en-US" altLang="ja-JP" dirty="0"/>
              <a:t>PG</a:t>
            </a:r>
            <a:r>
              <a:rPr lang="ja-JP" altLang="en-US" dirty="0"/>
              <a:t>言語　　  ：</a:t>
            </a:r>
            <a:r>
              <a:rPr lang="en-US" altLang="ja-JP" dirty="0"/>
              <a:t> VB.NET(</a:t>
            </a:r>
            <a:r>
              <a:rPr lang="ja-JP" altLang="en-US" dirty="0"/>
              <a:t>バッチ処理系</a:t>
            </a:r>
            <a:r>
              <a:rPr lang="en-US" altLang="ja-JP" dirty="0"/>
              <a:t>)    </a:t>
            </a:r>
            <a:r>
              <a:rPr lang="ja-JP" altLang="en-US" dirty="0"/>
              <a:t> → 　　  </a:t>
            </a:r>
            <a:r>
              <a:rPr lang="en-US" altLang="ja-JP" dirty="0"/>
              <a:t>Java</a:t>
            </a:r>
          </a:p>
          <a:p>
            <a:r>
              <a:rPr lang="ja-JP" altLang="en-US" dirty="0"/>
              <a:t>　　　　　　　：</a:t>
            </a:r>
            <a:r>
              <a:rPr lang="en-US" altLang="ja-JP" dirty="0"/>
              <a:t> Bat</a:t>
            </a:r>
            <a:r>
              <a:rPr lang="ja-JP" altLang="en-US" dirty="0"/>
              <a:t>スクリプト</a:t>
            </a:r>
            <a:r>
              <a:rPr lang="en-US" altLang="ja-JP" dirty="0"/>
              <a:t>  </a:t>
            </a:r>
            <a:r>
              <a:rPr lang="ja-JP" altLang="en-US" dirty="0"/>
              <a:t>　 　　　 →　　   継続利用を想定</a:t>
            </a:r>
            <a:endParaRPr lang="en-US" altLang="ja-JP" dirty="0"/>
          </a:p>
          <a:p>
            <a:r>
              <a:rPr lang="ja-JP" altLang="en-US" dirty="0"/>
              <a:t>　　　　　　　： 設定ファイル　　　　　   →　　   継続利用</a:t>
            </a:r>
            <a:endParaRPr lang="en-US" altLang="ja-JP" dirty="0"/>
          </a:p>
          <a:p>
            <a:r>
              <a:rPr lang="ja-JP" altLang="en-US" dirty="0"/>
              <a:t>　　　　　　　： </a:t>
            </a:r>
            <a:r>
              <a:rPr lang="en-US" altLang="ja-JP" dirty="0"/>
              <a:t>SQL</a:t>
            </a:r>
            <a:r>
              <a:rPr lang="ja-JP" altLang="en-US" dirty="0"/>
              <a:t>ファイル　　　　　   →　　   継続利用</a:t>
            </a:r>
            <a:endParaRPr lang="en-US" altLang="ja-JP" dirty="0"/>
          </a:p>
          <a:p>
            <a:r>
              <a:rPr lang="ja-JP" altLang="en-US" dirty="0"/>
              <a:t>　</a:t>
            </a:r>
            <a:r>
              <a:rPr lang="en-US" altLang="ja-JP" dirty="0"/>
              <a:t>I/F</a:t>
            </a:r>
            <a:r>
              <a:rPr lang="ja-JP" altLang="en-US" dirty="0"/>
              <a:t>　　　　  ： テキストファイル　　　   →　　   継続利用</a:t>
            </a:r>
            <a:endParaRPr lang="en-US" altLang="ja-JP" dirty="0"/>
          </a:p>
          <a:p>
            <a:r>
              <a:rPr lang="ja-JP" altLang="en-US" dirty="0"/>
              <a:t>　</a:t>
            </a:r>
            <a:r>
              <a:rPr lang="en-US" altLang="ja-JP" dirty="0"/>
              <a:t>I/F(</a:t>
            </a:r>
            <a:r>
              <a:rPr lang="ja-JP" altLang="en-US" dirty="0"/>
              <a:t>通信方式</a:t>
            </a:r>
            <a:r>
              <a:rPr lang="en-US" altLang="ja-JP" dirty="0"/>
              <a:t>)</a:t>
            </a:r>
            <a:r>
              <a:rPr lang="ja-JP" altLang="en-US" dirty="0"/>
              <a:t>： </a:t>
            </a:r>
            <a:r>
              <a:rPr lang="en-US" altLang="ja-JP" dirty="0"/>
              <a:t>EAI</a:t>
            </a:r>
            <a:r>
              <a:rPr lang="ja-JP" altLang="en-US" dirty="0"/>
              <a:t>リモートコントロール→　　   継続利用　　</a:t>
            </a:r>
          </a:p>
          <a:p>
            <a:r>
              <a:rPr lang="ja-JP" altLang="en-US" dirty="0" smtClean="0"/>
              <a:t>　</a:t>
            </a:r>
            <a:r>
              <a:rPr lang="ja-JP" altLang="en-US" dirty="0" smtClean="0">
                <a:solidFill>
                  <a:srgbClr val="FF0000"/>
                </a:solidFill>
              </a:rPr>
              <a:t>フォルダ構成：</a:t>
            </a:r>
            <a:r>
              <a:rPr lang="en-US" altLang="ja-JP" dirty="0" smtClean="0">
                <a:solidFill>
                  <a:srgbClr val="FF0000"/>
                </a:solidFill>
              </a:rPr>
              <a:t>D</a:t>
            </a:r>
            <a:r>
              <a:rPr lang="ja-JP" altLang="en-US" dirty="0" smtClean="0">
                <a:solidFill>
                  <a:srgbClr val="FF0000"/>
                </a:solidFill>
              </a:rPr>
              <a:t>ドライブ</a:t>
            </a:r>
            <a:r>
              <a:rPr lang="en-US" altLang="ja-JP" dirty="0" smtClean="0">
                <a:solidFill>
                  <a:srgbClr val="FF0000"/>
                </a:solidFill>
              </a:rPr>
              <a:t>(</a:t>
            </a:r>
            <a:r>
              <a:rPr lang="ja-JP" altLang="en-US" dirty="0" smtClean="0">
                <a:solidFill>
                  <a:srgbClr val="FF0000"/>
                </a:solidFill>
              </a:rPr>
              <a:t>アプリ資産</a:t>
            </a:r>
            <a:r>
              <a:rPr lang="en-US" altLang="ja-JP" dirty="0" smtClean="0">
                <a:solidFill>
                  <a:srgbClr val="FF0000"/>
                </a:solidFill>
              </a:rPr>
              <a:t>)</a:t>
            </a:r>
            <a:r>
              <a:rPr lang="ja-JP" altLang="en-US" dirty="0" smtClean="0">
                <a:solidFill>
                  <a:srgbClr val="FF0000"/>
                </a:solidFill>
              </a:rPr>
              <a:t>　  →          </a:t>
            </a:r>
            <a:r>
              <a:rPr lang="en-US" altLang="ja-JP" dirty="0" smtClean="0">
                <a:solidFill>
                  <a:srgbClr val="FF0000"/>
                </a:solidFill>
              </a:rPr>
              <a:t>G</a:t>
            </a:r>
            <a:r>
              <a:rPr lang="ja-JP" altLang="en-US" dirty="0" smtClean="0">
                <a:solidFill>
                  <a:srgbClr val="FF0000"/>
                </a:solidFill>
              </a:rPr>
              <a:t>ドライブに変更（開発工程からの追加作業）</a:t>
            </a:r>
            <a:endParaRPr lang="en-US" altLang="ja-JP" dirty="0" smtClean="0">
              <a:solidFill>
                <a:srgbClr val="FF0000"/>
              </a:solidFill>
            </a:endParaRPr>
          </a:p>
          <a:p>
            <a:endParaRPr lang="en-US" altLang="ja-JP" dirty="0"/>
          </a:p>
          <a:p>
            <a:r>
              <a:rPr lang="en-US" altLang="ja-JP" sz="1600" b="1" dirty="0">
                <a:solidFill>
                  <a:srgbClr val="FF0000"/>
                </a:solidFill>
                <a:cs typeface="メイリオ" pitchFamily="50" charset="-128"/>
              </a:rPr>
              <a:t>※</a:t>
            </a:r>
            <a:r>
              <a:rPr lang="ja-JP" altLang="en-US" sz="1600" b="1" dirty="0">
                <a:solidFill>
                  <a:srgbClr val="FF0000"/>
                </a:solidFill>
                <a:cs typeface="メイリオ" pitchFamily="50" charset="-128"/>
              </a:rPr>
              <a:t>既存システムでは各所ごとにモジュールが別れており、処理が複雑化しています。</a:t>
            </a:r>
            <a:r>
              <a:rPr lang="en-US" altLang="ja-JP" sz="1600" b="1" dirty="0">
                <a:solidFill>
                  <a:srgbClr val="FF0000"/>
                </a:solidFill>
                <a:cs typeface="メイリオ" pitchFamily="50" charset="-128"/>
              </a:rPr>
              <a:t/>
            </a:r>
            <a:br>
              <a:rPr lang="en-US" altLang="ja-JP" sz="1600" b="1" dirty="0">
                <a:solidFill>
                  <a:srgbClr val="FF0000"/>
                </a:solidFill>
                <a:cs typeface="メイリオ" pitchFamily="50" charset="-128"/>
              </a:rPr>
            </a:br>
            <a:r>
              <a:rPr lang="ja-JP" altLang="en-US" sz="1600" b="1" dirty="0">
                <a:solidFill>
                  <a:srgbClr val="FF0000"/>
                </a:solidFill>
                <a:cs typeface="メイリオ" pitchFamily="50" charset="-128"/>
              </a:rPr>
              <a:t>　今回の対応で機能の統廃合を行い、処理のスリム化を実施します。</a:t>
            </a:r>
            <a:r>
              <a:rPr lang="en-US" altLang="ja-JP" b="1" dirty="0">
                <a:solidFill>
                  <a:srgbClr val="FF0000"/>
                </a:solidFill>
                <a:cs typeface="メイリオ" pitchFamily="50" charset="-128"/>
              </a:rPr>
              <a:t/>
            </a:r>
            <a:br>
              <a:rPr lang="en-US" altLang="ja-JP" b="1" dirty="0">
                <a:solidFill>
                  <a:srgbClr val="FF0000"/>
                </a:solidFill>
                <a:cs typeface="メイリオ" pitchFamily="50" charset="-128"/>
              </a:rPr>
            </a:br>
            <a:endParaRPr lang="en-US" altLang="ja-JP" b="1" dirty="0">
              <a:solidFill>
                <a:srgbClr val="FF0000"/>
              </a:solidFill>
              <a:cs typeface="メイリオ" pitchFamily="50" charset="-128"/>
            </a:endParaRPr>
          </a:p>
        </p:txBody>
      </p:sp>
      <p:sp>
        <p:nvSpPr>
          <p:cNvPr id="3" name="フッター プレースホルダー 2"/>
          <p:cNvSpPr>
            <a:spLocks noGrp="1"/>
          </p:cNvSpPr>
          <p:nvPr>
            <p:ph type="ftr" sz="quarter" idx="11"/>
          </p:nvPr>
        </p:nvSpPr>
        <p:spPr/>
        <p:txBody>
          <a:bodyPr/>
          <a:lstStyle/>
          <a:p>
            <a:r>
              <a:rPr lang="en-US" smtClean="0"/>
              <a:t>Copyright © 2025 SystemEXE,Inc All Rights Reserved.</a:t>
            </a:r>
            <a:endParaRPr lang="en-US"/>
          </a:p>
        </p:txBody>
      </p:sp>
    </p:spTree>
    <p:extLst>
      <p:ext uri="{BB962C8B-B14F-4D97-AF65-F5344CB8AC3E}">
        <p14:creationId xmlns:p14="http://schemas.microsoft.com/office/powerpoint/2010/main" val="729124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F9F5A-C327-E9C3-7626-5F0B1E1EBF0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8EC537F-F016-D93C-B0C9-938C9F245C8F}"/>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４</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システム構成</a:t>
            </a:r>
            <a:endParaRPr kumimoji="1" lang="ja-JP" altLang="en-US"/>
          </a:p>
        </p:txBody>
      </p:sp>
      <p:sp>
        <p:nvSpPr>
          <p:cNvPr id="30" name="日付プレースホルダー 29">
            <a:extLst>
              <a:ext uri="{FF2B5EF4-FFF2-40B4-BE49-F238E27FC236}">
                <a16:creationId xmlns:a16="http://schemas.microsoft.com/office/drawing/2014/main" id="{67BF35A6-89A9-CCA6-81CA-071B8A3D2D35}"/>
              </a:ext>
            </a:extLst>
          </p:cNvPr>
          <p:cNvSpPr>
            <a:spLocks noGrp="1"/>
          </p:cNvSpPr>
          <p:nvPr>
            <p:ph type="dt" sz="half" idx="10"/>
          </p:nvPr>
        </p:nvSpPr>
        <p:spPr/>
        <p:txBody>
          <a:bodyPr/>
          <a:lstStyle/>
          <a:p>
            <a:r>
              <a:rPr lang="en-US" altLang="ja-JP" smtClean="0"/>
              <a:t>2025/7/7</a:t>
            </a:r>
            <a:endParaRPr lang="en-US"/>
          </a:p>
        </p:txBody>
      </p:sp>
      <p:sp>
        <p:nvSpPr>
          <p:cNvPr id="95" name="角丸四角形 94"/>
          <p:cNvSpPr/>
          <p:nvPr/>
        </p:nvSpPr>
        <p:spPr>
          <a:xfrm>
            <a:off x="8557207" y="1102923"/>
            <a:ext cx="3059993" cy="4677390"/>
          </a:xfrm>
          <a:prstGeom prst="roundRect">
            <a:avLst>
              <a:gd name="adj" fmla="val 4488"/>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r>
              <a:rPr kumimoji="1" lang="en-US" altLang="ja-JP" sz="1600" b="1">
                <a:solidFill>
                  <a:schemeClr val="tx1"/>
                </a:solidFill>
                <a:latin typeface="游ゴシック" panose="020B0400000000000000" pitchFamily="50" charset="-128"/>
                <a:ea typeface="游ゴシック" panose="020B0400000000000000" pitchFamily="50" charset="-128"/>
              </a:rPr>
              <a:t>Azure Service</a:t>
            </a:r>
            <a:r>
              <a:rPr kumimoji="1" lang="ja-JP" altLang="en-US" sz="1600" b="1">
                <a:solidFill>
                  <a:schemeClr val="tx1"/>
                </a:solidFill>
                <a:latin typeface="游ゴシック" panose="020B0400000000000000" pitchFamily="50" charset="-128"/>
                <a:ea typeface="游ゴシック" panose="020B0400000000000000" pitchFamily="50" charset="-128"/>
              </a:rPr>
              <a:t>（</a:t>
            </a:r>
            <a:r>
              <a:rPr kumimoji="1" lang="en-US" altLang="ja-JP" sz="1600" b="1">
                <a:solidFill>
                  <a:schemeClr val="tx1"/>
                </a:solidFill>
                <a:latin typeface="游ゴシック" panose="020B0400000000000000" pitchFamily="50" charset="-128"/>
                <a:ea typeface="游ゴシック" panose="020B0400000000000000" pitchFamily="50" charset="-128"/>
              </a:rPr>
              <a:t>PaaS</a:t>
            </a:r>
            <a:r>
              <a:rPr kumimoji="1" lang="ja-JP" altLang="en-US" sz="1600" b="1">
                <a:solidFill>
                  <a:schemeClr val="tx1"/>
                </a:solidFill>
                <a:latin typeface="游ゴシック" panose="020B0400000000000000" pitchFamily="50" charset="-128"/>
                <a:ea typeface="游ゴシック" panose="020B0400000000000000" pitchFamily="50" charset="-128"/>
              </a:rPr>
              <a:t>）</a:t>
            </a:r>
          </a:p>
        </p:txBody>
      </p:sp>
      <p:sp>
        <p:nvSpPr>
          <p:cNvPr id="96" name="角丸四角形 95"/>
          <p:cNvSpPr/>
          <p:nvPr/>
        </p:nvSpPr>
        <p:spPr>
          <a:xfrm>
            <a:off x="5200650" y="1102922"/>
            <a:ext cx="3118757" cy="4677391"/>
          </a:xfrm>
          <a:prstGeom prst="roundRect">
            <a:avLst>
              <a:gd name="adj" fmla="val 1800"/>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600" b="1">
                <a:solidFill>
                  <a:schemeClr val="tx1"/>
                </a:solidFill>
                <a:latin typeface="游ゴシック" panose="020B0400000000000000" pitchFamily="50" charset="-128"/>
              </a:rPr>
              <a:t>Azure </a:t>
            </a:r>
            <a:r>
              <a:rPr kumimoji="1" lang="ja-JP" altLang="en-US" sz="1600" b="1">
                <a:solidFill>
                  <a:schemeClr val="tx1"/>
                </a:solidFill>
                <a:latin typeface="游ゴシック" panose="020B0400000000000000" pitchFamily="50" charset="-128"/>
                <a:ea typeface="游ゴシック" panose="020B0400000000000000" pitchFamily="50" charset="-128"/>
              </a:rPr>
              <a:t>（</a:t>
            </a:r>
            <a:r>
              <a:rPr kumimoji="1" lang="en-US" altLang="ja-JP" sz="1600" b="1">
                <a:solidFill>
                  <a:schemeClr val="tx1"/>
                </a:solidFill>
                <a:latin typeface="游ゴシック" panose="020B0400000000000000" pitchFamily="50" charset="-128"/>
                <a:ea typeface="游ゴシック" panose="020B0400000000000000" pitchFamily="50" charset="-128"/>
              </a:rPr>
              <a:t>IaaS</a:t>
            </a:r>
            <a:r>
              <a:rPr kumimoji="1" lang="ja-JP" altLang="en-US" sz="1600" b="1">
                <a:solidFill>
                  <a:schemeClr val="tx1"/>
                </a:solidFill>
                <a:latin typeface="游ゴシック" panose="020B0400000000000000" pitchFamily="50" charset="-128"/>
                <a:ea typeface="游ゴシック" panose="020B0400000000000000" pitchFamily="50" charset="-128"/>
              </a:rPr>
              <a:t>）</a:t>
            </a:r>
          </a:p>
        </p:txBody>
      </p:sp>
      <p:sp>
        <p:nvSpPr>
          <p:cNvPr id="97" name="角丸四角形 96"/>
          <p:cNvSpPr/>
          <p:nvPr/>
        </p:nvSpPr>
        <p:spPr>
          <a:xfrm>
            <a:off x="5671741" y="3566520"/>
            <a:ext cx="2329259" cy="1218119"/>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縮小共通基盤</a:t>
            </a:r>
            <a:endParaRPr kumimoji="1" lang="en-US" altLang="ja-JP" sz="1600" b="1">
              <a:solidFill>
                <a:schemeClr val="tx1"/>
              </a:solidFill>
              <a:latin typeface="游ゴシック" panose="020B0400000000000000" pitchFamily="50" charset="-128"/>
              <a:ea typeface="游ゴシック" panose="020B0400000000000000" pitchFamily="50" charset="-128"/>
            </a:endParaRP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（共通</a:t>
            </a:r>
            <a:r>
              <a:rPr kumimoji="1" lang="en-US" altLang="ja-JP" sz="1600" b="1">
                <a:solidFill>
                  <a:schemeClr val="tx1"/>
                </a:solidFill>
                <a:latin typeface="游ゴシック" panose="020B0400000000000000" pitchFamily="50" charset="-128"/>
                <a:ea typeface="游ゴシック" panose="020B0400000000000000" pitchFamily="50" charset="-128"/>
              </a:rPr>
              <a:t>Oracle</a:t>
            </a:r>
            <a:r>
              <a:rPr kumimoji="1" lang="ja-JP" altLang="en-US" sz="1600" b="1">
                <a:solidFill>
                  <a:schemeClr val="tx1"/>
                </a:solidFill>
                <a:latin typeface="游ゴシック" panose="020B0400000000000000" pitchFamily="50" charset="-128"/>
                <a:ea typeface="游ゴシック" panose="020B0400000000000000" pitchFamily="50" charset="-128"/>
              </a:rPr>
              <a:t>）</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grpSp>
        <p:nvGrpSpPr>
          <p:cNvPr id="118" name="グループ化 117"/>
          <p:cNvGrpSpPr/>
          <p:nvPr/>
        </p:nvGrpSpPr>
        <p:grpSpPr>
          <a:xfrm>
            <a:off x="6485089" y="4166474"/>
            <a:ext cx="763316" cy="528638"/>
            <a:chOff x="7722356" y="3744000"/>
            <a:chExt cx="395288" cy="528638"/>
          </a:xfrm>
        </p:grpSpPr>
        <p:grpSp>
          <p:nvGrpSpPr>
            <p:cNvPr id="119" name="グループ化 118"/>
            <p:cNvGrpSpPr/>
            <p:nvPr/>
          </p:nvGrpSpPr>
          <p:grpSpPr>
            <a:xfrm>
              <a:off x="7722356" y="3744000"/>
              <a:ext cx="395288" cy="528638"/>
              <a:chOff x="5691188" y="4302126"/>
              <a:chExt cx="395288" cy="528638"/>
            </a:xfrm>
          </p:grpSpPr>
          <p:sp>
            <p:nvSpPr>
              <p:cNvPr id="121" name="Freeform 325"/>
              <p:cNvSpPr>
                <a:spLocks/>
              </p:cNvSpPr>
              <p:nvPr/>
            </p:nvSpPr>
            <p:spPr bwMode="auto">
              <a:xfrm>
                <a:off x="5691188" y="4302126"/>
                <a:ext cx="395288" cy="528638"/>
              </a:xfrm>
              <a:custGeom>
                <a:avLst/>
                <a:gdLst>
                  <a:gd name="T0" fmla="*/ 184 w 184"/>
                  <a:gd name="T1" fmla="*/ 124 h 246"/>
                  <a:gd name="T2" fmla="*/ 184 w 184"/>
                  <a:gd name="T3" fmla="*/ 206 h 246"/>
                  <a:gd name="T4" fmla="*/ 174 w 184"/>
                  <a:gd name="T5" fmla="*/ 225 h 246"/>
                  <a:gd name="T6" fmla="*/ 141 w 184"/>
                  <a:gd name="T7" fmla="*/ 240 h 246"/>
                  <a:gd name="T8" fmla="*/ 83 w 184"/>
                  <a:gd name="T9" fmla="*/ 245 h 246"/>
                  <a:gd name="T10" fmla="*/ 29 w 184"/>
                  <a:gd name="T11" fmla="*/ 235 h 246"/>
                  <a:gd name="T12" fmla="*/ 4 w 184"/>
                  <a:gd name="T13" fmla="*/ 219 h 246"/>
                  <a:gd name="T14" fmla="*/ 0 w 184"/>
                  <a:gd name="T15" fmla="*/ 207 h 246"/>
                  <a:gd name="T16" fmla="*/ 0 w 184"/>
                  <a:gd name="T17" fmla="*/ 38 h 246"/>
                  <a:gd name="T18" fmla="*/ 5 w 184"/>
                  <a:gd name="T19" fmla="*/ 26 h 246"/>
                  <a:gd name="T20" fmla="*/ 28 w 184"/>
                  <a:gd name="T21" fmla="*/ 11 h 246"/>
                  <a:gd name="T22" fmla="*/ 81 w 184"/>
                  <a:gd name="T23" fmla="*/ 1 h 246"/>
                  <a:gd name="T24" fmla="*/ 142 w 184"/>
                  <a:gd name="T25" fmla="*/ 7 h 246"/>
                  <a:gd name="T26" fmla="*/ 172 w 184"/>
                  <a:gd name="T27" fmla="*/ 21 h 246"/>
                  <a:gd name="T28" fmla="*/ 180 w 184"/>
                  <a:gd name="T29" fmla="*/ 28 h 246"/>
                  <a:gd name="T30" fmla="*/ 184 w 184"/>
                  <a:gd name="T31" fmla="*/ 39 h 246"/>
                  <a:gd name="T32" fmla="*/ 184 w 184"/>
                  <a:gd name="T33" fmla="*/ 124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4" h="246">
                    <a:moveTo>
                      <a:pt x="184" y="124"/>
                    </a:moveTo>
                    <a:cubicBezTo>
                      <a:pt x="184" y="151"/>
                      <a:pt x="183" y="179"/>
                      <a:pt x="184" y="206"/>
                    </a:cubicBezTo>
                    <a:cubicBezTo>
                      <a:pt x="184" y="214"/>
                      <a:pt x="180" y="220"/>
                      <a:pt x="174" y="225"/>
                    </a:cubicBezTo>
                    <a:cubicBezTo>
                      <a:pt x="164" y="233"/>
                      <a:pt x="153" y="237"/>
                      <a:pt x="141" y="240"/>
                    </a:cubicBezTo>
                    <a:cubicBezTo>
                      <a:pt x="122" y="245"/>
                      <a:pt x="102" y="246"/>
                      <a:pt x="83" y="245"/>
                    </a:cubicBezTo>
                    <a:cubicBezTo>
                      <a:pt x="64" y="245"/>
                      <a:pt x="46" y="242"/>
                      <a:pt x="29" y="235"/>
                    </a:cubicBezTo>
                    <a:cubicBezTo>
                      <a:pt x="20" y="231"/>
                      <a:pt x="11" y="227"/>
                      <a:pt x="4" y="219"/>
                    </a:cubicBezTo>
                    <a:cubicBezTo>
                      <a:pt x="1" y="216"/>
                      <a:pt x="0" y="212"/>
                      <a:pt x="0" y="207"/>
                    </a:cubicBezTo>
                    <a:cubicBezTo>
                      <a:pt x="0" y="151"/>
                      <a:pt x="0" y="95"/>
                      <a:pt x="0" y="38"/>
                    </a:cubicBezTo>
                    <a:cubicBezTo>
                      <a:pt x="0" y="34"/>
                      <a:pt x="2" y="30"/>
                      <a:pt x="5" y="26"/>
                    </a:cubicBezTo>
                    <a:cubicBezTo>
                      <a:pt x="11" y="19"/>
                      <a:pt x="19" y="15"/>
                      <a:pt x="28" y="11"/>
                    </a:cubicBezTo>
                    <a:cubicBezTo>
                      <a:pt x="45" y="5"/>
                      <a:pt x="63" y="2"/>
                      <a:pt x="81" y="1"/>
                    </a:cubicBezTo>
                    <a:cubicBezTo>
                      <a:pt x="102" y="0"/>
                      <a:pt x="122" y="2"/>
                      <a:pt x="142" y="7"/>
                    </a:cubicBezTo>
                    <a:cubicBezTo>
                      <a:pt x="153" y="10"/>
                      <a:pt x="163" y="14"/>
                      <a:pt x="172" y="21"/>
                    </a:cubicBezTo>
                    <a:cubicBezTo>
                      <a:pt x="175" y="23"/>
                      <a:pt x="178" y="25"/>
                      <a:pt x="180" y="28"/>
                    </a:cubicBezTo>
                    <a:cubicBezTo>
                      <a:pt x="182" y="31"/>
                      <a:pt x="184" y="35"/>
                      <a:pt x="184" y="39"/>
                    </a:cubicBezTo>
                    <a:cubicBezTo>
                      <a:pt x="183" y="67"/>
                      <a:pt x="184" y="95"/>
                      <a:pt x="184" y="124"/>
                    </a:cubicBezTo>
                    <a:close/>
                  </a:path>
                </a:pathLst>
              </a:custGeom>
              <a:solidFill>
                <a:srgbClr val="0079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122" name="Freeform 326"/>
              <p:cNvSpPr>
                <a:spLocks/>
              </p:cNvSpPr>
              <p:nvPr/>
            </p:nvSpPr>
            <p:spPr bwMode="auto">
              <a:xfrm>
                <a:off x="5745163" y="4332289"/>
                <a:ext cx="285750" cy="88900"/>
              </a:xfrm>
              <a:custGeom>
                <a:avLst/>
                <a:gdLst>
                  <a:gd name="T0" fmla="*/ 65 w 133"/>
                  <a:gd name="T1" fmla="*/ 0 h 41"/>
                  <a:gd name="T2" fmla="*/ 112 w 133"/>
                  <a:gd name="T3" fmla="*/ 5 h 41"/>
                  <a:gd name="T4" fmla="*/ 128 w 133"/>
                  <a:gd name="T5" fmla="*/ 13 h 41"/>
                  <a:gd name="T6" fmla="*/ 128 w 133"/>
                  <a:gd name="T7" fmla="*/ 27 h 41"/>
                  <a:gd name="T8" fmla="*/ 113 w 133"/>
                  <a:gd name="T9" fmla="*/ 34 h 41"/>
                  <a:gd name="T10" fmla="*/ 76 w 133"/>
                  <a:gd name="T11" fmla="*/ 40 h 41"/>
                  <a:gd name="T12" fmla="*/ 21 w 133"/>
                  <a:gd name="T13" fmla="*/ 34 h 41"/>
                  <a:gd name="T14" fmla="*/ 5 w 133"/>
                  <a:gd name="T15" fmla="*/ 27 h 41"/>
                  <a:gd name="T16" fmla="*/ 5 w 133"/>
                  <a:gd name="T17" fmla="*/ 13 h 41"/>
                  <a:gd name="T18" fmla="*/ 26 w 133"/>
                  <a:gd name="T19" fmla="*/ 4 h 41"/>
                  <a:gd name="T20" fmla="*/ 65 w 133"/>
                  <a:gd name="T2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41">
                    <a:moveTo>
                      <a:pt x="65" y="0"/>
                    </a:moveTo>
                    <a:cubicBezTo>
                      <a:pt x="82" y="0"/>
                      <a:pt x="97" y="1"/>
                      <a:pt x="112" y="5"/>
                    </a:cubicBezTo>
                    <a:cubicBezTo>
                      <a:pt x="118" y="7"/>
                      <a:pt x="123" y="9"/>
                      <a:pt x="128" y="13"/>
                    </a:cubicBezTo>
                    <a:cubicBezTo>
                      <a:pt x="133" y="18"/>
                      <a:pt x="133" y="22"/>
                      <a:pt x="128" y="27"/>
                    </a:cubicBezTo>
                    <a:cubicBezTo>
                      <a:pt x="123" y="31"/>
                      <a:pt x="118" y="33"/>
                      <a:pt x="113" y="34"/>
                    </a:cubicBezTo>
                    <a:cubicBezTo>
                      <a:pt x="101" y="38"/>
                      <a:pt x="88" y="39"/>
                      <a:pt x="76" y="40"/>
                    </a:cubicBezTo>
                    <a:cubicBezTo>
                      <a:pt x="57" y="41"/>
                      <a:pt x="39" y="39"/>
                      <a:pt x="21" y="34"/>
                    </a:cubicBezTo>
                    <a:cubicBezTo>
                      <a:pt x="15" y="33"/>
                      <a:pt x="10" y="31"/>
                      <a:pt x="5" y="27"/>
                    </a:cubicBezTo>
                    <a:cubicBezTo>
                      <a:pt x="0" y="22"/>
                      <a:pt x="0" y="17"/>
                      <a:pt x="5" y="13"/>
                    </a:cubicBezTo>
                    <a:cubicBezTo>
                      <a:pt x="11" y="8"/>
                      <a:pt x="18" y="6"/>
                      <a:pt x="26" y="4"/>
                    </a:cubicBezTo>
                    <a:cubicBezTo>
                      <a:pt x="39" y="1"/>
                      <a:pt x="53" y="0"/>
                      <a:pt x="65" y="0"/>
                    </a:cubicBez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123" name="Freeform 327"/>
              <p:cNvSpPr>
                <a:spLocks/>
              </p:cNvSpPr>
              <p:nvPr/>
            </p:nvSpPr>
            <p:spPr bwMode="auto">
              <a:xfrm>
                <a:off x="5837238" y="4521201"/>
                <a:ext cx="111125" cy="144463"/>
              </a:xfrm>
              <a:custGeom>
                <a:avLst/>
                <a:gdLst>
                  <a:gd name="T0" fmla="*/ 36 w 52"/>
                  <a:gd name="T1" fmla="*/ 53 h 67"/>
                  <a:gd name="T2" fmla="*/ 52 w 52"/>
                  <a:gd name="T3" fmla="*/ 67 h 67"/>
                  <a:gd name="T4" fmla="*/ 34 w 52"/>
                  <a:gd name="T5" fmla="*/ 67 h 67"/>
                  <a:gd name="T6" fmla="*/ 32 w 52"/>
                  <a:gd name="T7" fmla="*/ 65 h 67"/>
                  <a:gd name="T8" fmla="*/ 24 w 52"/>
                  <a:gd name="T9" fmla="*/ 56 h 67"/>
                  <a:gd name="T10" fmla="*/ 21 w 52"/>
                  <a:gd name="T11" fmla="*/ 55 h 67"/>
                  <a:gd name="T12" fmla="*/ 0 w 52"/>
                  <a:gd name="T13" fmla="*/ 30 h 67"/>
                  <a:gd name="T14" fmla="*/ 14 w 52"/>
                  <a:gd name="T15" fmla="*/ 6 h 67"/>
                  <a:gd name="T16" fmla="*/ 49 w 52"/>
                  <a:gd name="T17" fmla="*/ 28 h 67"/>
                  <a:gd name="T18" fmla="*/ 36 w 52"/>
                  <a:gd name="T19" fmla="*/ 53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67">
                    <a:moveTo>
                      <a:pt x="36" y="53"/>
                    </a:moveTo>
                    <a:cubicBezTo>
                      <a:pt x="41" y="57"/>
                      <a:pt x="47" y="62"/>
                      <a:pt x="52" y="67"/>
                    </a:cubicBezTo>
                    <a:cubicBezTo>
                      <a:pt x="46" y="67"/>
                      <a:pt x="40" y="67"/>
                      <a:pt x="34" y="67"/>
                    </a:cubicBezTo>
                    <a:cubicBezTo>
                      <a:pt x="33" y="67"/>
                      <a:pt x="33" y="66"/>
                      <a:pt x="32" y="65"/>
                    </a:cubicBezTo>
                    <a:cubicBezTo>
                      <a:pt x="30" y="62"/>
                      <a:pt x="27" y="59"/>
                      <a:pt x="24" y="56"/>
                    </a:cubicBezTo>
                    <a:cubicBezTo>
                      <a:pt x="23" y="55"/>
                      <a:pt x="22" y="55"/>
                      <a:pt x="21" y="55"/>
                    </a:cubicBezTo>
                    <a:cubicBezTo>
                      <a:pt x="8" y="53"/>
                      <a:pt x="0" y="43"/>
                      <a:pt x="0" y="30"/>
                    </a:cubicBezTo>
                    <a:cubicBezTo>
                      <a:pt x="0" y="19"/>
                      <a:pt x="4" y="11"/>
                      <a:pt x="14" y="6"/>
                    </a:cubicBezTo>
                    <a:cubicBezTo>
                      <a:pt x="30" y="0"/>
                      <a:pt x="49" y="7"/>
                      <a:pt x="49" y="28"/>
                    </a:cubicBezTo>
                    <a:cubicBezTo>
                      <a:pt x="50" y="39"/>
                      <a:pt x="46" y="47"/>
                      <a:pt x="36" y="53"/>
                    </a:cubicBez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124" name="Freeform 328"/>
              <p:cNvSpPr>
                <a:spLocks/>
              </p:cNvSpPr>
              <p:nvPr/>
            </p:nvSpPr>
            <p:spPr bwMode="auto">
              <a:xfrm>
                <a:off x="5745163" y="4527551"/>
                <a:ext cx="92075" cy="114300"/>
              </a:xfrm>
              <a:custGeom>
                <a:avLst/>
                <a:gdLst>
                  <a:gd name="T0" fmla="*/ 4 w 43"/>
                  <a:gd name="T1" fmla="*/ 36 h 53"/>
                  <a:gd name="T2" fmla="*/ 14 w 43"/>
                  <a:gd name="T3" fmla="*/ 40 h 53"/>
                  <a:gd name="T4" fmla="*/ 20 w 43"/>
                  <a:gd name="T5" fmla="*/ 41 h 53"/>
                  <a:gd name="T6" fmla="*/ 23 w 43"/>
                  <a:gd name="T7" fmla="*/ 38 h 53"/>
                  <a:gd name="T8" fmla="*/ 22 w 43"/>
                  <a:gd name="T9" fmla="*/ 35 h 53"/>
                  <a:gd name="T10" fmla="*/ 17 w 43"/>
                  <a:gd name="T11" fmla="*/ 32 h 53"/>
                  <a:gd name="T12" fmla="*/ 9 w 43"/>
                  <a:gd name="T13" fmla="*/ 28 h 53"/>
                  <a:gd name="T14" fmla="*/ 13 w 43"/>
                  <a:gd name="T15" fmla="*/ 3 h 53"/>
                  <a:gd name="T16" fmla="*/ 36 w 43"/>
                  <a:gd name="T17" fmla="*/ 3 h 53"/>
                  <a:gd name="T18" fmla="*/ 37 w 43"/>
                  <a:gd name="T19" fmla="*/ 4 h 53"/>
                  <a:gd name="T20" fmla="*/ 37 w 43"/>
                  <a:gd name="T21" fmla="*/ 15 h 53"/>
                  <a:gd name="T22" fmla="*/ 27 w 43"/>
                  <a:gd name="T23" fmla="*/ 12 h 53"/>
                  <a:gd name="T24" fmla="*/ 22 w 43"/>
                  <a:gd name="T25" fmla="*/ 13 h 53"/>
                  <a:gd name="T26" fmla="*/ 21 w 43"/>
                  <a:gd name="T27" fmla="*/ 18 h 53"/>
                  <a:gd name="T28" fmla="*/ 25 w 43"/>
                  <a:gd name="T29" fmla="*/ 20 h 53"/>
                  <a:gd name="T30" fmla="*/ 34 w 43"/>
                  <a:gd name="T31" fmla="*/ 25 h 53"/>
                  <a:gd name="T32" fmla="*/ 31 w 43"/>
                  <a:gd name="T33" fmla="*/ 49 h 53"/>
                  <a:gd name="T34" fmla="*/ 5 w 43"/>
                  <a:gd name="T35" fmla="*/ 50 h 53"/>
                  <a:gd name="T36" fmla="*/ 4 w 43"/>
                  <a:gd name="T37" fmla="*/ 48 h 53"/>
                  <a:gd name="T38" fmla="*/ 4 w 43"/>
                  <a:gd name="T39" fmla="*/ 3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3">
                    <a:moveTo>
                      <a:pt x="4" y="36"/>
                    </a:moveTo>
                    <a:cubicBezTo>
                      <a:pt x="8" y="38"/>
                      <a:pt x="11" y="40"/>
                      <a:pt x="14" y="40"/>
                    </a:cubicBezTo>
                    <a:cubicBezTo>
                      <a:pt x="16" y="41"/>
                      <a:pt x="18" y="41"/>
                      <a:pt x="20" y="41"/>
                    </a:cubicBezTo>
                    <a:cubicBezTo>
                      <a:pt x="21" y="40"/>
                      <a:pt x="23" y="40"/>
                      <a:pt x="23" y="38"/>
                    </a:cubicBezTo>
                    <a:cubicBezTo>
                      <a:pt x="23" y="37"/>
                      <a:pt x="23" y="35"/>
                      <a:pt x="22" y="35"/>
                    </a:cubicBezTo>
                    <a:cubicBezTo>
                      <a:pt x="20" y="33"/>
                      <a:pt x="18" y="33"/>
                      <a:pt x="17" y="32"/>
                    </a:cubicBezTo>
                    <a:cubicBezTo>
                      <a:pt x="14" y="31"/>
                      <a:pt x="11" y="30"/>
                      <a:pt x="9" y="28"/>
                    </a:cubicBezTo>
                    <a:cubicBezTo>
                      <a:pt x="0" y="21"/>
                      <a:pt x="2" y="7"/>
                      <a:pt x="13" y="3"/>
                    </a:cubicBezTo>
                    <a:cubicBezTo>
                      <a:pt x="20" y="0"/>
                      <a:pt x="28" y="1"/>
                      <a:pt x="36" y="3"/>
                    </a:cubicBezTo>
                    <a:cubicBezTo>
                      <a:pt x="37" y="3"/>
                      <a:pt x="37" y="3"/>
                      <a:pt x="37" y="4"/>
                    </a:cubicBezTo>
                    <a:cubicBezTo>
                      <a:pt x="37" y="8"/>
                      <a:pt x="37" y="11"/>
                      <a:pt x="37" y="15"/>
                    </a:cubicBezTo>
                    <a:cubicBezTo>
                      <a:pt x="34" y="14"/>
                      <a:pt x="30" y="13"/>
                      <a:pt x="27" y="12"/>
                    </a:cubicBezTo>
                    <a:cubicBezTo>
                      <a:pt x="25" y="12"/>
                      <a:pt x="23" y="12"/>
                      <a:pt x="22" y="13"/>
                    </a:cubicBezTo>
                    <a:cubicBezTo>
                      <a:pt x="19" y="14"/>
                      <a:pt x="18" y="16"/>
                      <a:pt x="21" y="18"/>
                    </a:cubicBezTo>
                    <a:cubicBezTo>
                      <a:pt x="22" y="19"/>
                      <a:pt x="24" y="20"/>
                      <a:pt x="25" y="20"/>
                    </a:cubicBezTo>
                    <a:cubicBezTo>
                      <a:pt x="28" y="22"/>
                      <a:pt x="31" y="23"/>
                      <a:pt x="34" y="25"/>
                    </a:cubicBezTo>
                    <a:cubicBezTo>
                      <a:pt x="43" y="32"/>
                      <a:pt x="41" y="45"/>
                      <a:pt x="31" y="49"/>
                    </a:cubicBezTo>
                    <a:cubicBezTo>
                      <a:pt x="23" y="53"/>
                      <a:pt x="14" y="53"/>
                      <a:pt x="5" y="50"/>
                    </a:cubicBezTo>
                    <a:cubicBezTo>
                      <a:pt x="5" y="50"/>
                      <a:pt x="4" y="49"/>
                      <a:pt x="4" y="48"/>
                    </a:cubicBezTo>
                    <a:cubicBezTo>
                      <a:pt x="4" y="44"/>
                      <a:pt x="4" y="40"/>
                      <a:pt x="4" y="36"/>
                    </a:cubicBez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125" name="Freeform 329"/>
              <p:cNvSpPr>
                <a:spLocks/>
              </p:cNvSpPr>
              <p:nvPr/>
            </p:nvSpPr>
            <p:spPr bwMode="auto">
              <a:xfrm>
                <a:off x="5957888" y="4532314"/>
                <a:ext cx="68263" cy="104775"/>
              </a:xfrm>
              <a:custGeom>
                <a:avLst/>
                <a:gdLst>
                  <a:gd name="T0" fmla="*/ 0 w 32"/>
                  <a:gd name="T1" fmla="*/ 24 h 49"/>
                  <a:gd name="T2" fmla="*/ 0 w 32"/>
                  <a:gd name="T3" fmla="*/ 2 h 49"/>
                  <a:gd name="T4" fmla="*/ 2 w 32"/>
                  <a:gd name="T5" fmla="*/ 0 h 49"/>
                  <a:gd name="T6" fmla="*/ 13 w 32"/>
                  <a:gd name="T7" fmla="*/ 0 h 49"/>
                  <a:gd name="T8" fmla="*/ 15 w 32"/>
                  <a:gd name="T9" fmla="*/ 2 h 49"/>
                  <a:gd name="T10" fmla="*/ 15 w 32"/>
                  <a:gd name="T11" fmla="*/ 35 h 49"/>
                  <a:gd name="T12" fmla="*/ 18 w 32"/>
                  <a:gd name="T13" fmla="*/ 38 h 49"/>
                  <a:gd name="T14" fmla="*/ 30 w 32"/>
                  <a:gd name="T15" fmla="*/ 37 h 49"/>
                  <a:gd name="T16" fmla="*/ 32 w 32"/>
                  <a:gd name="T17" fmla="*/ 39 h 49"/>
                  <a:gd name="T18" fmla="*/ 32 w 32"/>
                  <a:gd name="T19" fmla="*/ 48 h 49"/>
                  <a:gd name="T20" fmla="*/ 31 w 32"/>
                  <a:gd name="T21" fmla="*/ 49 h 49"/>
                  <a:gd name="T22" fmla="*/ 2 w 32"/>
                  <a:gd name="T23" fmla="*/ 49 h 49"/>
                  <a:gd name="T24" fmla="*/ 0 w 32"/>
                  <a:gd name="T25" fmla="*/ 47 h 49"/>
                  <a:gd name="T26" fmla="*/ 0 w 32"/>
                  <a:gd name="T27" fmla="*/ 24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49">
                    <a:moveTo>
                      <a:pt x="0" y="24"/>
                    </a:moveTo>
                    <a:cubicBezTo>
                      <a:pt x="0" y="17"/>
                      <a:pt x="0" y="9"/>
                      <a:pt x="0" y="2"/>
                    </a:cubicBezTo>
                    <a:cubicBezTo>
                      <a:pt x="0" y="0"/>
                      <a:pt x="1" y="0"/>
                      <a:pt x="2" y="0"/>
                    </a:cubicBezTo>
                    <a:cubicBezTo>
                      <a:pt x="6" y="0"/>
                      <a:pt x="10" y="0"/>
                      <a:pt x="13" y="0"/>
                    </a:cubicBezTo>
                    <a:cubicBezTo>
                      <a:pt x="15" y="0"/>
                      <a:pt x="15" y="0"/>
                      <a:pt x="15" y="2"/>
                    </a:cubicBezTo>
                    <a:cubicBezTo>
                      <a:pt x="15" y="13"/>
                      <a:pt x="15" y="24"/>
                      <a:pt x="15" y="35"/>
                    </a:cubicBezTo>
                    <a:cubicBezTo>
                      <a:pt x="15" y="37"/>
                      <a:pt x="16" y="38"/>
                      <a:pt x="18" y="38"/>
                    </a:cubicBezTo>
                    <a:cubicBezTo>
                      <a:pt x="22" y="37"/>
                      <a:pt x="26" y="38"/>
                      <a:pt x="30" y="37"/>
                    </a:cubicBezTo>
                    <a:cubicBezTo>
                      <a:pt x="32" y="37"/>
                      <a:pt x="32" y="38"/>
                      <a:pt x="32" y="39"/>
                    </a:cubicBezTo>
                    <a:cubicBezTo>
                      <a:pt x="32" y="42"/>
                      <a:pt x="32" y="45"/>
                      <a:pt x="32" y="48"/>
                    </a:cubicBezTo>
                    <a:cubicBezTo>
                      <a:pt x="32" y="49"/>
                      <a:pt x="32" y="49"/>
                      <a:pt x="31" y="49"/>
                    </a:cubicBezTo>
                    <a:cubicBezTo>
                      <a:pt x="21" y="49"/>
                      <a:pt x="11" y="49"/>
                      <a:pt x="2" y="49"/>
                    </a:cubicBezTo>
                    <a:cubicBezTo>
                      <a:pt x="0" y="49"/>
                      <a:pt x="0" y="48"/>
                      <a:pt x="0" y="47"/>
                    </a:cubicBezTo>
                    <a:cubicBezTo>
                      <a:pt x="0" y="40"/>
                      <a:pt x="0" y="32"/>
                      <a:pt x="0" y="24"/>
                    </a:cubicBez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126" name="Freeform 330"/>
              <p:cNvSpPr>
                <a:spLocks/>
              </p:cNvSpPr>
              <p:nvPr/>
            </p:nvSpPr>
            <p:spPr bwMode="auto">
              <a:xfrm>
                <a:off x="5872163" y="4557714"/>
                <a:ext cx="38100" cy="53975"/>
              </a:xfrm>
              <a:custGeom>
                <a:avLst/>
                <a:gdLst>
                  <a:gd name="T0" fmla="*/ 0 w 18"/>
                  <a:gd name="T1" fmla="*/ 12 h 25"/>
                  <a:gd name="T2" fmla="*/ 1 w 18"/>
                  <a:gd name="T3" fmla="*/ 5 h 25"/>
                  <a:gd name="T4" fmla="*/ 9 w 18"/>
                  <a:gd name="T5" fmla="*/ 0 h 25"/>
                  <a:gd name="T6" fmla="*/ 16 w 18"/>
                  <a:gd name="T7" fmla="*/ 5 h 25"/>
                  <a:gd name="T8" fmla="*/ 16 w 18"/>
                  <a:gd name="T9" fmla="*/ 20 h 25"/>
                  <a:gd name="T10" fmla="*/ 8 w 18"/>
                  <a:gd name="T11" fmla="*/ 25 h 25"/>
                  <a:gd name="T12" fmla="*/ 1 w 18"/>
                  <a:gd name="T13" fmla="*/ 20 h 25"/>
                  <a:gd name="T14" fmla="*/ 0 w 18"/>
                  <a:gd name="T15" fmla="*/ 12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25">
                    <a:moveTo>
                      <a:pt x="0" y="12"/>
                    </a:moveTo>
                    <a:cubicBezTo>
                      <a:pt x="0" y="10"/>
                      <a:pt x="0" y="7"/>
                      <a:pt x="1" y="5"/>
                    </a:cubicBezTo>
                    <a:cubicBezTo>
                      <a:pt x="3" y="1"/>
                      <a:pt x="5" y="0"/>
                      <a:pt x="9" y="0"/>
                    </a:cubicBezTo>
                    <a:cubicBezTo>
                      <a:pt x="13" y="0"/>
                      <a:pt x="15" y="2"/>
                      <a:pt x="16" y="5"/>
                    </a:cubicBezTo>
                    <a:cubicBezTo>
                      <a:pt x="18" y="10"/>
                      <a:pt x="18" y="15"/>
                      <a:pt x="16" y="20"/>
                    </a:cubicBezTo>
                    <a:cubicBezTo>
                      <a:pt x="15" y="23"/>
                      <a:pt x="12" y="25"/>
                      <a:pt x="8" y="25"/>
                    </a:cubicBezTo>
                    <a:cubicBezTo>
                      <a:pt x="5" y="25"/>
                      <a:pt x="2" y="23"/>
                      <a:pt x="1" y="20"/>
                    </a:cubicBezTo>
                    <a:cubicBezTo>
                      <a:pt x="0" y="17"/>
                      <a:pt x="0" y="15"/>
                      <a:pt x="0" y="12"/>
                    </a:cubicBezTo>
                    <a:close/>
                  </a:path>
                </a:pathLst>
              </a:custGeom>
              <a:solidFill>
                <a:srgbClr val="0079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grpSp>
        <p:sp>
          <p:nvSpPr>
            <p:cNvPr id="120" name="正方形/長方形 119"/>
            <p:cNvSpPr/>
            <p:nvPr/>
          </p:nvSpPr>
          <p:spPr>
            <a:xfrm>
              <a:off x="7740000" y="3924000"/>
              <a:ext cx="360000" cy="288000"/>
            </a:xfrm>
            <a:prstGeom prst="rect">
              <a:avLst/>
            </a:prstGeom>
            <a:solidFill>
              <a:srgbClr val="0079D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00" b="1">
                  <a:latin typeface="游ゴシック" panose="020B0400000000000000" pitchFamily="50" charset="-128"/>
                  <a:ea typeface="游ゴシック" panose="020B0400000000000000" pitchFamily="50" charset="-128"/>
                </a:rPr>
                <a:t>Data</a:t>
              </a:r>
            </a:p>
            <a:p>
              <a:pPr algn="ctr"/>
              <a:r>
                <a:rPr kumimoji="1" lang="en-US" altLang="ja-JP" sz="1000" b="1">
                  <a:latin typeface="游ゴシック" panose="020B0400000000000000" pitchFamily="50" charset="-128"/>
                  <a:ea typeface="游ゴシック" panose="020B0400000000000000" pitchFamily="50" charset="-128"/>
                </a:rPr>
                <a:t>verse</a:t>
              </a:r>
              <a:endParaRPr kumimoji="1" lang="ja-JP" altLang="en-US" sz="1000" b="1">
                <a:latin typeface="游ゴシック" panose="020B0400000000000000" pitchFamily="50" charset="-128"/>
                <a:ea typeface="游ゴシック" panose="020B0400000000000000" pitchFamily="50" charset="-128"/>
              </a:endParaRPr>
            </a:p>
          </p:txBody>
        </p:sp>
      </p:grpSp>
      <p:cxnSp>
        <p:nvCxnSpPr>
          <p:cNvPr id="129" name="直線矢印コネクタ 128"/>
          <p:cNvCxnSpPr>
            <a:stCxn id="47" idx="2"/>
            <a:endCxn id="97" idx="0"/>
          </p:cNvCxnSpPr>
          <p:nvPr/>
        </p:nvCxnSpPr>
        <p:spPr>
          <a:xfrm>
            <a:off x="6836371" y="2828883"/>
            <a:ext cx="0" cy="737637"/>
          </a:xfrm>
          <a:prstGeom prst="straightConnector1">
            <a:avLst/>
          </a:prstGeom>
          <a:ln w="38100">
            <a:solidFill>
              <a:schemeClr val="accent3"/>
            </a:solidFill>
            <a:headEnd type="triangle"/>
            <a:tailEnd type="triangle"/>
          </a:ln>
        </p:spPr>
        <p:style>
          <a:lnRef idx="1">
            <a:schemeClr val="accent3"/>
          </a:lnRef>
          <a:fillRef idx="0">
            <a:schemeClr val="accent3"/>
          </a:fillRef>
          <a:effectRef idx="0">
            <a:schemeClr val="accent3"/>
          </a:effectRef>
          <a:fontRef idx="minor">
            <a:schemeClr val="tx1"/>
          </a:fontRef>
        </p:style>
      </p:cxnSp>
      <p:sp>
        <p:nvSpPr>
          <p:cNvPr id="47" name="角丸四角形 46"/>
          <p:cNvSpPr/>
          <p:nvPr/>
        </p:nvSpPr>
        <p:spPr>
          <a:xfrm>
            <a:off x="5671741" y="1607954"/>
            <a:ext cx="2329259" cy="1220929"/>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AP</a:t>
            </a:r>
            <a:r>
              <a:rPr kumimoji="1" lang="ja-JP" altLang="en-US" sz="1600" b="1">
                <a:solidFill>
                  <a:schemeClr val="tx1"/>
                </a:solidFill>
                <a:latin typeface="游ゴシック" panose="020B0400000000000000" pitchFamily="50" charset="-128"/>
                <a:ea typeface="游ゴシック" panose="020B0400000000000000" pitchFamily="50" charset="-128"/>
              </a:rPr>
              <a:t>兼</a:t>
            </a:r>
            <a:r>
              <a:rPr kumimoji="1" lang="en-US" altLang="ja-JP" sz="1600" b="1">
                <a:solidFill>
                  <a:schemeClr val="tx1"/>
                </a:solidFill>
                <a:latin typeface="游ゴシック" panose="020B0400000000000000" pitchFamily="50" charset="-128"/>
                <a:ea typeface="游ゴシック" panose="020B0400000000000000" pitchFamily="50" charset="-128"/>
              </a:rPr>
              <a:t>Storage</a:t>
            </a:r>
            <a:r>
              <a:rPr kumimoji="1" lang="ja-JP" altLang="en-US" sz="1600" b="1">
                <a:solidFill>
                  <a:schemeClr val="tx1"/>
                </a:solidFill>
                <a:latin typeface="游ゴシック" panose="020B0400000000000000" pitchFamily="50" charset="-128"/>
                <a:ea typeface="游ゴシック" panose="020B0400000000000000" pitchFamily="50" charset="-128"/>
              </a:rPr>
              <a:t>サーバ（</a:t>
            </a:r>
            <a:r>
              <a:rPr kumimoji="1" lang="en-US" altLang="ja-JP" sz="1600" b="1">
                <a:solidFill>
                  <a:schemeClr val="tx1"/>
                </a:solidFill>
                <a:latin typeface="游ゴシック" panose="020B0400000000000000" pitchFamily="50" charset="-128"/>
                <a:ea typeface="游ゴシック" panose="020B0400000000000000" pitchFamily="50" charset="-128"/>
              </a:rPr>
              <a:t>Windows OS</a:t>
            </a:r>
            <a:r>
              <a:rPr kumimoji="1" lang="ja-JP" altLang="en-US" sz="1600" b="1">
                <a:solidFill>
                  <a:schemeClr val="tx1"/>
                </a:solidFill>
                <a:latin typeface="游ゴシック" panose="020B0400000000000000" pitchFamily="50" charset="-128"/>
                <a:ea typeface="游ゴシック" panose="020B0400000000000000" pitchFamily="50" charset="-128"/>
              </a:rPr>
              <a:t>）</a:t>
            </a:r>
            <a:endParaRPr kumimoji="1" lang="en-US" altLang="ja-JP" sz="1600" b="1">
              <a:solidFill>
                <a:schemeClr val="tx1"/>
              </a:solidFill>
              <a:latin typeface="游ゴシック" panose="020B0400000000000000" pitchFamily="50" charset="-128"/>
              <a:ea typeface="游ゴシック" panose="020B0400000000000000" pitchFamily="50" charset="-128"/>
            </a:endParaRPr>
          </a:p>
          <a:p>
            <a:pPr algn="ctr"/>
            <a:r>
              <a:rPr kumimoji="1" lang="en-US" altLang="ja-JP" sz="1600" b="1">
                <a:solidFill>
                  <a:schemeClr val="tx1"/>
                </a:solidFill>
                <a:latin typeface="游ゴシック" panose="020B0400000000000000" pitchFamily="50" charset="-128"/>
                <a:ea typeface="游ゴシック" panose="020B0400000000000000" pitchFamily="50" charset="-128"/>
              </a:rPr>
              <a:t>Java</a:t>
            </a:r>
            <a:r>
              <a:rPr kumimoji="1" lang="ja-JP" altLang="en-US" sz="1600" b="1">
                <a:solidFill>
                  <a:schemeClr val="tx1"/>
                </a:solidFill>
                <a:latin typeface="游ゴシック" panose="020B0400000000000000" pitchFamily="50" charset="-128"/>
                <a:ea typeface="游ゴシック" panose="020B0400000000000000" pitchFamily="50" charset="-128"/>
              </a:rPr>
              <a:t>アプリ</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32" name="角丸四角形 31"/>
          <p:cNvSpPr/>
          <p:nvPr/>
        </p:nvSpPr>
        <p:spPr>
          <a:xfrm>
            <a:off x="760912" y="1194921"/>
            <a:ext cx="2275087" cy="1501727"/>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各所オフラス</a:t>
            </a:r>
            <a:endParaRPr kumimoji="1" lang="en-US" altLang="ja-JP" sz="1600" b="1">
              <a:solidFill>
                <a:schemeClr val="tx1"/>
              </a:solidFill>
              <a:latin typeface="游ゴシック" panose="020B0400000000000000" pitchFamily="50" charset="-128"/>
              <a:ea typeface="游ゴシック" panose="020B0400000000000000" pitchFamily="50" charset="-128"/>
            </a:endParaRP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a:t>
            </a:r>
            <a:r>
              <a:rPr kumimoji="1" lang="en-US" altLang="ja-JP" sz="1600" b="1">
                <a:solidFill>
                  <a:schemeClr val="tx1"/>
                </a:solidFill>
                <a:latin typeface="游ゴシック" panose="020B0400000000000000" pitchFamily="50" charset="-128"/>
                <a:ea typeface="游ゴシック" panose="020B0400000000000000" pitchFamily="50" charset="-128"/>
              </a:rPr>
              <a:t>EAI</a:t>
            </a:r>
            <a:r>
              <a:rPr kumimoji="1" lang="ja-JP" altLang="en-US" sz="1600" b="1">
                <a:solidFill>
                  <a:schemeClr val="tx1"/>
                </a:solidFill>
                <a:latin typeface="游ゴシック" panose="020B0400000000000000" pitchFamily="50" charset="-128"/>
                <a:ea typeface="游ゴシック" panose="020B0400000000000000" pitchFamily="50" charset="-128"/>
              </a:rPr>
              <a:t>サーバ</a:t>
            </a:r>
            <a:r>
              <a:rPr kumimoji="1" lang="en-US" altLang="ja-JP" sz="1600" b="1">
                <a:solidFill>
                  <a:schemeClr val="tx1"/>
                </a:solidFill>
                <a:latin typeface="游ゴシック" panose="020B0400000000000000" pitchFamily="50" charset="-128"/>
                <a:ea typeface="游ゴシック" panose="020B0400000000000000" pitchFamily="50" charset="-128"/>
              </a:rPr>
              <a:t>)</a:t>
            </a:r>
            <a:endParaRPr kumimoji="1" lang="ja-JP" altLang="en-US" sz="1600" b="1">
              <a:solidFill>
                <a:schemeClr val="tx1"/>
              </a:solidFill>
              <a:latin typeface="游ゴシック" panose="020B0400000000000000" pitchFamily="50" charset="-128"/>
              <a:ea typeface="游ゴシック" panose="020B0400000000000000" pitchFamily="50" charset="-128"/>
            </a:endParaRPr>
          </a:p>
        </p:txBody>
      </p:sp>
      <p:sp>
        <p:nvSpPr>
          <p:cNvPr id="33" name="角丸四角形 32"/>
          <p:cNvSpPr/>
          <p:nvPr/>
        </p:nvSpPr>
        <p:spPr>
          <a:xfrm>
            <a:off x="760912" y="2822808"/>
            <a:ext cx="2275087" cy="1501727"/>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en-US" altLang="ja-JP" sz="1600" b="1" err="1">
                <a:solidFill>
                  <a:schemeClr val="tx1"/>
                </a:solidFill>
                <a:latin typeface="游ゴシック" panose="020B0400000000000000" pitchFamily="50" charset="-128"/>
                <a:ea typeface="游ゴシック" panose="020B0400000000000000" pitchFamily="50" charset="-128"/>
              </a:rPr>
              <a:t>OneSAP</a:t>
            </a:r>
            <a:endParaRPr kumimoji="1" lang="en-US" altLang="ja-JP" sz="1600" b="1">
              <a:solidFill>
                <a:schemeClr val="tx1"/>
              </a:solidFill>
              <a:latin typeface="游ゴシック" panose="020B0400000000000000" pitchFamily="50" charset="-128"/>
              <a:ea typeface="游ゴシック" panose="020B0400000000000000" pitchFamily="50" charset="-128"/>
            </a:endParaRPr>
          </a:p>
          <a:p>
            <a:pPr algn="ctr"/>
            <a:r>
              <a:rPr kumimoji="1" lang="ja-JP" altLang="en-US" sz="1600" b="1">
                <a:solidFill>
                  <a:schemeClr val="tx1"/>
                </a:solidFill>
                <a:latin typeface="游ゴシック" panose="020B0400000000000000" pitchFamily="50" charset="-128"/>
              </a:rPr>
              <a:t>（連携</a:t>
            </a:r>
            <a:r>
              <a:rPr kumimoji="1" lang="en-US" altLang="ja-JP" sz="1600" b="1">
                <a:solidFill>
                  <a:schemeClr val="tx1"/>
                </a:solidFill>
                <a:latin typeface="游ゴシック" panose="020B0400000000000000" pitchFamily="50" charset="-128"/>
              </a:rPr>
              <a:t>NAS</a:t>
            </a:r>
            <a:r>
              <a:rPr kumimoji="1" lang="ja-JP" altLang="en-US" sz="1600" b="1">
                <a:solidFill>
                  <a:schemeClr val="tx1"/>
                </a:solidFill>
                <a:latin typeface="游ゴシック" panose="020B0400000000000000" pitchFamily="50" charset="-128"/>
              </a:rPr>
              <a:t>）</a:t>
            </a:r>
            <a:endParaRPr kumimoji="1" lang="ja-JP" altLang="en-US" sz="1600" b="1">
              <a:solidFill>
                <a:schemeClr val="tx1"/>
              </a:solidFill>
              <a:latin typeface="游ゴシック" panose="020B0400000000000000" pitchFamily="50" charset="-128"/>
              <a:ea typeface="游ゴシック" panose="020B0400000000000000" pitchFamily="50" charset="-128"/>
            </a:endParaRPr>
          </a:p>
        </p:txBody>
      </p:sp>
      <p:cxnSp>
        <p:nvCxnSpPr>
          <p:cNvPr id="36" name="直線矢印コネクタ 160"/>
          <p:cNvCxnSpPr>
            <a:stCxn id="47" idx="1"/>
            <a:endCxn id="32" idx="3"/>
          </p:cNvCxnSpPr>
          <p:nvPr/>
        </p:nvCxnSpPr>
        <p:spPr>
          <a:xfrm rot="10800000">
            <a:off x="3035999" y="1945785"/>
            <a:ext cx="2635742" cy="272634"/>
          </a:xfrm>
          <a:prstGeom prst="bentConnector3">
            <a:avLst>
              <a:gd name="adj1" fmla="val 30795"/>
            </a:avLst>
          </a:prstGeom>
          <a:ln w="38100">
            <a:solidFill>
              <a:schemeClr val="accent3"/>
            </a:solidFill>
            <a:headEnd type="triangle"/>
            <a:tailEnd type="triangle"/>
          </a:ln>
        </p:spPr>
        <p:style>
          <a:lnRef idx="1">
            <a:schemeClr val="accent3"/>
          </a:lnRef>
          <a:fillRef idx="0">
            <a:schemeClr val="accent3"/>
          </a:fillRef>
          <a:effectRef idx="0">
            <a:schemeClr val="accent3"/>
          </a:effectRef>
          <a:fontRef idx="minor">
            <a:schemeClr val="tx1"/>
          </a:fontRef>
        </p:style>
      </p:cxnSp>
      <p:sp>
        <p:nvSpPr>
          <p:cNvPr id="41" name="角丸四角形 40"/>
          <p:cNvSpPr/>
          <p:nvPr/>
        </p:nvSpPr>
        <p:spPr>
          <a:xfrm>
            <a:off x="8960232" y="1905516"/>
            <a:ext cx="2253941"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A-Auto</a:t>
            </a:r>
          </a:p>
          <a:p>
            <a:pPr algn="ctr"/>
            <a:r>
              <a:rPr kumimoji="1" lang="en-US" altLang="ja-JP" sz="1600" b="1">
                <a:solidFill>
                  <a:schemeClr val="tx1"/>
                </a:solidFill>
                <a:latin typeface="游ゴシック" panose="020B0400000000000000" pitchFamily="50" charset="-128"/>
                <a:ea typeface="游ゴシック" panose="020B0400000000000000" pitchFamily="50" charset="-128"/>
              </a:rPr>
              <a:t>(</a:t>
            </a:r>
            <a:r>
              <a:rPr kumimoji="1" lang="ja-JP" altLang="en-US" sz="1600" b="1">
                <a:solidFill>
                  <a:schemeClr val="tx1"/>
                </a:solidFill>
                <a:latin typeface="游ゴシック" panose="020B0400000000000000" pitchFamily="50" charset="-128"/>
                <a:ea typeface="游ゴシック" panose="020B0400000000000000" pitchFamily="50" charset="-128"/>
              </a:rPr>
              <a:t>バッチスケジューラ</a:t>
            </a:r>
            <a:r>
              <a:rPr kumimoji="1" lang="en-US" altLang="ja-JP" sz="1600" b="1">
                <a:solidFill>
                  <a:schemeClr val="tx1"/>
                </a:solidFill>
                <a:latin typeface="游ゴシック" panose="020B0400000000000000" pitchFamily="50" charset="-128"/>
                <a:ea typeface="游ゴシック" panose="020B0400000000000000" pitchFamily="50" charset="-128"/>
              </a:rPr>
              <a:t>)</a:t>
            </a:r>
          </a:p>
        </p:txBody>
      </p:sp>
      <p:sp>
        <p:nvSpPr>
          <p:cNvPr id="74" name="テキスト ボックス 73">
            <a:extLst>
              <a:ext uri="{FF2B5EF4-FFF2-40B4-BE49-F238E27FC236}">
                <a16:creationId xmlns:a16="http://schemas.microsoft.com/office/drawing/2014/main" id="{CB64EBD9-D4B5-6FEC-0C6A-86BD39E78D71}"/>
              </a:ext>
            </a:extLst>
          </p:cNvPr>
          <p:cNvSpPr txBox="1"/>
          <p:nvPr/>
        </p:nvSpPr>
        <p:spPr>
          <a:xfrm>
            <a:off x="2971396" y="2021015"/>
            <a:ext cx="1966080" cy="646331"/>
          </a:xfrm>
          <a:prstGeom prst="rect">
            <a:avLst/>
          </a:prstGeom>
          <a:noFill/>
        </p:spPr>
        <p:txBody>
          <a:bodyPr wrap="square">
            <a:spAutoFit/>
          </a:bodyPr>
          <a:lstStyle/>
          <a:p>
            <a:r>
              <a:rPr lang="ja-JP" altLang="en-US" sz="1200" b="1">
                <a:latin typeface="+mn-ea"/>
              </a:rPr>
              <a:t>既存と同様に</a:t>
            </a:r>
            <a:r>
              <a:rPr lang="en-US" altLang="ja-JP" sz="1200" b="1">
                <a:latin typeface="+mn-ea"/>
              </a:rPr>
              <a:t>EAI</a:t>
            </a:r>
            <a:r>
              <a:rPr lang="ja-JP" altLang="en-US" sz="1200" b="1">
                <a:latin typeface="+mn-ea"/>
              </a:rPr>
              <a:t>リモート</a:t>
            </a:r>
            <a:endParaRPr lang="en-US" altLang="ja-JP" sz="1200" b="1">
              <a:latin typeface="+mn-ea"/>
            </a:endParaRPr>
          </a:p>
          <a:p>
            <a:r>
              <a:rPr lang="ja-JP" altLang="en-US" sz="1200" b="1">
                <a:latin typeface="+mn-ea"/>
              </a:rPr>
              <a:t>コントロールによる</a:t>
            </a:r>
            <a:endParaRPr lang="en-US" altLang="ja-JP" sz="1200" b="1">
              <a:latin typeface="+mn-ea"/>
            </a:endParaRPr>
          </a:p>
          <a:p>
            <a:r>
              <a:rPr lang="ja-JP" altLang="en-US" sz="1200" b="1">
                <a:latin typeface="+mn-ea"/>
              </a:rPr>
              <a:t>ファイル連携</a:t>
            </a:r>
          </a:p>
        </p:txBody>
      </p:sp>
      <p:sp>
        <p:nvSpPr>
          <p:cNvPr id="80" name="平行四辺形 79"/>
          <p:cNvSpPr/>
          <p:nvPr/>
        </p:nvSpPr>
        <p:spPr>
          <a:xfrm>
            <a:off x="5555174" y="2370039"/>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81" name="平行四辺形 80"/>
          <p:cNvSpPr/>
          <p:nvPr/>
        </p:nvSpPr>
        <p:spPr>
          <a:xfrm>
            <a:off x="5674918" y="2465291"/>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82" name="平行四辺形 81"/>
          <p:cNvSpPr/>
          <p:nvPr/>
        </p:nvSpPr>
        <p:spPr>
          <a:xfrm>
            <a:off x="5822031" y="2584834"/>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83" name="平行四辺形 82"/>
          <p:cNvSpPr/>
          <p:nvPr/>
        </p:nvSpPr>
        <p:spPr>
          <a:xfrm>
            <a:off x="1463611" y="1920161"/>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84" name="平行四辺形 83"/>
          <p:cNvSpPr/>
          <p:nvPr/>
        </p:nvSpPr>
        <p:spPr>
          <a:xfrm>
            <a:off x="1583355" y="2015413"/>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85" name="平行四辺形 84"/>
          <p:cNvSpPr/>
          <p:nvPr/>
        </p:nvSpPr>
        <p:spPr>
          <a:xfrm>
            <a:off x="1727591" y="2143321"/>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86" name="平行四辺形 85"/>
          <p:cNvSpPr/>
          <p:nvPr/>
        </p:nvSpPr>
        <p:spPr>
          <a:xfrm>
            <a:off x="1480483" y="3501560"/>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87" name="平行四辺形 86"/>
          <p:cNvSpPr/>
          <p:nvPr/>
        </p:nvSpPr>
        <p:spPr>
          <a:xfrm>
            <a:off x="1600227" y="3596812"/>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88" name="平行四辺形 87"/>
          <p:cNvSpPr/>
          <p:nvPr/>
        </p:nvSpPr>
        <p:spPr>
          <a:xfrm>
            <a:off x="1744463" y="3724720"/>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89" name="テキスト ボックス 88">
            <a:extLst>
              <a:ext uri="{FF2B5EF4-FFF2-40B4-BE49-F238E27FC236}">
                <a16:creationId xmlns:a16="http://schemas.microsoft.com/office/drawing/2014/main" id="{CB64EBD9-D4B5-6FEC-0C6A-86BD39E78D71}"/>
              </a:ext>
            </a:extLst>
          </p:cNvPr>
          <p:cNvSpPr txBox="1"/>
          <p:nvPr/>
        </p:nvSpPr>
        <p:spPr>
          <a:xfrm>
            <a:off x="2953501" y="5158100"/>
            <a:ext cx="1473314" cy="646331"/>
          </a:xfrm>
          <a:prstGeom prst="rect">
            <a:avLst/>
          </a:prstGeom>
          <a:noFill/>
        </p:spPr>
        <p:txBody>
          <a:bodyPr wrap="square">
            <a:spAutoFit/>
          </a:bodyPr>
          <a:lstStyle/>
          <a:p>
            <a:r>
              <a:rPr lang="ja-JP" altLang="en-US" sz="1200" b="1">
                <a:solidFill>
                  <a:srgbClr val="FF0000"/>
                </a:solidFill>
                <a:latin typeface="+mn-ea"/>
              </a:rPr>
              <a:t>共通</a:t>
            </a:r>
            <a:r>
              <a:rPr lang="en-US" altLang="ja-JP" sz="1200" b="1">
                <a:solidFill>
                  <a:srgbClr val="FF0000"/>
                </a:solidFill>
                <a:latin typeface="+mn-ea"/>
              </a:rPr>
              <a:t>Oracle</a:t>
            </a:r>
            <a:r>
              <a:rPr lang="ja-JP" altLang="en-US" sz="1200" b="1">
                <a:solidFill>
                  <a:srgbClr val="FF0000"/>
                </a:solidFill>
                <a:latin typeface="+mn-ea"/>
              </a:rPr>
              <a:t>を直接参照している</a:t>
            </a:r>
            <a:endParaRPr lang="en-US" altLang="ja-JP" sz="1200" b="1">
              <a:solidFill>
                <a:srgbClr val="FF0000"/>
              </a:solidFill>
              <a:latin typeface="+mn-ea"/>
            </a:endParaRPr>
          </a:p>
          <a:p>
            <a:r>
              <a:rPr lang="en-US" altLang="ja-JP" sz="1200" b="1">
                <a:solidFill>
                  <a:srgbClr val="FF0000"/>
                </a:solidFill>
                <a:latin typeface="+mn-ea"/>
              </a:rPr>
              <a:t>※</a:t>
            </a:r>
            <a:r>
              <a:rPr lang="ja-JP" altLang="en-US" sz="1200" b="1">
                <a:solidFill>
                  <a:srgbClr val="FF0000"/>
                </a:solidFill>
                <a:latin typeface="+mn-ea"/>
              </a:rPr>
              <a:t>本件では対象外</a:t>
            </a:r>
          </a:p>
        </p:txBody>
      </p:sp>
      <p:sp>
        <p:nvSpPr>
          <p:cNvPr id="46" name="角丸四角形 45"/>
          <p:cNvSpPr/>
          <p:nvPr/>
        </p:nvSpPr>
        <p:spPr>
          <a:xfrm>
            <a:off x="715079" y="4444245"/>
            <a:ext cx="2275087" cy="1336069"/>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数量確定システム</a:t>
            </a:r>
          </a:p>
        </p:txBody>
      </p:sp>
      <p:cxnSp>
        <p:nvCxnSpPr>
          <p:cNvPr id="48" name="直線矢印コネクタ 160"/>
          <p:cNvCxnSpPr>
            <a:stCxn id="120" idx="1"/>
            <a:endCxn id="46" idx="3"/>
          </p:cNvCxnSpPr>
          <p:nvPr/>
        </p:nvCxnSpPr>
        <p:spPr>
          <a:xfrm rot="10800000" flipV="1">
            <a:off x="2990166" y="4490474"/>
            <a:ext cx="3528994" cy="621806"/>
          </a:xfrm>
          <a:prstGeom prst="bentConnector3">
            <a:avLst>
              <a:gd name="adj1" fmla="val 46067"/>
            </a:avLst>
          </a:prstGeom>
          <a:ln w="38100">
            <a:solidFill>
              <a:schemeClr val="bg1">
                <a:lumMod val="75000"/>
              </a:schemeClr>
            </a:solidFill>
            <a:prstDash val="dash"/>
            <a:headEnd type="none"/>
            <a:tailEnd type="triangle"/>
          </a:ln>
        </p:spPr>
        <p:style>
          <a:lnRef idx="1">
            <a:schemeClr val="accent3"/>
          </a:lnRef>
          <a:fillRef idx="0">
            <a:schemeClr val="accent3"/>
          </a:fillRef>
          <a:effectRef idx="0">
            <a:schemeClr val="accent3"/>
          </a:effectRef>
          <a:fontRef idx="minor">
            <a:schemeClr val="tx1"/>
          </a:fontRef>
        </p:style>
      </p:cxnSp>
      <p:sp>
        <p:nvSpPr>
          <p:cNvPr id="49" name="テキスト ボックス 48">
            <a:extLst>
              <a:ext uri="{FF2B5EF4-FFF2-40B4-BE49-F238E27FC236}">
                <a16:creationId xmlns:a16="http://schemas.microsoft.com/office/drawing/2014/main" id="{CB64EBD9-D4B5-6FEC-0C6A-86BD39E78D71}"/>
              </a:ext>
            </a:extLst>
          </p:cNvPr>
          <p:cNvSpPr txBox="1"/>
          <p:nvPr/>
        </p:nvSpPr>
        <p:spPr>
          <a:xfrm>
            <a:off x="2971624" y="3718381"/>
            <a:ext cx="2170859" cy="646331"/>
          </a:xfrm>
          <a:prstGeom prst="rect">
            <a:avLst/>
          </a:prstGeom>
          <a:noFill/>
        </p:spPr>
        <p:txBody>
          <a:bodyPr wrap="square">
            <a:spAutoFit/>
          </a:bodyPr>
          <a:lstStyle/>
          <a:p>
            <a:r>
              <a:rPr lang="en-US" altLang="ja-JP" sz="1200" b="1">
                <a:solidFill>
                  <a:srgbClr val="FF0000"/>
                </a:solidFill>
                <a:latin typeface="+mn-ea"/>
              </a:rPr>
              <a:t>OWFT</a:t>
            </a:r>
            <a:r>
              <a:rPr lang="ja-JP" altLang="en-US" sz="1200" b="1">
                <a:solidFill>
                  <a:srgbClr val="FF0000"/>
                </a:solidFill>
                <a:latin typeface="+mn-ea"/>
              </a:rPr>
              <a:t>廃止に伴い、</a:t>
            </a:r>
            <a:endParaRPr lang="en-US" altLang="ja-JP" sz="1200" b="1">
              <a:solidFill>
                <a:srgbClr val="FF0000"/>
              </a:solidFill>
              <a:latin typeface="+mn-ea"/>
            </a:endParaRPr>
          </a:p>
          <a:p>
            <a:r>
              <a:rPr lang="ja-JP" altLang="en-US" sz="1200" b="1">
                <a:solidFill>
                  <a:srgbClr val="FF0000"/>
                </a:solidFill>
                <a:latin typeface="+mn-ea"/>
              </a:rPr>
              <a:t>連携方法変更</a:t>
            </a:r>
            <a:endParaRPr lang="en-US" altLang="ja-JP" sz="1200" b="1">
              <a:solidFill>
                <a:srgbClr val="FF0000"/>
              </a:solidFill>
              <a:latin typeface="+mn-ea"/>
            </a:endParaRPr>
          </a:p>
          <a:p>
            <a:r>
              <a:rPr lang="en-US" altLang="ja-JP" sz="1200" b="1">
                <a:solidFill>
                  <a:srgbClr val="FF0000"/>
                </a:solidFill>
                <a:latin typeface="+mn-ea"/>
              </a:rPr>
              <a:t>※</a:t>
            </a:r>
            <a:r>
              <a:rPr lang="ja-JP" altLang="en-US" sz="1200" b="1">
                <a:solidFill>
                  <a:srgbClr val="FF0000"/>
                </a:solidFill>
                <a:latin typeface="+mn-ea"/>
              </a:rPr>
              <a:t>詳細は</a:t>
            </a:r>
            <a:r>
              <a:rPr lang="en-US" altLang="ja-JP" sz="1200" b="1">
                <a:solidFill>
                  <a:srgbClr val="FF0000"/>
                </a:solidFill>
                <a:latin typeface="+mn-ea"/>
              </a:rPr>
              <a:t>P11</a:t>
            </a:r>
            <a:r>
              <a:rPr lang="ja-JP" altLang="en-US" sz="1200" b="1">
                <a:solidFill>
                  <a:srgbClr val="FF0000"/>
                </a:solidFill>
                <a:latin typeface="+mn-ea"/>
              </a:rPr>
              <a:t>「補足」参照</a:t>
            </a:r>
          </a:p>
        </p:txBody>
      </p:sp>
      <p:sp>
        <p:nvSpPr>
          <p:cNvPr id="50" name="平行四辺形 49"/>
          <p:cNvSpPr/>
          <p:nvPr/>
        </p:nvSpPr>
        <p:spPr>
          <a:xfrm>
            <a:off x="1509135" y="4891023"/>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51" name="平行四辺形 50"/>
          <p:cNvSpPr/>
          <p:nvPr/>
        </p:nvSpPr>
        <p:spPr>
          <a:xfrm>
            <a:off x="1628879" y="4986275"/>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52" name="平行四辺形 51"/>
          <p:cNvSpPr/>
          <p:nvPr/>
        </p:nvSpPr>
        <p:spPr>
          <a:xfrm>
            <a:off x="1773115" y="5114183"/>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cxnSp>
        <p:nvCxnSpPr>
          <p:cNvPr id="58" name="直線矢印コネクタ 160"/>
          <p:cNvCxnSpPr>
            <a:stCxn id="47" idx="1"/>
            <a:endCxn id="33" idx="3"/>
          </p:cNvCxnSpPr>
          <p:nvPr/>
        </p:nvCxnSpPr>
        <p:spPr>
          <a:xfrm rot="10800000" flipV="1">
            <a:off x="3035999" y="2218418"/>
            <a:ext cx="2635742" cy="1355253"/>
          </a:xfrm>
          <a:prstGeom prst="bentConnector3">
            <a:avLst>
              <a:gd name="adj1" fmla="val 30486"/>
            </a:avLst>
          </a:prstGeom>
          <a:ln w="38100">
            <a:solidFill>
              <a:schemeClr val="accent3"/>
            </a:solidFill>
            <a:prstDash val="dash"/>
            <a:headEnd type="triangle"/>
            <a:tailEnd type="triangle"/>
          </a:ln>
        </p:spPr>
        <p:style>
          <a:lnRef idx="1">
            <a:schemeClr val="accent3"/>
          </a:lnRef>
          <a:fillRef idx="0">
            <a:schemeClr val="accent3"/>
          </a:fillRef>
          <a:effectRef idx="0">
            <a:schemeClr val="accent3"/>
          </a:effectRef>
          <a:fontRef idx="minor">
            <a:schemeClr val="tx1"/>
          </a:fontRef>
        </p:style>
      </p:cxnSp>
      <p:sp>
        <p:nvSpPr>
          <p:cNvPr id="5" name="加算 4"/>
          <p:cNvSpPr/>
          <p:nvPr/>
        </p:nvSpPr>
        <p:spPr>
          <a:xfrm rot="2683330">
            <a:off x="3493453" y="3335907"/>
            <a:ext cx="497231" cy="475527"/>
          </a:xfrm>
          <a:prstGeom prst="mathPlus">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9" name="直線矢印コネクタ 160"/>
          <p:cNvCxnSpPr>
            <a:stCxn id="46" idx="1"/>
            <a:endCxn id="32" idx="1"/>
          </p:cNvCxnSpPr>
          <p:nvPr/>
        </p:nvCxnSpPr>
        <p:spPr>
          <a:xfrm rot="10800000" flipH="1">
            <a:off x="715078" y="1945786"/>
            <a:ext cx="45833" cy="3166495"/>
          </a:xfrm>
          <a:prstGeom prst="bentConnector3">
            <a:avLst>
              <a:gd name="adj1" fmla="val -498767"/>
            </a:avLst>
          </a:prstGeom>
          <a:ln w="38100">
            <a:solidFill>
              <a:schemeClr val="bg1">
                <a:lumMod val="75000"/>
              </a:schemeClr>
            </a:solidFill>
            <a:prstDash val="dash"/>
            <a:headEnd type="none"/>
            <a:tailEnd type="triangle"/>
          </a:ln>
        </p:spPr>
        <p:style>
          <a:lnRef idx="1">
            <a:schemeClr val="accent3"/>
          </a:lnRef>
          <a:fillRef idx="0">
            <a:schemeClr val="accent3"/>
          </a:fillRef>
          <a:effectRef idx="0">
            <a:schemeClr val="accent3"/>
          </a:effectRef>
          <a:fontRef idx="minor">
            <a:schemeClr val="tx1"/>
          </a:fontRef>
        </p:style>
      </p:cxnSp>
      <p:cxnSp>
        <p:nvCxnSpPr>
          <p:cNvPr id="56" name="直線矢印コネクタ 55"/>
          <p:cNvCxnSpPr>
            <a:stCxn id="47" idx="3"/>
            <a:endCxn id="41" idx="1"/>
          </p:cNvCxnSpPr>
          <p:nvPr/>
        </p:nvCxnSpPr>
        <p:spPr>
          <a:xfrm flipV="1">
            <a:off x="8001000" y="2218418"/>
            <a:ext cx="959232" cy="1"/>
          </a:xfrm>
          <a:prstGeom prst="straightConnector1">
            <a:avLst/>
          </a:prstGeom>
          <a:ln w="38100">
            <a:solidFill>
              <a:schemeClr val="accent3"/>
            </a:solidFill>
            <a:headEnd type="triangle"/>
            <a:tailEnd type="triangle"/>
          </a:ln>
        </p:spPr>
        <p:style>
          <a:lnRef idx="1">
            <a:schemeClr val="accent3"/>
          </a:lnRef>
          <a:fillRef idx="0">
            <a:schemeClr val="accent3"/>
          </a:fillRef>
          <a:effectRef idx="0">
            <a:schemeClr val="accent3"/>
          </a:effectRef>
          <a:fontRef idx="minor">
            <a:schemeClr val="tx1"/>
          </a:fontRef>
        </p:style>
      </p:cxnSp>
      <p:sp>
        <p:nvSpPr>
          <p:cNvPr id="3" name="フッター プレースホルダー 2"/>
          <p:cNvSpPr>
            <a:spLocks noGrp="1"/>
          </p:cNvSpPr>
          <p:nvPr>
            <p:ph type="ftr" sz="quarter" idx="11"/>
          </p:nvPr>
        </p:nvSpPr>
        <p:spPr/>
        <p:txBody>
          <a:bodyPr/>
          <a:lstStyle/>
          <a:p>
            <a:r>
              <a:rPr lang="en-US" smtClean="0"/>
              <a:t>Copyright © 2025 SystemEXE,Inc All Rights Reserved.</a:t>
            </a:r>
            <a:endParaRPr lang="en-US"/>
          </a:p>
        </p:txBody>
      </p:sp>
    </p:spTree>
    <p:extLst>
      <p:ext uri="{BB962C8B-B14F-4D97-AF65-F5344CB8AC3E}">
        <p14:creationId xmlns:p14="http://schemas.microsoft.com/office/powerpoint/2010/main" val="804980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５</a:t>
            </a:r>
            <a:r>
              <a:rPr lang="en-US" altLang="ja-JP">
                <a:latin typeface="游明朝" panose="02020400000000000000" pitchFamily="18" charset="-128"/>
                <a:ea typeface="游明朝" panose="02020400000000000000" pitchFamily="18" charset="-128"/>
              </a:rPr>
              <a:t>-1. </a:t>
            </a:r>
            <a:r>
              <a:rPr lang="ja-JP" altLang="en-US">
                <a:latin typeface="游明朝" panose="02020400000000000000" pitchFamily="18" charset="-128"/>
                <a:ea typeface="游明朝" panose="02020400000000000000" pitchFamily="18" charset="-128"/>
              </a:rPr>
              <a:t>対象機能数</a:t>
            </a:r>
            <a:endParaRPr kumimoji="1" lang="ja-JP" altLang="en-US"/>
          </a:p>
        </p:txBody>
      </p:sp>
      <p:sp>
        <p:nvSpPr>
          <p:cNvPr id="3" name="日付プレースホルダー 2"/>
          <p:cNvSpPr>
            <a:spLocks noGrp="1"/>
          </p:cNvSpPr>
          <p:nvPr>
            <p:ph type="dt" sz="half" idx="10"/>
          </p:nvPr>
        </p:nvSpPr>
        <p:spPr/>
        <p:txBody>
          <a:bodyPr/>
          <a:lstStyle/>
          <a:p>
            <a:r>
              <a:rPr lang="en-US" altLang="ja-JP" smtClean="0"/>
              <a:t>2025/7/7</a:t>
            </a:r>
            <a:endParaRPr lang="en-US"/>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633370351"/>
              </p:ext>
            </p:extLst>
          </p:nvPr>
        </p:nvGraphicFramePr>
        <p:xfrm>
          <a:off x="606000" y="936000"/>
          <a:ext cx="11215887" cy="5131153"/>
        </p:xfrm>
        <a:graphic>
          <a:graphicData uri="http://schemas.openxmlformats.org/drawingml/2006/table">
            <a:tbl>
              <a:tblPr firstRow="1" bandRow="1">
                <a:tableStyleId>{69012ECD-51FC-41F1-AA8D-1B2483CD663E}</a:tableStyleId>
              </a:tblPr>
              <a:tblGrid>
                <a:gridCol w="379677">
                  <a:extLst>
                    <a:ext uri="{9D8B030D-6E8A-4147-A177-3AD203B41FA5}">
                      <a16:colId xmlns:a16="http://schemas.microsoft.com/office/drawing/2014/main" val="820809534"/>
                    </a:ext>
                  </a:extLst>
                </a:gridCol>
                <a:gridCol w="2086328">
                  <a:extLst>
                    <a:ext uri="{9D8B030D-6E8A-4147-A177-3AD203B41FA5}">
                      <a16:colId xmlns:a16="http://schemas.microsoft.com/office/drawing/2014/main" val="2667349602"/>
                    </a:ext>
                  </a:extLst>
                </a:gridCol>
                <a:gridCol w="1554612">
                  <a:extLst>
                    <a:ext uri="{9D8B030D-6E8A-4147-A177-3AD203B41FA5}">
                      <a16:colId xmlns:a16="http://schemas.microsoft.com/office/drawing/2014/main" val="852570537"/>
                    </a:ext>
                  </a:extLst>
                </a:gridCol>
                <a:gridCol w="1504762">
                  <a:extLst>
                    <a:ext uri="{9D8B030D-6E8A-4147-A177-3AD203B41FA5}">
                      <a16:colId xmlns:a16="http://schemas.microsoft.com/office/drawing/2014/main" val="27644720"/>
                    </a:ext>
                  </a:extLst>
                </a:gridCol>
                <a:gridCol w="944924">
                  <a:extLst>
                    <a:ext uri="{9D8B030D-6E8A-4147-A177-3AD203B41FA5}">
                      <a16:colId xmlns:a16="http://schemas.microsoft.com/office/drawing/2014/main" val="3630344233"/>
                    </a:ext>
                  </a:extLst>
                </a:gridCol>
                <a:gridCol w="4745584">
                  <a:extLst>
                    <a:ext uri="{9D8B030D-6E8A-4147-A177-3AD203B41FA5}">
                      <a16:colId xmlns:a16="http://schemas.microsoft.com/office/drawing/2014/main" val="922789385"/>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分類</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600">
                          <a:solidFill>
                            <a:srgbClr val="FFFFFF"/>
                          </a:solidFill>
                          <a:latin typeface="游ゴシック"/>
                          <a:ea typeface="游ゴシック"/>
                        </a:rPr>
                        <a:t>As-Is</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600">
                          <a:solidFill>
                            <a:srgbClr val="FFFFFF"/>
                          </a:solidFill>
                          <a:latin typeface="游ゴシック"/>
                          <a:ea typeface="游ゴシック"/>
                        </a:rPr>
                        <a:t>To-Be</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本数</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対応概要</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dk1"/>
                          </a:solidFill>
                          <a:latin typeface="游ゴシック" panose="020B0400000000000000" pitchFamily="50" charset="-128"/>
                          <a:ea typeface="游ゴシック" panose="020B0400000000000000" pitchFamily="50" charset="-128"/>
                          <a:cs typeface="+mn-cs"/>
                        </a:rPr>
                        <a:t>1</a:t>
                      </a:r>
                      <a:endParaRPr kumimoji="1" lang="ja-JP" altLang="en-US" sz="1600"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ja-JP" sz="1600">
                          <a:latin typeface="游ゴシック" panose="020B0400000000000000" pitchFamily="50" charset="-128"/>
                          <a:ea typeface="+mn-ea"/>
                        </a:rPr>
                        <a:t>VB.NET</a:t>
                      </a:r>
                    </a:p>
                    <a:p>
                      <a:r>
                        <a:rPr lang="en-US" altLang="ja-JP" sz="1600">
                          <a:latin typeface="游ゴシック" panose="020B0400000000000000" pitchFamily="50" charset="-128"/>
                          <a:ea typeface="+mn-ea"/>
                        </a:rPr>
                        <a:t>(</a:t>
                      </a:r>
                      <a:r>
                        <a:rPr lang="ja-JP" altLang="en-US" sz="1600">
                          <a:latin typeface="游ゴシック" panose="020B0400000000000000" pitchFamily="50" charset="-128"/>
                          <a:ea typeface="+mn-ea"/>
                        </a:rPr>
                        <a:t>バッチ処理系</a:t>
                      </a:r>
                      <a:r>
                        <a:rPr lang="en-US" altLang="ja-JP" sz="1600">
                          <a:latin typeface="游ゴシック" panose="020B0400000000000000" pitchFamily="50" charset="-128"/>
                          <a:ea typeface="+mn-ea"/>
                        </a:rPr>
                        <a:t>) </a:t>
                      </a:r>
                      <a:endParaRPr lang="en-US" altLang="ja-JP" sz="1600">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a:buFont typeface="Arial" pitchFamily="34" charset="0"/>
                        <a:buNone/>
                      </a:pPr>
                      <a:r>
                        <a:rPr kumimoji="1" lang="en-US" altLang="ja-JP" sz="1600">
                          <a:solidFill>
                            <a:schemeClr val="tx1"/>
                          </a:solidFill>
                          <a:latin typeface="游ゴシック" panose="020B0400000000000000" pitchFamily="50" charset="-128"/>
                          <a:ea typeface="+mn-ea"/>
                        </a:rPr>
                        <a:t>VB.NET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a:buFont typeface="Arial" pitchFamily="34" charset="0"/>
                        <a:buNone/>
                      </a:pPr>
                      <a:r>
                        <a:rPr kumimoji="1" lang="en-US" altLang="ja-JP" sz="1600" b="1">
                          <a:solidFill>
                            <a:srgbClr val="FF0000"/>
                          </a:solidFill>
                          <a:latin typeface="游ゴシック" panose="020B0400000000000000" pitchFamily="50" charset="-128"/>
                          <a:ea typeface="+mn-ea"/>
                        </a:rPr>
                        <a:t>Java</a:t>
                      </a:r>
                      <a:endParaRPr kumimoji="1" lang="en-US" altLang="ja-JP" sz="1600" b="0">
                        <a:solidFill>
                          <a:schemeClr val="tx1"/>
                        </a:solidFill>
                        <a:latin typeface="游ゴシック" panose="020B0400000000000000" pitchFamily="50" charset="-128"/>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r">
                        <a:buFont typeface="Arial" pitchFamily="34" charset="0"/>
                        <a:buNone/>
                      </a:pPr>
                      <a:r>
                        <a:rPr kumimoji="1" lang="en-US" altLang="ja-JP" sz="1600" dirty="0" smtClean="0">
                          <a:solidFill>
                            <a:schemeClr val="tx1"/>
                          </a:solidFill>
                          <a:latin typeface="游ゴシック" panose="020B0400000000000000" pitchFamily="50" charset="-128"/>
                          <a:ea typeface="游ゴシック" panose="020B0400000000000000" pitchFamily="50" charset="-128"/>
                        </a:rPr>
                        <a:t>15</a:t>
                      </a:r>
                      <a:endParaRPr kumimoji="1" lang="en-US" altLang="ja-JP"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600">
                          <a:solidFill>
                            <a:schemeClr val="tx1"/>
                          </a:solidFill>
                          <a:latin typeface="游ゴシック" panose="020B0400000000000000" pitchFamily="50" charset="-128"/>
                          <a:ea typeface="+mn-ea"/>
                        </a:rPr>
                        <a:t>・</a:t>
                      </a:r>
                      <a:r>
                        <a:rPr kumimoji="1" lang="en-US" altLang="ja-JP" sz="1600">
                          <a:solidFill>
                            <a:schemeClr val="tx1"/>
                          </a:solidFill>
                          <a:latin typeface="游ゴシック" panose="020B0400000000000000" pitchFamily="50" charset="-128"/>
                          <a:ea typeface="+mn-ea"/>
                        </a:rPr>
                        <a:t>.NET</a:t>
                      </a:r>
                      <a:r>
                        <a:rPr kumimoji="1" lang="ja-JP" altLang="en-US" sz="1600">
                          <a:solidFill>
                            <a:schemeClr val="tx1"/>
                          </a:solidFill>
                          <a:latin typeface="游ゴシック" panose="020B0400000000000000" pitchFamily="50" charset="-128"/>
                          <a:ea typeface="+mn-ea"/>
                        </a:rPr>
                        <a:t>ベースから変更し、</a:t>
                      </a:r>
                      <a:r>
                        <a:rPr kumimoji="1" lang="en-US" altLang="ja-JP" sz="1600">
                          <a:solidFill>
                            <a:schemeClr val="tx1"/>
                          </a:solidFill>
                          <a:latin typeface="游ゴシック" panose="020B0400000000000000" pitchFamily="50" charset="-128"/>
                          <a:ea typeface="+mn-ea"/>
                        </a:rPr>
                        <a:t>Java</a:t>
                      </a:r>
                      <a:r>
                        <a:rPr kumimoji="1" lang="ja-JP" altLang="en-US" sz="1600">
                          <a:solidFill>
                            <a:schemeClr val="tx1"/>
                          </a:solidFill>
                          <a:latin typeface="游ゴシック" panose="020B0400000000000000" pitchFamily="50" charset="-128"/>
                          <a:ea typeface="+mn-ea"/>
                        </a:rPr>
                        <a:t>で新規構築</a:t>
                      </a:r>
                      <a:endParaRPr kumimoji="1" lang="en-US" altLang="ja-JP" sz="1600">
                        <a:solidFill>
                          <a:schemeClr val="tx1"/>
                        </a:solidFill>
                        <a:latin typeface="游ゴシック" panose="020B0400000000000000" pitchFamily="50" charset="-128"/>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600" kern="1200">
                          <a:solidFill>
                            <a:schemeClr val="dk1"/>
                          </a:solidFill>
                          <a:latin typeface="游ゴシック" panose="020B0400000000000000" pitchFamily="50" charset="-128"/>
                          <a:ea typeface="游ゴシック" panose="020B0400000000000000" pitchFamily="50" charset="-128"/>
                          <a:cs typeface="+mn-cs"/>
                        </a:rPr>
                        <a:t>2</a:t>
                      </a:r>
                      <a:endParaRPr kumimoji="1" lang="ja-JP" altLang="en-US" sz="1600"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600">
                          <a:latin typeface="游ゴシック" panose="020B0400000000000000" pitchFamily="50" charset="-128"/>
                          <a:ea typeface="游ゴシック" panose="020B0400000000000000" pitchFamily="50" charset="-128"/>
                        </a:rPr>
                        <a:t>Bat</a:t>
                      </a:r>
                      <a:r>
                        <a:rPr lang="ja-JP" altLang="en-US" sz="1600"/>
                        <a:t>スクリプト</a:t>
                      </a:r>
                      <a:endParaRPr lang="en-US" altLang="ja-JP" sz="1600">
                        <a:latin typeface="游ゴシック" panose="020B0400000000000000" pitchFamily="50" charset="-128"/>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600">
                          <a:solidFill>
                            <a:schemeClr val="tx1"/>
                          </a:solidFill>
                          <a:latin typeface="游ゴシック" panose="020B0400000000000000" pitchFamily="50" charset="-128"/>
                          <a:ea typeface="+mn-ea"/>
                        </a:rPr>
                        <a:t>Bat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600">
                          <a:solidFill>
                            <a:schemeClr val="tx1"/>
                          </a:solidFill>
                          <a:latin typeface="游ゴシック" panose="020B0400000000000000" pitchFamily="50" charset="-128"/>
                          <a:ea typeface="+mn-ea"/>
                        </a:rPr>
                        <a:t>Bat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r">
                        <a:buFont typeface="Arial" pitchFamily="34" charset="0"/>
                        <a:buNone/>
                      </a:pPr>
                      <a:r>
                        <a:rPr kumimoji="1" lang="en-US" altLang="ja-JP" sz="1600" dirty="0" smtClean="0">
                          <a:solidFill>
                            <a:schemeClr val="tx1"/>
                          </a:solidFill>
                          <a:latin typeface="游ゴシック" panose="020B0400000000000000" pitchFamily="50" charset="-128"/>
                          <a:ea typeface="游ゴシック" panose="020B0400000000000000" pitchFamily="50" charset="-128"/>
                        </a:rPr>
                        <a:t>16</a:t>
                      </a:r>
                      <a:endParaRPr kumimoji="1" lang="en-US" altLang="ja-JP"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600" b="1" dirty="0" smtClean="0">
                          <a:solidFill>
                            <a:srgbClr val="FF0000"/>
                          </a:solidFill>
                          <a:latin typeface="游ゴシック" panose="020B0400000000000000" pitchFamily="50" charset="-128"/>
                          <a:ea typeface="+mn-ea"/>
                        </a:rPr>
                        <a:t>・利用フォルダの変更（</a:t>
                      </a:r>
                      <a:r>
                        <a:rPr kumimoji="1" lang="en-US" altLang="ja-JP" sz="1600" b="1" dirty="0" smtClean="0">
                          <a:solidFill>
                            <a:srgbClr val="FF0000"/>
                          </a:solidFill>
                          <a:latin typeface="游ゴシック" panose="020B0400000000000000" pitchFamily="50" charset="-128"/>
                          <a:ea typeface="+mn-ea"/>
                        </a:rPr>
                        <a:t>D:\</a:t>
                      </a:r>
                      <a:r>
                        <a:rPr kumimoji="1" lang="ja-JP" altLang="en-US" sz="1600" b="1" dirty="0" smtClean="0">
                          <a:solidFill>
                            <a:srgbClr val="FF0000"/>
                          </a:solidFill>
                          <a:latin typeface="游ゴシック" panose="020B0400000000000000" pitchFamily="50" charset="-128"/>
                          <a:ea typeface="+mn-ea"/>
                        </a:rPr>
                        <a:t>→</a:t>
                      </a:r>
                      <a:r>
                        <a:rPr kumimoji="1" lang="en-US" altLang="ja-JP" sz="1600" b="1" dirty="0" smtClean="0">
                          <a:solidFill>
                            <a:srgbClr val="FF0000"/>
                          </a:solidFill>
                          <a:latin typeface="游ゴシック" panose="020B0400000000000000" pitchFamily="50" charset="-128"/>
                          <a:ea typeface="+mn-ea"/>
                        </a:rPr>
                        <a:t>G:\</a:t>
                      </a:r>
                      <a:r>
                        <a:rPr kumimoji="1" lang="ja-JP" altLang="en-US" sz="1600" b="1" dirty="0" smtClean="0">
                          <a:solidFill>
                            <a:srgbClr val="FF0000"/>
                          </a:solidFill>
                          <a:latin typeface="游ゴシック" panose="020B0400000000000000" pitchFamily="50" charset="-128"/>
                          <a:ea typeface="+mn-ea"/>
                        </a:rPr>
                        <a:t>）</a:t>
                      </a:r>
                      <a:endParaRPr kumimoji="1" lang="en-US" altLang="ja-JP" sz="1600" b="1" dirty="0" smtClean="0">
                        <a:solidFill>
                          <a:srgbClr val="FF0000"/>
                        </a:solidFill>
                        <a:latin typeface="游ゴシック" panose="020B0400000000000000" pitchFamily="50" charset="-128"/>
                        <a:ea typeface="+mn-ea"/>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600" dirty="0" smtClean="0">
                          <a:solidFill>
                            <a:schemeClr val="tx1"/>
                          </a:solidFill>
                          <a:latin typeface="游ゴシック" panose="020B0400000000000000" pitchFamily="50" charset="-128"/>
                          <a:ea typeface="+mn-ea"/>
                        </a:rPr>
                        <a:t>・</a:t>
                      </a:r>
                      <a:r>
                        <a:rPr kumimoji="1" lang="en-US" altLang="ja-JP" sz="1600" dirty="0">
                          <a:solidFill>
                            <a:schemeClr val="tx1"/>
                          </a:solidFill>
                          <a:latin typeface="游ゴシック" panose="020B0400000000000000" pitchFamily="50" charset="-128"/>
                          <a:ea typeface="+mn-ea"/>
                        </a:rPr>
                        <a:t>Windows</a:t>
                      </a:r>
                      <a:r>
                        <a:rPr kumimoji="1" lang="ja-JP" altLang="en-US" sz="1600" dirty="0">
                          <a:solidFill>
                            <a:schemeClr val="tx1"/>
                          </a:solidFill>
                          <a:latin typeface="游ゴシック" panose="020B0400000000000000" pitchFamily="50" charset="-128"/>
                          <a:ea typeface="+mn-ea"/>
                        </a:rPr>
                        <a:t>バッチファイルは既存ベースを想定</a:t>
                      </a:r>
                      <a:endParaRPr kumimoji="1" lang="en-US" altLang="ja-JP" sz="1600" dirty="0">
                        <a:solidFill>
                          <a:schemeClr val="tx1"/>
                        </a:solidFill>
                        <a:latin typeface="游ゴシック" panose="020B0400000000000000" pitchFamily="50" charset="-128"/>
                        <a:ea typeface="+mn-ea"/>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600" dirty="0">
                          <a:solidFill>
                            <a:schemeClr val="tx1"/>
                          </a:solidFill>
                          <a:latin typeface="游ゴシック" panose="020B0400000000000000" pitchFamily="50" charset="-128"/>
                          <a:ea typeface="+mn-ea"/>
                        </a:rPr>
                        <a:t>　</a:t>
                      </a:r>
                      <a:r>
                        <a:rPr kumimoji="1" lang="en-US" altLang="ja-JP" sz="1600" dirty="0">
                          <a:solidFill>
                            <a:schemeClr val="tx1"/>
                          </a:solidFill>
                          <a:latin typeface="游ゴシック" panose="020B0400000000000000" pitchFamily="50" charset="-128"/>
                          <a:ea typeface="+mn-ea"/>
                        </a:rPr>
                        <a:t>※</a:t>
                      </a:r>
                      <a:r>
                        <a:rPr kumimoji="1" lang="ja-JP" altLang="en-US" sz="1600" dirty="0">
                          <a:solidFill>
                            <a:schemeClr val="tx1"/>
                          </a:solidFill>
                          <a:latin typeface="游ゴシック" panose="020B0400000000000000" pitchFamily="50" charset="-128"/>
                          <a:ea typeface="+mn-ea"/>
                        </a:rPr>
                        <a:t>機能統合により本数削減</a:t>
                      </a:r>
                      <a:endParaRPr kumimoji="1" lang="en-US" altLang="ja-JP" sz="1600" dirty="0">
                        <a:solidFill>
                          <a:schemeClr val="tx1"/>
                        </a:solidFill>
                        <a:latin typeface="游ゴシック" panose="020B0400000000000000" pitchFamily="50" charset="-128"/>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5063810"/>
                  </a:ext>
                </a:extLst>
              </a:tr>
              <a:tr h="540000">
                <a:tc>
                  <a:txBody>
                    <a:bodyPr/>
                    <a:lstStyle/>
                    <a:p>
                      <a:pPr algn="ctr"/>
                      <a:r>
                        <a:rPr kumimoji="1" lang="en-US" altLang="ja-JP" sz="1600" kern="1200">
                          <a:solidFill>
                            <a:schemeClr val="dk1"/>
                          </a:solidFill>
                          <a:latin typeface="游ゴシック" panose="020B0400000000000000" pitchFamily="50" charset="-128"/>
                          <a:ea typeface="游ゴシック" panose="020B0400000000000000" pitchFamily="50" charset="-128"/>
                          <a:cs typeface="+mn-cs"/>
                        </a:rPr>
                        <a:t>3</a:t>
                      </a:r>
                      <a:endParaRPr kumimoji="1" lang="ja-JP" altLang="en-US" sz="1600"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JP" altLang="en-US" sz="1600">
                          <a:latin typeface="游ゴシック" panose="020B0400000000000000" pitchFamily="50" charset="-128"/>
                          <a:ea typeface="+mn-ea"/>
                        </a:rPr>
                        <a:t>共通機能</a:t>
                      </a:r>
                      <a:endParaRPr lang="en-US" altLang="ja-JP" sz="1600">
                        <a:latin typeface="游ゴシック" panose="020B0400000000000000" pitchFamily="50" charset="-128"/>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a:solidFill>
                            <a:schemeClr val="tx1"/>
                          </a:solidFill>
                          <a:latin typeface="游ゴシック" panose="020B0400000000000000" pitchFamily="50" charset="-128"/>
                          <a:ea typeface="游ゴシック" panose="020B0400000000000000" pitchFamily="50" charset="-128"/>
                        </a:rPr>
                        <a:t>VB.NET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b="1">
                          <a:solidFill>
                            <a:srgbClr val="FF0000"/>
                          </a:solidFill>
                          <a:latin typeface="游ゴシック" panose="020B0400000000000000" pitchFamily="50" charset="-128"/>
                          <a:ea typeface="+mn-ea"/>
                        </a:rPr>
                        <a:t>Java</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dirty="0" smtClean="0">
                          <a:solidFill>
                            <a:schemeClr val="tx1"/>
                          </a:solidFill>
                          <a:latin typeface="游ゴシック" panose="020B0400000000000000" pitchFamily="50" charset="-128"/>
                          <a:ea typeface="游ゴシック" panose="020B0400000000000000" pitchFamily="50" charset="-128"/>
                        </a:rPr>
                        <a:t>9</a:t>
                      </a:r>
                      <a:endParaRPr lang="en-US" altLang="ja-JP"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600" dirty="0">
                          <a:solidFill>
                            <a:schemeClr val="tx1"/>
                          </a:solidFill>
                          <a:latin typeface="游ゴシック" panose="020B0400000000000000" pitchFamily="50" charset="-128"/>
                          <a:ea typeface="+mn-ea"/>
                        </a:rPr>
                        <a:t>・</a:t>
                      </a:r>
                      <a:r>
                        <a:rPr kumimoji="1" lang="en-US" altLang="ja-JP" sz="1600" dirty="0">
                          <a:solidFill>
                            <a:schemeClr val="tx1"/>
                          </a:solidFill>
                          <a:latin typeface="游ゴシック" panose="020B0400000000000000" pitchFamily="50" charset="-128"/>
                          <a:ea typeface="+mn-ea"/>
                        </a:rPr>
                        <a:t>.NET</a:t>
                      </a:r>
                      <a:r>
                        <a:rPr kumimoji="1" lang="ja-JP" altLang="en-US" sz="1600" dirty="0">
                          <a:solidFill>
                            <a:schemeClr val="tx1"/>
                          </a:solidFill>
                          <a:latin typeface="游ゴシック" panose="020B0400000000000000" pitchFamily="50" charset="-128"/>
                          <a:ea typeface="+mn-ea"/>
                        </a:rPr>
                        <a:t>ベースから変更し、</a:t>
                      </a:r>
                      <a:r>
                        <a:rPr kumimoji="1" lang="en-US" altLang="ja-JP" sz="1600" dirty="0">
                          <a:solidFill>
                            <a:schemeClr val="tx1"/>
                          </a:solidFill>
                          <a:latin typeface="游ゴシック" panose="020B0400000000000000" pitchFamily="50" charset="-128"/>
                          <a:ea typeface="+mn-ea"/>
                        </a:rPr>
                        <a:t>Java</a:t>
                      </a:r>
                      <a:r>
                        <a:rPr kumimoji="1" lang="ja-JP" altLang="en-US" sz="1600" dirty="0">
                          <a:solidFill>
                            <a:schemeClr val="tx1"/>
                          </a:solidFill>
                          <a:latin typeface="游ゴシック" panose="020B0400000000000000" pitchFamily="50" charset="-128"/>
                          <a:ea typeface="+mn-ea"/>
                        </a:rPr>
                        <a:t>で新規構築</a:t>
                      </a:r>
                      <a:endParaRPr kumimoji="1" lang="en-US" altLang="ja-JP" sz="1600" dirty="0">
                        <a:solidFill>
                          <a:schemeClr val="tx1"/>
                        </a:solidFill>
                        <a:latin typeface="游ゴシック" panose="020B0400000000000000" pitchFamily="50" charset="-128"/>
                        <a:ea typeface="+mn-ea"/>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600" dirty="0" smtClean="0">
                          <a:solidFill>
                            <a:schemeClr val="tx1"/>
                          </a:solidFill>
                          <a:latin typeface="游ゴシック" panose="020B0400000000000000" pitchFamily="50" charset="-128"/>
                          <a:ea typeface="+mn-ea"/>
                        </a:rPr>
                        <a:t>※9</a:t>
                      </a:r>
                      <a:r>
                        <a:rPr kumimoji="1" lang="ja-JP" altLang="en-US" sz="1600" dirty="0" smtClean="0">
                          <a:solidFill>
                            <a:schemeClr val="tx1"/>
                          </a:solidFill>
                          <a:latin typeface="游ゴシック" panose="020B0400000000000000" pitchFamily="50" charset="-128"/>
                          <a:ea typeface="+mn-ea"/>
                        </a:rPr>
                        <a:t>機能を</a:t>
                      </a:r>
                      <a:r>
                        <a:rPr kumimoji="1" lang="en-US" altLang="ja-JP" sz="1600" dirty="0" smtClean="0">
                          <a:solidFill>
                            <a:schemeClr val="tx1"/>
                          </a:solidFill>
                          <a:latin typeface="游ゴシック" panose="020B0400000000000000" pitchFamily="50" charset="-128"/>
                          <a:ea typeface="+mn-ea"/>
                        </a:rPr>
                        <a:t>3</a:t>
                      </a:r>
                      <a:r>
                        <a:rPr kumimoji="1" lang="ja-JP" altLang="en-US" sz="1600" dirty="0" smtClean="0">
                          <a:solidFill>
                            <a:schemeClr val="tx1"/>
                          </a:solidFill>
                          <a:latin typeface="游ゴシック" panose="020B0400000000000000" pitchFamily="50" charset="-128"/>
                          <a:ea typeface="+mn-ea"/>
                        </a:rPr>
                        <a:t>機能</a:t>
                      </a:r>
                      <a:r>
                        <a:rPr kumimoji="1" lang="en-US" altLang="ja-JP" sz="1600" dirty="0" smtClean="0">
                          <a:solidFill>
                            <a:schemeClr val="tx1"/>
                          </a:solidFill>
                          <a:latin typeface="游ゴシック" panose="020B0400000000000000" pitchFamily="50" charset="-128"/>
                          <a:ea typeface="+mn-ea"/>
                        </a:rPr>
                        <a:t>(</a:t>
                      </a:r>
                      <a:r>
                        <a:rPr kumimoji="1" lang="ja-JP" altLang="en-US" sz="1600" dirty="0" smtClean="0">
                          <a:solidFill>
                            <a:schemeClr val="tx1"/>
                          </a:solidFill>
                          <a:latin typeface="游ゴシック" panose="020B0400000000000000" pitchFamily="50" charset="-128"/>
                          <a:ea typeface="+mn-ea"/>
                        </a:rPr>
                        <a:t>共通</a:t>
                      </a:r>
                      <a:r>
                        <a:rPr kumimoji="1" lang="en-US" altLang="ja-JP" sz="1600" dirty="0" smtClean="0">
                          <a:solidFill>
                            <a:schemeClr val="tx1"/>
                          </a:solidFill>
                          <a:latin typeface="游ゴシック" panose="020B0400000000000000" pitchFamily="50" charset="-128"/>
                          <a:ea typeface="+mn-ea"/>
                        </a:rPr>
                        <a:t>/DB/EAI)</a:t>
                      </a:r>
                      <a:r>
                        <a:rPr kumimoji="1" lang="ja-JP" altLang="en-US" sz="1600" dirty="0" smtClean="0">
                          <a:solidFill>
                            <a:schemeClr val="tx1"/>
                          </a:solidFill>
                          <a:latin typeface="游ゴシック" panose="020B0400000000000000" pitchFamily="50" charset="-128"/>
                          <a:ea typeface="+mn-ea"/>
                        </a:rPr>
                        <a:t>に集約する。</a:t>
                      </a:r>
                      <a:endParaRPr kumimoji="1" lang="ja-JP" altLang="en-US" sz="1600" dirty="0">
                        <a:solidFill>
                          <a:schemeClr val="tx1"/>
                        </a:solidFill>
                        <a:latin typeface="游ゴシック" panose="020B0400000000000000" pitchFamily="50" charset="-128"/>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9019336"/>
                  </a:ext>
                </a:extLst>
              </a:tr>
              <a:tr h="540000">
                <a:tc>
                  <a:txBody>
                    <a:bodyPr/>
                    <a:lstStyle/>
                    <a:p>
                      <a:pPr algn="ctr"/>
                      <a:r>
                        <a:rPr kumimoji="1" lang="en-US" altLang="ja-JP" sz="1600" kern="1200">
                          <a:solidFill>
                            <a:schemeClr val="dk1"/>
                          </a:solidFill>
                          <a:latin typeface="游ゴシック" panose="020B0400000000000000" pitchFamily="50" charset="-128"/>
                          <a:ea typeface="游ゴシック" panose="020B0400000000000000" pitchFamily="50" charset="-128"/>
                          <a:cs typeface="+mn-cs"/>
                        </a:rPr>
                        <a:t>4</a:t>
                      </a:r>
                      <a:endParaRPr kumimoji="1" lang="ja-JP" altLang="en-US" sz="1600"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JP" altLang="en-US" sz="1600">
                          <a:latin typeface="游ゴシック" panose="020B0400000000000000" pitchFamily="50" charset="-128"/>
                          <a:ea typeface="游ゴシック" panose="020B0400000000000000" pitchFamily="50" charset="-128"/>
                        </a:rPr>
                        <a:t>設定ファイル</a:t>
                      </a:r>
                      <a:endParaRPr lang="en-US" altLang="ja-JP" sz="1600">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err="1">
                          <a:solidFill>
                            <a:schemeClr val="tx1"/>
                          </a:solidFill>
                          <a:latin typeface="游ゴシック" panose="020B0400000000000000" pitchFamily="50" charset="-128"/>
                          <a:ea typeface="游ゴシック" panose="020B0400000000000000" pitchFamily="50" charset="-128"/>
                        </a:rPr>
                        <a:t>Ini</a:t>
                      </a:r>
                      <a:r>
                        <a:rPr lang="en-US" altLang="ja-JP" sz="1600">
                          <a:solidFill>
                            <a:schemeClr val="tx1"/>
                          </a:solidFill>
                          <a:latin typeface="游ゴシック" panose="020B0400000000000000" pitchFamily="50" charset="-128"/>
                          <a:ea typeface="游ゴシック" panose="020B0400000000000000" pitchFamily="50" charset="-128"/>
                        </a:rPr>
                        <a:t>/CSV/XML</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err="1">
                          <a:solidFill>
                            <a:schemeClr val="tx1"/>
                          </a:solidFill>
                          <a:latin typeface="游ゴシック" panose="020B0400000000000000" pitchFamily="50" charset="-128"/>
                          <a:ea typeface="游ゴシック" panose="020B0400000000000000" pitchFamily="50" charset="-128"/>
                        </a:rPr>
                        <a:t>Ini</a:t>
                      </a:r>
                      <a:r>
                        <a:rPr lang="en-US" altLang="ja-JP" sz="1600">
                          <a:solidFill>
                            <a:schemeClr val="tx1"/>
                          </a:solidFill>
                          <a:latin typeface="游ゴシック" panose="020B0400000000000000" pitchFamily="50" charset="-128"/>
                          <a:ea typeface="游ゴシック" panose="020B0400000000000000" pitchFamily="50" charset="-128"/>
                        </a:rPr>
                        <a:t>/CSV/XML</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dirty="0" smtClean="0">
                          <a:solidFill>
                            <a:schemeClr val="tx1"/>
                          </a:solidFill>
                          <a:latin typeface="游ゴシック" panose="020B0400000000000000" pitchFamily="50" charset="-128"/>
                          <a:ea typeface="游ゴシック" panose="020B0400000000000000" pitchFamily="50" charset="-128"/>
                        </a:rPr>
                        <a:t>161</a:t>
                      </a:r>
                      <a:endParaRPr lang="en-US" altLang="ja-JP"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600" b="1" dirty="0" smtClean="0">
                          <a:solidFill>
                            <a:srgbClr val="FF0000"/>
                          </a:solidFill>
                          <a:latin typeface="游ゴシック" panose="020B0400000000000000" pitchFamily="50" charset="-128"/>
                          <a:ea typeface="+mn-ea"/>
                        </a:rPr>
                        <a:t>・利用フォルダの変更（</a:t>
                      </a:r>
                      <a:r>
                        <a:rPr kumimoji="1" lang="en-US" altLang="ja-JP" sz="1600" b="1" dirty="0" smtClean="0">
                          <a:solidFill>
                            <a:srgbClr val="FF0000"/>
                          </a:solidFill>
                          <a:latin typeface="游ゴシック" panose="020B0400000000000000" pitchFamily="50" charset="-128"/>
                          <a:ea typeface="+mn-ea"/>
                        </a:rPr>
                        <a:t>D:\</a:t>
                      </a:r>
                      <a:r>
                        <a:rPr kumimoji="1" lang="ja-JP" altLang="en-US" sz="1600" b="1" dirty="0" smtClean="0">
                          <a:solidFill>
                            <a:srgbClr val="FF0000"/>
                          </a:solidFill>
                          <a:latin typeface="游ゴシック" panose="020B0400000000000000" pitchFamily="50" charset="-128"/>
                          <a:ea typeface="+mn-ea"/>
                        </a:rPr>
                        <a:t>→</a:t>
                      </a:r>
                      <a:r>
                        <a:rPr kumimoji="1" lang="en-US" altLang="ja-JP" sz="1600" b="1" dirty="0" smtClean="0">
                          <a:solidFill>
                            <a:srgbClr val="FF0000"/>
                          </a:solidFill>
                          <a:latin typeface="游ゴシック" panose="020B0400000000000000" pitchFamily="50" charset="-128"/>
                          <a:ea typeface="+mn-ea"/>
                        </a:rPr>
                        <a:t>G:\</a:t>
                      </a:r>
                      <a:r>
                        <a:rPr kumimoji="1" lang="ja-JP" altLang="en-US" sz="1600" b="1" dirty="0" smtClean="0">
                          <a:solidFill>
                            <a:srgbClr val="FF0000"/>
                          </a:solidFill>
                          <a:latin typeface="游ゴシック" panose="020B0400000000000000" pitchFamily="50" charset="-128"/>
                          <a:ea typeface="+mn-ea"/>
                        </a:rPr>
                        <a:t>）</a:t>
                      </a:r>
                      <a:endParaRPr kumimoji="1" lang="en-US" altLang="ja-JP" sz="1600" b="1" dirty="0" smtClean="0">
                        <a:solidFill>
                          <a:srgbClr val="FF0000"/>
                        </a:solidFill>
                        <a:latin typeface="游ゴシック" panose="020B0400000000000000" pitchFamily="50" charset="-128"/>
                        <a:ea typeface="+mn-ea"/>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600" dirty="0" smtClean="0">
                          <a:solidFill>
                            <a:schemeClr val="tx1"/>
                          </a:solidFill>
                          <a:latin typeface="游ゴシック" panose="020B0400000000000000" pitchFamily="50" charset="-128"/>
                          <a:ea typeface="+mn-ea"/>
                        </a:rPr>
                        <a:t>・</a:t>
                      </a:r>
                      <a:r>
                        <a:rPr kumimoji="1" lang="ja-JP" altLang="en-US" sz="1600" dirty="0">
                          <a:solidFill>
                            <a:schemeClr val="tx1"/>
                          </a:solidFill>
                          <a:latin typeface="游ゴシック" panose="020B0400000000000000" pitchFamily="50" charset="-128"/>
                          <a:ea typeface="+mn-ea"/>
                        </a:rPr>
                        <a:t>継続利用をベースに新サーバ切り替えに伴う</a:t>
                      </a:r>
                      <a:r>
                        <a:rPr kumimoji="1" lang="en-US" altLang="ja-JP" sz="1600" dirty="0">
                          <a:solidFill>
                            <a:schemeClr val="tx1"/>
                          </a:solidFill>
                          <a:latin typeface="游ゴシック" panose="020B0400000000000000" pitchFamily="50" charset="-128"/>
                          <a:ea typeface="+mn-ea"/>
                        </a:rPr>
                        <a:t/>
                      </a:r>
                      <a:br>
                        <a:rPr kumimoji="1" lang="en-US" altLang="ja-JP" sz="1600" dirty="0">
                          <a:solidFill>
                            <a:schemeClr val="tx1"/>
                          </a:solidFill>
                          <a:latin typeface="游ゴシック" panose="020B0400000000000000" pitchFamily="50" charset="-128"/>
                          <a:ea typeface="+mn-ea"/>
                        </a:rPr>
                      </a:br>
                      <a:r>
                        <a:rPr kumimoji="1" lang="ja-JP" altLang="en-US" sz="1600" dirty="0">
                          <a:solidFill>
                            <a:schemeClr val="tx1"/>
                          </a:solidFill>
                          <a:latin typeface="游ゴシック" panose="020B0400000000000000" pitchFamily="50" charset="-128"/>
                          <a:ea typeface="+mn-ea"/>
                        </a:rPr>
                        <a:t>　環境情報の変更と動作検証</a:t>
                      </a:r>
                      <a:endParaRPr kumimoji="1" lang="en-US" altLang="ja-JP" sz="1600" dirty="0">
                        <a:solidFill>
                          <a:schemeClr val="tx1"/>
                        </a:solidFill>
                        <a:latin typeface="游ゴシック" panose="020B0400000000000000" pitchFamily="50" charset="-128"/>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600" kern="1200">
                          <a:solidFill>
                            <a:schemeClr val="dk1"/>
                          </a:solidFill>
                          <a:latin typeface="游ゴシック" panose="020B0400000000000000" pitchFamily="50" charset="-128"/>
                          <a:ea typeface="游ゴシック" panose="020B0400000000000000" pitchFamily="50" charset="-128"/>
                          <a:cs typeface="+mn-cs"/>
                        </a:rPr>
                        <a:t>5</a:t>
                      </a:r>
                      <a:endParaRPr kumimoji="1" lang="ja-JP" altLang="en-US" sz="1600"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ja-JP" sz="1600">
                          <a:latin typeface="游ゴシック" panose="020B0400000000000000" pitchFamily="50" charset="-128"/>
                          <a:ea typeface="游ゴシック" panose="020B0400000000000000" pitchFamily="50" charset="-128"/>
                        </a:rPr>
                        <a:t>SQL</a:t>
                      </a:r>
                      <a:r>
                        <a:rPr lang="ja-JP" altLang="en-US" sz="1600">
                          <a:latin typeface="游ゴシック" panose="020B0400000000000000" pitchFamily="50" charset="-128"/>
                          <a:ea typeface="游ゴシック" panose="020B0400000000000000" pitchFamily="50" charset="-128"/>
                        </a:rPr>
                        <a:t>ファイル</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a:solidFill>
                            <a:schemeClr val="tx1"/>
                          </a:solidFill>
                          <a:latin typeface="游ゴシック" panose="020B0400000000000000" pitchFamily="50" charset="-128"/>
                          <a:ea typeface="游ゴシック" panose="020B0400000000000000" pitchFamily="50" charset="-128"/>
                        </a:rPr>
                        <a:t>SQL</a:t>
                      </a:r>
                      <a:endParaRPr lang="ja-JP" altLang="en-US"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a:solidFill>
                            <a:schemeClr val="tx1"/>
                          </a:solidFill>
                          <a:latin typeface="游ゴシック" panose="020B0400000000000000" pitchFamily="50" charset="-128"/>
                          <a:ea typeface="游ゴシック" panose="020B0400000000000000" pitchFamily="50" charset="-128"/>
                        </a:rPr>
                        <a:t>SQL</a:t>
                      </a:r>
                      <a:endParaRPr lang="ja-JP" altLang="en-US"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dirty="0" smtClean="0">
                          <a:solidFill>
                            <a:schemeClr val="tx1"/>
                          </a:solidFill>
                          <a:latin typeface="游ゴシック" panose="020B0400000000000000" pitchFamily="50" charset="-128"/>
                          <a:ea typeface="游ゴシック" panose="020B0400000000000000" pitchFamily="50" charset="-128"/>
                        </a:rPr>
                        <a:t>22</a:t>
                      </a:r>
                      <a:endParaRPr lang="ja-JP" altLang="en-US"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dirty="0">
                          <a:ln>
                            <a:noFill/>
                          </a:ln>
                          <a:solidFill>
                            <a:schemeClr val="tx1"/>
                          </a:solidFill>
                          <a:effectLst/>
                          <a:latin typeface="游ゴシック" panose="020B0400000000000000" pitchFamily="50" charset="-128"/>
                          <a:ea typeface="游ゴシック" panose="020B0400000000000000" pitchFamily="50" charset="-128"/>
                        </a:rPr>
                        <a:t>・継続利用をベース</a:t>
                      </a:r>
                      <a:r>
                        <a:rPr lang="ja-JP" altLang="en-US" sz="1600" u="none" strike="noStrike" kern="1200" cap="none" normalizeH="0" baseline="0" dirty="0">
                          <a:ln>
                            <a:noFill/>
                          </a:ln>
                          <a:solidFill>
                            <a:schemeClr val="tx1"/>
                          </a:solidFill>
                          <a:effectLst/>
                          <a:latin typeface="游ゴシック" panose="020B0400000000000000" pitchFamily="50" charset="-128"/>
                          <a:ea typeface="+mn-ea"/>
                        </a:rPr>
                        <a:t>に接続先（新</a:t>
                      </a:r>
                      <a:r>
                        <a:rPr lang="en-US" altLang="ja-JP" sz="1600" u="none" strike="noStrike" kern="1200" cap="none" normalizeH="0" baseline="0" dirty="0">
                          <a:ln>
                            <a:noFill/>
                          </a:ln>
                          <a:solidFill>
                            <a:schemeClr val="tx1"/>
                          </a:solidFill>
                          <a:effectLst/>
                          <a:latin typeface="游ゴシック" panose="020B0400000000000000" pitchFamily="50" charset="-128"/>
                          <a:ea typeface="+mn-ea"/>
                        </a:rPr>
                        <a:t>DB</a:t>
                      </a:r>
                      <a:r>
                        <a:rPr lang="ja-JP" altLang="en-US" sz="1600" u="none" strike="noStrike" kern="1200" cap="none" normalizeH="0" baseline="0" dirty="0">
                          <a:ln>
                            <a:noFill/>
                          </a:ln>
                          <a:solidFill>
                            <a:schemeClr val="tx1"/>
                          </a:solidFill>
                          <a:effectLst/>
                          <a:latin typeface="游ゴシック" panose="020B0400000000000000" pitchFamily="50" charset="-128"/>
                          <a:ea typeface="+mn-ea"/>
                        </a:rPr>
                        <a:t>）の</a:t>
                      </a:r>
                      <a:r>
                        <a:rPr lang="ja-JP" altLang="en-US" sz="1600" u="none" strike="noStrike" kern="1200" cap="none" normalizeH="0" baseline="0" dirty="0">
                          <a:ln>
                            <a:noFill/>
                          </a:ln>
                          <a:solidFill>
                            <a:schemeClr val="tx1"/>
                          </a:solidFill>
                          <a:effectLst/>
                          <a:latin typeface="游ゴシック" panose="020B0400000000000000" pitchFamily="50" charset="-128"/>
                          <a:ea typeface="游ゴシック" panose="020B0400000000000000" pitchFamily="50" charset="-128"/>
                        </a:rPr>
                        <a:t>変更</a:t>
                      </a:r>
                      <a:r>
                        <a:rPr lang="en-US" altLang="ja-JP" sz="1600" u="none" strike="noStrike" kern="1200" cap="none" normalizeH="0" baseline="0" dirty="0">
                          <a:ln>
                            <a:noFill/>
                          </a:ln>
                          <a:solidFill>
                            <a:schemeClr val="tx1"/>
                          </a:solidFill>
                          <a:effectLst/>
                          <a:latin typeface="游ゴシック" panose="020B0400000000000000" pitchFamily="50" charset="-128"/>
                          <a:ea typeface="游ゴシック" panose="020B0400000000000000" pitchFamily="50" charset="-128"/>
                        </a:rPr>
                        <a:t/>
                      </a:r>
                      <a:br>
                        <a:rPr lang="en-US" altLang="ja-JP" sz="1600" u="none" strike="noStrike" kern="1200" cap="none" normalizeH="0" baseline="0" dirty="0">
                          <a:ln>
                            <a:noFill/>
                          </a:ln>
                          <a:solidFill>
                            <a:schemeClr val="tx1"/>
                          </a:solidFill>
                          <a:effectLst/>
                          <a:latin typeface="游ゴシック" panose="020B0400000000000000" pitchFamily="50" charset="-128"/>
                          <a:ea typeface="游ゴシック" panose="020B0400000000000000" pitchFamily="50" charset="-128"/>
                        </a:rPr>
                      </a:br>
                      <a:r>
                        <a:rPr lang="ja-JP" altLang="en-US" sz="1600" u="none" strike="noStrike" kern="1200" cap="none" normalizeH="0" baseline="0" dirty="0">
                          <a:ln>
                            <a:noFill/>
                          </a:ln>
                          <a:solidFill>
                            <a:schemeClr val="tx1"/>
                          </a:solidFill>
                          <a:effectLst/>
                          <a:latin typeface="游ゴシック" panose="020B0400000000000000" pitchFamily="50" charset="-128"/>
                          <a:ea typeface="游ゴシック" panose="020B0400000000000000" pitchFamily="50" charset="-128"/>
                        </a:rPr>
                        <a:t>　及び動作検証</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600" kern="1200">
                          <a:solidFill>
                            <a:schemeClr val="dk1"/>
                          </a:solidFill>
                          <a:latin typeface="游ゴシック" panose="020B0400000000000000" pitchFamily="50" charset="-128"/>
                          <a:ea typeface="游ゴシック" panose="020B0400000000000000" pitchFamily="50" charset="-128"/>
                          <a:cs typeface="+mn-cs"/>
                        </a:rPr>
                        <a:t>6</a:t>
                      </a:r>
                      <a:endParaRPr kumimoji="1" lang="ja-JP" altLang="en-US" sz="1600"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b="0" i="0" u="none" strike="noStrike" noProof="0">
                          <a:solidFill>
                            <a:srgbClr val="323232"/>
                          </a:solidFill>
                          <a:latin typeface="游ゴシック" panose="020B0400000000000000" pitchFamily="50" charset="-128"/>
                          <a:ea typeface="游ゴシック" panose="020B0400000000000000" pitchFamily="50" charset="-128"/>
                        </a:rPr>
                        <a:t>インターフェース（</a:t>
                      </a:r>
                      <a:r>
                        <a:rPr lang="en-US" altLang="ja-JP" sz="1600" b="0" i="0" u="none" strike="noStrike" noProof="0">
                          <a:solidFill>
                            <a:srgbClr val="323232"/>
                          </a:solidFill>
                          <a:latin typeface="游ゴシック" panose="020B0400000000000000" pitchFamily="50" charset="-128"/>
                          <a:ea typeface="游ゴシック" panose="020B0400000000000000" pitchFamily="50" charset="-128"/>
                        </a:rPr>
                        <a:t>I/F</a:t>
                      </a:r>
                      <a:r>
                        <a:rPr lang="ja-JP" altLang="en-US" sz="1600" b="0" i="0" u="none" strike="noStrike" noProof="0">
                          <a:solidFill>
                            <a:srgbClr val="323232"/>
                          </a:solidFill>
                          <a:latin typeface="游ゴシック" panose="020B0400000000000000" pitchFamily="50" charset="-128"/>
                          <a:ea typeface="游ゴシック" panose="020B0400000000000000" pitchFamily="50" charset="-128"/>
                        </a:rPr>
                        <a:t>）</a:t>
                      </a:r>
                      <a:endParaRPr lang="ja-JP" sz="1600" b="0" i="0" u="none" strike="noStrike" noProof="0">
                        <a:solidFill>
                          <a:srgbClr val="323232"/>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u="none" strike="noStrike" kern="1200" cap="none" normalizeH="0" baseline="0">
                          <a:ln>
                            <a:noFill/>
                          </a:ln>
                          <a:solidFill>
                            <a:schemeClr val="tx1"/>
                          </a:solidFill>
                          <a:effectLst/>
                          <a:latin typeface="游ゴシック" panose="020B0400000000000000" pitchFamily="50" charset="-128"/>
                          <a:ea typeface="游ゴシック" panose="020B0400000000000000" pitchFamily="50" charset="-128"/>
                        </a:rPr>
                        <a:t>File</a:t>
                      </a:r>
                      <a:endParaRPr lang="ja-JP" altLang="en-US" sz="1600" u="none" strike="noStrike" kern="1200" cap="none" normalizeH="0" baseline="0">
                        <a:ln>
                          <a:noFill/>
                        </a:ln>
                        <a:solidFill>
                          <a:schemeClr val="tx1"/>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u="none" strike="noStrike" kern="1200" cap="none" normalizeH="0" baseline="0">
                          <a:ln>
                            <a:noFill/>
                          </a:ln>
                          <a:solidFill>
                            <a:schemeClr val="tx1"/>
                          </a:solidFill>
                          <a:effectLst/>
                          <a:latin typeface="游ゴシック" panose="020B0400000000000000" pitchFamily="50" charset="-128"/>
                          <a:ea typeface="游ゴシック" panose="020B0400000000000000" pitchFamily="50" charset="-128"/>
                        </a:rPr>
                        <a:t>File</a:t>
                      </a:r>
                      <a:endParaRPr lang="ja-JP" altLang="en-US" sz="1600" u="none" strike="noStrike" kern="1200" cap="none" normalizeH="0" baseline="0">
                        <a:ln>
                          <a:noFill/>
                        </a:ln>
                        <a:solidFill>
                          <a:schemeClr val="tx1"/>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a:lnSpc>
                          <a:spcPct val="100000"/>
                        </a:lnSpc>
                        <a:spcBef>
                          <a:spcPts val="0"/>
                        </a:spcBef>
                        <a:spcAft>
                          <a:spcPts val="0"/>
                        </a:spcAft>
                        <a:buClrTx/>
                        <a:buSzTx/>
                        <a:buFont typeface="Arial" pitchFamily="34" charset="0"/>
                        <a:buNone/>
                        <a:tabLst/>
                        <a:defRPr/>
                      </a:pPr>
                      <a:r>
                        <a:rPr lang="en-US" altLang="ja-JP" sz="1600" u="none" strike="noStrike" kern="1200" cap="none" normalizeH="0" baseline="0" dirty="0" smtClean="0">
                          <a:ln>
                            <a:noFill/>
                          </a:ln>
                          <a:solidFill>
                            <a:schemeClr val="tx1"/>
                          </a:solidFill>
                          <a:effectLst/>
                          <a:latin typeface="游ゴシック" panose="020B0400000000000000" pitchFamily="50" charset="-128"/>
                          <a:ea typeface="游ゴシック" panose="020B0400000000000000" pitchFamily="50" charset="-128"/>
                        </a:rPr>
                        <a:t>121</a:t>
                      </a:r>
                      <a:endParaRPr lang="ja-JP" altLang="en-US" sz="1600" u="none" strike="noStrike" kern="1200" cap="none" normalizeH="0" baseline="0" dirty="0">
                        <a:ln>
                          <a:noFill/>
                        </a:ln>
                        <a:solidFill>
                          <a:schemeClr val="tx1"/>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600" u="none" strike="noStrike" kern="1200"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・新サーバ（</a:t>
                      </a:r>
                      <a:r>
                        <a:rPr kumimoji="0" lang="en-US" altLang="ja-JP" sz="1600" u="none" strike="noStrike" kern="1200" cap="none" normalizeH="0" baseline="0" dirty="0">
                          <a:ln>
                            <a:noFill/>
                          </a:ln>
                          <a:solidFill>
                            <a:schemeClr val="tx1"/>
                          </a:solidFill>
                          <a:effectLst/>
                          <a:latin typeface="游ゴシック" panose="020B0400000000000000" pitchFamily="50" charset="-128"/>
                          <a:ea typeface="+mn-ea"/>
                          <a:cs typeface="Meiryo UI" pitchFamily="50" charset="-128"/>
                        </a:rPr>
                        <a:t>AP/Storage</a:t>
                      </a:r>
                      <a:r>
                        <a:rPr kumimoji="0" lang="ja-JP" altLang="en-US" sz="1600" u="none" strike="noStrike" kern="1200" cap="none" normalizeH="0" baseline="0" dirty="0">
                          <a:ln>
                            <a:noFill/>
                          </a:ln>
                          <a:solidFill>
                            <a:schemeClr val="tx1"/>
                          </a:solidFill>
                          <a:effectLst/>
                          <a:latin typeface="游ゴシック" panose="020B0400000000000000" pitchFamily="50" charset="-128"/>
                          <a:ea typeface="+mn-ea"/>
                          <a:cs typeface="Meiryo UI" pitchFamily="50" charset="-128"/>
                        </a:rPr>
                        <a:t>サーバ</a:t>
                      </a:r>
                      <a:r>
                        <a:rPr kumimoji="0" lang="ja-JP" altLang="en-US" sz="1600" u="none" strike="noStrike" kern="1200"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）と周辺</a:t>
                      </a:r>
                      <a:r>
                        <a:rPr kumimoji="0" lang="ja-JP" altLang="en-US" sz="1600" u="none" strike="noStrike" kern="1200" cap="none" normalizeH="0" baseline="0" dirty="0" smtClean="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システム</a:t>
                      </a:r>
                      <a:r>
                        <a:rPr kumimoji="0" lang="en-US" altLang="ja-JP" sz="1600" u="none" strike="noStrike" kern="1200" cap="none" normalizeH="0" baseline="0" dirty="0" smtClean="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
                      </a:r>
                      <a:br>
                        <a:rPr kumimoji="0" lang="en-US" altLang="ja-JP" sz="1600" u="none" strike="noStrike" kern="1200" cap="none" normalizeH="0" baseline="0" dirty="0" smtClean="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br>
                      <a:r>
                        <a:rPr kumimoji="0" lang="ja-JP" altLang="en-US" sz="1600" u="none" strike="noStrike" kern="1200" cap="none" normalizeH="0" baseline="0" dirty="0" smtClean="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　間</a:t>
                      </a:r>
                      <a:r>
                        <a:rPr kumimoji="0" lang="ja-JP" altLang="en-US" sz="1600" u="none" strike="noStrike" kern="1200"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のテスト</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540000">
                <a:tc>
                  <a:txBody>
                    <a:bodyPr/>
                    <a:lstStyle/>
                    <a:p>
                      <a:pPr marL="0" algn="ctr" defTabSz="914400" rtl="0" eaLnBrk="1" latinLnBrk="0" hangingPunct="1"/>
                      <a:r>
                        <a:rPr kumimoji="1" lang="en-US" altLang="ja-JP" sz="1600" kern="1200">
                          <a:solidFill>
                            <a:schemeClr val="dk1"/>
                          </a:solidFill>
                          <a:latin typeface="游ゴシック" panose="020B0400000000000000" pitchFamily="50" charset="-128"/>
                          <a:ea typeface="游ゴシック" panose="020B0400000000000000" pitchFamily="50" charset="-128"/>
                          <a:cs typeface="+mn-cs"/>
                        </a:rPr>
                        <a:t>7</a:t>
                      </a:r>
                      <a:endParaRPr kumimoji="1" lang="ja-JP" altLang="en-US" sz="1600"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a:solidFill>
                            <a:schemeClr val="tx1"/>
                          </a:solidFill>
                          <a:latin typeface="游ゴシック" panose="020B0400000000000000" pitchFamily="50" charset="-128"/>
                          <a:ea typeface="游ゴシック" panose="020B0400000000000000" pitchFamily="50" charset="-128"/>
                        </a:rPr>
                        <a:t>JOB</a:t>
                      </a:r>
                    </a:p>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panose="020B0400000000000000" pitchFamily="50" charset="-128"/>
                          <a:ea typeface="游ゴシック" panose="020B0400000000000000" pitchFamily="50" charset="-128"/>
                        </a:rPr>
                        <a:t>アプリケーション</a:t>
                      </a:r>
                      <a:endParaRPr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en-US" altLang="ja-JP" sz="1600">
                          <a:solidFill>
                            <a:schemeClr val="tx1"/>
                          </a:solidFill>
                          <a:latin typeface="游ゴシック" panose="020B0400000000000000" pitchFamily="50" charset="-128"/>
                          <a:ea typeface="+mn-ea"/>
                        </a:rPr>
                        <a:t>Operation Manager</a:t>
                      </a:r>
                      <a:br>
                        <a:rPr kumimoji="0" lang="en-US" altLang="ja-JP" sz="1600">
                          <a:solidFill>
                            <a:schemeClr val="tx1"/>
                          </a:solidFill>
                          <a:latin typeface="游ゴシック" panose="020B0400000000000000" pitchFamily="50" charset="-128"/>
                          <a:ea typeface="+mn-ea"/>
                        </a:rPr>
                      </a:br>
                      <a:r>
                        <a:rPr kumimoji="0" lang="en-US" altLang="ja-JP" sz="1600">
                          <a:solidFill>
                            <a:schemeClr val="tx1"/>
                          </a:solidFill>
                          <a:latin typeface="游ゴシック" panose="020B0400000000000000" pitchFamily="50" charset="-128"/>
                          <a:ea typeface="+mn-ea"/>
                        </a:rPr>
                        <a:t>/</a:t>
                      </a:r>
                      <a:r>
                        <a:rPr kumimoji="0" lang="ja-JP" altLang="en-US" sz="1600">
                          <a:solidFill>
                            <a:schemeClr val="tx1"/>
                          </a:solidFill>
                          <a:latin typeface="游ゴシック" panose="020B0400000000000000" pitchFamily="50" charset="-128"/>
                          <a:ea typeface="+mn-ea"/>
                        </a:rPr>
                        <a:t>タスク</a:t>
                      </a:r>
                      <a:endParaRPr kumimoji="0" lang="ja-JP" altLang="en-US" sz="1600" u="none" strike="noStrike" kern="1200"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en-US" altLang="ja-JP" sz="1600" b="1" u="none" strike="noStrike" kern="1200" cap="none" normalizeH="0" baseline="0">
                          <a:ln>
                            <a:noFill/>
                          </a:ln>
                          <a:solidFill>
                            <a:srgbClr val="FF0000"/>
                          </a:solidFill>
                          <a:effectLst/>
                          <a:latin typeface="游ゴシック" panose="020B0400000000000000" pitchFamily="50" charset="-128"/>
                          <a:ea typeface="游ゴシック" panose="020B0400000000000000" pitchFamily="50" charset="-128"/>
                          <a:cs typeface="Meiryo UI" pitchFamily="50" charset="-128"/>
                        </a:rPr>
                        <a:t>A-Auto</a:t>
                      </a:r>
                      <a:endParaRPr kumimoji="0" lang="ja-JP" altLang="en-US" sz="1600" b="1" u="none" strike="noStrike" kern="1200" cap="none" normalizeH="0" baseline="0">
                        <a:ln>
                          <a:noFill/>
                        </a:ln>
                        <a:solidFill>
                          <a:srgbClr val="FF0000"/>
                        </a:solidFill>
                        <a:effectLst/>
                        <a:latin typeface="游ゴシック" panose="020B0400000000000000" pitchFamily="50" charset="-128"/>
                        <a:ea typeface="游ゴシック" panose="020B0400000000000000" pitchFamily="50" charset="-128"/>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a:lnSpc>
                          <a:spcPct val="100000"/>
                        </a:lnSpc>
                        <a:spcBef>
                          <a:spcPts val="0"/>
                        </a:spcBef>
                        <a:spcAft>
                          <a:spcPts val="0"/>
                        </a:spcAft>
                        <a:buClrTx/>
                        <a:buSzTx/>
                        <a:buFont typeface="Arial" pitchFamily="34" charset="0"/>
                        <a:buNone/>
                        <a:tabLst/>
                        <a:defRPr/>
                      </a:pPr>
                      <a:r>
                        <a:rPr kumimoji="0" lang="en-US" altLang="ja-JP" sz="1600" u="none" strike="noStrike" kern="1200" cap="none" normalizeH="0" baseline="0" dirty="0" smtClean="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97</a:t>
                      </a:r>
                      <a:endParaRPr kumimoji="0" lang="ja-JP" altLang="en-US" sz="1600" u="none" strike="noStrike" kern="1200"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600" dirty="0">
                          <a:solidFill>
                            <a:schemeClr val="tx1"/>
                          </a:solidFill>
                          <a:latin typeface="游ゴシック" panose="020B0400000000000000" pitchFamily="50" charset="-128"/>
                          <a:ea typeface="+mn-ea"/>
                        </a:rPr>
                        <a:t>・</a:t>
                      </a:r>
                      <a:r>
                        <a:rPr kumimoji="0" lang="en-US" altLang="ja-JP" sz="1600" dirty="0">
                          <a:solidFill>
                            <a:schemeClr val="tx1"/>
                          </a:solidFill>
                          <a:latin typeface="游ゴシック" panose="020B0400000000000000" pitchFamily="50" charset="-128"/>
                          <a:ea typeface="+mn-ea"/>
                        </a:rPr>
                        <a:t>Operation Manager</a:t>
                      </a:r>
                      <a:r>
                        <a:rPr kumimoji="0" lang="ja-JP" altLang="en-US" sz="1600" dirty="0">
                          <a:solidFill>
                            <a:schemeClr val="tx1"/>
                          </a:solidFill>
                          <a:latin typeface="游ゴシック" panose="020B0400000000000000" pitchFamily="50" charset="-128"/>
                          <a:ea typeface="+mn-ea"/>
                        </a:rPr>
                        <a:t>及び</a:t>
                      </a:r>
                      <a:r>
                        <a:rPr kumimoji="0" lang="ja-JP" altLang="en-US" sz="1600" dirty="0" smtClean="0">
                          <a:solidFill>
                            <a:schemeClr val="tx1"/>
                          </a:solidFill>
                          <a:latin typeface="游ゴシック" panose="020B0400000000000000" pitchFamily="50" charset="-128"/>
                          <a:ea typeface="+mn-ea"/>
                        </a:rPr>
                        <a:t>タスクスケジューラ</a:t>
                      </a:r>
                      <a:r>
                        <a:rPr kumimoji="0" lang="en-US" altLang="ja-JP" sz="1600" dirty="0" smtClean="0">
                          <a:solidFill>
                            <a:schemeClr val="tx1"/>
                          </a:solidFill>
                          <a:latin typeface="游ゴシック" panose="020B0400000000000000" pitchFamily="50" charset="-128"/>
                          <a:ea typeface="+mn-ea"/>
                        </a:rPr>
                        <a:t/>
                      </a:r>
                      <a:br>
                        <a:rPr kumimoji="0" lang="en-US" altLang="ja-JP" sz="1600" dirty="0" smtClean="0">
                          <a:solidFill>
                            <a:schemeClr val="tx1"/>
                          </a:solidFill>
                          <a:latin typeface="游ゴシック" panose="020B0400000000000000" pitchFamily="50" charset="-128"/>
                          <a:ea typeface="+mn-ea"/>
                        </a:rPr>
                      </a:br>
                      <a:r>
                        <a:rPr kumimoji="0" lang="en-US" altLang="ja-JP" sz="1600" dirty="0" smtClean="0">
                          <a:solidFill>
                            <a:schemeClr val="tx1"/>
                          </a:solidFill>
                          <a:latin typeface="游ゴシック" panose="020B0400000000000000" pitchFamily="50" charset="-128"/>
                          <a:ea typeface="+mn-ea"/>
                        </a:rPr>
                        <a:t>   </a:t>
                      </a:r>
                      <a:r>
                        <a:rPr kumimoji="0" lang="ja-JP" altLang="en-US" sz="1600" dirty="0" smtClean="0">
                          <a:solidFill>
                            <a:schemeClr val="tx1"/>
                          </a:solidFill>
                          <a:latin typeface="游ゴシック" panose="020B0400000000000000" pitchFamily="50" charset="-128"/>
                          <a:ea typeface="+mn-ea"/>
                        </a:rPr>
                        <a:t>の</a:t>
                      </a:r>
                      <a:r>
                        <a:rPr kumimoji="0" lang="en-US" altLang="ja-JP" sz="1600" dirty="0" smtClean="0">
                          <a:solidFill>
                            <a:schemeClr val="tx1"/>
                          </a:solidFill>
                          <a:latin typeface="游ゴシック" panose="020B0400000000000000" pitchFamily="50" charset="-128"/>
                          <a:ea typeface="+mn-ea"/>
                        </a:rPr>
                        <a:t>JOB</a:t>
                      </a:r>
                      <a:r>
                        <a:rPr kumimoji="0" lang="ja-JP" altLang="en-US" sz="1600" dirty="0">
                          <a:solidFill>
                            <a:schemeClr val="tx1"/>
                          </a:solidFill>
                          <a:latin typeface="游ゴシック" panose="020B0400000000000000" pitchFamily="50" charset="-128"/>
                          <a:ea typeface="+mn-ea"/>
                        </a:rPr>
                        <a:t>を</a:t>
                      </a:r>
                      <a:r>
                        <a:rPr kumimoji="0" lang="en-US" altLang="ja-JP" sz="1600" dirty="0">
                          <a:solidFill>
                            <a:schemeClr val="tx1"/>
                          </a:solidFill>
                          <a:latin typeface="游ゴシック" panose="020B0400000000000000" pitchFamily="50" charset="-128"/>
                          <a:ea typeface="+mn-ea"/>
                        </a:rPr>
                        <a:t>A-Auto</a:t>
                      </a:r>
                      <a:r>
                        <a:rPr kumimoji="0" lang="ja-JP" altLang="en-US" sz="1600" dirty="0">
                          <a:solidFill>
                            <a:schemeClr val="tx1"/>
                          </a:solidFill>
                          <a:latin typeface="游ゴシック" panose="020B0400000000000000" pitchFamily="50" charset="-128"/>
                          <a:ea typeface="+mn-ea"/>
                        </a:rPr>
                        <a:t>へ移行</a:t>
                      </a:r>
                      <a:endParaRPr kumimoji="0" lang="ja-JP" altLang="en-US"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bl>
          </a:graphicData>
        </a:graphic>
      </p:graphicFrame>
      <p:sp>
        <p:nvSpPr>
          <p:cNvPr id="4" name="フッター プレースホルダー 3"/>
          <p:cNvSpPr>
            <a:spLocks noGrp="1"/>
          </p:cNvSpPr>
          <p:nvPr>
            <p:ph type="ftr" sz="quarter" idx="11"/>
          </p:nvPr>
        </p:nvSpPr>
        <p:spPr/>
        <p:txBody>
          <a:bodyPr/>
          <a:lstStyle/>
          <a:p>
            <a:r>
              <a:rPr lang="en-US" smtClean="0"/>
              <a:t>Copyright © 2025 SystemEXE,Inc All Rights Reserved.</a:t>
            </a:r>
            <a:endParaRPr lang="en-US"/>
          </a:p>
        </p:txBody>
      </p:sp>
    </p:spTree>
    <p:extLst>
      <p:ext uri="{BB962C8B-B14F-4D97-AF65-F5344CB8AC3E}">
        <p14:creationId xmlns:p14="http://schemas.microsoft.com/office/powerpoint/2010/main" val="2867485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５</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２</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対象一覧（</a:t>
            </a:r>
            <a:r>
              <a:rPr lang="en-US" altLang="ja-JP">
                <a:latin typeface="游明朝" panose="02020400000000000000" pitchFamily="18" charset="-128"/>
                <a:ea typeface="游明朝" panose="02020400000000000000" pitchFamily="18" charset="-128"/>
              </a:rPr>
              <a:t> Java</a:t>
            </a:r>
            <a:r>
              <a:rPr lang="ja-JP" altLang="en-US">
                <a:latin typeface="游明朝" panose="02020400000000000000" pitchFamily="18" charset="-128"/>
                <a:ea typeface="游明朝" panose="02020400000000000000" pitchFamily="18" charset="-128"/>
              </a:rPr>
              <a:t>化）</a:t>
            </a:r>
            <a:endParaRPr kumimoji="1" lang="ja-JP" altLang="en-US"/>
          </a:p>
        </p:txBody>
      </p:sp>
      <p:sp>
        <p:nvSpPr>
          <p:cNvPr id="3" name="日付プレースホルダー 2"/>
          <p:cNvSpPr>
            <a:spLocks noGrp="1"/>
          </p:cNvSpPr>
          <p:nvPr>
            <p:ph type="dt" sz="half" idx="10"/>
          </p:nvPr>
        </p:nvSpPr>
        <p:spPr/>
        <p:txBody>
          <a:bodyPr/>
          <a:lstStyle/>
          <a:p>
            <a:r>
              <a:rPr lang="en-US" altLang="ja-JP" smtClean="0"/>
              <a:t>2025/7/7</a:t>
            </a:r>
            <a:endParaRPr lang="en-US"/>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1337925307"/>
              </p:ext>
            </p:extLst>
          </p:nvPr>
        </p:nvGraphicFramePr>
        <p:xfrm>
          <a:off x="606001" y="779478"/>
          <a:ext cx="5509050" cy="5039713"/>
        </p:xfrm>
        <a:graphic>
          <a:graphicData uri="http://schemas.openxmlformats.org/drawingml/2006/table">
            <a:tbl>
              <a:tblPr firstRow="1" bandRow="1">
                <a:tableStyleId>{69012ECD-51FC-41F1-AA8D-1B2483CD663E}</a:tableStyleId>
              </a:tblPr>
              <a:tblGrid>
                <a:gridCol w="403366">
                  <a:extLst>
                    <a:ext uri="{9D8B030D-6E8A-4147-A177-3AD203B41FA5}">
                      <a16:colId xmlns:a16="http://schemas.microsoft.com/office/drawing/2014/main" val="820809534"/>
                    </a:ext>
                  </a:extLst>
                </a:gridCol>
                <a:gridCol w="2468767">
                  <a:extLst>
                    <a:ext uri="{9D8B030D-6E8A-4147-A177-3AD203B41FA5}">
                      <a16:colId xmlns:a16="http://schemas.microsoft.com/office/drawing/2014/main" val="2667349602"/>
                    </a:ext>
                  </a:extLst>
                </a:gridCol>
                <a:gridCol w="2636917">
                  <a:extLst>
                    <a:ext uri="{9D8B030D-6E8A-4147-A177-3AD203B41FA5}">
                      <a16:colId xmlns:a16="http://schemas.microsoft.com/office/drawing/2014/main" val="922789385"/>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処理名</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既存プログラム</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288000">
                <a:tc>
                  <a:txBody>
                    <a:bodyPr/>
                    <a:lstStyle/>
                    <a:p>
                      <a:pPr algn="ctr"/>
                      <a:r>
                        <a:rPr kumimoji="1" lang="en-US" altLang="ja-JP" sz="1600" strike="noStrike" kern="1200">
                          <a:solidFill>
                            <a:schemeClr val="dk1"/>
                          </a:solidFill>
                          <a:latin typeface="游ゴシック" panose="020B0400000000000000" pitchFamily="50" charset="-128"/>
                          <a:ea typeface="游ゴシック" panose="020B0400000000000000" pitchFamily="50" charset="-128"/>
                        </a:rPr>
                        <a:t>1</a:t>
                      </a:r>
                      <a:endParaRPr kumimoji="1" lang="ja-JP" altLang="en-US" sz="1600" strike="noStrike"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strike="noStrike">
                          <a:solidFill>
                            <a:schemeClr val="tx1"/>
                          </a:solidFill>
                          <a:latin typeface="游ゴシック" panose="020B0400000000000000" pitchFamily="50" charset="-128"/>
                          <a:ea typeface="游ゴシック" panose="020B0400000000000000" pitchFamily="50" charset="-128"/>
                        </a:rPr>
                        <a:t>装置稼動実績データ作成</a:t>
                      </a:r>
                      <a:endParaRPr lang="en-US" altLang="ja-JP"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strike="noStrike">
                          <a:solidFill>
                            <a:schemeClr val="tx1"/>
                          </a:solidFill>
                          <a:latin typeface="游ゴシック" panose="020B0400000000000000" pitchFamily="50" charset="-128"/>
                          <a:ea typeface="游ゴシック" panose="020B0400000000000000" pitchFamily="50" charset="-128"/>
                        </a:rPr>
                        <a:t>BINAS_SOUTI.exe</a:t>
                      </a:r>
                      <a:endParaRPr kumimoji="0" lang="ja-JP" altLang="en-US"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288000">
                <a:tc>
                  <a:txBody>
                    <a:bodyPr/>
                    <a:lstStyle/>
                    <a:p>
                      <a:pPr algn="ctr"/>
                      <a:r>
                        <a:rPr kumimoji="1" lang="en-US" altLang="ja-JP" sz="1600" strike="sngStrike" kern="1200">
                          <a:solidFill>
                            <a:schemeClr val="dk1"/>
                          </a:solidFill>
                          <a:latin typeface="游ゴシック" panose="020B0400000000000000" pitchFamily="50" charset="-128"/>
                          <a:ea typeface="游ゴシック" panose="020B0400000000000000" pitchFamily="50" charset="-128"/>
                        </a:rPr>
                        <a:t>2</a:t>
                      </a:r>
                      <a:endParaRPr kumimoji="1" lang="ja-JP" altLang="en-US" sz="1600" strike="sngStrike"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strike="sngStrike" dirty="0">
                          <a:solidFill>
                            <a:schemeClr val="tx1"/>
                          </a:solidFill>
                          <a:latin typeface="游ゴシック" panose="020B0400000000000000" pitchFamily="50" charset="-128"/>
                          <a:ea typeface="游ゴシック" panose="020B0400000000000000" pitchFamily="50" charset="-128"/>
                        </a:rPr>
                        <a:t>二次加工</a:t>
                      </a:r>
                      <a:r>
                        <a:rPr lang="en-US" altLang="ja-JP" sz="1600" strike="sngStrike" dirty="0">
                          <a:solidFill>
                            <a:schemeClr val="tx1"/>
                          </a:solidFill>
                          <a:latin typeface="游ゴシック" panose="020B0400000000000000" pitchFamily="50" charset="-128"/>
                          <a:ea typeface="游ゴシック" panose="020B0400000000000000" pitchFamily="50" charset="-128"/>
                        </a:rPr>
                        <a:t>DB</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strike="sngStrike">
                          <a:solidFill>
                            <a:schemeClr val="tx1"/>
                          </a:solidFill>
                          <a:latin typeface="游ゴシック" panose="020B0400000000000000" pitchFamily="50" charset="-128"/>
                          <a:ea typeface="游ゴシック" panose="020B0400000000000000" pitchFamily="50" charset="-128"/>
                        </a:rPr>
                        <a:t>COL_SERVER.exe</a:t>
                      </a:r>
                      <a:endParaRPr kumimoji="0" lang="ja-JP" altLang="en-US" sz="1600" strike="sng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465622391"/>
                  </a:ext>
                </a:extLst>
              </a:tr>
              <a:tr h="288000">
                <a:tc>
                  <a:txBody>
                    <a:bodyPr/>
                    <a:lstStyle/>
                    <a:p>
                      <a:pPr algn="ctr"/>
                      <a:r>
                        <a:rPr kumimoji="1" lang="en-US" altLang="ja-JP" sz="1600" strike="noStrike" kern="1200">
                          <a:solidFill>
                            <a:schemeClr val="dk1"/>
                          </a:solidFill>
                          <a:latin typeface="游ゴシック" panose="020B0400000000000000" pitchFamily="50" charset="-128"/>
                          <a:ea typeface="游ゴシック" panose="020B0400000000000000" pitchFamily="50" charset="-128"/>
                        </a:rPr>
                        <a:t>3</a:t>
                      </a:r>
                      <a:endParaRPr kumimoji="1" lang="ja-JP" altLang="en-US" sz="1600" strike="noStrike"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strike="noStrike">
                          <a:solidFill>
                            <a:schemeClr val="tx1"/>
                          </a:solidFill>
                          <a:latin typeface="游ゴシック" panose="020B0400000000000000" pitchFamily="50" charset="-128"/>
                          <a:ea typeface="游ゴシック" panose="020B0400000000000000" pitchFamily="50" charset="-128"/>
                        </a:rPr>
                        <a:t>製油所データ作成</a:t>
                      </a:r>
                      <a:endParaRPr lang="en-US" altLang="ja-JP"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strike="noStrike">
                          <a:solidFill>
                            <a:schemeClr val="tx1"/>
                          </a:solidFill>
                          <a:latin typeface="游ゴシック" panose="020B0400000000000000" pitchFamily="50" charset="-128"/>
                          <a:ea typeface="游ゴシック" panose="020B0400000000000000" pitchFamily="50" charset="-128"/>
                        </a:rPr>
                        <a:t>BINAS_SEIYU.exe</a:t>
                      </a:r>
                      <a:endParaRPr kumimoji="0" lang="ja-JP" altLang="en-US"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9019336"/>
                  </a:ext>
                </a:extLst>
              </a:tr>
              <a:tr h="288000">
                <a:tc>
                  <a:txBody>
                    <a:bodyPr/>
                    <a:lstStyle/>
                    <a:p>
                      <a:pPr algn="ctr"/>
                      <a:r>
                        <a:rPr kumimoji="1" lang="en-US" altLang="ja-JP" sz="1600" strike="noStrike" kern="1200">
                          <a:solidFill>
                            <a:schemeClr val="dk1"/>
                          </a:solidFill>
                          <a:latin typeface="游ゴシック" panose="020B0400000000000000" pitchFamily="50" charset="-128"/>
                          <a:ea typeface="游ゴシック" panose="020B0400000000000000" pitchFamily="50" charset="-128"/>
                        </a:rPr>
                        <a:t>4</a:t>
                      </a:r>
                      <a:endParaRPr kumimoji="1" lang="ja-JP" altLang="en-US" sz="1600" strike="noStrike"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strike="noStrike">
                          <a:solidFill>
                            <a:schemeClr val="tx1"/>
                          </a:solidFill>
                          <a:latin typeface="游ゴシック" panose="020B0400000000000000" pitchFamily="50" charset="-128"/>
                          <a:ea typeface="游ゴシック" panose="020B0400000000000000" pitchFamily="50" charset="-128"/>
                        </a:rPr>
                        <a:t>DB</a:t>
                      </a:r>
                      <a:r>
                        <a:rPr lang="ja-JP" altLang="en-US" sz="1600" strike="noStrike">
                          <a:solidFill>
                            <a:schemeClr val="tx1"/>
                          </a:solidFill>
                          <a:latin typeface="游ゴシック" panose="020B0400000000000000" pitchFamily="50" charset="-128"/>
                          <a:ea typeface="游ゴシック" panose="020B0400000000000000" pitchFamily="50" charset="-128"/>
                        </a:rPr>
                        <a:t>削除</a:t>
                      </a:r>
                      <a:endParaRPr lang="en-US" altLang="ja-JP"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strike="noStrike">
                          <a:solidFill>
                            <a:schemeClr val="tx1"/>
                          </a:solidFill>
                          <a:latin typeface="游ゴシック" panose="020B0400000000000000" pitchFamily="50" charset="-128"/>
                          <a:ea typeface="游ゴシック" panose="020B0400000000000000" pitchFamily="50" charset="-128"/>
                        </a:rPr>
                        <a:t>DELETE_DB.exe</a:t>
                      </a:r>
                      <a:endParaRPr kumimoji="0" lang="ja-JP" altLang="en-US"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288000">
                <a:tc>
                  <a:txBody>
                    <a:bodyPr/>
                    <a:lstStyle/>
                    <a:p>
                      <a:pPr marL="0" algn="ctr" defTabSz="914400" rtl="0" eaLnBrk="1" latinLnBrk="0" hangingPunct="1"/>
                      <a:r>
                        <a:rPr kumimoji="1" lang="en-US" altLang="ja-JP" sz="1600" strike="noStrike" kern="1200">
                          <a:solidFill>
                            <a:schemeClr val="dk1"/>
                          </a:solidFill>
                          <a:latin typeface="游ゴシック" panose="020B0400000000000000" pitchFamily="50" charset="-128"/>
                          <a:ea typeface="游ゴシック" panose="020B0400000000000000" pitchFamily="50" charset="-128"/>
                        </a:rPr>
                        <a:t>5</a:t>
                      </a:r>
                      <a:endParaRPr kumimoji="1" lang="ja-JP" altLang="en-US" sz="1600" strike="noStrike"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strike="noStrike">
                          <a:solidFill>
                            <a:schemeClr val="tx1"/>
                          </a:solidFill>
                          <a:latin typeface="游ゴシック" panose="020B0400000000000000" pitchFamily="50" charset="-128"/>
                          <a:ea typeface="游ゴシック" panose="020B0400000000000000" pitchFamily="50" charset="-128"/>
                        </a:rPr>
                        <a:t>潤滑油タンク在庫編集</a:t>
                      </a:r>
                      <a:endParaRPr lang="en-US" altLang="ja-JP"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strike="noStrike">
                          <a:solidFill>
                            <a:schemeClr val="tx1"/>
                          </a:solidFill>
                          <a:latin typeface="游ゴシック" panose="020B0400000000000000" pitchFamily="50" charset="-128"/>
                          <a:ea typeface="游ゴシック" panose="020B0400000000000000" pitchFamily="50" charset="-128"/>
                        </a:rPr>
                        <a:t>EDT_JNKTZAIK.exe</a:t>
                      </a:r>
                      <a:endParaRPr kumimoji="0" lang="ja-JP" altLang="en-US"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288000">
                <a:tc>
                  <a:txBody>
                    <a:bodyPr/>
                    <a:lstStyle/>
                    <a:p>
                      <a:pPr marL="0" algn="ctr" defTabSz="914400" rtl="0" eaLnBrk="1" latinLnBrk="0" hangingPunct="1"/>
                      <a:r>
                        <a:rPr kumimoji="1" lang="en-US" altLang="ja-JP" sz="1600" strike="noStrike" kern="1200">
                          <a:solidFill>
                            <a:schemeClr val="dk1"/>
                          </a:solidFill>
                          <a:latin typeface="游ゴシック" panose="020B0400000000000000" pitchFamily="50" charset="-128"/>
                          <a:ea typeface="游ゴシック" panose="020B0400000000000000" pitchFamily="50" charset="-128"/>
                        </a:rPr>
                        <a:t>6</a:t>
                      </a:r>
                      <a:endParaRPr kumimoji="1" lang="ja-JP" altLang="en-US" sz="1600" strike="noStrike"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strike="noStrike">
                          <a:solidFill>
                            <a:schemeClr val="tx1"/>
                          </a:solidFill>
                          <a:latin typeface="游ゴシック" panose="020B0400000000000000" pitchFamily="50" charset="-128"/>
                          <a:ea typeface="游ゴシック" panose="020B0400000000000000" pitchFamily="50" charset="-128"/>
                        </a:rPr>
                        <a:t>自家燃使用量作成</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600" strike="noStrike">
                          <a:solidFill>
                            <a:schemeClr val="tx1"/>
                          </a:solidFill>
                          <a:latin typeface="游ゴシック" panose="020B0400000000000000" pitchFamily="50" charset="-128"/>
                          <a:ea typeface="游ゴシック" panose="020B0400000000000000" pitchFamily="50" charset="-128"/>
                        </a:rPr>
                        <a:t>JIKANEN.exe</a:t>
                      </a:r>
                      <a:endParaRPr kumimoji="1" lang="ja-JP" altLang="en-US"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288000">
                <a:tc>
                  <a:txBody>
                    <a:bodyPr/>
                    <a:lstStyle/>
                    <a:p>
                      <a:pPr marL="0" algn="ctr" defTabSz="914400" rtl="0" eaLnBrk="1" latinLnBrk="0" hangingPunct="1"/>
                      <a:r>
                        <a:rPr kumimoji="1" lang="en-US" altLang="ja-JP" sz="1600" strike="sngStrike" kern="1200" dirty="0">
                          <a:solidFill>
                            <a:schemeClr val="dk1"/>
                          </a:solidFill>
                          <a:latin typeface="游ゴシック" panose="020B0400000000000000" pitchFamily="50" charset="-128"/>
                          <a:ea typeface="游ゴシック" panose="020B0400000000000000" pitchFamily="50" charset="-128"/>
                        </a:rPr>
                        <a:t>7</a:t>
                      </a:r>
                      <a:endParaRPr kumimoji="1" lang="ja-JP" altLang="en-US" sz="1600" strike="sng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lvl="0" indent="0">
                        <a:buFont typeface="Arial" pitchFamily="34" charset="0"/>
                        <a:buNone/>
                      </a:pPr>
                      <a:r>
                        <a:rPr lang="zh-TW" altLang="en-US" sz="1600" strike="sngStrike" dirty="0">
                          <a:solidFill>
                            <a:schemeClr val="tx1"/>
                          </a:solidFill>
                          <a:latin typeface="游ゴシック" panose="020B0400000000000000" pitchFamily="50" charset="-128"/>
                          <a:ea typeface="游ゴシック" panose="020B0400000000000000" pitchFamily="50" charset="-128"/>
                        </a:rPr>
                        <a:t>自家燃使用量履歴</a:t>
                      </a:r>
                      <a:endParaRPr lang="en-US" altLang="ja-JP" sz="1600" strike="sngStrike"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buFont typeface="Arial" pitchFamily="34" charset="0"/>
                        <a:buNone/>
                      </a:pPr>
                      <a:r>
                        <a:rPr kumimoji="1" lang="en-US" altLang="ja-JP" sz="1600" strike="sngStrike" dirty="0">
                          <a:solidFill>
                            <a:schemeClr val="tx1"/>
                          </a:solidFill>
                          <a:latin typeface="游ゴシック" panose="020B0400000000000000" pitchFamily="50" charset="-128"/>
                          <a:ea typeface="游ゴシック" panose="020B0400000000000000" pitchFamily="50" charset="-128"/>
                        </a:rPr>
                        <a:t>JIKANEN_HIST.exe</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66628359"/>
                  </a:ext>
                </a:extLst>
              </a:tr>
              <a:tr h="288000">
                <a:tc>
                  <a:txBody>
                    <a:bodyPr/>
                    <a:lstStyle/>
                    <a:p>
                      <a:pPr marL="0" algn="ctr" defTabSz="914400" rtl="0" eaLnBrk="1" latinLnBrk="0" hangingPunct="1"/>
                      <a:r>
                        <a:rPr kumimoji="1" lang="en-US" altLang="ja-JP" sz="1600" strike="noStrike" kern="1200">
                          <a:solidFill>
                            <a:schemeClr val="dk1"/>
                          </a:solidFill>
                          <a:latin typeface="游ゴシック" panose="020B0400000000000000" pitchFamily="50" charset="-128"/>
                          <a:ea typeface="游ゴシック" panose="020B0400000000000000" pitchFamily="50" charset="-128"/>
                          <a:cs typeface="+mn-cs"/>
                        </a:rPr>
                        <a:t>8</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strike="noStrike">
                          <a:solidFill>
                            <a:schemeClr val="tx1"/>
                          </a:solidFill>
                          <a:latin typeface="游ゴシック" panose="020B0400000000000000" pitchFamily="50" charset="-128"/>
                          <a:ea typeface="游ゴシック" panose="020B0400000000000000" pitchFamily="50" charset="-128"/>
                        </a:rPr>
                        <a:t>潤滑油ファイル取込</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600" strike="noStrike">
                          <a:solidFill>
                            <a:schemeClr val="tx1"/>
                          </a:solidFill>
                          <a:latin typeface="游ゴシック" panose="020B0400000000000000" pitchFamily="50" charset="-128"/>
                          <a:ea typeface="游ゴシック" panose="020B0400000000000000" pitchFamily="50" charset="-128"/>
                        </a:rPr>
                        <a:t>JUNKATUY_RCV.exe</a:t>
                      </a:r>
                      <a:endParaRPr kumimoji="1" lang="ja-JP" altLang="en-US"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69728321"/>
                  </a:ext>
                </a:extLst>
              </a:tr>
              <a:tr h="288000">
                <a:tc>
                  <a:txBody>
                    <a:bodyPr/>
                    <a:lstStyle/>
                    <a:p>
                      <a:pPr marL="0" algn="ctr" defTabSz="914400" rtl="0" eaLnBrk="1" latinLnBrk="0" hangingPunct="1"/>
                      <a:r>
                        <a:rPr kumimoji="1" lang="en-US" altLang="ja-JP" sz="1600" strike="noStrike" kern="1200">
                          <a:solidFill>
                            <a:schemeClr val="tx1"/>
                          </a:solidFill>
                          <a:latin typeface="游ゴシック" panose="020B0400000000000000" pitchFamily="50" charset="-128"/>
                          <a:ea typeface="游ゴシック" panose="020B0400000000000000" pitchFamily="50" charset="-128"/>
                          <a:cs typeface="+mn-cs"/>
                        </a:rPr>
                        <a:t>9</a:t>
                      </a:r>
                      <a:endParaRPr kumimoji="1" lang="ja-JP" altLang="en-US" sz="1600" strike="noStrike" kern="1200">
                        <a:solidFill>
                          <a:schemeClr val="tx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buFont typeface="Arial" pitchFamily="34" charset="0"/>
                        <a:buNone/>
                      </a:pPr>
                      <a:r>
                        <a:rPr kumimoji="1" lang="ja-JP" altLang="en-US" sz="1600" strike="noStrike">
                          <a:solidFill>
                            <a:schemeClr val="tx1"/>
                          </a:solidFill>
                          <a:latin typeface="游ゴシック" panose="020B0400000000000000" pitchFamily="50" charset="-128"/>
                          <a:ea typeface="游ゴシック" panose="020B0400000000000000" pitchFamily="50" charset="-128"/>
                        </a:rPr>
                        <a:t>潤滑油タンク在庫作成</a:t>
                      </a:r>
                      <a:endParaRPr kumimoji="1" lang="en-US" altLang="ja-JP"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600" strike="noStrike">
                          <a:solidFill>
                            <a:schemeClr val="tx1"/>
                          </a:solidFill>
                          <a:latin typeface="游ゴシック" panose="020B0400000000000000" pitchFamily="50" charset="-128"/>
                          <a:ea typeface="游ゴシック" panose="020B0400000000000000" pitchFamily="50" charset="-128"/>
                        </a:rPr>
                        <a:t>JYUNKATU_TRANS.exe</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1665123"/>
                  </a:ext>
                </a:extLst>
              </a:tr>
              <a:tr h="288000">
                <a:tc>
                  <a:txBody>
                    <a:bodyPr/>
                    <a:lstStyle/>
                    <a:p>
                      <a:pPr marL="0" algn="ctr" defTabSz="914400" rtl="0" eaLnBrk="1" latinLnBrk="0" hangingPunct="1"/>
                      <a:r>
                        <a:rPr kumimoji="1" lang="en-US" altLang="ja-JP" sz="1600" strike="noStrike" kern="1200">
                          <a:solidFill>
                            <a:schemeClr val="dk1"/>
                          </a:solidFill>
                          <a:latin typeface="游ゴシック" panose="020B0400000000000000" pitchFamily="50" charset="-128"/>
                          <a:ea typeface="游ゴシック" panose="020B0400000000000000" pitchFamily="50" charset="-128"/>
                          <a:cs typeface="+mn-cs"/>
                        </a:rPr>
                        <a:t>10</a:t>
                      </a:r>
                      <a:endParaRPr kumimoji="1" lang="ja-JP" altLang="en-US" sz="1600" strike="noStrike"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lang="ja-JP" altLang="en-US" sz="1600" strike="noStrike">
                          <a:latin typeface="游ゴシック" panose="020B0400000000000000" pitchFamily="50" charset="-128"/>
                          <a:ea typeface="游ゴシック" panose="020B0400000000000000" pitchFamily="50" charset="-128"/>
                        </a:rPr>
                        <a:t>基材加工</a:t>
                      </a:r>
                      <a:r>
                        <a:rPr lang="en-US" altLang="ja-JP" sz="1600" strike="noStrike">
                          <a:latin typeface="游ゴシック" panose="020B0400000000000000" pitchFamily="50" charset="-128"/>
                          <a:ea typeface="游ゴシック" panose="020B0400000000000000" pitchFamily="50" charset="-128"/>
                        </a:rPr>
                        <a:t>DB</a:t>
                      </a:r>
                      <a:endParaRPr lang="ja-JP" altLang="en-US" sz="1600" strike="noStrike">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u="none" strike="noStrike" kern="1200" cap="none" normalizeH="0" baseline="0">
                          <a:ln>
                            <a:noFill/>
                          </a:ln>
                          <a:solidFill>
                            <a:schemeClr val="tx1"/>
                          </a:solidFill>
                          <a:effectLst/>
                          <a:latin typeface="游ゴシック" panose="020B0400000000000000" pitchFamily="50" charset="-128"/>
                          <a:ea typeface="游ゴシック" panose="020B0400000000000000" pitchFamily="50" charset="-128"/>
                        </a:rPr>
                        <a:t>kakouDB.exe</a:t>
                      </a:r>
                      <a:endParaRPr lang="ja-JP" altLang="en-US" sz="1600" u="none" strike="noStrike" kern="1200" cap="none" normalizeH="0" baseline="0">
                        <a:ln>
                          <a:noFill/>
                        </a:ln>
                        <a:solidFill>
                          <a:schemeClr val="tx1"/>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59461387"/>
                  </a:ext>
                </a:extLst>
              </a:tr>
              <a:tr h="288000">
                <a:tc>
                  <a:txBody>
                    <a:bodyPr/>
                    <a:lstStyle/>
                    <a:p>
                      <a:pPr marL="0" algn="ctr" defTabSz="914400" rtl="0" eaLnBrk="1" latinLnBrk="0" hangingPunct="1"/>
                      <a:r>
                        <a:rPr kumimoji="1" lang="en-US" altLang="ja-JP" sz="1600" strike="noStrike" kern="1200">
                          <a:solidFill>
                            <a:schemeClr val="dk1"/>
                          </a:solidFill>
                          <a:latin typeface="游ゴシック" panose="020B0400000000000000" pitchFamily="50" charset="-128"/>
                          <a:ea typeface="游ゴシック" panose="020B0400000000000000" pitchFamily="50" charset="-128"/>
                          <a:cs typeface="+mn-cs"/>
                        </a:rPr>
                        <a:t>11</a:t>
                      </a:r>
                      <a:endParaRPr kumimoji="1" lang="ja-JP" altLang="en-US" sz="1600" strike="noStrike"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strike="noStrike">
                          <a:solidFill>
                            <a:schemeClr val="tx1"/>
                          </a:solidFill>
                          <a:latin typeface="游ゴシック" panose="020B0400000000000000" pitchFamily="50" charset="-128"/>
                          <a:ea typeface="游ゴシック" panose="020B0400000000000000" pitchFamily="50" charset="-128"/>
                        </a:rPr>
                        <a:t>自家燃タンク在庫作成</a:t>
                      </a:r>
                      <a:endParaRPr kumimoji="1" lang="en-US" altLang="ja-JP"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en-US" altLang="ja-JP" sz="1600" u="none" strike="noStrike" kern="1200"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TANKZAIKO.exe</a:t>
                      </a:r>
                      <a:endParaRPr kumimoji="0" lang="ja-JP" altLang="en-US" sz="1600" u="none" strike="noStrike" kern="1200"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7409951"/>
                  </a:ext>
                </a:extLst>
              </a:tr>
              <a:tr h="288000">
                <a:tc>
                  <a:txBody>
                    <a:bodyPr/>
                    <a:lstStyle/>
                    <a:p>
                      <a:pPr marL="0" algn="ctr" defTabSz="914400" rtl="0" eaLnBrk="1" latinLnBrk="0" hangingPunct="1"/>
                      <a:r>
                        <a:rPr kumimoji="1" lang="en-US" altLang="ja-JP" sz="1600" strike="noStrike" kern="1200">
                          <a:solidFill>
                            <a:schemeClr val="dk1"/>
                          </a:solidFill>
                          <a:latin typeface="游ゴシック" panose="020B0400000000000000" pitchFamily="50" charset="-128"/>
                          <a:ea typeface="游ゴシック" panose="020B0400000000000000" pitchFamily="50" charset="-128"/>
                          <a:cs typeface="+mn-cs"/>
                        </a:rPr>
                        <a:t>12</a:t>
                      </a:r>
                      <a:endParaRPr kumimoji="1" lang="ja-JP" altLang="en-US" sz="1600" strike="noStrike"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lang="ja-JP" altLang="en-US" sz="1600" strike="noStrike" dirty="0">
                          <a:solidFill>
                            <a:schemeClr val="tx1"/>
                          </a:solidFill>
                          <a:latin typeface="游ゴシック" panose="020B0400000000000000" pitchFamily="50" charset="-128"/>
                          <a:ea typeface="游ゴシック" panose="020B0400000000000000" pitchFamily="50" charset="-128"/>
                        </a:rPr>
                        <a:t>タンク受払実績月報</a:t>
                      </a:r>
                      <a:endParaRPr lang="en-US" altLang="ja-JP" sz="1600" strike="noStrike"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strike="noStrike" dirty="0">
                          <a:solidFill>
                            <a:schemeClr val="tx1"/>
                          </a:solidFill>
                          <a:latin typeface="游ゴシック" panose="020B0400000000000000" pitchFamily="50" charset="-128"/>
                          <a:ea typeface="游ゴシック" panose="020B0400000000000000" pitchFamily="50" charset="-128"/>
                        </a:rPr>
                        <a:t>UKEHARAI.exe</a:t>
                      </a:r>
                      <a:endParaRPr kumimoji="0" lang="ja-JP" altLang="en-US" sz="1600" strike="noStrike"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59590726"/>
                  </a:ext>
                </a:extLst>
              </a:tr>
              <a:tr h="288000">
                <a:tc>
                  <a:txBody>
                    <a:bodyPr/>
                    <a:lstStyle/>
                    <a:p>
                      <a:pPr marL="0" algn="ctr" defTabSz="914400" rtl="0" eaLnBrk="1" latinLnBrk="0" hangingPunct="1"/>
                      <a:r>
                        <a:rPr kumimoji="1" lang="en-US" altLang="ja-JP" sz="1600" strike="noStrike" kern="1200" dirty="0" smtClean="0">
                          <a:solidFill>
                            <a:schemeClr val="dk1"/>
                          </a:solidFill>
                          <a:latin typeface="游ゴシック" panose="020B0400000000000000" pitchFamily="50" charset="-128"/>
                          <a:ea typeface="游ゴシック" panose="020B0400000000000000" pitchFamily="50" charset="-128"/>
                          <a:cs typeface="+mn-cs"/>
                        </a:rPr>
                        <a:t>13</a:t>
                      </a:r>
                      <a:endParaRPr kumimoji="1" lang="ja-JP" altLang="en-US" sz="1600" strike="no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lang="ja-JP" altLang="en-US" sz="1600" dirty="0">
                          <a:solidFill>
                            <a:schemeClr val="tx1"/>
                          </a:solidFill>
                          <a:latin typeface="游ゴシック" panose="020B0400000000000000" pitchFamily="50" charset="-128"/>
                          <a:ea typeface="游ゴシック" panose="020B0400000000000000" pitchFamily="50" charset="-128"/>
                        </a:rPr>
                        <a:t>装置運転状況加工</a:t>
                      </a:r>
                      <a:endParaRPr lang="en-US" altLang="ja-JP"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dirty="0">
                          <a:solidFill>
                            <a:schemeClr val="tx1"/>
                          </a:solidFill>
                          <a:latin typeface="游ゴシック" panose="020B0400000000000000" pitchFamily="50" charset="-128"/>
                          <a:ea typeface="游ゴシック" panose="020B0400000000000000" pitchFamily="50" charset="-128"/>
                        </a:rPr>
                        <a:t>UNTEN_JYOKYO.exe</a:t>
                      </a:r>
                      <a:endParaRPr kumimoji="0" lang="ja-JP" altLang="en-US"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68701983"/>
                  </a:ext>
                </a:extLst>
              </a:tr>
              <a:tr h="288000">
                <a:tc>
                  <a:txBody>
                    <a:bodyPr/>
                    <a:lstStyle/>
                    <a:p>
                      <a:pPr marL="0" algn="ctr" defTabSz="914400" rtl="0" eaLnBrk="1" latinLnBrk="0" hangingPunct="1"/>
                      <a:r>
                        <a:rPr kumimoji="1" lang="en-US" altLang="ja-JP" sz="1600" strike="noStrike" kern="1200" dirty="0" smtClean="0">
                          <a:solidFill>
                            <a:schemeClr val="dk1"/>
                          </a:solidFill>
                          <a:latin typeface="游ゴシック" panose="020B0400000000000000" pitchFamily="50" charset="-128"/>
                          <a:ea typeface="游ゴシック" panose="020B0400000000000000" pitchFamily="50" charset="-128"/>
                          <a:cs typeface="+mn-cs"/>
                        </a:rPr>
                        <a:t>14</a:t>
                      </a:r>
                      <a:endParaRPr kumimoji="1" lang="ja-JP" altLang="en-US" sz="1600" strike="no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panose="020B0400000000000000" pitchFamily="50" charset="-128"/>
                          <a:ea typeface="游ゴシック" panose="020B0400000000000000" pitchFamily="50" charset="-128"/>
                        </a:rPr>
                        <a:t>用役省エネ単価比較加工</a:t>
                      </a:r>
                      <a:endParaRPr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dirty="0">
                          <a:solidFill>
                            <a:schemeClr val="tx1"/>
                          </a:solidFill>
                          <a:latin typeface="游ゴシック" panose="020B0400000000000000" pitchFamily="50" charset="-128"/>
                          <a:ea typeface="游ゴシック" panose="020B0400000000000000" pitchFamily="50" charset="-128"/>
                        </a:rPr>
                        <a:t>YSYOUENE_YOKO.exe</a:t>
                      </a:r>
                      <a:endParaRPr kumimoji="0" lang="ja-JP" altLang="en-US"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71058519"/>
                  </a:ext>
                </a:extLst>
              </a:tr>
            </a:tbl>
          </a:graphicData>
        </a:graphic>
      </p:graphicFrame>
      <p:sp>
        <p:nvSpPr>
          <p:cNvPr id="8" name="テキスト ボックス 7">
            <a:extLst>
              <a:ext uri="{FF2B5EF4-FFF2-40B4-BE49-F238E27FC236}">
                <a16:creationId xmlns:a16="http://schemas.microsoft.com/office/drawing/2014/main" id="{AA608998-7E3E-1298-045C-A506F642ABA9}"/>
              </a:ext>
            </a:extLst>
          </p:cNvPr>
          <p:cNvSpPr txBox="1"/>
          <p:nvPr/>
        </p:nvSpPr>
        <p:spPr>
          <a:xfrm>
            <a:off x="606001" y="5799438"/>
            <a:ext cx="11041200" cy="642550"/>
          </a:xfrm>
          <a:prstGeom prst="rect">
            <a:avLst/>
          </a:prstGeom>
          <a:noFill/>
        </p:spPr>
        <p:txBody>
          <a:bodyPr wrap="square" rtlCol="0">
            <a:noAutofit/>
          </a:bodyPr>
          <a:lstStyle/>
          <a:p>
            <a:r>
              <a:rPr lang="en-US" altLang="ja-JP" sz="1200" b="1" dirty="0">
                <a:latin typeface="+mn-ea"/>
                <a:cs typeface="メイリオ" pitchFamily="50" charset="-128"/>
              </a:rPr>
              <a:t>※</a:t>
            </a:r>
            <a:r>
              <a:rPr lang="ja-JP" altLang="en-US" sz="1200" b="1" dirty="0">
                <a:latin typeface="+mn-ea"/>
                <a:cs typeface="メイリオ" pitchFamily="50" charset="-128"/>
              </a:rPr>
              <a:t>「二次加工</a:t>
            </a:r>
            <a:r>
              <a:rPr lang="en-US" altLang="ja-JP" sz="1200" b="1" dirty="0">
                <a:latin typeface="+mn-ea"/>
                <a:cs typeface="メイリオ" pitchFamily="50" charset="-128"/>
              </a:rPr>
              <a:t>DB</a:t>
            </a:r>
            <a:r>
              <a:rPr lang="ja-JP" altLang="en-US" sz="1200" b="1" dirty="0">
                <a:latin typeface="+mn-ea"/>
                <a:cs typeface="メイリオ" pitchFamily="50" charset="-128"/>
              </a:rPr>
              <a:t>」は他社開発プログラムのため、</a:t>
            </a:r>
            <a:r>
              <a:rPr lang="ja-JP" altLang="en-US" sz="1200" b="1" dirty="0">
                <a:solidFill>
                  <a:srgbClr val="FF0000"/>
                </a:solidFill>
                <a:latin typeface="+mn-ea"/>
                <a:cs typeface="メイリオ" pitchFamily="50" charset="-128"/>
              </a:rPr>
              <a:t>対象外</a:t>
            </a:r>
            <a:r>
              <a:rPr lang="ja-JP" altLang="en-US" sz="1200" b="1" dirty="0">
                <a:latin typeface="+mn-ea"/>
                <a:cs typeface="メイリオ" pitchFamily="50" charset="-128"/>
              </a:rPr>
              <a:t>とさせていただきます</a:t>
            </a:r>
            <a:r>
              <a:rPr lang="ja-JP" altLang="en-US" sz="1200" b="1" dirty="0" smtClean="0">
                <a:latin typeface="+mn-ea"/>
                <a:cs typeface="メイリオ" pitchFamily="50" charset="-128"/>
              </a:rPr>
              <a:t>。</a:t>
            </a:r>
            <a:r>
              <a:rPr lang="en-US" altLang="ja-JP" sz="1200" b="1" dirty="0">
                <a:latin typeface="+mn-ea"/>
                <a:cs typeface="メイリオ" pitchFamily="50" charset="-128"/>
              </a:rPr>
              <a:t/>
            </a:r>
            <a:br>
              <a:rPr lang="en-US" altLang="ja-JP" sz="1200" b="1" dirty="0">
                <a:latin typeface="+mn-ea"/>
                <a:cs typeface="メイリオ" pitchFamily="50" charset="-128"/>
              </a:rPr>
            </a:br>
            <a:r>
              <a:rPr lang="en-US" altLang="ja-JP" sz="1200" b="1" dirty="0" smtClean="0">
                <a:latin typeface="+mn-ea"/>
                <a:cs typeface="メイリオ" pitchFamily="50" charset="-128"/>
              </a:rPr>
              <a:t>※</a:t>
            </a:r>
            <a:r>
              <a:rPr lang="ja-JP" altLang="en-US" sz="1200" b="1" dirty="0" smtClean="0">
                <a:latin typeface="+mn-ea"/>
                <a:cs typeface="メイリオ" pitchFamily="50" charset="-128"/>
              </a:rPr>
              <a:t>「自家燃使用量履歴」はファイル送信時のバックアップ処理のため、</a:t>
            </a:r>
            <a:r>
              <a:rPr lang="en-US" altLang="ja-JP" sz="1200" b="1" dirty="0" smtClean="0">
                <a:latin typeface="+mn-ea"/>
                <a:cs typeface="メイリオ" pitchFamily="50" charset="-128"/>
              </a:rPr>
              <a:t>XenApp</a:t>
            </a:r>
            <a:r>
              <a:rPr lang="ja-JP" altLang="en-US" sz="1200" b="1" dirty="0" smtClean="0">
                <a:latin typeface="+mn-ea"/>
                <a:cs typeface="メイリオ" pitchFamily="50" charset="-128"/>
              </a:rPr>
              <a:t>廃止対応側に</a:t>
            </a:r>
            <a:r>
              <a:rPr lang="ja-JP" altLang="en-US" sz="1200" b="1" dirty="0" smtClean="0">
                <a:solidFill>
                  <a:srgbClr val="FF0000"/>
                </a:solidFill>
                <a:latin typeface="+mn-ea"/>
                <a:cs typeface="メイリオ" pitchFamily="50" charset="-128"/>
              </a:rPr>
              <a:t>機能移管</a:t>
            </a:r>
            <a:r>
              <a:rPr lang="ja-JP" altLang="en-US" sz="1200" b="1" dirty="0" smtClean="0">
                <a:latin typeface="+mn-ea"/>
                <a:cs typeface="メイリオ" pitchFamily="50" charset="-128"/>
              </a:rPr>
              <a:t>いたします。</a:t>
            </a:r>
            <a:r>
              <a:rPr lang="en-US" altLang="ja-JP" sz="1200" b="1" dirty="0" smtClean="0">
                <a:latin typeface="+mn-ea"/>
                <a:cs typeface="メイリオ" pitchFamily="50" charset="-128"/>
              </a:rPr>
              <a:t/>
            </a:r>
            <a:br>
              <a:rPr lang="en-US" altLang="ja-JP" sz="1200" b="1" dirty="0" smtClean="0">
                <a:latin typeface="+mn-ea"/>
                <a:cs typeface="メイリオ" pitchFamily="50" charset="-128"/>
              </a:rPr>
            </a:br>
            <a:r>
              <a:rPr lang="en-US" altLang="ja-JP" sz="1200" b="1" dirty="0" smtClean="0">
                <a:latin typeface="+mn-ea"/>
                <a:cs typeface="メイリオ" pitchFamily="50" charset="-128"/>
              </a:rPr>
              <a:t>※</a:t>
            </a:r>
            <a:r>
              <a:rPr lang="ja-JP" altLang="en-US" sz="1200" b="1" dirty="0" smtClean="0">
                <a:latin typeface="+mn-ea"/>
                <a:cs typeface="メイリオ" pitchFamily="50" charset="-128"/>
              </a:rPr>
              <a:t>「</a:t>
            </a:r>
            <a:r>
              <a:rPr lang="en-US" altLang="ja-JP" sz="1200" b="1" dirty="0" smtClean="0">
                <a:latin typeface="+mn-ea"/>
                <a:cs typeface="メイリオ" pitchFamily="50" charset="-128"/>
              </a:rPr>
              <a:t>PG</a:t>
            </a:r>
            <a:r>
              <a:rPr lang="ja-JP" altLang="en-US" sz="1200" b="1" dirty="0" smtClean="0">
                <a:latin typeface="+mn-ea"/>
                <a:cs typeface="メイリオ" pitchFamily="50" charset="-128"/>
              </a:rPr>
              <a:t>キック用」は他サーバからの実行ファイルリモート実行をしない方針のため、</a:t>
            </a:r>
            <a:r>
              <a:rPr lang="ja-JP" altLang="en-US" sz="1200" b="1" dirty="0" smtClean="0">
                <a:solidFill>
                  <a:srgbClr val="FF0000"/>
                </a:solidFill>
                <a:latin typeface="+mn-ea"/>
                <a:cs typeface="メイリオ" pitchFamily="50" charset="-128"/>
              </a:rPr>
              <a:t>廃止</a:t>
            </a:r>
            <a:r>
              <a:rPr lang="ja-JP" altLang="en-US" sz="1200" b="1" dirty="0" smtClean="0">
                <a:latin typeface="+mn-ea"/>
                <a:cs typeface="メイリオ" pitchFamily="50" charset="-128"/>
              </a:rPr>
              <a:t>いたします。</a:t>
            </a:r>
            <a:endParaRPr lang="en-US" altLang="ja-JP" sz="1200" b="1" dirty="0">
              <a:latin typeface="+mn-ea"/>
              <a:cs typeface="メイリオ" pitchFamily="50" charset="-128"/>
            </a:endParaRPr>
          </a:p>
        </p:txBody>
      </p:sp>
      <p:graphicFrame>
        <p:nvGraphicFramePr>
          <p:cNvPr id="9" name="表 8">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598793410"/>
              </p:ext>
            </p:extLst>
          </p:nvPr>
        </p:nvGraphicFramePr>
        <p:xfrm>
          <a:off x="6115051" y="779477"/>
          <a:ext cx="5509050" cy="5009233"/>
        </p:xfrm>
        <a:graphic>
          <a:graphicData uri="http://schemas.openxmlformats.org/drawingml/2006/table">
            <a:tbl>
              <a:tblPr firstRow="1" bandRow="1">
                <a:tableStyleId>{69012ECD-51FC-41F1-AA8D-1B2483CD663E}</a:tableStyleId>
              </a:tblPr>
              <a:tblGrid>
                <a:gridCol w="403366">
                  <a:extLst>
                    <a:ext uri="{9D8B030D-6E8A-4147-A177-3AD203B41FA5}">
                      <a16:colId xmlns:a16="http://schemas.microsoft.com/office/drawing/2014/main" val="820809534"/>
                    </a:ext>
                  </a:extLst>
                </a:gridCol>
                <a:gridCol w="2468767">
                  <a:extLst>
                    <a:ext uri="{9D8B030D-6E8A-4147-A177-3AD203B41FA5}">
                      <a16:colId xmlns:a16="http://schemas.microsoft.com/office/drawing/2014/main" val="2667349602"/>
                    </a:ext>
                  </a:extLst>
                </a:gridCol>
                <a:gridCol w="2636917">
                  <a:extLst>
                    <a:ext uri="{9D8B030D-6E8A-4147-A177-3AD203B41FA5}">
                      <a16:colId xmlns:a16="http://schemas.microsoft.com/office/drawing/2014/main" val="922789385"/>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mn-ea"/>
                        </a:rPr>
                        <a:t>処理名</a:t>
                      </a:r>
                      <a:endParaRPr kumimoji="1" lang="ja-JP" altLang="en-US" sz="1600">
                        <a:solidFill>
                          <a:srgbClr val="FFFFFF"/>
                        </a:solidFill>
                        <a:latin typeface="游ゴシック" panose="020B0400000000000000" pitchFamily="50" charset="-128"/>
                        <a:ea typeface="游ゴシック" panose="020B0400000000000000"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既存プログラム</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304800">
                <a:tc>
                  <a:txBody>
                    <a:bodyPr/>
                    <a:lstStyle/>
                    <a:p>
                      <a:pPr marL="0" algn="ctr" defTabSz="914400" rtl="0" eaLnBrk="1" latinLnBrk="0" hangingPunct="1"/>
                      <a:r>
                        <a:rPr kumimoji="1" lang="en-US" altLang="ja-JP" sz="1600" strike="noStrike" kern="1200" dirty="0" smtClean="0">
                          <a:solidFill>
                            <a:schemeClr val="dk1"/>
                          </a:solidFill>
                          <a:latin typeface="游ゴシック" panose="020B0400000000000000" pitchFamily="50" charset="-128"/>
                          <a:ea typeface="游ゴシック" panose="020B0400000000000000" pitchFamily="50" charset="-128"/>
                          <a:cs typeface="+mn-cs"/>
                        </a:rPr>
                        <a:t>15</a:t>
                      </a:r>
                      <a:endParaRPr kumimoji="1" lang="ja-JP" altLang="en-US" sz="1600" strike="no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panose="020B0400000000000000" pitchFamily="50" charset="-128"/>
                          <a:ea typeface="游ゴシック" panose="020B0400000000000000" pitchFamily="50" charset="-128"/>
                        </a:rPr>
                        <a:t>ﾀﾝｸ増減日報通油量算出</a:t>
                      </a:r>
                      <a:endParaRPr lang="en-US" altLang="ja-JP"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dirty="0">
                          <a:solidFill>
                            <a:schemeClr val="tx1"/>
                          </a:solidFill>
                          <a:latin typeface="游ゴシック" panose="020B0400000000000000" pitchFamily="50" charset="-128"/>
                          <a:ea typeface="游ゴシック" panose="020B0400000000000000" pitchFamily="50" charset="-128"/>
                        </a:rPr>
                        <a:t>zogen.exe</a:t>
                      </a:r>
                      <a:endParaRPr kumimoji="0" lang="ja-JP" altLang="en-US"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304800">
                <a:tc>
                  <a:txBody>
                    <a:bodyPr/>
                    <a:lstStyle/>
                    <a:p>
                      <a:pPr marL="0" algn="ctr" defTabSz="914400" rtl="0" eaLnBrk="1" latinLnBrk="0" hangingPunct="1"/>
                      <a:r>
                        <a:rPr kumimoji="1" lang="en-US" altLang="ja-JP" sz="1600" strike="noStrike" kern="1200" dirty="0" smtClean="0">
                          <a:solidFill>
                            <a:schemeClr val="dk1"/>
                          </a:solidFill>
                          <a:latin typeface="游ゴシック" panose="020B0400000000000000" pitchFamily="50" charset="-128"/>
                          <a:ea typeface="游ゴシック" panose="020B0400000000000000" pitchFamily="50" charset="-128"/>
                          <a:cs typeface="+mn-cs"/>
                        </a:rPr>
                        <a:t>16</a:t>
                      </a:r>
                      <a:endParaRPr kumimoji="1" lang="ja-JP" altLang="en-US" sz="1600" strike="no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buFont typeface="Arial" pitchFamily="34" charset="0"/>
                        <a:buNone/>
                      </a:pPr>
                      <a:r>
                        <a:rPr lang="zh-TW" altLang="en-US" sz="1600" strike="noStrike">
                          <a:solidFill>
                            <a:schemeClr val="tx1"/>
                          </a:solidFill>
                          <a:latin typeface="游ゴシック" panose="020B0400000000000000" pitchFamily="50" charset="-128"/>
                          <a:ea typeface="游ゴシック" panose="020B0400000000000000" pitchFamily="50" charset="-128"/>
                        </a:rPr>
                        <a:t>石化取引実績</a:t>
                      </a:r>
                      <a:endParaRPr lang="en-US" altLang="ja-JP"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strike="noStrike" dirty="0">
                          <a:solidFill>
                            <a:schemeClr val="tx1"/>
                          </a:solidFill>
                          <a:latin typeface="游ゴシック" panose="020B0400000000000000" pitchFamily="50" charset="-128"/>
                          <a:ea typeface="游ゴシック" panose="020B0400000000000000" pitchFamily="50" charset="-128"/>
                        </a:rPr>
                        <a:t>SekTorZis.exe</a:t>
                      </a:r>
                      <a:endParaRPr kumimoji="0" lang="ja-JP" altLang="en-US" sz="1600" strike="noStrike"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5622391"/>
                  </a:ext>
                </a:extLst>
              </a:tr>
              <a:tr h="304800">
                <a:tc>
                  <a:txBody>
                    <a:bodyPr/>
                    <a:lstStyle/>
                    <a:p>
                      <a:pPr marL="0" algn="ctr" defTabSz="914400" rtl="0" eaLnBrk="1" latinLnBrk="0" hangingPunct="1"/>
                      <a:r>
                        <a:rPr kumimoji="1" lang="en-US" altLang="ja-JP" sz="1600" strike="sngStrike" kern="1200" dirty="0" smtClean="0">
                          <a:solidFill>
                            <a:schemeClr val="dk1"/>
                          </a:solidFill>
                          <a:latin typeface="游ゴシック" panose="020B0400000000000000" pitchFamily="50" charset="-128"/>
                          <a:ea typeface="游ゴシック" panose="020B0400000000000000" pitchFamily="50" charset="-128"/>
                          <a:cs typeface="+mn-cs"/>
                        </a:rPr>
                        <a:t>17</a:t>
                      </a:r>
                      <a:endParaRPr kumimoji="1" lang="ja-JP" altLang="en-US" sz="1600" strike="sng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lvl="0" indent="0">
                        <a:buFont typeface="Arial" pitchFamily="34" charset="0"/>
                        <a:buNone/>
                      </a:pPr>
                      <a:r>
                        <a:rPr lang="en-US" altLang="ja-JP" sz="1600" strike="sngStrike" dirty="0">
                          <a:solidFill>
                            <a:schemeClr val="tx1"/>
                          </a:solidFill>
                          <a:latin typeface="游ゴシック" panose="020B0400000000000000" pitchFamily="50" charset="-128"/>
                          <a:ea typeface="游ゴシック" panose="020B0400000000000000" pitchFamily="50" charset="-128"/>
                        </a:rPr>
                        <a:t>PG</a:t>
                      </a:r>
                      <a:r>
                        <a:rPr lang="ja-JP" altLang="en-US" sz="1600" strike="sngStrike" dirty="0">
                          <a:solidFill>
                            <a:schemeClr val="tx1"/>
                          </a:solidFill>
                          <a:latin typeface="游ゴシック" panose="020B0400000000000000" pitchFamily="50" charset="-128"/>
                          <a:ea typeface="游ゴシック" panose="020B0400000000000000" pitchFamily="50" charset="-128"/>
                        </a:rPr>
                        <a:t>キック用</a:t>
                      </a:r>
                      <a:endParaRPr lang="en-US" altLang="ja-JP" sz="1600" strike="sngStrike"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strike="sngStrike" dirty="0">
                          <a:solidFill>
                            <a:schemeClr val="tx1"/>
                          </a:solidFill>
                          <a:latin typeface="游ゴシック" panose="020B0400000000000000" pitchFamily="50" charset="-128"/>
                          <a:ea typeface="游ゴシック" panose="020B0400000000000000" pitchFamily="50" charset="-128"/>
                        </a:rPr>
                        <a:t>Kick.exe</a:t>
                      </a:r>
                      <a:endParaRPr kumimoji="0" lang="ja-JP" altLang="en-US" sz="1600" strike="sngStrike"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29019336"/>
                  </a:ext>
                </a:extLst>
              </a:tr>
              <a:tr h="304800">
                <a:tc>
                  <a:txBody>
                    <a:bodyPr/>
                    <a:lstStyle/>
                    <a:p>
                      <a:pPr marL="0" algn="ctr" defTabSz="914400" rtl="0" eaLnBrk="1" latinLnBrk="0" hangingPunct="1"/>
                      <a:r>
                        <a:rPr kumimoji="1" lang="en-US" altLang="ja-JP" sz="1600" strike="noStrike" kern="1200" dirty="0" smtClean="0">
                          <a:solidFill>
                            <a:schemeClr val="dk1"/>
                          </a:solidFill>
                          <a:latin typeface="游ゴシック" panose="020B0400000000000000" pitchFamily="50" charset="-128"/>
                          <a:ea typeface="游ゴシック" panose="020B0400000000000000" pitchFamily="50" charset="-128"/>
                          <a:cs typeface="+mn-cs"/>
                        </a:rPr>
                        <a:t>18</a:t>
                      </a:r>
                      <a:endParaRPr kumimoji="1" lang="ja-JP" altLang="en-US" sz="1600" strike="no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dirty="0">
                          <a:solidFill>
                            <a:schemeClr val="tx1"/>
                          </a:solidFill>
                          <a:latin typeface="游ゴシック" panose="020B0400000000000000" pitchFamily="50" charset="-128"/>
                          <a:ea typeface="游ゴシック" panose="020B0400000000000000" pitchFamily="50" charset="-128"/>
                        </a:rPr>
                        <a:t>EAI</a:t>
                      </a:r>
                      <a:r>
                        <a:rPr lang="ja-JP" altLang="en-US" sz="1600" dirty="0">
                          <a:solidFill>
                            <a:schemeClr val="tx1"/>
                          </a:solidFill>
                          <a:latin typeface="游ゴシック" panose="020B0400000000000000" pitchFamily="50" charset="-128"/>
                          <a:ea typeface="游ゴシック" panose="020B0400000000000000" pitchFamily="50" charset="-128"/>
                        </a:rPr>
                        <a:t>送信</a:t>
                      </a:r>
                      <a:endParaRPr lang="en-US" altLang="ja-JP"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a:solidFill>
                            <a:schemeClr val="tx1"/>
                          </a:solidFill>
                          <a:latin typeface="游ゴシック" panose="020B0400000000000000" pitchFamily="50" charset="-128"/>
                          <a:ea typeface="游ゴシック" panose="020B0400000000000000" pitchFamily="50" charset="-128"/>
                        </a:rPr>
                        <a:t>EAI_SEND.exe</a:t>
                      </a:r>
                      <a:endParaRPr kumimoji="0" lang="ja-JP" altLang="en-US"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304800">
                <a:tc>
                  <a:txBody>
                    <a:bodyPr/>
                    <a:lstStyle/>
                    <a:p>
                      <a:pPr marL="0" algn="ctr" defTabSz="914400" rtl="0" eaLnBrk="1" latinLnBrk="0" hangingPunct="1"/>
                      <a:r>
                        <a:rPr kumimoji="1" lang="en-US" altLang="ja-JP" sz="1600" strike="noStrike" kern="1200" dirty="0" smtClean="0">
                          <a:solidFill>
                            <a:schemeClr val="dk1"/>
                          </a:solidFill>
                          <a:latin typeface="游ゴシック" panose="020B0400000000000000" pitchFamily="50" charset="-128"/>
                          <a:ea typeface="游ゴシック" panose="020B0400000000000000" pitchFamily="50" charset="-128"/>
                          <a:cs typeface="+mn-cs"/>
                        </a:rPr>
                        <a:t>19</a:t>
                      </a:r>
                      <a:endParaRPr kumimoji="1" lang="ja-JP" altLang="en-US" sz="1600" strike="no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panose="020B0400000000000000" pitchFamily="50" charset="-128"/>
                          <a:ea typeface="游ゴシック" panose="020B0400000000000000" pitchFamily="50" charset="-128"/>
                        </a:rPr>
                        <a:t>オフサイト実績</a:t>
                      </a:r>
                      <a:r>
                        <a:rPr lang="en-US" altLang="ja-JP" sz="1600" dirty="0">
                          <a:solidFill>
                            <a:schemeClr val="tx1"/>
                          </a:solidFill>
                          <a:latin typeface="游ゴシック" panose="020B0400000000000000" pitchFamily="50" charset="-128"/>
                          <a:ea typeface="游ゴシック" panose="020B0400000000000000" pitchFamily="50" charset="-128"/>
                        </a:rPr>
                        <a:t>DB</a:t>
                      </a:r>
                      <a:r>
                        <a:rPr lang="ja-JP" altLang="en-US" sz="1600" dirty="0">
                          <a:solidFill>
                            <a:schemeClr val="tx1"/>
                          </a:solidFill>
                          <a:latin typeface="游ゴシック" panose="020B0400000000000000" pitchFamily="50" charset="-128"/>
                          <a:ea typeface="游ゴシック" panose="020B0400000000000000" pitchFamily="50" charset="-128"/>
                        </a:rPr>
                        <a:t>取込</a:t>
                      </a:r>
                      <a:endParaRPr lang="en-US" altLang="ja-JP"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dirty="0">
                          <a:solidFill>
                            <a:schemeClr val="tx1"/>
                          </a:solidFill>
                          <a:latin typeface="游ゴシック" panose="020B0400000000000000" pitchFamily="50" charset="-128"/>
                          <a:ea typeface="游ゴシック" panose="020B0400000000000000" pitchFamily="50" charset="-128"/>
                        </a:rPr>
                        <a:t>File2Db.exe</a:t>
                      </a:r>
                      <a:endParaRPr kumimoji="0" lang="ja-JP" altLang="en-US"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7684699"/>
                  </a:ext>
                </a:extLst>
              </a:tr>
              <a:tr h="304800">
                <a:tc>
                  <a:txBody>
                    <a:bodyPr/>
                    <a:lstStyle/>
                    <a:p>
                      <a:pPr marL="0" algn="ctr" defTabSz="914400" rtl="0" eaLnBrk="1" latinLnBrk="0" hangingPunct="1"/>
                      <a:r>
                        <a:rPr kumimoji="1" lang="en-US" altLang="ja-JP" sz="1600" strike="noStrike" kern="1200" dirty="0" smtClean="0">
                          <a:solidFill>
                            <a:schemeClr val="dk1"/>
                          </a:solidFill>
                          <a:latin typeface="游ゴシック" panose="020B0400000000000000" pitchFamily="50" charset="-128"/>
                          <a:ea typeface="游ゴシック" panose="020B0400000000000000" pitchFamily="50" charset="-128"/>
                          <a:cs typeface="+mn-cs"/>
                        </a:rPr>
                        <a:t>20</a:t>
                      </a:r>
                      <a:endParaRPr kumimoji="1" lang="ja-JP" altLang="en-US" sz="1600" strike="no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lang="zh-TW" altLang="en-US" sz="1600" strike="noStrike">
                          <a:solidFill>
                            <a:schemeClr val="tx1"/>
                          </a:solidFill>
                          <a:latin typeface="游ゴシック" panose="020B0400000000000000" pitchFamily="50" charset="-128"/>
                          <a:ea typeface="游ゴシック" panose="020B0400000000000000" pitchFamily="50" charset="-128"/>
                        </a:rPr>
                        <a:t>新</a:t>
                      </a:r>
                      <a:r>
                        <a:rPr lang="en-US" altLang="zh-TW" sz="1600" strike="noStrike">
                          <a:solidFill>
                            <a:schemeClr val="tx1"/>
                          </a:solidFill>
                          <a:latin typeface="游ゴシック" panose="020B0400000000000000" pitchFamily="50" charset="-128"/>
                          <a:ea typeface="游ゴシック" panose="020B0400000000000000" pitchFamily="50" charset="-128"/>
                        </a:rPr>
                        <a:t>IRIS</a:t>
                      </a:r>
                      <a:r>
                        <a:rPr lang="zh-TW" altLang="en-US" sz="1600" strike="noStrike">
                          <a:solidFill>
                            <a:schemeClr val="tx1"/>
                          </a:solidFill>
                          <a:latin typeface="游ゴシック" panose="020B0400000000000000" pitchFamily="50" charset="-128"/>
                          <a:ea typeface="游ゴシック" panose="020B0400000000000000" pitchFamily="50" charset="-128"/>
                        </a:rPr>
                        <a:t>連携変換処理</a:t>
                      </a:r>
                      <a:endParaRPr lang="en-US" altLang="ja-JP"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strike="noStrike" dirty="0">
                          <a:solidFill>
                            <a:schemeClr val="tx1"/>
                          </a:solidFill>
                          <a:latin typeface="游ゴシック" panose="020B0400000000000000" pitchFamily="50" charset="-128"/>
                          <a:ea typeface="游ゴシック" panose="020B0400000000000000" pitchFamily="50" charset="-128"/>
                        </a:rPr>
                        <a:t>IRIS_convert.exe</a:t>
                      </a:r>
                      <a:endParaRPr kumimoji="0" lang="ja-JP" altLang="en-US" sz="1600" strike="noStrike"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304800">
                <a:tc>
                  <a:txBody>
                    <a:bodyPr/>
                    <a:lstStyle/>
                    <a:p>
                      <a:pPr marL="0" algn="ctr" defTabSz="914400" rtl="0" eaLnBrk="1" latinLnBrk="0" hangingPunct="1"/>
                      <a:r>
                        <a:rPr kumimoji="1" lang="en-US" altLang="ja-JP" sz="1600" strike="noStrike" kern="1200" dirty="0" smtClean="0">
                          <a:solidFill>
                            <a:schemeClr val="dk1"/>
                          </a:solidFill>
                          <a:latin typeface="游ゴシック" panose="020B0400000000000000" pitchFamily="50" charset="-128"/>
                          <a:ea typeface="游ゴシック" panose="020B0400000000000000" pitchFamily="50" charset="-128"/>
                          <a:cs typeface="+mn-cs"/>
                        </a:rPr>
                        <a:t>21</a:t>
                      </a:r>
                      <a:endParaRPr kumimoji="1" lang="ja-JP" altLang="en-US" sz="1600" strike="no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a:solidFill>
                            <a:schemeClr val="tx1"/>
                          </a:solidFill>
                          <a:latin typeface="游ゴシック" panose="020B0400000000000000" pitchFamily="50" charset="-128"/>
                          <a:ea typeface="游ゴシック" panose="020B0400000000000000" pitchFamily="50" charset="-128"/>
                        </a:rPr>
                        <a:t>XML</a:t>
                      </a:r>
                      <a:r>
                        <a:rPr lang="ja-JP" altLang="en-US" sz="1600">
                          <a:solidFill>
                            <a:schemeClr val="tx1"/>
                          </a:solidFill>
                          <a:latin typeface="游ゴシック" panose="020B0400000000000000" pitchFamily="50" charset="-128"/>
                          <a:ea typeface="游ゴシック" panose="020B0400000000000000" pitchFamily="50" charset="-128"/>
                        </a:rPr>
                        <a:t>ファイル読込</a:t>
                      </a:r>
                      <a:endParaRPr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dirty="0">
                          <a:solidFill>
                            <a:schemeClr val="tx1"/>
                          </a:solidFill>
                          <a:latin typeface="游ゴシック" panose="020B0400000000000000" pitchFamily="50" charset="-128"/>
                          <a:ea typeface="游ゴシック" panose="020B0400000000000000" pitchFamily="50" charset="-128"/>
                        </a:rPr>
                        <a:t>ReadXml.dll</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304800">
                <a:tc>
                  <a:txBody>
                    <a:bodyPr/>
                    <a:lstStyle/>
                    <a:p>
                      <a:pPr marL="0" algn="ctr" defTabSz="914400" rtl="0" eaLnBrk="1" latinLnBrk="0" hangingPunct="1"/>
                      <a:r>
                        <a:rPr kumimoji="1" lang="en-US" altLang="ja-JP" sz="1600" strike="noStrike" kern="1200" dirty="0" smtClean="0">
                          <a:solidFill>
                            <a:schemeClr val="dk1"/>
                          </a:solidFill>
                          <a:latin typeface="游ゴシック" panose="020B0400000000000000" pitchFamily="50" charset="-128"/>
                          <a:ea typeface="游ゴシック" panose="020B0400000000000000" pitchFamily="50" charset="-128"/>
                          <a:cs typeface="+mn-cs"/>
                        </a:rPr>
                        <a:t>22</a:t>
                      </a:r>
                      <a:endParaRPr kumimoji="1" lang="en-US" altLang="ja-JP" sz="1600" strike="no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panose="020B0400000000000000" pitchFamily="50" charset="-128"/>
                          <a:ea typeface="游ゴシック" panose="020B0400000000000000" pitchFamily="50" charset="-128"/>
                        </a:rPr>
                        <a:t>共通ログ出力</a:t>
                      </a:r>
                      <a:endParaRPr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dirty="0">
                          <a:solidFill>
                            <a:schemeClr val="tx1"/>
                          </a:solidFill>
                          <a:latin typeface="游ゴシック" panose="020B0400000000000000" pitchFamily="50" charset="-128"/>
                          <a:ea typeface="游ゴシック" panose="020B0400000000000000" pitchFamily="50" charset="-128"/>
                        </a:rPr>
                        <a:t>LogOutput.exe</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69728321"/>
                  </a:ext>
                </a:extLst>
              </a:tr>
              <a:tr h="304800">
                <a:tc>
                  <a:txBody>
                    <a:bodyPr/>
                    <a:lstStyle/>
                    <a:p>
                      <a:pPr marL="0" algn="ctr" defTabSz="914400" rtl="0" eaLnBrk="1" latinLnBrk="0" hangingPunct="1"/>
                      <a:r>
                        <a:rPr kumimoji="1" lang="en-US" altLang="ja-JP" sz="1600" strike="noStrike" kern="1200" dirty="0" smtClean="0">
                          <a:solidFill>
                            <a:schemeClr val="tx1"/>
                          </a:solidFill>
                          <a:latin typeface="游ゴシック" panose="020B0400000000000000" pitchFamily="50" charset="-128"/>
                          <a:ea typeface="游ゴシック" panose="020B0400000000000000" pitchFamily="50" charset="-128"/>
                          <a:cs typeface="+mn-cs"/>
                        </a:rPr>
                        <a:t>23</a:t>
                      </a:r>
                      <a:endParaRPr kumimoji="1" lang="ja-JP" altLang="en-US" sz="1600" strike="noStrike" kern="1200" dirty="0">
                        <a:solidFill>
                          <a:schemeClr val="tx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buFont typeface="Arial" pitchFamily="34" charset="0"/>
                        <a:buNone/>
                      </a:pPr>
                      <a:r>
                        <a:rPr lang="en-US" altLang="ja-JP" sz="1600" strike="noStrike" dirty="0">
                          <a:solidFill>
                            <a:schemeClr val="tx1"/>
                          </a:solidFill>
                          <a:latin typeface="游ゴシック" panose="020B0400000000000000" pitchFamily="50" charset="-128"/>
                          <a:ea typeface="游ゴシック" panose="020B0400000000000000" pitchFamily="50" charset="-128"/>
                        </a:rPr>
                        <a:t>EAI</a:t>
                      </a:r>
                      <a:r>
                        <a:rPr lang="ja-JP" altLang="en-US" sz="1600" strike="noStrike" dirty="0">
                          <a:solidFill>
                            <a:schemeClr val="tx1"/>
                          </a:solidFill>
                          <a:latin typeface="游ゴシック" panose="020B0400000000000000" pitchFamily="50" charset="-128"/>
                          <a:ea typeface="游ゴシック" panose="020B0400000000000000" pitchFamily="50" charset="-128"/>
                        </a:rPr>
                        <a:t>リモートログ監視</a:t>
                      </a:r>
                      <a:endParaRPr lang="en-US" altLang="ja-JP" sz="1600" strike="noStrike"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buFont typeface="Arial" pitchFamily="34" charset="0"/>
                        <a:buNone/>
                      </a:pPr>
                      <a:r>
                        <a:rPr lang="en-US" altLang="ja-JP" sz="1600" strike="noStrike" dirty="0">
                          <a:solidFill>
                            <a:schemeClr val="tx1"/>
                          </a:solidFill>
                          <a:latin typeface="游ゴシック" panose="020B0400000000000000" pitchFamily="50" charset="-128"/>
                          <a:ea typeface="游ゴシック" panose="020B0400000000000000" pitchFamily="50" charset="-128"/>
                        </a:rPr>
                        <a:t>EAI_LOG_WATCH.exe</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1665123"/>
                  </a:ext>
                </a:extLst>
              </a:tr>
              <a:tr h="304800">
                <a:tc>
                  <a:txBody>
                    <a:bodyPr/>
                    <a:lstStyle/>
                    <a:p>
                      <a:pPr marL="0" algn="ctr" defTabSz="914400" rtl="0" eaLnBrk="1" latinLnBrk="0" hangingPunct="1"/>
                      <a:r>
                        <a:rPr kumimoji="1" lang="en-US" altLang="ja-JP" sz="1600" strike="noStrike" kern="1200" dirty="0" smtClean="0">
                          <a:solidFill>
                            <a:srgbClr val="0000FF"/>
                          </a:solidFill>
                          <a:latin typeface="游ゴシック" panose="020B0400000000000000" pitchFamily="50" charset="-128"/>
                          <a:ea typeface="游ゴシック" panose="020B0400000000000000" pitchFamily="50" charset="-128"/>
                          <a:cs typeface="+mn-cs"/>
                        </a:rPr>
                        <a:t>24</a:t>
                      </a:r>
                      <a:endParaRPr kumimoji="1" lang="ja-JP" altLang="en-US" sz="1600" strike="noStrike" kern="1200" dirty="0">
                        <a:solidFill>
                          <a:srgbClr val="0000FF"/>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dirty="0" smtClean="0">
                          <a:solidFill>
                            <a:srgbClr val="0000FF"/>
                          </a:solidFill>
                          <a:latin typeface="游ゴシック" panose="020B0400000000000000" pitchFamily="50" charset="-128"/>
                          <a:ea typeface="游ゴシック" panose="020B0400000000000000" pitchFamily="50" charset="-128"/>
                        </a:rPr>
                        <a:t>PIMS</a:t>
                      </a:r>
                      <a:r>
                        <a:rPr lang="ja-JP" altLang="en-US" sz="1600" dirty="0" smtClean="0">
                          <a:solidFill>
                            <a:srgbClr val="0000FF"/>
                          </a:solidFill>
                          <a:latin typeface="游ゴシック" panose="020B0400000000000000" pitchFamily="50" charset="-128"/>
                          <a:ea typeface="游ゴシック" panose="020B0400000000000000" pitchFamily="50" charset="-128"/>
                        </a:rPr>
                        <a:t>受信</a:t>
                      </a:r>
                      <a:endParaRPr lang="en-US" altLang="ja-JP" sz="1600" dirty="0">
                        <a:solidFill>
                          <a:srgbClr val="0000FF"/>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dirty="0" smtClean="0">
                          <a:solidFill>
                            <a:srgbClr val="0000FF"/>
                          </a:solidFill>
                          <a:latin typeface="游ゴシック" panose="020B0400000000000000" pitchFamily="50" charset="-128"/>
                          <a:ea typeface="+mn-ea"/>
                        </a:rPr>
                        <a:t>PIMS_RCV.exe</a:t>
                      </a:r>
                      <a:endParaRPr kumimoji="0" lang="ja-JP" altLang="en-US" sz="1600" dirty="0">
                        <a:solidFill>
                          <a:srgbClr val="0000FF"/>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59461387"/>
                  </a:ext>
                </a:extLst>
              </a:tr>
              <a:tr h="304800">
                <a:tc>
                  <a:txBody>
                    <a:bodyPr/>
                    <a:lstStyle/>
                    <a:p>
                      <a:pPr marL="0" algn="ctr" defTabSz="914400" rtl="0" eaLnBrk="1" latinLnBrk="0" hangingPunct="1"/>
                      <a:r>
                        <a:rPr kumimoji="1" lang="en-US" altLang="ja-JP" sz="1600" strike="noStrike" kern="1200" dirty="0" smtClean="0">
                          <a:solidFill>
                            <a:srgbClr val="0000FF"/>
                          </a:solidFill>
                          <a:latin typeface="游ゴシック" panose="020B0400000000000000" pitchFamily="50" charset="-128"/>
                          <a:ea typeface="游ゴシック" panose="020B0400000000000000" pitchFamily="50" charset="-128"/>
                          <a:cs typeface="+mn-cs"/>
                        </a:rPr>
                        <a:t>25</a:t>
                      </a:r>
                      <a:endParaRPr kumimoji="1" lang="ja-JP" altLang="en-US" sz="1600" strike="noStrike" kern="1200" dirty="0">
                        <a:solidFill>
                          <a:srgbClr val="0000FF"/>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dirty="0" smtClean="0">
                          <a:solidFill>
                            <a:srgbClr val="0000FF"/>
                          </a:solidFill>
                          <a:latin typeface="游ゴシック" panose="020B0400000000000000" pitchFamily="50" charset="-128"/>
                          <a:ea typeface="游ゴシック" panose="020B0400000000000000" pitchFamily="50" charset="-128"/>
                        </a:rPr>
                        <a:t>燃料油試験結果</a:t>
                      </a:r>
                      <a:endParaRPr lang="en-US" altLang="ja-JP" sz="1600" dirty="0">
                        <a:solidFill>
                          <a:srgbClr val="0000FF"/>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dirty="0" smtClean="0">
                          <a:solidFill>
                            <a:srgbClr val="0000FF"/>
                          </a:solidFill>
                          <a:latin typeface="游ゴシック" panose="020B0400000000000000" pitchFamily="50" charset="-128"/>
                          <a:ea typeface="+mn-ea"/>
                        </a:rPr>
                        <a:t>VB_PCK_QU_FTP1.exe</a:t>
                      </a:r>
                      <a:endParaRPr kumimoji="0" lang="ja-JP" altLang="en-US" sz="1600" dirty="0">
                        <a:solidFill>
                          <a:srgbClr val="0000FF"/>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7409951"/>
                  </a:ext>
                </a:extLst>
              </a:tr>
              <a:tr h="304800">
                <a:tc>
                  <a:txBody>
                    <a:bodyPr/>
                    <a:lstStyle/>
                    <a:p>
                      <a:pPr marL="0" algn="ctr" defTabSz="914400" rtl="0" eaLnBrk="1" latinLnBrk="0" hangingPunct="1"/>
                      <a:r>
                        <a:rPr kumimoji="1" lang="en-US" altLang="ja-JP" sz="1600" strike="noStrike" kern="1200" dirty="0" smtClean="0">
                          <a:solidFill>
                            <a:srgbClr val="0000FF"/>
                          </a:solidFill>
                          <a:latin typeface="游ゴシック" panose="020B0400000000000000" pitchFamily="50" charset="-128"/>
                          <a:ea typeface="游ゴシック" panose="020B0400000000000000" pitchFamily="50" charset="-128"/>
                          <a:cs typeface="+mn-cs"/>
                        </a:rPr>
                        <a:t>26</a:t>
                      </a:r>
                      <a:endParaRPr kumimoji="1" lang="ja-JP" altLang="en-US" sz="1600" strike="noStrike" kern="1200" dirty="0">
                        <a:solidFill>
                          <a:srgbClr val="0000FF"/>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lang="ja-JP" altLang="en-US" sz="1600" strike="noStrike" dirty="0" smtClean="0">
                          <a:solidFill>
                            <a:srgbClr val="0000FF"/>
                          </a:solidFill>
                          <a:latin typeface="游ゴシック" panose="020B0400000000000000" pitchFamily="50" charset="-128"/>
                          <a:ea typeface="游ゴシック" panose="020B0400000000000000" pitchFamily="50" charset="-128"/>
                        </a:rPr>
                        <a:t>工程試験結果</a:t>
                      </a:r>
                      <a:endParaRPr lang="en-US" altLang="ja-JP" sz="1600" strike="noStrike" dirty="0">
                        <a:solidFill>
                          <a:srgbClr val="0000FF"/>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strike="noStrike" dirty="0" smtClean="0">
                          <a:solidFill>
                            <a:srgbClr val="0000FF"/>
                          </a:solidFill>
                          <a:latin typeface="游ゴシック" panose="020B0400000000000000" pitchFamily="50" charset="-128"/>
                          <a:ea typeface="+mn-ea"/>
                        </a:rPr>
                        <a:t>VB_PCK_QU_FTP2.exe</a:t>
                      </a:r>
                      <a:endParaRPr kumimoji="0" lang="ja-JP" altLang="en-US" sz="1600" strike="noStrike" dirty="0">
                        <a:solidFill>
                          <a:srgbClr val="0000FF"/>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59590726"/>
                  </a:ext>
                </a:extLst>
              </a:tr>
              <a:tr h="304800">
                <a:tc>
                  <a:txBody>
                    <a:bodyPr/>
                    <a:lstStyle/>
                    <a:p>
                      <a:pPr marL="0" algn="ctr" defTabSz="914400" rtl="0" eaLnBrk="1" latinLnBrk="0" hangingPunct="1"/>
                      <a:r>
                        <a:rPr kumimoji="1" lang="en-US" altLang="ja-JP" sz="1600" strike="noStrike" kern="1200" dirty="0" smtClean="0">
                          <a:solidFill>
                            <a:srgbClr val="0000FF"/>
                          </a:solidFill>
                          <a:latin typeface="游ゴシック" panose="020B0400000000000000" pitchFamily="50" charset="-128"/>
                          <a:ea typeface="游ゴシック" panose="020B0400000000000000" pitchFamily="50" charset="-128"/>
                          <a:cs typeface="+mn-cs"/>
                        </a:rPr>
                        <a:t>27</a:t>
                      </a:r>
                      <a:endParaRPr kumimoji="1" lang="ja-JP" altLang="en-US" sz="1600" strike="noStrike" kern="1200" dirty="0">
                        <a:solidFill>
                          <a:srgbClr val="0000FF"/>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dirty="0" smtClean="0">
                          <a:solidFill>
                            <a:srgbClr val="0000FF"/>
                          </a:solidFill>
                          <a:latin typeface="游ゴシック" panose="020B0400000000000000" pitchFamily="50" charset="-128"/>
                          <a:ea typeface="游ゴシック" panose="020B0400000000000000" pitchFamily="50" charset="-128"/>
                        </a:rPr>
                        <a:t>潤滑油試験結果</a:t>
                      </a:r>
                      <a:endParaRPr lang="en-US" altLang="ja-JP" sz="1600" dirty="0">
                        <a:solidFill>
                          <a:srgbClr val="0000FF"/>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dirty="0" smtClean="0">
                          <a:solidFill>
                            <a:srgbClr val="0000FF"/>
                          </a:solidFill>
                          <a:latin typeface="游ゴシック" panose="020B0400000000000000" pitchFamily="50" charset="-128"/>
                          <a:ea typeface="+mn-ea"/>
                        </a:rPr>
                        <a:t>VB_PCK_QU_FTP3.exe</a:t>
                      </a:r>
                      <a:endParaRPr lang="en-US" altLang="ja-JP" sz="1600" dirty="0">
                        <a:solidFill>
                          <a:srgbClr val="0000FF"/>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39848736"/>
                  </a:ext>
                </a:extLst>
              </a:tr>
              <a:tr h="304800">
                <a:tc gridSpan="3">
                  <a:txBody>
                    <a:bodyPr/>
                    <a:lstStyle/>
                    <a:p>
                      <a:pPr marL="0" algn="l" defTabSz="914400" rtl="0" eaLnBrk="1" latinLnBrk="0" hangingPunct="1"/>
                      <a:r>
                        <a:rPr kumimoji="1" lang="en-US" altLang="ja-JP" sz="1400" b="1" strike="noStrike" kern="1200" dirty="0" smtClean="0">
                          <a:solidFill>
                            <a:srgbClr val="0000FF"/>
                          </a:solidFill>
                          <a:latin typeface="游ゴシック" panose="020B0400000000000000" pitchFamily="50" charset="-128"/>
                          <a:ea typeface="游ゴシック" panose="020B0400000000000000" pitchFamily="50" charset="-128"/>
                          <a:cs typeface="+mn-cs"/>
                        </a:rPr>
                        <a:t>※</a:t>
                      </a:r>
                      <a:r>
                        <a:rPr kumimoji="1" lang="ja-JP" altLang="en-US" sz="1400" b="1" strike="noStrike" kern="1200" dirty="0" smtClean="0">
                          <a:solidFill>
                            <a:srgbClr val="0000FF"/>
                          </a:solidFill>
                          <a:latin typeface="游ゴシック" panose="020B0400000000000000" pitchFamily="50" charset="-128"/>
                          <a:ea typeface="游ゴシック" panose="020B0400000000000000" pitchFamily="50" charset="-128"/>
                          <a:cs typeface="+mn-cs"/>
                        </a:rPr>
                        <a:t>青字が「要件定義・基本設計」にて追加された機能</a:t>
                      </a:r>
                      <a:endParaRPr kumimoji="1" lang="ja-JP" altLang="en-US" sz="1600" b="1" strike="noStrike" kern="1200" dirty="0">
                        <a:solidFill>
                          <a:srgbClr val="0000FF"/>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l" defTabSz="914400" rtl="0">
                        <a:lnSpc>
                          <a:spcPct val="100000"/>
                        </a:lnSpc>
                        <a:spcBef>
                          <a:spcPts val="0"/>
                        </a:spcBef>
                        <a:spcAft>
                          <a:spcPts val="0"/>
                        </a:spcAft>
                        <a:buClrTx/>
                        <a:buSzTx/>
                        <a:buFont typeface="Arial" pitchFamily="34" charset="0"/>
                        <a:buNone/>
                        <a:tabLst/>
                        <a:defRPr/>
                      </a:pPr>
                      <a:endParaRPr lang="en-US" altLang="ja-JP"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l" defTabSz="914400" rtl="0">
                        <a:lnSpc>
                          <a:spcPct val="100000"/>
                        </a:lnSpc>
                        <a:spcBef>
                          <a:spcPts val="0"/>
                        </a:spcBef>
                        <a:spcAft>
                          <a:spcPts val="0"/>
                        </a:spcAft>
                        <a:buClrTx/>
                        <a:buSzTx/>
                        <a:buFont typeface="Arial" pitchFamily="34" charset="0"/>
                        <a:buNone/>
                        <a:tabLst/>
                        <a:defRPr/>
                      </a:pPr>
                      <a:endParaRPr lang="en-US" altLang="ja-JP"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96136133"/>
                  </a:ext>
                </a:extLst>
              </a:tr>
            </a:tbl>
          </a:graphicData>
        </a:graphic>
      </p:graphicFrame>
      <p:sp>
        <p:nvSpPr>
          <p:cNvPr id="4" name="フッター プレースホルダー 3"/>
          <p:cNvSpPr>
            <a:spLocks noGrp="1"/>
          </p:cNvSpPr>
          <p:nvPr>
            <p:ph type="ftr" sz="quarter" idx="11"/>
          </p:nvPr>
        </p:nvSpPr>
        <p:spPr/>
        <p:txBody>
          <a:bodyPr/>
          <a:lstStyle/>
          <a:p>
            <a:r>
              <a:rPr lang="en-US" smtClean="0"/>
              <a:t>Copyright © 2025 SystemEXE,Inc All Rights Reserved.</a:t>
            </a:r>
            <a:endParaRPr lang="en-US"/>
          </a:p>
        </p:txBody>
      </p:sp>
    </p:spTree>
    <p:extLst>
      <p:ext uri="{BB962C8B-B14F-4D97-AF65-F5344CB8AC3E}">
        <p14:creationId xmlns:p14="http://schemas.microsoft.com/office/powerpoint/2010/main" val="18982617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６</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スケジュール（想定）</a:t>
            </a:r>
          </a:p>
        </p:txBody>
      </p:sp>
      <p:graphicFrame>
        <p:nvGraphicFramePr>
          <p:cNvPr id="6" name="表 5">
            <a:extLst>
              <a:ext uri="{FF2B5EF4-FFF2-40B4-BE49-F238E27FC236}">
                <a16:creationId xmlns:a16="http://schemas.microsoft.com/office/drawing/2014/main" id="{1B9651D0-1C8B-452E-8B2F-91E497A82D84}"/>
              </a:ext>
            </a:extLst>
          </p:cNvPr>
          <p:cNvGraphicFramePr>
            <a:graphicFrameLocks noGrp="1"/>
          </p:cNvGraphicFramePr>
          <p:nvPr>
            <p:extLst>
              <p:ext uri="{D42A27DB-BD31-4B8C-83A1-F6EECF244321}">
                <p14:modId xmlns:p14="http://schemas.microsoft.com/office/powerpoint/2010/main" val="1667246403"/>
              </p:ext>
            </p:extLst>
          </p:nvPr>
        </p:nvGraphicFramePr>
        <p:xfrm>
          <a:off x="335998" y="936003"/>
          <a:ext cx="11220003" cy="4305850"/>
        </p:xfrm>
        <a:graphic>
          <a:graphicData uri="http://schemas.openxmlformats.org/drawingml/2006/table">
            <a:tbl>
              <a:tblPr firstRow="1">
                <a:tableStyleId>{69012ECD-51FC-41F1-AA8D-1B2483CD663E}</a:tableStyleId>
              </a:tblPr>
              <a:tblGrid>
                <a:gridCol w="1655188">
                  <a:extLst>
                    <a:ext uri="{9D8B030D-6E8A-4147-A177-3AD203B41FA5}">
                      <a16:colId xmlns:a16="http://schemas.microsoft.com/office/drawing/2014/main" val="20001"/>
                    </a:ext>
                  </a:extLst>
                </a:gridCol>
                <a:gridCol w="735755">
                  <a:extLst>
                    <a:ext uri="{9D8B030D-6E8A-4147-A177-3AD203B41FA5}">
                      <a16:colId xmlns:a16="http://schemas.microsoft.com/office/drawing/2014/main" val="3798517737"/>
                    </a:ext>
                  </a:extLst>
                </a:gridCol>
                <a:gridCol w="735755">
                  <a:extLst>
                    <a:ext uri="{9D8B030D-6E8A-4147-A177-3AD203B41FA5}">
                      <a16:colId xmlns:a16="http://schemas.microsoft.com/office/drawing/2014/main" val="3330914773"/>
                    </a:ext>
                  </a:extLst>
                </a:gridCol>
                <a:gridCol w="735755">
                  <a:extLst>
                    <a:ext uri="{9D8B030D-6E8A-4147-A177-3AD203B41FA5}">
                      <a16:colId xmlns:a16="http://schemas.microsoft.com/office/drawing/2014/main" val="20014"/>
                    </a:ext>
                  </a:extLst>
                </a:gridCol>
                <a:gridCol w="735755">
                  <a:extLst>
                    <a:ext uri="{9D8B030D-6E8A-4147-A177-3AD203B41FA5}">
                      <a16:colId xmlns:a16="http://schemas.microsoft.com/office/drawing/2014/main" val="332361526"/>
                    </a:ext>
                  </a:extLst>
                </a:gridCol>
                <a:gridCol w="735755">
                  <a:extLst>
                    <a:ext uri="{9D8B030D-6E8A-4147-A177-3AD203B41FA5}">
                      <a16:colId xmlns:a16="http://schemas.microsoft.com/office/drawing/2014/main" val="1301509302"/>
                    </a:ext>
                  </a:extLst>
                </a:gridCol>
                <a:gridCol w="735755">
                  <a:extLst>
                    <a:ext uri="{9D8B030D-6E8A-4147-A177-3AD203B41FA5}">
                      <a16:colId xmlns:a16="http://schemas.microsoft.com/office/drawing/2014/main" val="2064698816"/>
                    </a:ext>
                  </a:extLst>
                </a:gridCol>
                <a:gridCol w="735755">
                  <a:extLst>
                    <a:ext uri="{9D8B030D-6E8A-4147-A177-3AD203B41FA5}">
                      <a16:colId xmlns:a16="http://schemas.microsoft.com/office/drawing/2014/main" val="1049139473"/>
                    </a:ext>
                  </a:extLst>
                </a:gridCol>
                <a:gridCol w="735755">
                  <a:extLst>
                    <a:ext uri="{9D8B030D-6E8A-4147-A177-3AD203B41FA5}">
                      <a16:colId xmlns:a16="http://schemas.microsoft.com/office/drawing/2014/main" val="581626291"/>
                    </a:ext>
                  </a:extLst>
                </a:gridCol>
                <a:gridCol w="735755">
                  <a:extLst>
                    <a:ext uri="{9D8B030D-6E8A-4147-A177-3AD203B41FA5}">
                      <a16:colId xmlns:a16="http://schemas.microsoft.com/office/drawing/2014/main" val="1794734865"/>
                    </a:ext>
                  </a:extLst>
                </a:gridCol>
                <a:gridCol w="735755">
                  <a:extLst>
                    <a:ext uri="{9D8B030D-6E8A-4147-A177-3AD203B41FA5}">
                      <a16:colId xmlns:a16="http://schemas.microsoft.com/office/drawing/2014/main" val="749056113"/>
                    </a:ext>
                  </a:extLst>
                </a:gridCol>
                <a:gridCol w="735755">
                  <a:extLst>
                    <a:ext uri="{9D8B030D-6E8A-4147-A177-3AD203B41FA5}">
                      <a16:colId xmlns:a16="http://schemas.microsoft.com/office/drawing/2014/main" val="2894799342"/>
                    </a:ext>
                  </a:extLst>
                </a:gridCol>
                <a:gridCol w="735755">
                  <a:extLst>
                    <a:ext uri="{9D8B030D-6E8A-4147-A177-3AD203B41FA5}">
                      <a16:colId xmlns:a16="http://schemas.microsoft.com/office/drawing/2014/main" val="1393263075"/>
                    </a:ext>
                  </a:extLst>
                </a:gridCol>
                <a:gridCol w="735755">
                  <a:extLst>
                    <a:ext uri="{9D8B030D-6E8A-4147-A177-3AD203B41FA5}">
                      <a16:colId xmlns:a16="http://schemas.microsoft.com/office/drawing/2014/main" val="1713442751"/>
                    </a:ext>
                  </a:extLst>
                </a:gridCol>
              </a:tblGrid>
              <a:tr h="335988">
                <a:tc rowSpan="2">
                  <a:txBody>
                    <a:bodyPr/>
                    <a:lstStyle/>
                    <a:p>
                      <a:pPr algn="ctr"/>
                      <a:endParaRPr kumimoji="1" lang="ja-JP" altLang="en-US" sz="12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9">
                  <a:txBody>
                    <a:bodyPr/>
                    <a:lstStyle/>
                    <a:p>
                      <a:pPr algn="ctr"/>
                      <a:r>
                        <a:rPr lang="en-US" altLang="ja-JP" sz="1400" b="0">
                          <a:solidFill>
                            <a:srgbClr val="FFFFFF"/>
                          </a:solidFill>
                          <a:latin typeface="游ゴシック"/>
                          <a:ea typeface="游ゴシック"/>
                        </a:rPr>
                        <a:t>2025</a:t>
                      </a:r>
                      <a:r>
                        <a:rPr kumimoji="1" lang="ja-JP" altLang="en-US" sz="1400" b="0">
                          <a:solidFill>
                            <a:srgbClr val="FFFFFF"/>
                          </a:solidFill>
                          <a:latin typeface="游ゴシック"/>
                          <a:ea typeface="游ゴシック"/>
                        </a:rPr>
                        <a:t>年</a:t>
                      </a: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pPr algn="ctr"/>
                      <a:endParaRPr kumimoji="1" lang="ja-JP" altLang="en-US" sz="1000" b="1">
                        <a:latin typeface="Meiryo UI" pitchFamily="50" charset="-128"/>
                        <a:ea typeface="Meiryo UI" pitchFamily="50" charset="-128"/>
                        <a:cs typeface="Meiryo UI" pitchFamily="50" charset="-128"/>
                      </a:endParaRPr>
                    </a:p>
                  </a:txBody>
                  <a:tcPr anchor="ctr">
                    <a:lnR w="6350" cap="flat" cmpd="sng" algn="ctr">
                      <a:solidFill>
                        <a:schemeClr val="bg1">
                          <a:lumMod val="65000"/>
                        </a:schemeClr>
                      </a:solidFill>
                      <a:prstDash val="sysDot"/>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gridSpan="4">
                  <a:txBody>
                    <a:bodyPr/>
                    <a:lstStyle/>
                    <a:p>
                      <a:pPr algn="ctr"/>
                      <a:r>
                        <a:rPr lang="en-US" altLang="ja-JP" sz="1400" b="0">
                          <a:solidFill>
                            <a:srgbClr val="FFFFFF"/>
                          </a:solidFill>
                          <a:latin typeface="游ゴシック"/>
                          <a:ea typeface="游ゴシック"/>
                        </a:rPr>
                        <a:t>2026</a:t>
                      </a:r>
                      <a:r>
                        <a:rPr kumimoji="1" lang="ja-JP" altLang="en-US" sz="1400" b="0">
                          <a:solidFill>
                            <a:srgbClr val="FFFFFF"/>
                          </a:solidFill>
                          <a:latin typeface="游ゴシック"/>
                          <a:ea typeface="游ゴシック"/>
                        </a:rPr>
                        <a:t>年</a:t>
                      </a:r>
                      <a:endParaRPr kumimoji="1" lang="ja-JP" altLang="en-US" sz="2000" b="0">
                        <a:solidFill>
                          <a:srgbClr val="FFFFFF"/>
                        </a:solidFill>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solidFill>
                      <a:schemeClr val="accent1"/>
                    </a:solidFill>
                  </a:tcPr>
                </a:tc>
                <a:tc hMerge="1">
                  <a:txBody>
                    <a:bodyPr/>
                    <a:lstStyle/>
                    <a:p>
                      <a:pPr algn="ctr"/>
                      <a:endParaRPr kumimoji="1" lang="ja-JP" altLang="en-US" sz="1000">
                        <a:latin typeface="Meiryo UI" pitchFamily="50" charset="-128"/>
                        <a:ea typeface="Meiryo UI" pitchFamily="50" charset="-128"/>
                        <a:cs typeface="Meiryo UI" pitchFamily="50" charset="-128"/>
                      </a:endParaRPr>
                    </a:p>
                  </a:txBody>
                  <a:tcPr anchor="ctr">
                    <a:solidFill>
                      <a:schemeClr val="accent1"/>
                    </a:solidFill>
                  </a:tcPr>
                </a:tc>
                <a:tc hMerge="1">
                  <a:txBody>
                    <a:bodyPr/>
                    <a:lstStyle/>
                    <a:p>
                      <a:pPr algn="ctr"/>
                      <a:endParaRPr kumimoji="1" lang="ja-JP" altLang="en-US" sz="1200" b="1">
                        <a:solidFill>
                          <a:schemeClr val="bg1"/>
                        </a:solidFill>
                        <a:latin typeface="Meiryo UI" pitchFamily="50" charset="-128"/>
                        <a:ea typeface="Meiryo UI" pitchFamily="50" charset="-128"/>
                        <a:cs typeface="Meiryo UI" pitchFamily="50" charset="-128"/>
                      </a:endParaRPr>
                    </a:p>
                  </a:txBody>
                  <a:tcPr anchor="ctr">
                    <a:solidFill>
                      <a:schemeClr val="accent1"/>
                    </a:solidFill>
                  </a:tcPr>
                </a:tc>
                <a:extLst>
                  <a:ext uri="{0D108BD9-81ED-4DB2-BD59-A6C34878D82A}">
                    <a16:rowId xmlns:a16="http://schemas.microsoft.com/office/drawing/2014/main" val="10000"/>
                  </a:ext>
                </a:extLst>
              </a:tr>
              <a:tr h="475403">
                <a:tc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kumimoji="1" lang="en-US" altLang="ja-JP" sz="1400" b="0">
                          <a:solidFill>
                            <a:srgbClr val="FFFFFF"/>
                          </a:solidFill>
                          <a:latin typeface="游ゴシック"/>
                          <a:ea typeface="游ゴシック"/>
                        </a:rPr>
                        <a:t>4</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5</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6</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7</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8</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9</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10</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3</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4</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505940">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マイル</a:t>
                      </a:r>
                      <a:endParaRPr kumimoji="1" lang="en-US" altLang="ja-JP" sz="1200" b="0">
                        <a:latin typeface="游ゴシック" panose="020B0400000000000000" pitchFamily="50" charset="-128"/>
                        <a:ea typeface="游ゴシック" panose="020B0400000000000000" pitchFamily="50" charset="-128"/>
                        <a:cs typeface="Meiryo UI" pitchFamily="50" charset="-128"/>
                      </a:endParaRPr>
                    </a:p>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ストーン</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077566"/>
                  </a:ext>
                </a:extLst>
              </a:tr>
              <a:tr h="1609549">
                <a:tc>
                  <a:txBody>
                    <a:bodyPr/>
                    <a:lstStyle/>
                    <a:p>
                      <a:pPr algn="l"/>
                      <a:r>
                        <a:rPr kumimoji="1" lang="en-US" altLang="ja-JP" sz="1200" b="0">
                          <a:latin typeface="游ゴシック" panose="020B0400000000000000" pitchFamily="50" charset="-128"/>
                          <a:ea typeface="游ゴシック" panose="020B0400000000000000" pitchFamily="50" charset="-128"/>
                          <a:cs typeface="Meiryo UI" pitchFamily="50" charset="-128"/>
                        </a:rPr>
                        <a:t>Azure</a:t>
                      </a:r>
                      <a:r>
                        <a:rPr kumimoji="1" lang="ja-JP" altLang="en-US" sz="1200" b="0">
                          <a:latin typeface="游ゴシック" panose="020B0400000000000000" pitchFamily="50" charset="-128"/>
                          <a:ea typeface="游ゴシック" panose="020B0400000000000000" pitchFamily="50" charset="-128"/>
                          <a:cs typeface="Meiryo UI" pitchFamily="50" charset="-128"/>
                        </a:rPr>
                        <a:t>移行</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0133689"/>
                  </a:ext>
                </a:extLst>
              </a:tr>
              <a:tr h="1355653">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環境構築</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010478"/>
                  </a:ext>
                </a:extLst>
              </a:tr>
            </a:tbl>
          </a:graphicData>
        </a:graphic>
      </p:graphicFrame>
      <p:sp>
        <p:nvSpPr>
          <p:cNvPr id="33" name="ホームベース 30">
            <a:extLst>
              <a:ext uri="{FF2B5EF4-FFF2-40B4-BE49-F238E27FC236}">
                <a16:creationId xmlns:a16="http://schemas.microsoft.com/office/drawing/2014/main" id="{3B57EEC6-A848-4914-BC9B-95C84C7B6637}"/>
              </a:ext>
            </a:extLst>
          </p:cNvPr>
          <p:cNvSpPr/>
          <p:nvPr/>
        </p:nvSpPr>
        <p:spPr>
          <a:xfrm>
            <a:off x="7712203" y="5837381"/>
            <a:ext cx="1260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34" name="ホームベース 31">
            <a:extLst>
              <a:ext uri="{FF2B5EF4-FFF2-40B4-BE49-F238E27FC236}">
                <a16:creationId xmlns:a16="http://schemas.microsoft.com/office/drawing/2014/main" id="{2BED1E46-0D50-4D21-A77D-92FC258B00B7}"/>
              </a:ext>
            </a:extLst>
          </p:cNvPr>
          <p:cNvSpPr/>
          <p:nvPr/>
        </p:nvSpPr>
        <p:spPr>
          <a:xfrm>
            <a:off x="9004103" y="5837381"/>
            <a:ext cx="1260000" cy="360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35" name="ホームベース 32">
            <a:extLst>
              <a:ext uri="{FF2B5EF4-FFF2-40B4-BE49-F238E27FC236}">
                <a16:creationId xmlns:a16="http://schemas.microsoft.com/office/drawing/2014/main" id="{C37584D3-7DC1-4AF5-821B-4EB0B466578A}"/>
              </a:ext>
            </a:extLst>
          </p:cNvPr>
          <p:cNvSpPr/>
          <p:nvPr/>
        </p:nvSpPr>
        <p:spPr>
          <a:xfrm>
            <a:off x="10296002" y="5837381"/>
            <a:ext cx="1260000" cy="360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36" name="角丸四角形 33">
            <a:extLst>
              <a:ext uri="{FF2B5EF4-FFF2-40B4-BE49-F238E27FC236}">
                <a16:creationId xmlns:a16="http://schemas.microsoft.com/office/drawing/2014/main" id="{5E7C7353-36D9-4E13-AE62-C6438FB175BA}"/>
              </a:ext>
            </a:extLst>
          </p:cNvPr>
          <p:cNvSpPr/>
          <p:nvPr/>
        </p:nvSpPr>
        <p:spPr>
          <a:xfrm>
            <a:off x="7637166" y="5762683"/>
            <a:ext cx="4014837" cy="509396"/>
          </a:xfrm>
          <a:prstGeom prst="roundRect">
            <a:avLst/>
          </a:prstGeom>
          <a:noFill/>
          <a:ln w="19050">
            <a:solidFill>
              <a:schemeClr val="accent1"/>
            </a:solidFill>
            <a:prstDash val="solid"/>
            <a:headEnd/>
            <a:tailEnd/>
          </a:ln>
        </p:spPr>
        <p:style>
          <a:lnRef idx="2">
            <a:schemeClr val="accent3"/>
          </a:lnRef>
          <a:fillRef idx="1">
            <a:schemeClr val="lt1"/>
          </a:fillRef>
          <a:effectRef idx="0">
            <a:schemeClr val="accent3"/>
          </a:effectRef>
          <a:fontRef idx="minor">
            <a:schemeClr val="dk1"/>
          </a:fontRef>
        </p:style>
        <p:txBody>
          <a:bodyPr vert="eaVert" rtlCol="0" anchor="b"/>
          <a:lstStyle/>
          <a:p>
            <a:pPr algn="ctr">
              <a:defRPr/>
            </a:pPr>
            <a:endParaRPr kumimoji="0" lang="ja-JP" altLang="en-US" sz="1000">
              <a:solidFill>
                <a:schemeClr val="tx1"/>
              </a:solidFill>
              <a:latin typeface="游ゴシック" panose="020B0400000000000000" pitchFamily="50" charset="-128"/>
              <a:ea typeface="游ゴシック" panose="020B0400000000000000" pitchFamily="50" charset="-128"/>
              <a:cs typeface="Meiryo UI" pitchFamily="50" charset="-128"/>
            </a:endParaRPr>
          </a:p>
        </p:txBody>
      </p:sp>
      <p:sp>
        <p:nvSpPr>
          <p:cNvPr id="37" name="正方形/長方形 36">
            <a:extLst>
              <a:ext uri="{FF2B5EF4-FFF2-40B4-BE49-F238E27FC236}">
                <a16:creationId xmlns:a16="http://schemas.microsoft.com/office/drawing/2014/main" id="{9C526A88-681C-4A44-BFD9-AF76E9622DCF}"/>
              </a:ext>
            </a:extLst>
          </p:cNvPr>
          <p:cNvSpPr/>
          <p:nvPr/>
        </p:nvSpPr>
        <p:spPr>
          <a:xfrm>
            <a:off x="2735036" y="2689290"/>
            <a:ext cx="723521" cy="5400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要件定義</a:t>
            </a:r>
          </a:p>
        </p:txBody>
      </p:sp>
      <p:sp>
        <p:nvSpPr>
          <p:cNvPr id="38" name="テキスト ボックス 37">
            <a:extLst>
              <a:ext uri="{FF2B5EF4-FFF2-40B4-BE49-F238E27FC236}">
                <a16:creationId xmlns:a16="http://schemas.microsoft.com/office/drawing/2014/main" id="{52966910-B070-4DEE-BF16-CF9CFAD5A257}"/>
              </a:ext>
            </a:extLst>
          </p:cNvPr>
          <p:cNvSpPr txBox="1"/>
          <p:nvPr/>
        </p:nvSpPr>
        <p:spPr>
          <a:xfrm>
            <a:off x="2652330" y="1795142"/>
            <a:ext cx="1036655"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▼キックオフ</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39" name="テキスト ボックス 38">
            <a:extLst>
              <a:ext uri="{FF2B5EF4-FFF2-40B4-BE49-F238E27FC236}">
                <a16:creationId xmlns:a16="http://schemas.microsoft.com/office/drawing/2014/main" id="{A1709EDB-463A-4C0C-970E-60C5F422FCA2}"/>
              </a:ext>
            </a:extLst>
          </p:cNvPr>
          <p:cNvSpPr txBox="1"/>
          <p:nvPr/>
        </p:nvSpPr>
        <p:spPr>
          <a:xfrm>
            <a:off x="3406217" y="1988041"/>
            <a:ext cx="870528"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▼要件確定</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41" name="テキスト ボックス 40">
            <a:extLst>
              <a:ext uri="{FF2B5EF4-FFF2-40B4-BE49-F238E27FC236}">
                <a16:creationId xmlns:a16="http://schemas.microsoft.com/office/drawing/2014/main" id="{3DB6E5B5-DB44-426C-BD5D-3AFB7EE80EA5}"/>
              </a:ext>
            </a:extLst>
          </p:cNvPr>
          <p:cNvSpPr txBox="1"/>
          <p:nvPr/>
        </p:nvSpPr>
        <p:spPr>
          <a:xfrm>
            <a:off x="10336076" y="2078207"/>
            <a:ext cx="1036655"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▼納品</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42" name="テキスト ボックス 41">
            <a:extLst>
              <a:ext uri="{FF2B5EF4-FFF2-40B4-BE49-F238E27FC236}">
                <a16:creationId xmlns:a16="http://schemas.microsoft.com/office/drawing/2014/main" id="{45E8F807-1FBA-4D84-999D-F77A78B7AC5A}"/>
              </a:ext>
            </a:extLst>
          </p:cNvPr>
          <p:cNvSpPr txBox="1"/>
          <p:nvPr/>
        </p:nvSpPr>
        <p:spPr>
          <a:xfrm>
            <a:off x="9597906" y="2085907"/>
            <a:ext cx="717742" cy="221018"/>
          </a:xfrm>
          <a:prstGeom prst="rect">
            <a:avLst/>
          </a:prstGeom>
          <a:noFill/>
          <a:ln>
            <a:noFill/>
          </a:ln>
        </p:spPr>
        <p:txBody>
          <a:bodyPr wrap="square" lIns="18000" tIns="18000" rIns="18000" bIns="18000" rtlCol="0">
            <a:spAutoFit/>
          </a:bodyPr>
          <a:lstStyle/>
          <a:p>
            <a:r>
              <a:rPr kumimoji="1" lang="ja-JP" altLang="en-US" sz="1200" b="1">
                <a:solidFill>
                  <a:srgbClr val="FF0000"/>
                </a:solidFill>
                <a:latin typeface="游ゴシック" panose="020B0400000000000000" pitchFamily="50" charset="-128"/>
                <a:ea typeface="游ゴシック" panose="020B0400000000000000" pitchFamily="50" charset="-128"/>
                <a:cs typeface="Meiryo UI" panose="020B0604030504040204" pitchFamily="50" charset="-128"/>
              </a:rPr>
              <a:t>★本稼働</a:t>
            </a:r>
          </a:p>
        </p:txBody>
      </p:sp>
      <p:sp>
        <p:nvSpPr>
          <p:cNvPr id="44" name="正方形/長方形 43">
            <a:extLst>
              <a:ext uri="{FF2B5EF4-FFF2-40B4-BE49-F238E27FC236}">
                <a16:creationId xmlns:a16="http://schemas.microsoft.com/office/drawing/2014/main" id="{F552483D-B47E-4672-AAB8-B1378D36B674}"/>
              </a:ext>
            </a:extLst>
          </p:cNvPr>
          <p:cNvSpPr/>
          <p:nvPr/>
        </p:nvSpPr>
        <p:spPr>
          <a:xfrm>
            <a:off x="4539152" y="2689290"/>
            <a:ext cx="1600388" cy="54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詳細設計・開発</a:t>
            </a:r>
          </a:p>
        </p:txBody>
      </p:sp>
      <p:sp>
        <p:nvSpPr>
          <p:cNvPr id="45" name="正方形/長方形 44">
            <a:extLst>
              <a:ext uri="{FF2B5EF4-FFF2-40B4-BE49-F238E27FC236}">
                <a16:creationId xmlns:a16="http://schemas.microsoft.com/office/drawing/2014/main" id="{D288673B-1B1E-4C6E-BA69-E5F1FEDB27ED}"/>
              </a:ext>
            </a:extLst>
          </p:cNvPr>
          <p:cNvSpPr/>
          <p:nvPr/>
        </p:nvSpPr>
        <p:spPr>
          <a:xfrm>
            <a:off x="7870371" y="2689290"/>
            <a:ext cx="1461408"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游ゴシック"/>
                <a:ea typeface="游ゴシック"/>
              </a:rPr>
              <a:t>システムテスト</a:t>
            </a:r>
          </a:p>
          <a:p>
            <a:pPr algn="ctr"/>
            <a:r>
              <a:rPr lang="ja-JP" altLang="en-US" sz="1200" dirty="0">
                <a:solidFill>
                  <a:schemeClr val="tx1"/>
                </a:solidFill>
                <a:latin typeface="游ゴシック"/>
                <a:ea typeface="游ゴシック"/>
              </a:rPr>
              <a:t>運用テスト</a:t>
            </a:r>
          </a:p>
        </p:txBody>
      </p:sp>
      <p:sp>
        <p:nvSpPr>
          <p:cNvPr id="50" name="正方形/長方形 49">
            <a:extLst>
              <a:ext uri="{FF2B5EF4-FFF2-40B4-BE49-F238E27FC236}">
                <a16:creationId xmlns:a16="http://schemas.microsoft.com/office/drawing/2014/main" id="{BF31360D-FAB3-4C87-B7AB-B502DDFDA9EC}"/>
              </a:ext>
            </a:extLst>
          </p:cNvPr>
          <p:cNvSpPr/>
          <p:nvPr/>
        </p:nvSpPr>
        <p:spPr>
          <a:xfrm>
            <a:off x="3453491" y="2689290"/>
            <a:ext cx="1085660" cy="5400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基本設計</a:t>
            </a:r>
          </a:p>
        </p:txBody>
      </p:sp>
      <p:sp>
        <p:nvSpPr>
          <p:cNvPr id="53" name="正方形/長方形 52">
            <a:extLst>
              <a:ext uri="{FF2B5EF4-FFF2-40B4-BE49-F238E27FC236}">
                <a16:creationId xmlns:a16="http://schemas.microsoft.com/office/drawing/2014/main" id="{60BE86B4-B849-422B-8758-4720CC34871C}"/>
              </a:ext>
            </a:extLst>
          </p:cNvPr>
          <p:cNvSpPr/>
          <p:nvPr/>
        </p:nvSpPr>
        <p:spPr>
          <a:xfrm>
            <a:off x="6139542" y="2689290"/>
            <a:ext cx="1730827" cy="54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a:ea typeface="游ゴシック"/>
              </a:rPr>
              <a:t>結合テスト</a:t>
            </a:r>
            <a:endParaRPr lang="en-US" altLang="ja-JP" sz="1200">
              <a:solidFill>
                <a:schemeClr val="tx1"/>
              </a:solidFill>
              <a:latin typeface="游ゴシック"/>
              <a:ea typeface="游ゴシック"/>
            </a:endParaRPr>
          </a:p>
        </p:txBody>
      </p:sp>
      <p:sp>
        <p:nvSpPr>
          <p:cNvPr id="7" name="日付プレースホルダー 6">
            <a:extLst>
              <a:ext uri="{FF2B5EF4-FFF2-40B4-BE49-F238E27FC236}">
                <a16:creationId xmlns:a16="http://schemas.microsoft.com/office/drawing/2014/main" id="{07A92D67-4F0A-B547-09D2-5372BD30739C}"/>
              </a:ext>
            </a:extLst>
          </p:cNvPr>
          <p:cNvSpPr>
            <a:spLocks noGrp="1"/>
          </p:cNvSpPr>
          <p:nvPr>
            <p:ph type="dt" sz="half" idx="10"/>
          </p:nvPr>
        </p:nvSpPr>
        <p:spPr/>
        <p:txBody>
          <a:bodyPr/>
          <a:lstStyle/>
          <a:p>
            <a:r>
              <a:rPr lang="en-US" altLang="ja-JP" smtClean="0"/>
              <a:t>2025/7/7</a:t>
            </a:r>
            <a:endParaRPr lang="en-US"/>
          </a:p>
        </p:txBody>
      </p:sp>
      <p:sp>
        <p:nvSpPr>
          <p:cNvPr id="47" name="正方形/長方形 46">
            <a:extLst>
              <a:ext uri="{FF2B5EF4-FFF2-40B4-BE49-F238E27FC236}">
                <a16:creationId xmlns:a16="http://schemas.microsoft.com/office/drawing/2014/main" id="{D2FFFA7C-8485-4FB5-B3FC-30EC4188DB9D}"/>
              </a:ext>
            </a:extLst>
          </p:cNvPr>
          <p:cNvSpPr/>
          <p:nvPr/>
        </p:nvSpPr>
        <p:spPr>
          <a:xfrm>
            <a:off x="9331779" y="2689290"/>
            <a:ext cx="533963"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a:ea typeface="游ゴシック"/>
              </a:rPr>
              <a:t>本番</a:t>
            </a:r>
            <a:endParaRPr lang="en-US" altLang="ja-JP" sz="1200">
              <a:solidFill>
                <a:schemeClr val="tx1"/>
              </a:solidFill>
              <a:latin typeface="游ゴシック"/>
              <a:ea typeface="游ゴシック"/>
            </a:endParaRPr>
          </a:p>
          <a:p>
            <a:pPr algn="ctr"/>
            <a:r>
              <a:rPr lang="ja-JP" altLang="en-US" sz="1200">
                <a:solidFill>
                  <a:schemeClr val="tx1"/>
                </a:solidFill>
                <a:latin typeface="游ゴシック"/>
                <a:ea typeface="游ゴシック"/>
              </a:rPr>
              <a:t>移行</a:t>
            </a:r>
          </a:p>
        </p:txBody>
      </p:sp>
      <p:sp>
        <p:nvSpPr>
          <p:cNvPr id="46" name="正方形/長方形 45">
            <a:extLst>
              <a:ext uri="{FF2B5EF4-FFF2-40B4-BE49-F238E27FC236}">
                <a16:creationId xmlns:a16="http://schemas.microsoft.com/office/drawing/2014/main" id="{6A2A85F1-E879-4E95-8579-1D9736F23A12}"/>
              </a:ext>
            </a:extLst>
          </p:cNvPr>
          <p:cNvSpPr/>
          <p:nvPr/>
        </p:nvSpPr>
        <p:spPr>
          <a:xfrm>
            <a:off x="9856981" y="2689290"/>
            <a:ext cx="518041" cy="540000"/>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1200">
                <a:solidFill>
                  <a:schemeClr val="tx1"/>
                </a:solidFill>
                <a:latin typeface="游ゴシック"/>
                <a:ea typeface="游ゴシック"/>
              </a:rPr>
              <a:t>初期</a:t>
            </a:r>
            <a:endParaRPr lang="ja-JP">
              <a:solidFill>
                <a:schemeClr val="tx1"/>
              </a:solidFill>
            </a:endParaRPr>
          </a:p>
          <a:p>
            <a:pPr algn="ctr"/>
            <a:r>
              <a:rPr lang="ja-JP" altLang="en-US" sz="1200">
                <a:solidFill>
                  <a:schemeClr val="tx1"/>
                </a:solidFill>
                <a:latin typeface="游ゴシック"/>
                <a:ea typeface="游ゴシック"/>
              </a:rPr>
              <a:t>流動</a:t>
            </a:r>
            <a:endParaRPr lang="ja-JP">
              <a:solidFill>
                <a:schemeClr val="tx1"/>
              </a:solidFill>
            </a:endParaRPr>
          </a:p>
        </p:txBody>
      </p:sp>
      <p:sp>
        <p:nvSpPr>
          <p:cNvPr id="8" name="テキスト ボックス 7">
            <a:extLst>
              <a:ext uri="{FF2B5EF4-FFF2-40B4-BE49-F238E27FC236}">
                <a16:creationId xmlns:a16="http://schemas.microsoft.com/office/drawing/2014/main" id="{AA608998-7E3E-1298-045C-A506F642ABA9}"/>
              </a:ext>
            </a:extLst>
          </p:cNvPr>
          <p:cNvSpPr txBox="1"/>
          <p:nvPr/>
        </p:nvSpPr>
        <p:spPr>
          <a:xfrm>
            <a:off x="335999" y="5264663"/>
            <a:ext cx="7595218" cy="345057"/>
          </a:xfrm>
          <a:prstGeom prst="rect">
            <a:avLst/>
          </a:prstGeom>
          <a:noFill/>
        </p:spPr>
        <p:txBody>
          <a:bodyPr wrap="square" rtlCol="0">
            <a:noAutofit/>
          </a:bodyPr>
          <a:lstStyle/>
          <a:p>
            <a:pPr marL="171450" indent="-171450">
              <a:buFont typeface="游ゴシック" panose="020B0400000000000000" pitchFamily="50" charset="-128"/>
              <a:buChar char="※"/>
            </a:pPr>
            <a:r>
              <a:rPr lang="ja-JP" altLang="en-US" sz="1400" dirty="0">
                <a:latin typeface="+mn-ea"/>
                <a:cs typeface="メイリオ" pitchFamily="50" charset="-128"/>
              </a:rPr>
              <a:t>スケジュールについては、ご契約のタイミング状況により変更となる場合が</a:t>
            </a:r>
            <a:r>
              <a:rPr lang="ja-JP" altLang="en-US" sz="1400" dirty="0" smtClean="0">
                <a:latin typeface="+mn-ea"/>
                <a:cs typeface="メイリオ" pitchFamily="50" charset="-128"/>
              </a:rPr>
              <a:t>ございます</a:t>
            </a:r>
            <a:endParaRPr lang="en-US" altLang="ja-JP" sz="1400" dirty="0" smtClean="0">
              <a:latin typeface="+mn-ea"/>
              <a:cs typeface="メイリオ" pitchFamily="50" charset="-128"/>
            </a:endParaRPr>
          </a:p>
          <a:p>
            <a:pPr marL="171450" indent="-171450">
              <a:buFont typeface="游ゴシック" panose="020B0400000000000000" pitchFamily="50" charset="-128"/>
              <a:buChar char="※"/>
            </a:pPr>
            <a:r>
              <a:rPr lang="ja-JP" altLang="en-US" sz="1400" dirty="0" smtClean="0">
                <a:latin typeface="+mn-ea"/>
                <a:cs typeface="メイリオ" pitchFamily="50" charset="-128"/>
              </a:rPr>
              <a:t>赤点線枠が見積対象となります。</a:t>
            </a:r>
            <a:endParaRPr lang="en-US" altLang="ja-JP" sz="1400" dirty="0">
              <a:latin typeface="+mn-ea"/>
              <a:cs typeface="メイリオ" pitchFamily="50" charset="-128"/>
            </a:endParaRPr>
          </a:p>
        </p:txBody>
      </p:sp>
      <p:sp>
        <p:nvSpPr>
          <p:cNvPr id="29" name="ホームベース 30">
            <a:extLst>
              <a:ext uri="{FF2B5EF4-FFF2-40B4-BE49-F238E27FC236}">
                <a16:creationId xmlns:a16="http://schemas.microsoft.com/office/drawing/2014/main" id="{3B57EEC6-A848-4914-BC9B-95C84C7B6637}"/>
              </a:ext>
            </a:extLst>
          </p:cNvPr>
          <p:cNvSpPr/>
          <p:nvPr/>
        </p:nvSpPr>
        <p:spPr>
          <a:xfrm>
            <a:off x="3747406" y="4077694"/>
            <a:ext cx="938893" cy="472304"/>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サーバ準備</a:t>
            </a:r>
          </a:p>
        </p:txBody>
      </p:sp>
      <p:sp>
        <p:nvSpPr>
          <p:cNvPr id="30" name="ホームベース 31">
            <a:extLst>
              <a:ext uri="{FF2B5EF4-FFF2-40B4-BE49-F238E27FC236}">
                <a16:creationId xmlns:a16="http://schemas.microsoft.com/office/drawing/2014/main" id="{2BED1E46-0D50-4D21-A77D-92FC258B00B7}"/>
              </a:ext>
            </a:extLst>
          </p:cNvPr>
          <p:cNvSpPr/>
          <p:nvPr/>
        </p:nvSpPr>
        <p:spPr>
          <a:xfrm>
            <a:off x="4863314" y="4077694"/>
            <a:ext cx="996234" cy="472304"/>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環境構築</a:t>
            </a:r>
            <a:endParaRPr kumimoji="1" lang="en-US" altLang="ja-JP" sz="1200">
              <a:solidFill>
                <a:schemeClr val="tx1"/>
              </a:solidFill>
              <a:latin typeface="游ゴシック" panose="020B0400000000000000" pitchFamily="50" charset="-128"/>
              <a:ea typeface="游ゴシック" panose="020B0400000000000000" pitchFamily="50" charset="-128"/>
            </a:endParaRPr>
          </a:p>
          <a:p>
            <a:pPr algn="ctr"/>
            <a:r>
              <a:rPr kumimoji="1" lang="ja-JP" altLang="en-US" sz="1200">
                <a:solidFill>
                  <a:schemeClr val="tx1"/>
                </a:solidFill>
                <a:latin typeface="游ゴシック" panose="020B0400000000000000" pitchFamily="50" charset="-128"/>
                <a:ea typeface="游ゴシック" panose="020B0400000000000000" pitchFamily="50" charset="-128"/>
              </a:rPr>
              <a:t>（検証）</a:t>
            </a:r>
          </a:p>
        </p:txBody>
      </p:sp>
      <p:cxnSp>
        <p:nvCxnSpPr>
          <p:cNvPr id="9" name="直線矢印コネクタ 8"/>
          <p:cNvCxnSpPr/>
          <p:nvPr/>
        </p:nvCxnSpPr>
        <p:spPr>
          <a:xfrm>
            <a:off x="2735036" y="3480726"/>
            <a:ext cx="1759586"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正方形/長方形 9"/>
          <p:cNvSpPr/>
          <p:nvPr/>
        </p:nvSpPr>
        <p:spPr>
          <a:xfrm>
            <a:off x="3050042" y="3394070"/>
            <a:ext cx="1212574" cy="224325"/>
          </a:xfrm>
          <a:prstGeom prst="rect">
            <a:avLst/>
          </a:prstGeom>
          <a:solidFill>
            <a:schemeClr val="bg1"/>
          </a:solidFill>
          <a:ln>
            <a:solidFill>
              <a:srgbClr val="9A3B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rPr>
              <a:t>準委任契約</a:t>
            </a:r>
          </a:p>
        </p:txBody>
      </p:sp>
      <p:cxnSp>
        <p:nvCxnSpPr>
          <p:cNvPr id="28" name="直線矢印コネクタ 27"/>
          <p:cNvCxnSpPr/>
          <p:nvPr/>
        </p:nvCxnSpPr>
        <p:spPr>
          <a:xfrm>
            <a:off x="4535459" y="3480727"/>
            <a:ext cx="3074641"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正方形/長方形 30"/>
          <p:cNvSpPr/>
          <p:nvPr/>
        </p:nvSpPr>
        <p:spPr>
          <a:xfrm>
            <a:off x="5474963" y="3394070"/>
            <a:ext cx="1178934" cy="217342"/>
          </a:xfrm>
          <a:prstGeom prst="rect">
            <a:avLst/>
          </a:prstGeom>
          <a:solidFill>
            <a:schemeClr val="bg1"/>
          </a:solidFill>
          <a:ln>
            <a:solidFill>
              <a:srgbClr val="9A3B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rPr>
              <a:t>請負契約</a:t>
            </a:r>
          </a:p>
        </p:txBody>
      </p:sp>
      <p:cxnSp>
        <p:nvCxnSpPr>
          <p:cNvPr id="43" name="直線矢印コネクタ 42"/>
          <p:cNvCxnSpPr/>
          <p:nvPr/>
        </p:nvCxnSpPr>
        <p:spPr>
          <a:xfrm flipV="1">
            <a:off x="7632574" y="3471968"/>
            <a:ext cx="2754610" cy="875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5" name="正方形/長方形 9">
            <a:extLst>
              <a:ext uri="{FF2B5EF4-FFF2-40B4-BE49-F238E27FC236}">
                <a16:creationId xmlns:a16="http://schemas.microsoft.com/office/drawing/2014/main" id="{EDD85BF2-0E62-324F-DE1D-1DE92FE0C446}"/>
              </a:ext>
            </a:extLst>
          </p:cNvPr>
          <p:cNvSpPr/>
          <p:nvPr/>
        </p:nvSpPr>
        <p:spPr>
          <a:xfrm>
            <a:off x="8342485" y="3402086"/>
            <a:ext cx="1190625" cy="209326"/>
          </a:xfrm>
          <a:prstGeom prst="rect">
            <a:avLst/>
          </a:prstGeom>
          <a:solidFill>
            <a:schemeClr val="bg1"/>
          </a:solidFill>
          <a:ln>
            <a:solidFill>
              <a:srgbClr val="9A3B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rPr>
              <a:t>準委任契約</a:t>
            </a:r>
          </a:p>
        </p:txBody>
      </p:sp>
      <p:sp>
        <p:nvSpPr>
          <p:cNvPr id="40" name="ホームベース 31">
            <a:extLst>
              <a:ext uri="{FF2B5EF4-FFF2-40B4-BE49-F238E27FC236}">
                <a16:creationId xmlns:a16="http://schemas.microsoft.com/office/drawing/2014/main" id="{2BED1E46-0D50-4D21-A77D-92FC258B00B7}"/>
              </a:ext>
            </a:extLst>
          </p:cNvPr>
          <p:cNvSpPr/>
          <p:nvPr/>
        </p:nvSpPr>
        <p:spPr>
          <a:xfrm>
            <a:off x="6653897" y="4077694"/>
            <a:ext cx="873574" cy="472304"/>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環境構築</a:t>
            </a:r>
            <a:endParaRPr kumimoji="1" lang="en-US" altLang="ja-JP" sz="1200">
              <a:solidFill>
                <a:schemeClr val="tx1"/>
              </a:solidFill>
              <a:latin typeface="游ゴシック" panose="020B0400000000000000" pitchFamily="50" charset="-128"/>
              <a:ea typeface="游ゴシック" panose="020B0400000000000000" pitchFamily="50" charset="-128"/>
            </a:endParaRPr>
          </a:p>
          <a:p>
            <a:pPr algn="ctr"/>
            <a:r>
              <a:rPr kumimoji="1" lang="ja-JP" altLang="en-US" sz="1200">
                <a:solidFill>
                  <a:schemeClr val="tx1"/>
                </a:solidFill>
                <a:latin typeface="游ゴシック" panose="020B0400000000000000" pitchFamily="50" charset="-128"/>
                <a:ea typeface="游ゴシック" panose="020B0400000000000000" pitchFamily="50" charset="-128"/>
              </a:rPr>
              <a:t>（本番）</a:t>
            </a:r>
          </a:p>
        </p:txBody>
      </p:sp>
      <p:sp>
        <p:nvSpPr>
          <p:cNvPr id="32" name="ホームベース 32">
            <a:extLst>
              <a:ext uri="{FF2B5EF4-FFF2-40B4-BE49-F238E27FC236}">
                <a16:creationId xmlns:a16="http://schemas.microsoft.com/office/drawing/2014/main" id="{C37584D3-7DC1-4AF5-821B-4EB0B466578A}"/>
              </a:ext>
            </a:extLst>
          </p:cNvPr>
          <p:cNvSpPr/>
          <p:nvPr/>
        </p:nvSpPr>
        <p:spPr>
          <a:xfrm>
            <a:off x="4863314" y="4710793"/>
            <a:ext cx="996234" cy="412023"/>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en-US" altLang="ja-JP" sz="1200">
                <a:solidFill>
                  <a:schemeClr val="tx1"/>
                </a:solidFill>
                <a:latin typeface="游ゴシック" panose="020B0400000000000000" pitchFamily="50" charset="-128"/>
                <a:ea typeface="游ゴシック" panose="020B0400000000000000" pitchFamily="50" charset="-128"/>
              </a:rPr>
              <a:t>A-auto</a:t>
            </a:r>
          </a:p>
          <a:p>
            <a:pPr algn="ctr"/>
            <a:r>
              <a:rPr kumimoji="1" lang="en-US" altLang="ja-JP" sz="1200">
                <a:solidFill>
                  <a:schemeClr val="tx1"/>
                </a:solidFill>
                <a:latin typeface="游ゴシック" panose="020B0400000000000000" pitchFamily="50" charset="-128"/>
                <a:ea typeface="游ゴシック" panose="020B0400000000000000" pitchFamily="50" charset="-128"/>
              </a:rPr>
              <a:t>(</a:t>
            </a:r>
            <a:r>
              <a:rPr kumimoji="1" lang="ja-JP" altLang="en-US" sz="1200">
                <a:solidFill>
                  <a:schemeClr val="tx1"/>
                </a:solidFill>
                <a:latin typeface="游ゴシック" panose="020B0400000000000000" pitchFamily="50" charset="-128"/>
                <a:ea typeface="游ゴシック" panose="020B0400000000000000" pitchFamily="50" charset="-128"/>
              </a:rPr>
              <a:t>検証</a:t>
            </a:r>
            <a:r>
              <a:rPr kumimoji="1" lang="en-US" altLang="ja-JP" sz="1200">
                <a:solidFill>
                  <a:schemeClr val="tx1"/>
                </a:solidFill>
                <a:latin typeface="游ゴシック" panose="020B0400000000000000" pitchFamily="50" charset="-128"/>
                <a:ea typeface="游ゴシック" panose="020B0400000000000000" pitchFamily="50" charset="-128"/>
              </a:rPr>
              <a:t>)</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48" name="ホームベース 32">
            <a:extLst>
              <a:ext uri="{FF2B5EF4-FFF2-40B4-BE49-F238E27FC236}">
                <a16:creationId xmlns:a16="http://schemas.microsoft.com/office/drawing/2014/main" id="{C37584D3-7DC1-4AF5-821B-4EB0B466578A}"/>
              </a:ext>
            </a:extLst>
          </p:cNvPr>
          <p:cNvSpPr/>
          <p:nvPr/>
        </p:nvSpPr>
        <p:spPr>
          <a:xfrm>
            <a:off x="6653898" y="4710793"/>
            <a:ext cx="873573" cy="412023"/>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en-US" altLang="ja-JP" sz="1200">
                <a:solidFill>
                  <a:schemeClr val="tx1"/>
                </a:solidFill>
                <a:latin typeface="游ゴシック" panose="020B0400000000000000" pitchFamily="50" charset="-128"/>
                <a:ea typeface="游ゴシック" panose="020B0400000000000000" pitchFamily="50" charset="-128"/>
              </a:rPr>
              <a:t>A-auto</a:t>
            </a:r>
          </a:p>
          <a:p>
            <a:pPr algn="ctr"/>
            <a:r>
              <a:rPr kumimoji="1" lang="en-US" altLang="ja-JP" sz="1200">
                <a:solidFill>
                  <a:schemeClr val="tx1"/>
                </a:solidFill>
                <a:latin typeface="游ゴシック" panose="020B0400000000000000" pitchFamily="50" charset="-128"/>
                <a:ea typeface="游ゴシック" panose="020B0400000000000000" pitchFamily="50" charset="-128"/>
              </a:rPr>
              <a:t>(</a:t>
            </a:r>
            <a:r>
              <a:rPr kumimoji="1" lang="ja-JP" altLang="en-US" sz="1200">
                <a:solidFill>
                  <a:schemeClr val="tx1"/>
                </a:solidFill>
                <a:latin typeface="游ゴシック" panose="020B0400000000000000" pitchFamily="50" charset="-128"/>
                <a:ea typeface="游ゴシック" panose="020B0400000000000000" pitchFamily="50" charset="-128"/>
              </a:rPr>
              <a:t>本番</a:t>
            </a:r>
            <a:r>
              <a:rPr kumimoji="1" lang="en-US" altLang="ja-JP" sz="1200">
                <a:solidFill>
                  <a:schemeClr val="tx1"/>
                </a:solidFill>
                <a:latin typeface="游ゴシック" panose="020B0400000000000000" pitchFamily="50" charset="-128"/>
                <a:ea typeface="游ゴシック" panose="020B0400000000000000" pitchFamily="50" charset="-128"/>
              </a:rPr>
              <a:t>)</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3" name="正方形/長方形 2"/>
          <p:cNvSpPr/>
          <p:nvPr/>
        </p:nvSpPr>
        <p:spPr>
          <a:xfrm>
            <a:off x="4535459" y="2603157"/>
            <a:ext cx="3334910" cy="2661506"/>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フッター プレースホルダー 3"/>
          <p:cNvSpPr>
            <a:spLocks noGrp="1"/>
          </p:cNvSpPr>
          <p:nvPr>
            <p:ph type="ftr" sz="quarter" idx="11"/>
          </p:nvPr>
        </p:nvSpPr>
        <p:spPr/>
        <p:txBody>
          <a:bodyPr/>
          <a:lstStyle/>
          <a:p>
            <a:r>
              <a:rPr lang="en-US" smtClean="0"/>
              <a:t>Copyright © 2025 SystemEXE,Inc All Rights Reserved.</a:t>
            </a:r>
            <a:endParaRPr lang="en-US"/>
          </a:p>
        </p:txBody>
      </p:sp>
    </p:spTree>
    <p:extLst>
      <p:ext uri="{BB962C8B-B14F-4D97-AF65-F5344CB8AC3E}">
        <p14:creationId xmlns:p14="http://schemas.microsoft.com/office/powerpoint/2010/main" val="35606063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160FE1C1-CFD6-3436-3F23-42EC735280F7}"/>
              </a:ext>
            </a:extLst>
          </p:cNvPr>
          <p:cNvSpPr/>
          <p:nvPr/>
        </p:nvSpPr>
        <p:spPr>
          <a:xfrm>
            <a:off x="683471" y="1167611"/>
            <a:ext cx="3485906" cy="4814537"/>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 name="タイトル 1"/>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７</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体制（想定）</a:t>
            </a:r>
            <a:endParaRPr kumimoji="1" lang="ja-JP" altLang="en-US" dirty="0"/>
          </a:p>
        </p:txBody>
      </p:sp>
      <p:sp>
        <p:nvSpPr>
          <p:cNvPr id="3" name="日付プレースホルダー 2"/>
          <p:cNvSpPr>
            <a:spLocks noGrp="1"/>
          </p:cNvSpPr>
          <p:nvPr>
            <p:ph type="dt" sz="half" idx="10"/>
          </p:nvPr>
        </p:nvSpPr>
        <p:spPr/>
        <p:txBody>
          <a:bodyPr/>
          <a:lstStyle/>
          <a:p>
            <a:r>
              <a:rPr lang="en-US" altLang="ja-JP" smtClean="0"/>
              <a:t>2025/7/7</a:t>
            </a:r>
            <a:endParaRPr lang="en-US"/>
          </a:p>
        </p:txBody>
      </p:sp>
      <p:sp>
        <p:nvSpPr>
          <p:cNvPr id="11" name="正方形/長方形 10">
            <a:extLst>
              <a:ext uri="{FF2B5EF4-FFF2-40B4-BE49-F238E27FC236}">
                <a16:creationId xmlns:a16="http://schemas.microsoft.com/office/drawing/2014/main" id="{C13C1A20-C252-799B-F8A0-29E661C219E7}"/>
              </a:ext>
            </a:extLst>
          </p:cNvPr>
          <p:cNvSpPr/>
          <p:nvPr/>
        </p:nvSpPr>
        <p:spPr>
          <a:xfrm>
            <a:off x="4253593" y="1167611"/>
            <a:ext cx="7360893" cy="4814537"/>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15" name="正方形/長方形 14">
            <a:extLst>
              <a:ext uri="{FF2B5EF4-FFF2-40B4-BE49-F238E27FC236}">
                <a16:creationId xmlns:a16="http://schemas.microsoft.com/office/drawing/2014/main" id="{F960B8D2-831B-8D4C-DEBB-621591C492FD}"/>
              </a:ext>
            </a:extLst>
          </p:cNvPr>
          <p:cNvSpPr/>
          <p:nvPr/>
        </p:nvSpPr>
        <p:spPr>
          <a:xfrm>
            <a:off x="4253593" y="819413"/>
            <a:ext cx="7360893"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システムエグゼ</a:t>
            </a:r>
          </a:p>
        </p:txBody>
      </p:sp>
      <p:cxnSp>
        <p:nvCxnSpPr>
          <p:cNvPr id="16" name="直線コネクタ 15">
            <a:extLst>
              <a:ext uri="{FF2B5EF4-FFF2-40B4-BE49-F238E27FC236}">
                <a16:creationId xmlns:a16="http://schemas.microsoft.com/office/drawing/2014/main" id="{A189C288-EA60-B222-B80F-882125DAEF80}"/>
              </a:ext>
            </a:extLst>
          </p:cNvPr>
          <p:cNvCxnSpPr>
            <a:cxnSpLocks/>
            <a:stCxn id="19" idx="2"/>
            <a:endCxn id="22" idx="3"/>
          </p:cNvCxnSpPr>
          <p:nvPr/>
        </p:nvCxnSpPr>
        <p:spPr>
          <a:xfrm>
            <a:off x="2414551" y="2259479"/>
            <a:ext cx="0" cy="1996655"/>
          </a:xfrm>
          <a:prstGeom prst="line">
            <a:avLst/>
          </a:prstGeom>
          <a:noFill/>
          <a:ln w="28575" cap="flat" cmpd="sng" algn="ctr">
            <a:solidFill>
              <a:schemeClr val="bg1">
                <a:lumMod val="75000"/>
              </a:schemeClr>
            </a:solidFill>
            <a:prstDash val="solid"/>
            <a:miter lim="800000"/>
          </a:ln>
          <a:effectLst/>
        </p:spPr>
      </p:cxnSp>
      <p:grpSp>
        <p:nvGrpSpPr>
          <p:cNvPr id="17" name="グループ化 16">
            <a:extLst>
              <a:ext uri="{FF2B5EF4-FFF2-40B4-BE49-F238E27FC236}">
                <a16:creationId xmlns:a16="http://schemas.microsoft.com/office/drawing/2014/main" id="{7D6E0C23-69C7-6A70-C9ED-9BC927D3D9DC}"/>
              </a:ext>
            </a:extLst>
          </p:cNvPr>
          <p:cNvGrpSpPr/>
          <p:nvPr/>
        </p:nvGrpSpPr>
        <p:grpSpPr>
          <a:xfrm>
            <a:off x="1046551" y="1539479"/>
            <a:ext cx="2736000" cy="720000"/>
            <a:chOff x="1218001" y="2016000"/>
            <a:chExt cx="2736000" cy="720000"/>
          </a:xfrm>
        </p:grpSpPr>
        <p:sp>
          <p:nvSpPr>
            <p:cNvPr id="18" name="片側の 2 つの角を丸めた四角形 13">
              <a:extLst>
                <a:ext uri="{FF2B5EF4-FFF2-40B4-BE49-F238E27FC236}">
                  <a16:creationId xmlns:a16="http://schemas.microsoft.com/office/drawing/2014/main" id="{73CEE1EB-F62F-136A-B1FF-0C11EEA1EC64}"/>
                </a:ext>
              </a:extLst>
            </p:cNvPr>
            <p:cNvSpPr/>
            <p:nvPr/>
          </p:nvSpPr>
          <p:spPr>
            <a:xfrm>
              <a:off x="1218001" y="2016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19" name="正方形/長方形 18">
              <a:extLst>
                <a:ext uri="{FF2B5EF4-FFF2-40B4-BE49-F238E27FC236}">
                  <a16:creationId xmlns:a16="http://schemas.microsoft.com/office/drawing/2014/main" id="{BC9B272A-446A-3576-A0E6-D8B79CB959CA}"/>
                </a:ext>
              </a:extLst>
            </p:cNvPr>
            <p:cNvSpPr/>
            <p:nvPr/>
          </p:nvSpPr>
          <p:spPr>
            <a:xfrm>
              <a:off x="1218001" y="2304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澤田 陽哉様</a:t>
              </a:r>
            </a:p>
          </p:txBody>
        </p:sp>
      </p:grpSp>
      <p:grpSp>
        <p:nvGrpSpPr>
          <p:cNvPr id="21" name="グループ化 20">
            <a:extLst>
              <a:ext uri="{FF2B5EF4-FFF2-40B4-BE49-F238E27FC236}">
                <a16:creationId xmlns:a16="http://schemas.microsoft.com/office/drawing/2014/main" id="{B29105FC-9B1C-512E-94BC-6ABA4C93EEAF}"/>
              </a:ext>
            </a:extLst>
          </p:cNvPr>
          <p:cNvGrpSpPr/>
          <p:nvPr/>
        </p:nvGrpSpPr>
        <p:grpSpPr>
          <a:xfrm>
            <a:off x="1046551" y="4256134"/>
            <a:ext cx="2736000" cy="944516"/>
            <a:chOff x="1218001" y="3396608"/>
            <a:chExt cx="2736000" cy="944516"/>
          </a:xfrm>
        </p:grpSpPr>
        <p:sp>
          <p:nvSpPr>
            <p:cNvPr id="22" name="片側の 2 つの角を丸めた四角形 15">
              <a:extLst>
                <a:ext uri="{FF2B5EF4-FFF2-40B4-BE49-F238E27FC236}">
                  <a16:creationId xmlns:a16="http://schemas.microsoft.com/office/drawing/2014/main" id="{3F738138-83BD-2487-7AF9-D1C1133A3FF9}"/>
                </a:ext>
              </a:extLst>
            </p:cNvPr>
            <p:cNvSpPr/>
            <p:nvPr/>
          </p:nvSpPr>
          <p:spPr>
            <a:xfrm>
              <a:off x="1218001" y="3396608"/>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プロジェクトメンバー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6" name="正方形/長方形 25">
              <a:extLst>
                <a:ext uri="{FF2B5EF4-FFF2-40B4-BE49-F238E27FC236}">
                  <a16:creationId xmlns:a16="http://schemas.microsoft.com/office/drawing/2014/main" id="{2739018C-A453-9633-6AC1-CD6144A1460D}"/>
                </a:ext>
              </a:extLst>
            </p:cNvPr>
            <p:cNvSpPr/>
            <p:nvPr/>
          </p:nvSpPr>
          <p:spPr>
            <a:xfrm>
              <a:off x="1218001" y="3684608"/>
              <a:ext cx="2736000" cy="656516"/>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重村 和也様</a:t>
              </a:r>
              <a:endParaRPr kumimoji="1" lang="en-US" altLang="ja-JP" sz="1600" b="0" i="0" u="none" strike="noStrike" kern="0" cap="none" spc="0" normalizeH="0" baseline="0" noProof="0">
                <a:ln>
                  <a:noFill/>
                </a:ln>
                <a:solidFill>
                  <a:prstClr val="black"/>
                </a:solidFill>
                <a:effectLst/>
                <a:uLnTx/>
                <a:uFillTx/>
                <a:latin typeface="+mn-ea"/>
              </a:endParaRPr>
            </a:p>
            <a:p>
              <a:pPr lvl="0" algn="ctr" defTabSz="914400">
                <a:defRPr/>
              </a:pPr>
              <a:r>
                <a:rPr lang="ja-JP" altLang="ja-JP" sz="1600"/>
                <a:t>浅井 啓一郎様</a:t>
              </a:r>
              <a:endParaRPr kumimoji="1" lang="en-US" altLang="ja-JP" sz="1600" b="0" i="0" u="none" strike="noStrike" kern="0" cap="none" spc="0" normalizeH="0" baseline="0" noProof="0">
                <a:ln>
                  <a:noFill/>
                </a:ln>
                <a:solidFill>
                  <a:srgbClr val="FF0000"/>
                </a:solidFill>
                <a:effectLst/>
                <a:uLnTx/>
                <a:uFillTx/>
                <a:latin typeface="+mn-ea"/>
              </a:endParaRPr>
            </a:p>
          </p:txBody>
        </p:sp>
      </p:grpSp>
      <p:sp>
        <p:nvSpPr>
          <p:cNvPr id="27" name="正方形/長方形 26">
            <a:extLst>
              <a:ext uri="{FF2B5EF4-FFF2-40B4-BE49-F238E27FC236}">
                <a16:creationId xmlns:a16="http://schemas.microsoft.com/office/drawing/2014/main" id="{71F0CA8E-3321-9653-F38B-173211AD17F5}"/>
              </a:ext>
            </a:extLst>
          </p:cNvPr>
          <p:cNvSpPr/>
          <p:nvPr/>
        </p:nvSpPr>
        <p:spPr>
          <a:xfrm>
            <a:off x="683471" y="819413"/>
            <a:ext cx="3485906" cy="360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出光興産様</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8" name="正方形/長方形 27">
            <a:extLst>
              <a:ext uri="{FF2B5EF4-FFF2-40B4-BE49-F238E27FC236}">
                <a16:creationId xmlns:a16="http://schemas.microsoft.com/office/drawing/2014/main" id="{87AEB705-9D44-4043-5619-0DF9929425CE}"/>
              </a:ext>
            </a:extLst>
          </p:cNvPr>
          <p:cNvSpPr/>
          <p:nvPr/>
        </p:nvSpPr>
        <p:spPr>
          <a:xfrm>
            <a:off x="4253592" y="6047999"/>
            <a:ext cx="7360893" cy="83061"/>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9" name="正方形/長方形 28">
            <a:extLst>
              <a:ext uri="{FF2B5EF4-FFF2-40B4-BE49-F238E27FC236}">
                <a16:creationId xmlns:a16="http://schemas.microsoft.com/office/drawing/2014/main" id="{44566B70-2084-F03F-F06C-5138A9F10D49}"/>
              </a:ext>
            </a:extLst>
          </p:cNvPr>
          <p:cNvSpPr/>
          <p:nvPr/>
        </p:nvSpPr>
        <p:spPr>
          <a:xfrm>
            <a:off x="696001" y="6048000"/>
            <a:ext cx="3473376" cy="8306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grpSp>
        <p:nvGrpSpPr>
          <p:cNvPr id="30" name="グループ化 29">
            <a:extLst>
              <a:ext uri="{FF2B5EF4-FFF2-40B4-BE49-F238E27FC236}">
                <a16:creationId xmlns:a16="http://schemas.microsoft.com/office/drawing/2014/main" id="{65C2D6D4-217D-3CE0-4521-AB8F849BC4BC}"/>
              </a:ext>
            </a:extLst>
          </p:cNvPr>
          <p:cNvGrpSpPr/>
          <p:nvPr/>
        </p:nvGrpSpPr>
        <p:grpSpPr>
          <a:xfrm>
            <a:off x="5243062" y="1567297"/>
            <a:ext cx="2736000" cy="720000"/>
            <a:chOff x="6852000" y="1800000"/>
            <a:chExt cx="2736000" cy="720000"/>
          </a:xfrm>
        </p:grpSpPr>
        <p:sp>
          <p:nvSpPr>
            <p:cNvPr id="31" name="片側の 2 つの角を丸めた四角形 8">
              <a:extLst>
                <a:ext uri="{FF2B5EF4-FFF2-40B4-BE49-F238E27FC236}">
                  <a16:creationId xmlns:a16="http://schemas.microsoft.com/office/drawing/2014/main" id="{C20524A9-9A69-A8BA-6842-35925C122F5D}"/>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32" name="正方形/長方形 31">
              <a:extLst>
                <a:ext uri="{FF2B5EF4-FFF2-40B4-BE49-F238E27FC236}">
                  <a16:creationId xmlns:a16="http://schemas.microsoft.com/office/drawing/2014/main" id="{00370C48-0D59-524A-9275-25857EAF2FCD}"/>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lvl="0" algn="ctr" defTabSz="914400">
                <a:defRPr/>
              </a:pPr>
              <a:r>
                <a:rPr lang="ja-JP" altLang="en-US" sz="1600"/>
                <a:t>福井 将敏</a:t>
              </a:r>
              <a:endParaRPr kumimoji="0" lang="ja-JP" altLang="en-US" sz="1400" b="0" i="0" u="none" strike="noStrike" kern="0" cap="none" spc="0" normalizeH="0" baseline="0" noProof="0">
                <a:ln>
                  <a:noFill/>
                </a:ln>
                <a:solidFill>
                  <a:prstClr val="black"/>
                </a:solidFill>
                <a:effectLst/>
                <a:uLnTx/>
                <a:uFillTx/>
                <a:latin typeface="+mn-ea"/>
              </a:endParaRPr>
            </a:p>
          </p:txBody>
        </p:sp>
      </p:grpSp>
      <p:cxnSp>
        <p:nvCxnSpPr>
          <p:cNvPr id="33" name="直線コネクタ 32">
            <a:extLst>
              <a:ext uri="{FF2B5EF4-FFF2-40B4-BE49-F238E27FC236}">
                <a16:creationId xmlns:a16="http://schemas.microsoft.com/office/drawing/2014/main" id="{3E36A9D1-620F-F185-F028-0AFC6E5D9989}"/>
              </a:ext>
            </a:extLst>
          </p:cNvPr>
          <p:cNvCxnSpPr>
            <a:cxnSpLocks/>
            <a:endCxn id="45" idx="3"/>
          </p:cNvCxnSpPr>
          <p:nvPr/>
        </p:nvCxnSpPr>
        <p:spPr>
          <a:xfrm>
            <a:off x="6611062" y="2287297"/>
            <a:ext cx="0" cy="1029232"/>
          </a:xfrm>
          <a:prstGeom prst="line">
            <a:avLst/>
          </a:prstGeom>
          <a:noFill/>
          <a:ln w="28575" cap="flat" cmpd="sng" algn="ctr">
            <a:solidFill>
              <a:sysClr val="window" lastClr="FFFFFF">
                <a:lumMod val="75000"/>
              </a:sysClr>
            </a:solidFill>
            <a:prstDash val="solid"/>
            <a:miter lim="800000"/>
          </a:ln>
          <a:effectLst/>
        </p:spPr>
      </p:cxnSp>
      <p:grpSp>
        <p:nvGrpSpPr>
          <p:cNvPr id="34" name="グループ化 33">
            <a:extLst>
              <a:ext uri="{FF2B5EF4-FFF2-40B4-BE49-F238E27FC236}">
                <a16:creationId xmlns:a16="http://schemas.microsoft.com/office/drawing/2014/main" id="{44BCAC98-61A1-442A-2978-FB1E7AF56816}"/>
              </a:ext>
            </a:extLst>
          </p:cNvPr>
          <p:cNvGrpSpPr/>
          <p:nvPr/>
        </p:nvGrpSpPr>
        <p:grpSpPr>
          <a:xfrm>
            <a:off x="4385814" y="4419419"/>
            <a:ext cx="2096636" cy="1296455"/>
            <a:chOff x="6852000" y="5532586"/>
            <a:chExt cx="2736000" cy="644425"/>
          </a:xfrm>
        </p:grpSpPr>
        <p:sp>
          <p:nvSpPr>
            <p:cNvPr id="35" name="片側の 2 つの角を丸めた四角形 21">
              <a:extLst>
                <a:ext uri="{FF2B5EF4-FFF2-40B4-BE49-F238E27FC236}">
                  <a16:creationId xmlns:a16="http://schemas.microsoft.com/office/drawing/2014/main" id="{C8FE3297-20F9-5980-9C9E-46C123BEB609}"/>
                </a:ext>
              </a:extLst>
            </p:cNvPr>
            <p:cNvSpPr/>
            <p:nvPr/>
          </p:nvSpPr>
          <p:spPr>
            <a:xfrm>
              <a:off x="6852000" y="5532586"/>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1600" b="1" kern="0">
                  <a:solidFill>
                    <a:prstClr val="white"/>
                  </a:solidFill>
                  <a:latin typeface="+mn-ea"/>
                </a:rPr>
                <a:t>Java</a:t>
              </a:r>
              <a:r>
                <a:rPr kumimoji="1" lang="ja-JP" altLang="en-US" sz="1600" b="1" kern="0">
                  <a:solidFill>
                    <a:prstClr val="white"/>
                  </a:solidFill>
                  <a:latin typeface="+mn-ea"/>
                </a:rPr>
                <a:t>アプリ</a:t>
              </a:r>
              <a:r>
                <a:rPr kumimoji="1" lang="ja-JP" altLang="en-US" sz="1600" b="1" i="0" u="none" strike="noStrike" kern="0" cap="none" spc="0" normalizeH="0" baseline="0" noProof="0">
                  <a:ln>
                    <a:noFill/>
                  </a:ln>
                  <a:solidFill>
                    <a:prstClr val="white"/>
                  </a:solidFill>
                  <a:effectLst/>
                  <a:uLnTx/>
                  <a:uFillTx/>
                  <a:latin typeface="+mn-ea"/>
                </a:rPr>
                <a:t>チーム</a:t>
              </a:r>
            </a:p>
          </p:txBody>
        </p:sp>
        <p:sp>
          <p:nvSpPr>
            <p:cNvPr id="36" name="正方形/長方形 35">
              <a:extLst>
                <a:ext uri="{FF2B5EF4-FFF2-40B4-BE49-F238E27FC236}">
                  <a16:creationId xmlns:a16="http://schemas.microsoft.com/office/drawing/2014/main" id="{10B0CD7D-A6F3-7E6D-328C-5A37E0631B7A}"/>
                </a:ext>
              </a:extLst>
            </p:cNvPr>
            <p:cNvSpPr/>
            <p:nvPr/>
          </p:nvSpPr>
          <p:spPr>
            <a:xfrm>
              <a:off x="6852000" y="5727938"/>
              <a:ext cx="2736000" cy="449073"/>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dirty="0">
                  <a:solidFill>
                    <a:srgbClr val="333333"/>
                  </a:solidFill>
                  <a:latin typeface="游ゴシック"/>
                  <a:ea typeface="游ゴシック"/>
                </a:rPr>
                <a:t>篠塚 正裕</a:t>
              </a:r>
              <a:endParaRPr lang="en-US" altLang="ja-JP" sz="1600" dirty="0">
                <a:solidFill>
                  <a:srgbClr val="333333"/>
                </a:solidFill>
                <a:latin typeface="游ゴシック"/>
                <a:ea typeface="游ゴシック"/>
              </a:endParaRPr>
            </a:p>
            <a:p>
              <a:pPr lvl="0" algn="ctr" defTabSz="914400">
                <a:defRPr/>
              </a:pPr>
              <a:r>
                <a:rPr lang="en-US" altLang="ja-JP" sz="1600" dirty="0">
                  <a:solidFill>
                    <a:srgbClr val="333333"/>
                  </a:solidFill>
                  <a:latin typeface="游ゴシック"/>
                  <a:ea typeface="游ゴシック"/>
                </a:rPr>
                <a:t>+ </a:t>
              </a:r>
              <a:r>
                <a:rPr lang="ja-JP" altLang="en-US" sz="1600" dirty="0" smtClean="0">
                  <a:solidFill>
                    <a:srgbClr val="333333"/>
                  </a:solidFill>
                  <a:latin typeface="游ゴシック"/>
                  <a:ea typeface="游ゴシック"/>
                </a:rPr>
                <a:t>ベトナムメンバー</a:t>
              </a:r>
              <a:r>
                <a:rPr lang="ja-JP" altLang="en-US" sz="1600" b="0" i="0" dirty="0" smtClean="0">
                  <a:solidFill>
                    <a:srgbClr val="333333"/>
                  </a:solidFill>
                  <a:effectLst/>
                  <a:latin typeface="游ゴシック"/>
                  <a:ea typeface="游ゴシック"/>
                </a:rPr>
                <a:t> </a:t>
              </a:r>
              <a:endParaRPr lang="ja-JP" altLang="en-US" sz="1600" b="0" i="0" dirty="0">
                <a:solidFill>
                  <a:srgbClr val="333333"/>
                </a:solidFill>
                <a:effectLst/>
                <a:latin typeface="游ゴシック"/>
                <a:ea typeface="游ゴシック"/>
              </a:endParaRPr>
            </a:p>
          </p:txBody>
        </p:sp>
      </p:grpSp>
      <p:cxnSp>
        <p:nvCxnSpPr>
          <p:cNvPr id="37" name="直線コネクタ 36">
            <a:extLst>
              <a:ext uri="{FF2B5EF4-FFF2-40B4-BE49-F238E27FC236}">
                <a16:creationId xmlns:a16="http://schemas.microsoft.com/office/drawing/2014/main" id="{1D74C627-C1B1-F67F-A7BE-2CFA25DCE2DB}"/>
              </a:ext>
            </a:extLst>
          </p:cNvPr>
          <p:cNvCxnSpPr>
            <a:cxnSpLocks/>
          </p:cNvCxnSpPr>
          <p:nvPr/>
        </p:nvCxnSpPr>
        <p:spPr>
          <a:xfrm flipH="1">
            <a:off x="6605303" y="2791297"/>
            <a:ext cx="380849" cy="0"/>
          </a:xfrm>
          <a:prstGeom prst="line">
            <a:avLst/>
          </a:prstGeom>
          <a:noFill/>
          <a:ln w="28575" cap="flat" cmpd="sng" algn="ctr">
            <a:solidFill>
              <a:sysClr val="window" lastClr="FFFFFF">
                <a:lumMod val="75000"/>
              </a:sysClr>
            </a:solidFill>
            <a:prstDash val="solid"/>
            <a:miter lim="800000"/>
          </a:ln>
          <a:effectLst/>
        </p:spPr>
      </p:cxnSp>
      <p:grpSp>
        <p:nvGrpSpPr>
          <p:cNvPr id="44" name="グループ化 43">
            <a:extLst>
              <a:ext uri="{FF2B5EF4-FFF2-40B4-BE49-F238E27FC236}">
                <a16:creationId xmlns:a16="http://schemas.microsoft.com/office/drawing/2014/main" id="{A44B6757-E569-194B-6AFF-0F61EF39B78C}"/>
              </a:ext>
            </a:extLst>
          </p:cNvPr>
          <p:cNvGrpSpPr/>
          <p:nvPr/>
        </p:nvGrpSpPr>
        <p:grpSpPr>
          <a:xfrm>
            <a:off x="5243062" y="3316529"/>
            <a:ext cx="2736000" cy="711533"/>
            <a:chOff x="6852000" y="2538555"/>
            <a:chExt cx="2736000" cy="711533"/>
          </a:xfrm>
        </p:grpSpPr>
        <p:sp>
          <p:nvSpPr>
            <p:cNvPr id="45" name="片側の 2 つの角を丸めた四角形 8">
              <a:extLst>
                <a:ext uri="{FF2B5EF4-FFF2-40B4-BE49-F238E27FC236}">
                  <a16:creationId xmlns:a16="http://schemas.microsoft.com/office/drawing/2014/main" id="{A30D96F3-59E3-D166-4B8E-827873F700E4}"/>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プロジェクトマネージャー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6" name="正方形/長方形 45">
              <a:extLst>
                <a:ext uri="{FF2B5EF4-FFF2-40B4-BE49-F238E27FC236}">
                  <a16:creationId xmlns:a16="http://schemas.microsoft.com/office/drawing/2014/main" id="{EF3BD81A-10F5-3D21-B2FF-F7CAC42BB4A9}"/>
                </a:ext>
              </a:extLst>
            </p:cNvPr>
            <p:cNvSpPr/>
            <p:nvPr/>
          </p:nvSpPr>
          <p:spPr>
            <a:xfrm>
              <a:off x="6852000" y="2818088"/>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a:solidFill>
                    <a:srgbClr val="333333"/>
                  </a:solidFill>
                  <a:latin typeface="游ゴシック"/>
                  <a:ea typeface="游ゴシック"/>
                </a:rPr>
                <a:t>福田 一希</a:t>
              </a:r>
            </a:p>
          </p:txBody>
        </p:sp>
      </p:grpSp>
      <p:grpSp>
        <p:nvGrpSpPr>
          <p:cNvPr id="50" name="グループ化 49">
            <a:extLst>
              <a:ext uri="{FF2B5EF4-FFF2-40B4-BE49-F238E27FC236}">
                <a16:creationId xmlns:a16="http://schemas.microsoft.com/office/drawing/2014/main" id="{D7AA0D1B-AFDF-1367-DA18-9EE6FFBC3596}"/>
              </a:ext>
            </a:extLst>
          </p:cNvPr>
          <p:cNvGrpSpPr/>
          <p:nvPr/>
        </p:nvGrpSpPr>
        <p:grpSpPr>
          <a:xfrm>
            <a:off x="6980393" y="2437448"/>
            <a:ext cx="2084133" cy="728930"/>
            <a:chOff x="8524839" y="4231002"/>
            <a:chExt cx="2736000" cy="728930"/>
          </a:xfrm>
        </p:grpSpPr>
        <p:sp>
          <p:nvSpPr>
            <p:cNvPr id="51"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営業</a:t>
              </a:r>
            </a:p>
          </p:txBody>
        </p:sp>
        <p:sp>
          <p:nvSpPr>
            <p:cNvPr id="52" name="正方形/長方形 51">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髙浦 祐朗</a:t>
              </a:r>
              <a:endParaRPr kumimoji="0" lang="en-US" altLang="ja-JP" sz="1600" b="0" i="0" u="none" strike="noStrike" kern="0" cap="none" spc="0" normalizeH="0" baseline="0" noProof="0">
                <a:ln>
                  <a:noFill/>
                </a:ln>
                <a:solidFill>
                  <a:prstClr val="black"/>
                </a:solidFill>
                <a:effectLst/>
                <a:uLnTx/>
                <a:uFillTx/>
                <a:latin typeface="+mn-ea"/>
              </a:endParaRPr>
            </a:p>
          </p:txBody>
        </p:sp>
      </p:grpSp>
      <p:grpSp>
        <p:nvGrpSpPr>
          <p:cNvPr id="53" name="グループ化 52">
            <a:extLst>
              <a:ext uri="{FF2B5EF4-FFF2-40B4-BE49-F238E27FC236}">
                <a16:creationId xmlns:a16="http://schemas.microsoft.com/office/drawing/2014/main" id="{A0CC927F-9C1B-D647-66D3-8BB8B2462AB3}"/>
              </a:ext>
            </a:extLst>
          </p:cNvPr>
          <p:cNvGrpSpPr/>
          <p:nvPr/>
        </p:nvGrpSpPr>
        <p:grpSpPr>
          <a:xfrm>
            <a:off x="1046551" y="2776855"/>
            <a:ext cx="2736000" cy="961904"/>
            <a:chOff x="8524839" y="4231002"/>
            <a:chExt cx="2736000" cy="961904"/>
          </a:xfrm>
        </p:grpSpPr>
        <p:sp>
          <p:nvSpPr>
            <p:cNvPr id="54" name="片側の 2 つの角を丸めた四角形 29">
              <a:extLst>
                <a:ext uri="{FF2B5EF4-FFF2-40B4-BE49-F238E27FC236}">
                  <a16:creationId xmlns:a16="http://schemas.microsoft.com/office/drawing/2014/main" id="{CAFC556B-5BEE-8B1E-E45B-5A87AF158B0F}"/>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プロジェクト管理者</a:t>
              </a:r>
            </a:p>
          </p:txBody>
        </p:sp>
        <p:sp>
          <p:nvSpPr>
            <p:cNvPr id="55" name="正方形/長方形 54">
              <a:extLst>
                <a:ext uri="{FF2B5EF4-FFF2-40B4-BE49-F238E27FC236}">
                  <a16:creationId xmlns:a16="http://schemas.microsoft.com/office/drawing/2014/main" id="{D0A35059-8416-A539-CCAD-988529B59C1A}"/>
                </a:ext>
              </a:extLst>
            </p:cNvPr>
            <p:cNvSpPr/>
            <p:nvPr/>
          </p:nvSpPr>
          <p:spPr>
            <a:xfrm>
              <a:off x="8524839" y="4527932"/>
              <a:ext cx="2736000" cy="664974"/>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a:solidFill>
                    <a:prstClr val="black"/>
                  </a:solidFill>
                  <a:latin typeface="+mn-ea"/>
                </a:rPr>
                <a:t>隼田 浩樹様</a:t>
              </a:r>
              <a:endParaRPr lang="en-US" altLang="ja-JP" sz="1600" kern="0">
                <a:solidFill>
                  <a:prstClr val="black"/>
                </a:solidFill>
                <a:latin typeface="+mn-ea"/>
              </a:endParaRPr>
            </a:p>
          </p:txBody>
        </p:sp>
      </p:grpSp>
      <p:sp>
        <p:nvSpPr>
          <p:cNvPr id="10" name="テキスト ボックス 9">
            <a:extLst>
              <a:ext uri="{FF2B5EF4-FFF2-40B4-BE49-F238E27FC236}">
                <a16:creationId xmlns:a16="http://schemas.microsoft.com/office/drawing/2014/main" id="{B74C51C4-5DA2-6837-A56D-17C90B51E159}"/>
              </a:ext>
            </a:extLst>
          </p:cNvPr>
          <p:cNvSpPr txBox="1"/>
          <p:nvPr/>
        </p:nvSpPr>
        <p:spPr>
          <a:xfrm>
            <a:off x="4480073" y="6131060"/>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a:latin typeface="游ゴシック"/>
                <a:ea typeface="游ゴシック"/>
                <a:cs typeface="メイリオ" pitchFamily="50" charset="-128"/>
              </a:rPr>
              <a:t>体制については、ご契約のタイミング状況により変更となる場合がございます。</a:t>
            </a:r>
            <a:endParaRPr lang="en-US" altLang="ja-JP" sz="1400">
              <a:latin typeface="游ゴシック"/>
              <a:ea typeface="游ゴシック"/>
              <a:cs typeface="メイリオ" pitchFamily="50" charset="-128"/>
            </a:endParaRPr>
          </a:p>
        </p:txBody>
      </p:sp>
      <p:grpSp>
        <p:nvGrpSpPr>
          <p:cNvPr id="38" name="グループ化 37">
            <a:extLst>
              <a:ext uri="{FF2B5EF4-FFF2-40B4-BE49-F238E27FC236}">
                <a16:creationId xmlns:a16="http://schemas.microsoft.com/office/drawing/2014/main" id="{D7AA0D1B-AFDF-1367-DA18-9EE6FFBC3596}"/>
              </a:ext>
            </a:extLst>
          </p:cNvPr>
          <p:cNvGrpSpPr/>
          <p:nvPr/>
        </p:nvGrpSpPr>
        <p:grpSpPr>
          <a:xfrm>
            <a:off x="9239173" y="1534419"/>
            <a:ext cx="2084133" cy="728930"/>
            <a:chOff x="8524839" y="4231002"/>
            <a:chExt cx="2736000" cy="728930"/>
          </a:xfrm>
        </p:grpSpPr>
        <p:sp>
          <p:nvSpPr>
            <p:cNvPr id="39"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kern="0">
                  <a:solidFill>
                    <a:prstClr val="white"/>
                  </a:solidFill>
                  <a:latin typeface="+mn-ea"/>
                </a:rPr>
                <a:t>品質保証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0" name="正方形/長方形 39">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algn="ctr"/>
              <a:r>
                <a:rPr lang="zh-TW" altLang="en-US" sz="1600" dirty="0">
                  <a:latin typeface="游ゴシック" panose="020B0400000000000000" pitchFamily="50" charset="-128"/>
                  <a:ea typeface="游ゴシック" panose="020B0400000000000000" pitchFamily="50" charset="-128"/>
                </a:rPr>
                <a:t>品質向上委員会</a:t>
              </a:r>
              <a:endParaRPr lang="en-US" altLang="ja-JP" sz="1600" dirty="0">
                <a:latin typeface="游ゴシック" panose="020B0400000000000000" pitchFamily="50" charset="-128"/>
                <a:ea typeface="游ゴシック" panose="020B0400000000000000" pitchFamily="50" charset="-128"/>
              </a:endParaRPr>
            </a:p>
          </p:txBody>
        </p:sp>
      </p:grpSp>
      <p:grpSp>
        <p:nvGrpSpPr>
          <p:cNvPr id="41" name="グループ化 40">
            <a:extLst>
              <a:ext uri="{FF2B5EF4-FFF2-40B4-BE49-F238E27FC236}">
                <a16:creationId xmlns:a16="http://schemas.microsoft.com/office/drawing/2014/main" id="{44BCAC98-61A1-442A-2978-FB1E7AF56816}"/>
              </a:ext>
            </a:extLst>
          </p:cNvPr>
          <p:cNvGrpSpPr/>
          <p:nvPr/>
        </p:nvGrpSpPr>
        <p:grpSpPr>
          <a:xfrm>
            <a:off x="6832373" y="4396054"/>
            <a:ext cx="2096636" cy="1296455"/>
            <a:chOff x="6852000" y="5532586"/>
            <a:chExt cx="2736000" cy="644425"/>
          </a:xfrm>
        </p:grpSpPr>
        <p:sp>
          <p:nvSpPr>
            <p:cNvPr id="42" name="片側の 2 つの角を丸めた四角形 21">
              <a:extLst>
                <a:ext uri="{FF2B5EF4-FFF2-40B4-BE49-F238E27FC236}">
                  <a16:creationId xmlns:a16="http://schemas.microsoft.com/office/drawing/2014/main" id="{C8FE3297-20F9-5980-9C9E-46C123BEB609}"/>
                </a:ext>
              </a:extLst>
            </p:cNvPr>
            <p:cNvSpPr/>
            <p:nvPr/>
          </p:nvSpPr>
          <p:spPr>
            <a:xfrm>
              <a:off x="6852000" y="5532586"/>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1600" b="1" i="0" u="none" strike="noStrike" kern="0" cap="none" spc="0" normalizeH="0" baseline="0" noProof="0">
                  <a:ln>
                    <a:noFill/>
                  </a:ln>
                  <a:solidFill>
                    <a:prstClr val="white"/>
                  </a:solidFill>
                  <a:effectLst/>
                  <a:uLnTx/>
                  <a:uFillTx/>
                  <a:latin typeface="+mn-ea"/>
                </a:rPr>
                <a:t>I/F</a:t>
              </a:r>
              <a:r>
                <a:rPr kumimoji="1" lang="ja-JP" altLang="en-US" sz="1600" b="1" i="0" u="none" strike="noStrike" kern="0" cap="none" spc="0" normalizeH="0" baseline="0" noProof="0">
                  <a:ln>
                    <a:noFill/>
                  </a:ln>
                  <a:solidFill>
                    <a:prstClr val="white"/>
                  </a:solidFill>
                  <a:effectLst/>
                  <a:uLnTx/>
                  <a:uFillTx/>
                  <a:latin typeface="+mn-ea"/>
                </a:rPr>
                <a:t>連携チーム</a:t>
              </a:r>
            </a:p>
          </p:txBody>
        </p:sp>
        <p:sp>
          <p:nvSpPr>
            <p:cNvPr id="43" name="正方形/長方形 42">
              <a:extLst>
                <a:ext uri="{FF2B5EF4-FFF2-40B4-BE49-F238E27FC236}">
                  <a16:creationId xmlns:a16="http://schemas.microsoft.com/office/drawing/2014/main" id="{10B0CD7D-A6F3-7E6D-328C-5A37E0631B7A}"/>
                </a:ext>
              </a:extLst>
            </p:cNvPr>
            <p:cNvSpPr/>
            <p:nvPr/>
          </p:nvSpPr>
          <p:spPr>
            <a:xfrm>
              <a:off x="6852000" y="5727938"/>
              <a:ext cx="2736000" cy="449073"/>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dirty="0" smtClean="0">
                  <a:latin typeface="+mj-ea"/>
                  <a:ea typeface="+mj-ea"/>
                </a:rPr>
                <a:t>五石 </a:t>
              </a:r>
              <a:r>
                <a:rPr lang="ja-JP" altLang="en-US" sz="1600" dirty="0">
                  <a:latin typeface="+mj-ea"/>
                  <a:ea typeface="+mj-ea"/>
                </a:rPr>
                <a:t>真人</a:t>
              </a:r>
              <a:endParaRPr lang="en-US" altLang="ja-JP" sz="1600" dirty="0">
                <a:latin typeface="+mj-ea"/>
                <a:ea typeface="+mj-ea"/>
              </a:endParaRPr>
            </a:p>
            <a:p>
              <a:pPr lvl="0" algn="ctr" defTabSz="914400">
                <a:defRPr/>
              </a:pPr>
              <a:r>
                <a:rPr lang="ja-JP" altLang="en-US" sz="1600" dirty="0">
                  <a:solidFill>
                    <a:srgbClr val="333333"/>
                  </a:solidFill>
                  <a:latin typeface="+mj-ea"/>
                  <a:ea typeface="+mj-ea"/>
                </a:rPr>
                <a:t>森田泰博</a:t>
              </a:r>
              <a:endParaRPr lang="ja-JP" altLang="en-US" sz="1600" b="0" i="0" dirty="0">
                <a:solidFill>
                  <a:srgbClr val="333333"/>
                </a:solidFill>
                <a:effectLst/>
                <a:latin typeface="+mj-ea"/>
                <a:ea typeface="+mj-ea"/>
              </a:endParaRPr>
            </a:p>
          </p:txBody>
        </p:sp>
      </p:grpSp>
      <p:cxnSp>
        <p:nvCxnSpPr>
          <p:cNvPr id="59" name="直線コネクタ 58">
            <a:extLst>
              <a:ext uri="{FF2B5EF4-FFF2-40B4-BE49-F238E27FC236}">
                <a16:creationId xmlns:a16="http://schemas.microsoft.com/office/drawing/2014/main" id="{3E36A9D1-620F-F185-F028-0AFC6E5D9989}"/>
              </a:ext>
            </a:extLst>
          </p:cNvPr>
          <p:cNvCxnSpPr>
            <a:cxnSpLocks/>
            <a:stCxn id="46" idx="2"/>
            <a:endCxn id="35" idx="3"/>
          </p:cNvCxnSpPr>
          <p:nvPr/>
        </p:nvCxnSpPr>
        <p:spPr>
          <a:xfrm rot="5400000">
            <a:off x="5826919" y="3635275"/>
            <a:ext cx="391357" cy="1176930"/>
          </a:xfrm>
          <a:prstGeom prst="bentConnector3">
            <a:avLst>
              <a:gd name="adj1" fmla="val 45827"/>
            </a:avLst>
          </a:prstGeom>
          <a:noFill/>
          <a:ln w="28575" cap="flat" cmpd="sng" algn="ctr">
            <a:solidFill>
              <a:sysClr val="window" lastClr="FFFFFF">
                <a:lumMod val="75000"/>
              </a:sysClr>
            </a:solidFill>
            <a:prstDash val="solid"/>
            <a:miter lim="800000"/>
          </a:ln>
          <a:effectLst/>
        </p:spPr>
      </p:cxnSp>
      <p:cxnSp>
        <p:nvCxnSpPr>
          <p:cNvPr id="60" name="直線コネクタ 58">
            <a:extLst>
              <a:ext uri="{FF2B5EF4-FFF2-40B4-BE49-F238E27FC236}">
                <a16:creationId xmlns:a16="http://schemas.microsoft.com/office/drawing/2014/main" id="{3E36A9D1-620F-F185-F028-0AFC6E5D9989}"/>
              </a:ext>
            </a:extLst>
          </p:cNvPr>
          <p:cNvCxnSpPr>
            <a:cxnSpLocks/>
            <a:stCxn id="46" idx="2"/>
            <a:endCxn id="42" idx="3"/>
          </p:cNvCxnSpPr>
          <p:nvPr/>
        </p:nvCxnSpPr>
        <p:spPr>
          <a:xfrm rot="16200000" flipH="1">
            <a:off x="7061880" y="3577243"/>
            <a:ext cx="367992" cy="1269629"/>
          </a:xfrm>
          <a:prstGeom prst="bentConnector3">
            <a:avLst>
              <a:gd name="adj1" fmla="val 50000"/>
            </a:avLst>
          </a:prstGeom>
          <a:noFill/>
          <a:ln w="28575" cap="flat" cmpd="sng" algn="ctr">
            <a:solidFill>
              <a:sysClr val="window" lastClr="FFFFFF">
                <a:lumMod val="75000"/>
              </a:sysClr>
            </a:solidFill>
            <a:prstDash val="solid"/>
            <a:miter lim="800000"/>
          </a:ln>
          <a:effectLst/>
        </p:spPr>
      </p:cxnSp>
      <p:grpSp>
        <p:nvGrpSpPr>
          <p:cNvPr id="47" name="グループ化 46">
            <a:extLst>
              <a:ext uri="{FF2B5EF4-FFF2-40B4-BE49-F238E27FC236}">
                <a16:creationId xmlns:a16="http://schemas.microsoft.com/office/drawing/2014/main" id="{44BCAC98-61A1-442A-2978-FB1E7AF56816}"/>
              </a:ext>
            </a:extLst>
          </p:cNvPr>
          <p:cNvGrpSpPr/>
          <p:nvPr/>
        </p:nvGrpSpPr>
        <p:grpSpPr>
          <a:xfrm>
            <a:off x="9620674" y="4375224"/>
            <a:ext cx="1768505" cy="1296455"/>
            <a:chOff x="6852000" y="5532586"/>
            <a:chExt cx="2736000" cy="644425"/>
          </a:xfrm>
        </p:grpSpPr>
        <p:sp>
          <p:nvSpPr>
            <p:cNvPr id="48" name="片側の 2 つの角を丸めた四角形 21">
              <a:extLst>
                <a:ext uri="{FF2B5EF4-FFF2-40B4-BE49-F238E27FC236}">
                  <a16:creationId xmlns:a16="http://schemas.microsoft.com/office/drawing/2014/main" id="{C8FE3297-20F9-5980-9C9E-46C123BEB609}"/>
                </a:ext>
              </a:extLst>
            </p:cNvPr>
            <p:cNvSpPr/>
            <p:nvPr/>
          </p:nvSpPr>
          <p:spPr>
            <a:xfrm>
              <a:off x="6852000" y="5532586"/>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1600" b="1" i="0" u="none" strike="noStrike" kern="0" cap="none" spc="0" normalizeH="0" baseline="0" noProof="0">
                  <a:ln>
                    <a:noFill/>
                  </a:ln>
                  <a:solidFill>
                    <a:prstClr val="white"/>
                  </a:solidFill>
                  <a:effectLst/>
                  <a:uLnTx/>
                  <a:uFillTx/>
                  <a:latin typeface="+mn-ea"/>
                </a:rPr>
                <a:t>XenApp</a:t>
              </a:r>
              <a:r>
                <a:rPr kumimoji="1" lang="ja-JP" altLang="en-US" sz="1600" b="1" i="0" u="none" strike="noStrike" kern="0" cap="none" spc="0" normalizeH="0" baseline="0" noProof="0">
                  <a:ln>
                    <a:noFill/>
                  </a:ln>
                  <a:solidFill>
                    <a:prstClr val="white"/>
                  </a:solidFill>
                  <a:effectLst/>
                  <a:uLnTx/>
                  <a:uFillTx/>
                  <a:latin typeface="+mn-ea"/>
                </a:rPr>
                <a:t>チーム</a:t>
              </a:r>
            </a:p>
          </p:txBody>
        </p:sp>
        <p:sp>
          <p:nvSpPr>
            <p:cNvPr id="49" name="正方形/長方形 48">
              <a:extLst>
                <a:ext uri="{FF2B5EF4-FFF2-40B4-BE49-F238E27FC236}">
                  <a16:creationId xmlns:a16="http://schemas.microsoft.com/office/drawing/2014/main" id="{10B0CD7D-A6F3-7E6D-328C-5A37E0631B7A}"/>
                </a:ext>
              </a:extLst>
            </p:cNvPr>
            <p:cNvSpPr/>
            <p:nvPr/>
          </p:nvSpPr>
          <p:spPr>
            <a:xfrm>
              <a:off x="6852000" y="5727938"/>
              <a:ext cx="2736000" cy="449073"/>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a:latin typeface="游ゴシック" panose="020B0400000000000000" pitchFamily="50" charset="-128"/>
                  <a:ea typeface="游ゴシック" panose="020B0400000000000000" pitchFamily="50" charset="-128"/>
                </a:rPr>
                <a:t>澤田 晶子</a:t>
              </a:r>
              <a:endParaRPr lang="en-US" altLang="ja-JP" sz="1600">
                <a:latin typeface="游ゴシック" panose="020B0400000000000000" pitchFamily="50" charset="-128"/>
                <a:ea typeface="游ゴシック" panose="020B0400000000000000" pitchFamily="50" charset="-128"/>
              </a:endParaRPr>
            </a:p>
            <a:p>
              <a:pPr lvl="0" algn="ctr" defTabSz="914400">
                <a:defRPr/>
              </a:pPr>
              <a:r>
                <a:rPr lang="ja-JP" altLang="en-US" sz="1600"/>
                <a:t>髙木 義尚</a:t>
              </a:r>
              <a:endParaRPr lang="ja-JP" altLang="en-US" sz="1600" b="0" i="0">
                <a:solidFill>
                  <a:srgbClr val="333333"/>
                </a:solidFill>
                <a:effectLst/>
                <a:latin typeface="游ゴシック" panose="020B0400000000000000" pitchFamily="50" charset="-128"/>
                <a:ea typeface="游ゴシック" panose="020B0400000000000000" pitchFamily="50" charset="-128"/>
              </a:endParaRPr>
            </a:p>
          </p:txBody>
        </p:sp>
      </p:grpSp>
      <p:cxnSp>
        <p:nvCxnSpPr>
          <p:cNvPr id="56" name="直線コネクタ 55">
            <a:extLst>
              <a:ext uri="{FF2B5EF4-FFF2-40B4-BE49-F238E27FC236}">
                <a16:creationId xmlns:a16="http://schemas.microsoft.com/office/drawing/2014/main" id="{3E36A9D1-620F-F185-F028-0AFC6E5D9989}"/>
              </a:ext>
            </a:extLst>
          </p:cNvPr>
          <p:cNvCxnSpPr>
            <a:cxnSpLocks/>
            <a:stCxn id="61" idx="2"/>
            <a:endCxn id="48" idx="3"/>
          </p:cNvCxnSpPr>
          <p:nvPr/>
        </p:nvCxnSpPr>
        <p:spPr>
          <a:xfrm>
            <a:off x="10497916" y="4016824"/>
            <a:ext cx="7011" cy="358400"/>
          </a:xfrm>
          <a:prstGeom prst="line">
            <a:avLst/>
          </a:prstGeom>
          <a:noFill/>
          <a:ln w="28575" cap="flat" cmpd="sng" algn="ctr">
            <a:solidFill>
              <a:sysClr val="window" lastClr="FFFFFF">
                <a:lumMod val="75000"/>
              </a:sysClr>
            </a:solidFill>
            <a:prstDash val="solid"/>
            <a:miter lim="800000"/>
          </a:ln>
          <a:effectLst/>
        </p:spPr>
      </p:cxnSp>
      <p:grpSp>
        <p:nvGrpSpPr>
          <p:cNvPr id="57" name="グループ化 56">
            <a:extLst>
              <a:ext uri="{FF2B5EF4-FFF2-40B4-BE49-F238E27FC236}">
                <a16:creationId xmlns:a16="http://schemas.microsoft.com/office/drawing/2014/main" id="{A44B6757-E569-194B-6AFF-0F61EF39B78C}"/>
              </a:ext>
            </a:extLst>
          </p:cNvPr>
          <p:cNvGrpSpPr/>
          <p:nvPr/>
        </p:nvGrpSpPr>
        <p:grpSpPr>
          <a:xfrm>
            <a:off x="9590325" y="3155435"/>
            <a:ext cx="1815182" cy="861389"/>
            <a:chOff x="6852000" y="2605739"/>
            <a:chExt cx="2736000" cy="644349"/>
          </a:xfrm>
        </p:grpSpPr>
        <p:sp>
          <p:nvSpPr>
            <p:cNvPr id="58" name="片側の 2 つの角を丸めた四角形 8">
              <a:extLst>
                <a:ext uri="{FF2B5EF4-FFF2-40B4-BE49-F238E27FC236}">
                  <a16:creationId xmlns:a16="http://schemas.microsoft.com/office/drawing/2014/main" id="{A30D96F3-59E3-D166-4B8E-827873F700E4}"/>
                </a:ext>
              </a:extLst>
            </p:cNvPr>
            <p:cNvSpPr/>
            <p:nvPr/>
          </p:nvSpPr>
          <p:spPr>
            <a:xfrm>
              <a:off x="6852000" y="2605739"/>
              <a:ext cx="2736000" cy="329827"/>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prstClr val="white"/>
                  </a:solidFill>
                  <a:effectLst/>
                  <a:uLnTx/>
                  <a:uFillTx/>
                  <a:latin typeface="+mn-ea"/>
                </a:rPr>
                <a:t>プロジェクト</a:t>
              </a:r>
              <a:endParaRPr kumimoji="0" lang="en-US" altLang="ja-JP" sz="1400" b="1" i="0" u="none" strike="noStrike" kern="0" cap="none" spc="0" normalizeH="0" baseline="0" noProof="0">
                <a:ln>
                  <a:noFill/>
                </a:ln>
                <a:solidFill>
                  <a:prstClr val="white"/>
                </a:solidFill>
                <a:effectLst/>
                <a:uLnTx/>
                <a:uFillTx/>
                <a:latin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prstClr val="white"/>
                  </a:solidFill>
                  <a:effectLst/>
                  <a:uLnTx/>
                  <a:uFillTx/>
                  <a:latin typeface="+mn-ea"/>
                </a:rPr>
                <a:t>マネージャー</a:t>
              </a:r>
              <a:endParaRPr kumimoji="1" lang="ja-JP" altLang="en-US" sz="1400" b="1" i="0" u="none" strike="noStrike" kern="0" cap="none" spc="0" normalizeH="0" baseline="0" noProof="0">
                <a:ln>
                  <a:noFill/>
                </a:ln>
                <a:solidFill>
                  <a:prstClr val="white"/>
                </a:solidFill>
                <a:effectLst/>
                <a:uLnTx/>
                <a:uFillTx/>
                <a:latin typeface="+mn-ea"/>
              </a:endParaRPr>
            </a:p>
          </p:txBody>
        </p:sp>
        <p:sp>
          <p:nvSpPr>
            <p:cNvPr id="61" name="正方形/長方形 60">
              <a:extLst>
                <a:ext uri="{FF2B5EF4-FFF2-40B4-BE49-F238E27FC236}">
                  <a16:creationId xmlns:a16="http://schemas.microsoft.com/office/drawing/2014/main" id="{EF3BD81A-10F5-3D21-B2FF-F7CAC42BB4A9}"/>
                </a:ext>
              </a:extLst>
            </p:cNvPr>
            <p:cNvSpPr/>
            <p:nvPr/>
          </p:nvSpPr>
          <p:spPr>
            <a:xfrm>
              <a:off x="6852000" y="2935570"/>
              <a:ext cx="2736000" cy="314518"/>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dirty="0">
                  <a:solidFill>
                    <a:srgbClr val="333333"/>
                  </a:solidFill>
                  <a:latin typeface="游ゴシック"/>
                  <a:ea typeface="游ゴシック"/>
                </a:rPr>
                <a:t>遠矢 成洋</a:t>
              </a:r>
            </a:p>
          </p:txBody>
        </p:sp>
      </p:grpSp>
      <p:cxnSp>
        <p:nvCxnSpPr>
          <p:cNvPr id="62" name="直線コネクタ 61">
            <a:extLst>
              <a:ext uri="{FF2B5EF4-FFF2-40B4-BE49-F238E27FC236}">
                <a16:creationId xmlns:a16="http://schemas.microsoft.com/office/drawing/2014/main" id="{1D74C627-C1B1-F67F-A7BE-2CFA25DCE2DB}"/>
              </a:ext>
            </a:extLst>
          </p:cNvPr>
          <p:cNvCxnSpPr>
            <a:cxnSpLocks/>
            <a:stCxn id="61" idx="1"/>
            <a:endCxn id="46" idx="3"/>
          </p:cNvCxnSpPr>
          <p:nvPr/>
        </p:nvCxnSpPr>
        <p:spPr>
          <a:xfrm flipH="1">
            <a:off x="7979062" y="3806595"/>
            <a:ext cx="1611263" cy="5467"/>
          </a:xfrm>
          <a:prstGeom prst="line">
            <a:avLst/>
          </a:prstGeom>
          <a:noFill/>
          <a:ln w="28575" cap="flat" cmpd="sng" algn="ctr">
            <a:solidFill>
              <a:sysClr val="window" lastClr="FFFFFF">
                <a:lumMod val="75000"/>
              </a:sysClr>
            </a:solidFill>
            <a:prstDash val="solid"/>
            <a:miter lim="800000"/>
          </a:ln>
          <a:effectLst/>
        </p:spPr>
      </p:cxnSp>
      <p:sp>
        <p:nvSpPr>
          <p:cNvPr id="63" name="テキスト ボックス 62">
            <a:extLst>
              <a:ext uri="{FF2B5EF4-FFF2-40B4-BE49-F238E27FC236}">
                <a16:creationId xmlns:a16="http://schemas.microsoft.com/office/drawing/2014/main" id="{B74C51C4-5DA2-6837-A56D-17C90B51E159}"/>
              </a:ext>
            </a:extLst>
          </p:cNvPr>
          <p:cNvSpPr txBox="1"/>
          <p:nvPr/>
        </p:nvSpPr>
        <p:spPr>
          <a:xfrm>
            <a:off x="9457791" y="2894640"/>
            <a:ext cx="2289785" cy="311057"/>
          </a:xfrm>
          <a:prstGeom prst="rect">
            <a:avLst/>
          </a:prstGeom>
          <a:noFill/>
        </p:spPr>
        <p:txBody>
          <a:bodyPr wrap="square" lIns="91440" tIns="45720" rIns="91440" bIns="45720" rtlCol="0" anchor="t">
            <a:noAutofit/>
          </a:bodyPr>
          <a:lstStyle/>
          <a:p>
            <a:r>
              <a:rPr lang="en-US" altLang="ja-JP" sz="1200" b="1">
                <a:latin typeface="游ゴシック"/>
                <a:ea typeface="游ゴシック"/>
                <a:cs typeface="メイリオ" pitchFamily="50" charset="-128"/>
              </a:rPr>
              <a:t>※XenApp</a:t>
            </a:r>
            <a:r>
              <a:rPr lang="ja-JP" altLang="en-US" sz="1200" b="1">
                <a:latin typeface="游ゴシック"/>
                <a:ea typeface="游ゴシック"/>
                <a:cs typeface="メイリオ" pitchFamily="50" charset="-128"/>
              </a:rPr>
              <a:t>廃止プロジェクト</a:t>
            </a:r>
            <a:endParaRPr lang="en-US" altLang="ja-JP" sz="1200" b="1">
              <a:latin typeface="游ゴシック"/>
              <a:ea typeface="游ゴシック"/>
              <a:cs typeface="メイリオ" pitchFamily="50" charset="-128"/>
            </a:endParaRPr>
          </a:p>
        </p:txBody>
      </p:sp>
      <p:sp>
        <p:nvSpPr>
          <p:cNvPr id="6" name="正方形/長方形 5"/>
          <p:cNvSpPr/>
          <p:nvPr/>
        </p:nvSpPr>
        <p:spPr>
          <a:xfrm>
            <a:off x="9457791" y="2879855"/>
            <a:ext cx="2086509" cy="2916787"/>
          </a:xfrm>
          <a:prstGeom prst="rect">
            <a:avLst/>
          </a:prstGeom>
          <a:noFill/>
          <a:ln w="285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フッター プレースホルダー 3"/>
          <p:cNvSpPr>
            <a:spLocks noGrp="1"/>
          </p:cNvSpPr>
          <p:nvPr>
            <p:ph type="ftr" sz="quarter" idx="11"/>
          </p:nvPr>
        </p:nvSpPr>
        <p:spPr/>
        <p:txBody>
          <a:bodyPr/>
          <a:lstStyle/>
          <a:p>
            <a:r>
              <a:rPr lang="en-US" smtClean="0"/>
              <a:t>Copyright © 2025 SystemEXE,Inc All Rights Reserved.</a:t>
            </a:r>
            <a:endParaRPr lang="en-US"/>
          </a:p>
        </p:txBody>
      </p:sp>
    </p:spTree>
    <p:extLst>
      <p:ext uri="{BB962C8B-B14F-4D97-AF65-F5344CB8AC3E}">
        <p14:creationId xmlns:p14="http://schemas.microsoft.com/office/powerpoint/2010/main" val="23990735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８</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想定している成果物</a:t>
            </a: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477004672"/>
              </p:ext>
            </p:extLst>
          </p:nvPr>
        </p:nvGraphicFramePr>
        <p:xfrm>
          <a:off x="606000" y="936000"/>
          <a:ext cx="11158389" cy="5205792"/>
        </p:xfrm>
        <a:graphic>
          <a:graphicData uri="http://schemas.openxmlformats.org/drawingml/2006/table">
            <a:tbl>
              <a:tblPr firstRow="1" bandRow="1">
                <a:tableStyleId>{69012ECD-51FC-41F1-AA8D-1B2483CD663E}</a:tableStyleId>
              </a:tblPr>
              <a:tblGrid>
                <a:gridCol w="997908">
                  <a:extLst>
                    <a:ext uri="{9D8B030D-6E8A-4147-A177-3AD203B41FA5}">
                      <a16:colId xmlns:a16="http://schemas.microsoft.com/office/drawing/2014/main" val="820809534"/>
                    </a:ext>
                  </a:extLst>
                </a:gridCol>
                <a:gridCol w="1980000">
                  <a:extLst>
                    <a:ext uri="{9D8B030D-6E8A-4147-A177-3AD203B41FA5}">
                      <a16:colId xmlns:a16="http://schemas.microsoft.com/office/drawing/2014/main" val="2667349602"/>
                    </a:ext>
                  </a:extLst>
                </a:gridCol>
                <a:gridCol w="8180481">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成果物</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dk1"/>
                          </a:solidFill>
                          <a:latin typeface="游ゴシック"/>
                          <a:ea typeface="游ゴシック"/>
                        </a:rPr>
                        <a:t>1</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a:solidFill>
                            <a:schemeClr val="tx1"/>
                          </a:solidFill>
                          <a:latin typeface="游ゴシック" panose="020B0400000000000000" pitchFamily="50" charset="-128"/>
                          <a:ea typeface="游ゴシック" panose="020B0400000000000000" pitchFamily="50" charset="-128"/>
                        </a:rPr>
                        <a:t>要件定義</a:t>
                      </a:r>
                      <a:endParaRPr kumimoji="1"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a:ea typeface="游ゴシック"/>
                        </a:rPr>
                        <a:t>プロジェクト計画書、シ</a:t>
                      </a:r>
                      <a:r>
                        <a:rPr lang="ja-JP" altLang="en-US" sz="1600">
                          <a:solidFill>
                            <a:schemeClr val="tx1"/>
                          </a:solidFill>
                          <a:latin typeface="游ゴシック"/>
                          <a:ea typeface="游ゴシック"/>
                        </a:rPr>
                        <a:t>ステム方式設計書</a:t>
                      </a:r>
                      <a:endParaRPr kumimoji="1"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600" kern="1200">
                          <a:solidFill>
                            <a:schemeClr val="dk1"/>
                          </a:solidFill>
                          <a:latin typeface="游ゴシック"/>
                          <a:ea typeface="游ゴシック"/>
                        </a:rPr>
                        <a:t>2</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panose="020B0400000000000000" pitchFamily="50" charset="-128"/>
                          <a:ea typeface="游ゴシック" panose="020B0400000000000000" pitchFamily="50" charset="-128"/>
                        </a:rPr>
                        <a:t>基本設計</a:t>
                      </a:r>
                      <a:endParaRPr kumimoji="1"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a:ea typeface="游ゴシック"/>
                        </a:rPr>
                        <a:t>基本設計書、全体テスト計画</a:t>
                      </a:r>
                      <a:r>
                        <a:rPr lang="ja-JP" altLang="en-US" sz="1600">
                          <a:solidFill>
                            <a:schemeClr val="tx1"/>
                          </a:solidFill>
                          <a:latin typeface="游ゴシック"/>
                          <a:ea typeface="游ゴシック"/>
                        </a:rPr>
                        <a:t>、</a:t>
                      </a:r>
                      <a:r>
                        <a:rPr lang="ja-JP" sz="1600" b="0" i="0" u="none" strike="noStrike" noProof="0">
                          <a:solidFill>
                            <a:schemeClr val="tx1"/>
                          </a:solidFill>
                          <a:latin typeface="游ゴシック"/>
                          <a:ea typeface="游ゴシック"/>
                        </a:rPr>
                        <a:t>移行計画書</a:t>
                      </a:r>
                      <a:endParaRPr kumimoji="1" lang="en-US" altLang="ja-JP"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600" kern="1200">
                          <a:solidFill>
                            <a:schemeClr val="dk1"/>
                          </a:solidFill>
                          <a:latin typeface="游ゴシック"/>
                          <a:ea typeface="游ゴシック"/>
                        </a:rPr>
                        <a:t>3</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panose="020B0400000000000000" pitchFamily="50" charset="-128"/>
                          <a:ea typeface="游ゴシック" panose="020B0400000000000000" pitchFamily="50" charset="-128"/>
                        </a:rPr>
                        <a:t>詳細設計</a:t>
                      </a:r>
                      <a:endParaRPr kumimoji="1"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panose="020B0400000000000000" pitchFamily="50" charset="-128"/>
                          <a:ea typeface="游ゴシック" panose="020B0400000000000000" pitchFamily="50" charset="-128"/>
                        </a:rPr>
                        <a:t>詳細設計書、結合テスト計画、システムテスト計画</a:t>
                      </a:r>
                      <a:endParaRPr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9019336"/>
                  </a:ext>
                </a:extLst>
              </a:tr>
              <a:tr h="540000">
                <a:tc>
                  <a:txBody>
                    <a:bodyPr/>
                    <a:lstStyle/>
                    <a:p>
                      <a:pPr algn="ctr"/>
                      <a:r>
                        <a:rPr kumimoji="1" lang="en-US" altLang="ja-JP" sz="1600" kern="1200">
                          <a:solidFill>
                            <a:schemeClr val="dk1"/>
                          </a:solidFill>
                          <a:latin typeface="游ゴシック"/>
                          <a:ea typeface="游ゴシック"/>
                        </a:rPr>
                        <a:t>4</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a:solidFill>
                            <a:schemeClr val="tx1"/>
                          </a:solidFill>
                          <a:latin typeface="游ゴシック"/>
                          <a:ea typeface="游ゴシック"/>
                        </a:rPr>
                        <a:t>開発</a:t>
                      </a:r>
                      <a:endParaRPr lang="ja-JP" sz="16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プログラム一式、単体テスト仕様書・エビデンス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600" kern="1200">
                          <a:solidFill>
                            <a:schemeClr val="dk1"/>
                          </a:solidFill>
                          <a:latin typeface="游ゴシック"/>
                          <a:ea typeface="游ゴシック"/>
                        </a:rPr>
                        <a:t>5</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結合テスト</a:t>
                      </a:r>
                      <a:endParaRPr lang="en-US" altLang="ja-JP"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結合テスト仕様書・エビデンス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600" kern="1200">
                          <a:solidFill>
                            <a:schemeClr val="dk1"/>
                          </a:solidFill>
                          <a:latin typeface="游ゴシック"/>
                          <a:ea typeface="游ゴシック"/>
                        </a:rPr>
                        <a:t>6</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システムテスト</a:t>
                      </a:r>
                      <a:endParaRPr lang="en-US" altLang="ja-JP"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システム</a:t>
                      </a:r>
                      <a:r>
                        <a:rPr kumimoji="0" lang="ja-JP" altLang="en-US" sz="1600" u="none" strike="noStrike" kern="1200" cap="none" normalizeH="0" baseline="0">
                          <a:ln>
                            <a:noFill/>
                          </a:ln>
                          <a:solidFill>
                            <a:schemeClr val="tx1"/>
                          </a:solidFill>
                          <a:effectLst/>
                          <a:latin typeface="游ゴシック"/>
                          <a:ea typeface="游ゴシック"/>
                        </a:rPr>
                        <a:t>テスト仕様書・エビデンス</a:t>
                      </a:r>
                      <a:endParaRPr kumimoji="0" lang="ja-JP" altLang="en-US" sz="16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539999">
                <a:tc>
                  <a:txBody>
                    <a:bodyPr/>
                    <a:lstStyle/>
                    <a:p>
                      <a:pPr marL="0" lvl="0" algn="ctr" defTabSz="914400">
                        <a:buNone/>
                      </a:pPr>
                      <a:r>
                        <a:rPr lang="en-US" altLang="ja-JP" sz="1600" kern="1200">
                          <a:solidFill>
                            <a:schemeClr val="dk1"/>
                          </a:solidFill>
                          <a:latin typeface="游ゴシック"/>
                          <a:ea typeface="游ゴシック"/>
                        </a:rPr>
                        <a:t>7</a:t>
                      </a:r>
                      <a:endParaRPr kumimoji="1" lang="en-US" altLang="ja-JP" sz="1600" kern="1200">
                        <a:solidFill>
                          <a:schemeClr val="dk1"/>
                        </a:solidFill>
                        <a:latin typeface="游ゴシック"/>
                        <a:ea typeface="游ゴシック"/>
                      </a:endParaRPr>
                    </a:p>
                  </a:txBody>
                  <a:tcPr marL="36000" marR="36000" marT="36000" marB="36000"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lang="ja-JP" altLang="en-US" sz="1600">
                          <a:solidFill>
                            <a:schemeClr val="tx1"/>
                          </a:solidFill>
                          <a:latin typeface="游ゴシック"/>
                          <a:ea typeface="游ゴシック"/>
                        </a:rPr>
                        <a:t>運用テスト</a:t>
                      </a:r>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lang="ja-JP" sz="1600" b="0" i="0" u="none" strike="noStrike" kern="1200" cap="none" normalizeH="0" baseline="0" noProof="0">
                          <a:ln>
                            <a:noFill/>
                          </a:ln>
                          <a:solidFill>
                            <a:schemeClr val="tx1"/>
                          </a:solidFill>
                          <a:effectLst/>
                          <a:latin typeface="游ゴシック"/>
                          <a:ea typeface="游ゴシック"/>
                        </a:rPr>
                        <a:t>問題管理表</a:t>
                      </a:r>
                      <a:endParaRPr kumimoji="0" lang="ja-JP"/>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extLst>
                  <a:ext uri="{0D108BD9-81ED-4DB2-BD59-A6C34878D82A}">
                    <a16:rowId xmlns:a16="http://schemas.microsoft.com/office/drawing/2014/main" val="3246691259"/>
                  </a:ext>
                </a:extLst>
              </a:tr>
              <a:tr h="540000">
                <a:tc>
                  <a:txBody>
                    <a:bodyPr/>
                    <a:lstStyle/>
                    <a:p>
                      <a:pPr marL="0" algn="ctr" defTabSz="914400" rtl="0" eaLnBrk="1" latinLnBrk="0" hangingPunct="1"/>
                      <a:r>
                        <a:rPr lang="en-US" altLang="ja-JP" sz="1600" kern="1200">
                          <a:solidFill>
                            <a:schemeClr val="dk1"/>
                          </a:solidFill>
                          <a:latin typeface="游ゴシック"/>
                          <a:ea typeface="游ゴシック"/>
                        </a:rPr>
                        <a:t>8</a:t>
                      </a:r>
                      <a:endParaRPr kumimoji="1" lang="en-US" altLang="ja-JP" sz="1600" kern="1200">
                        <a:solidFill>
                          <a:schemeClr val="dk1"/>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移行手順書</a:t>
                      </a:r>
                      <a:endParaRPr kumimoji="0"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540000">
                <a:tc>
                  <a:txBody>
                    <a:bodyPr/>
                    <a:lstStyle/>
                    <a:p>
                      <a:pPr marL="0" lvl="0" algn="ctr" defTabSz="914400" rtl="0">
                        <a:buNone/>
                      </a:pPr>
                      <a:r>
                        <a:rPr lang="en-US" altLang="ja-JP" sz="1600" kern="1200">
                          <a:solidFill>
                            <a:schemeClr val="dk1"/>
                          </a:solidFill>
                          <a:latin typeface="游ゴシック"/>
                          <a:ea typeface="游ゴシック"/>
                        </a:rPr>
                        <a:t>9</a:t>
                      </a:r>
                      <a:endParaRPr kumimoji="1" lang="en-US" altLang="ja-JP" sz="1600" kern="1200">
                        <a:solidFill>
                          <a:schemeClr val="dk1"/>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問題管理表</a:t>
                      </a:r>
                      <a:endParaRPr kumimoji="0"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
        <p:nvSpPr>
          <p:cNvPr id="5" name="日付プレースホルダー 4">
            <a:extLst>
              <a:ext uri="{FF2B5EF4-FFF2-40B4-BE49-F238E27FC236}">
                <a16:creationId xmlns:a16="http://schemas.microsoft.com/office/drawing/2014/main" id="{D2781ADA-8500-0BAE-2B15-37819E39CA51}"/>
              </a:ext>
            </a:extLst>
          </p:cNvPr>
          <p:cNvSpPr>
            <a:spLocks noGrp="1"/>
          </p:cNvSpPr>
          <p:nvPr>
            <p:ph type="dt" sz="half" idx="10"/>
          </p:nvPr>
        </p:nvSpPr>
        <p:spPr/>
        <p:txBody>
          <a:bodyPr/>
          <a:lstStyle/>
          <a:p>
            <a:r>
              <a:rPr lang="en-US" altLang="ja-JP" smtClean="0"/>
              <a:t>2025/7/7</a:t>
            </a:r>
            <a:endParaRPr lang="en-US"/>
          </a:p>
        </p:txBody>
      </p:sp>
      <p:sp>
        <p:nvSpPr>
          <p:cNvPr id="6" name="正方形/長方形 5"/>
          <p:cNvSpPr/>
          <p:nvPr/>
        </p:nvSpPr>
        <p:spPr>
          <a:xfrm>
            <a:off x="606000" y="2388973"/>
            <a:ext cx="11158389" cy="1581665"/>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ッター プレースホルダー 2"/>
          <p:cNvSpPr>
            <a:spLocks noGrp="1"/>
          </p:cNvSpPr>
          <p:nvPr>
            <p:ph type="ftr" sz="quarter" idx="11"/>
          </p:nvPr>
        </p:nvSpPr>
        <p:spPr/>
        <p:txBody>
          <a:bodyPr/>
          <a:lstStyle/>
          <a:p>
            <a:r>
              <a:rPr lang="en-US" smtClean="0"/>
              <a:t>Copyright © 2025 SystemEXE,Inc All Rights Reserved.</a:t>
            </a:r>
            <a:endParaRPr lang="en-US"/>
          </a:p>
        </p:txBody>
      </p:sp>
    </p:spTree>
    <p:extLst>
      <p:ext uri="{BB962C8B-B14F-4D97-AF65-F5344CB8AC3E}">
        <p14:creationId xmlns:p14="http://schemas.microsoft.com/office/powerpoint/2010/main" val="13954389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９</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お見積もり</a:t>
            </a:r>
            <a:endParaRPr kumimoji="1" lang="ja-JP" altLang="en-US" sz="2000">
              <a:latin typeface="游明朝" panose="02020400000000000000" pitchFamily="18" charset="-128"/>
              <a:ea typeface="游明朝" panose="02020400000000000000" pitchFamily="18" charset="-128"/>
            </a:endParaRPr>
          </a:p>
        </p:txBody>
      </p:sp>
      <p:sp>
        <p:nvSpPr>
          <p:cNvPr id="5" name="日付プレースホルダー 4">
            <a:extLst>
              <a:ext uri="{FF2B5EF4-FFF2-40B4-BE49-F238E27FC236}">
                <a16:creationId xmlns:a16="http://schemas.microsoft.com/office/drawing/2014/main" id="{4603A548-F2AF-2C98-E435-7AC80BA0AC52}"/>
              </a:ext>
            </a:extLst>
          </p:cNvPr>
          <p:cNvSpPr>
            <a:spLocks noGrp="1"/>
          </p:cNvSpPr>
          <p:nvPr>
            <p:ph type="dt" sz="half" idx="10"/>
          </p:nvPr>
        </p:nvSpPr>
        <p:spPr/>
        <p:txBody>
          <a:bodyPr/>
          <a:lstStyle/>
          <a:p>
            <a:r>
              <a:rPr lang="en-US" altLang="ja-JP" smtClean="0"/>
              <a:t>2025/7/7</a:t>
            </a:r>
            <a:endParaRPr lang="en-US"/>
          </a:p>
        </p:txBody>
      </p:sp>
      <p:sp>
        <p:nvSpPr>
          <p:cNvPr id="8" name="テキスト ボックス 7">
            <a:extLst>
              <a:ext uri="{FF2B5EF4-FFF2-40B4-BE49-F238E27FC236}">
                <a16:creationId xmlns:a16="http://schemas.microsoft.com/office/drawing/2014/main" id="{453955C1-0D61-FE82-6F40-7F3B27DB02AD}"/>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BBA8B256-12B2-6E8C-50F9-31564ECC0266}"/>
              </a:ext>
            </a:extLst>
          </p:cNvPr>
          <p:cNvGraphicFramePr>
            <a:graphicFrameLocks noGrp="1"/>
          </p:cNvGraphicFramePr>
          <p:nvPr>
            <p:extLst>
              <p:ext uri="{D42A27DB-BD31-4B8C-83A1-F6EECF244321}">
                <p14:modId xmlns:p14="http://schemas.microsoft.com/office/powerpoint/2010/main" val="3935419174"/>
              </p:ext>
            </p:extLst>
          </p:nvPr>
        </p:nvGraphicFramePr>
        <p:xfrm>
          <a:off x="606000" y="972000"/>
          <a:ext cx="10979999" cy="5402352"/>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209429">
                  <a:extLst>
                    <a:ext uri="{9D8B030D-6E8A-4147-A177-3AD203B41FA5}">
                      <a16:colId xmlns:a16="http://schemas.microsoft.com/office/drawing/2014/main" val="568014644"/>
                    </a:ext>
                  </a:extLst>
                </a:gridCol>
                <a:gridCol w="1894114">
                  <a:extLst>
                    <a:ext uri="{9D8B030D-6E8A-4147-A177-3AD203B41FA5}">
                      <a16:colId xmlns:a16="http://schemas.microsoft.com/office/drawing/2014/main" val="3608806225"/>
                    </a:ext>
                  </a:extLst>
                </a:gridCol>
                <a:gridCol w="898072">
                  <a:extLst>
                    <a:ext uri="{9D8B030D-6E8A-4147-A177-3AD203B41FA5}">
                      <a16:colId xmlns:a16="http://schemas.microsoft.com/office/drawing/2014/main" val="2247639322"/>
                    </a:ext>
                  </a:extLst>
                </a:gridCol>
                <a:gridCol w="2900099">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43692">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9216">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基本設計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基本設計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45517169"/>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1,400,000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99362617"/>
                  </a:ext>
                </a:extLst>
              </a:tr>
              <a:tr h="33981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8.0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8,400,000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39810">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詳細設計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詳細設計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9992724"/>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開発・単体テスト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dirty="0">
                          <a:solidFill>
                            <a:srgbClr val="FF0000"/>
                          </a:solidFill>
                          <a:effectLst/>
                          <a:latin typeface="游ゴシック" panose="020B0400000000000000" pitchFamily="50" charset="-128"/>
                          <a:ea typeface="游ゴシック" panose="020B0400000000000000" pitchFamily="50" charset="-128"/>
                        </a:rPr>
                        <a:t>6</a:t>
                      </a:r>
                      <a:r>
                        <a:rPr lang="en-US" altLang="ja-JP" sz="1600" b="1" i="0" u="none" strike="noStrike" dirty="0" smtClean="0">
                          <a:solidFill>
                            <a:srgbClr val="FF0000"/>
                          </a:solidFill>
                          <a:effectLst/>
                          <a:latin typeface="游ゴシック" panose="020B0400000000000000" pitchFamily="50" charset="-128"/>
                          <a:ea typeface="游ゴシック" panose="020B0400000000000000" pitchFamily="50" charset="-128"/>
                        </a:rPr>
                        <a:t>.0</a:t>
                      </a:r>
                      <a:endParaRPr lang="en-US" altLang="ja-JP" sz="1600" b="1" i="0" u="none" strike="noStrike" dirty="0">
                        <a:solidFill>
                          <a:srgbClr val="FF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dirty="0" smtClean="0">
                          <a:solidFill>
                            <a:srgbClr val="FF0000"/>
                          </a:solidFill>
                          <a:effectLst/>
                          <a:latin typeface="游ゴシック" panose="020B0400000000000000" pitchFamily="50" charset="-128"/>
                          <a:ea typeface="游ゴシック" panose="020B0400000000000000" pitchFamily="50" charset="-128"/>
                        </a:rPr>
                        <a:t>6,000,000</a:t>
                      </a:r>
                      <a:endParaRPr lang="en-US" altLang="ja-JP" sz="1600" b="1" i="0" u="none" strike="noStrike" dirty="0">
                        <a:solidFill>
                          <a:srgbClr val="FF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3,500,000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3981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smtClean="0">
                          <a:solidFill>
                            <a:srgbClr val="000000"/>
                          </a:solidFill>
                          <a:effectLst/>
                          <a:latin typeface="游ゴシック" panose="020B0400000000000000" pitchFamily="50" charset="-128"/>
                          <a:ea typeface="游ゴシック" panose="020B0400000000000000" pitchFamily="50" charset="-128"/>
                        </a:rPr>
                        <a:t>17.5</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smtClean="0">
                          <a:solidFill>
                            <a:srgbClr val="000000"/>
                          </a:solidFill>
                          <a:effectLst/>
                          <a:latin typeface="游ゴシック" panose="020B0400000000000000" pitchFamily="50" charset="-128"/>
                          <a:ea typeface="游ゴシック" panose="020B0400000000000000" pitchFamily="50" charset="-128"/>
                        </a:rPr>
                        <a:t>18,500,000</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43692">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３</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5,200,000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4369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運用テスト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18611761"/>
                  </a:ext>
                </a:extLst>
              </a:tr>
              <a:tr h="34369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mn-ea"/>
                        </a:rPr>
                        <a:t>本番移行・初期</a:t>
                      </a: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3.4</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3,400,000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14659426"/>
                  </a:ext>
                </a:extLst>
              </a:tr>
              <a:tr h="343692">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2,100,000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43692">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11.1</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11,700,000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43692">
                <a:tc gridSpan="5">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smtClean="0">
                          <a:solidFill>
                            <a:srgbClr val="000000"/>
                          </a:solidFill>
                          <a:effectLst/>
                          <a:latin typeface="游ゴシック" panose="020B0400000000000000" pitchFamily="50" charset="-128"/>
                          <a:ea typeface="游ゴシック" panose="020B0400000000000000" pitchFamily="50" charset="-128"/>
                        </a:rPr>
                        <a:t>36.6</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dirty="0" smtClean="0">
                          <a:solidFill>
                            <a:srgbClr val="000000"/>
                          </a:solidFill>
                          <a:effectLst/>
                          <a:latin typeface="游ゴシック" panose="020B0400000000000000" pitchFamily="50" charset="-128"/>
                          <a:ea typeface="+mn-ea"/>
                        </a:rPr>
                        <a:t>38,600,000</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6" name="正方形/長方形 5"/>
          <p:cNvSpPr/>
          <p:nvPr/>
        </p:nvSpPr>
        <p:spPr>
          <a:xfrm>
            <a:off x="576000" y="2603157"/>
            <a:ext cx="11009999" cy="1721708"/>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ッター プレースホルダー 2"/>
          <p:cNvSpPr>
            <a:spLocks noGrp="1"/>
          </p:cNvSpPr>
          <p:nvPr>
            <p:ph type="ftr" sz="quarter" idx="11"/>
          </p:nvPr>
        </p:nvSpPr>
        <p:spPr/>
        <p:txBody>
          <a:bodyPr/>
          <a:lstStyle/>
          <a:p>
            <a:r>
              <a:rPr lang="en-US" smtClean="0"/>
              <a:t>Copyright © 2025 SystemEXE,Inc All Rights Reserved.</a:t>
            </a:r>
            <a:endParaRPr lang="en-US"/>
          </a:p>
        </p:txBody>
      </p:sp>
    </p:spTree>
    <p:extLst>
      <p:ext uri="{BB962C8B-B14F-4D97-AF65-F5344CB8AC3E}">
        <p14:creationId xmlns:p14="http://schemas.microsoft.com/office/powerpoint/2010/main" val="24534056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en-US" altLang="ja-JP">
                <a:latin typeface="游明朝" panose="02020400000000000000" pitchFamily="18" charset="-128"/>
                <a:ea typeface="游明朝" panose="02020400000000000000" pitchFamily="18" charset="-128"/>
              </a:rPr>
              <a:t>10.</a:t>
            </a:r>
            <a:r>
              <a:rPr lang="ja-JP" altLang="en-US">
                <a:latin typeface="游明朝" panose="02020400000000000000" pitchFamily="18" charset="-128"/>
                <a:ea typeface="游明朝" panose="02020400000000000000" pitchFamily="18" charset="-128"/>
              </a:rPr>
              <a:t> お見積もり前提条件</a:t>
            </a:r>
            <a:endParaRPr kumimoji="1" lang="ja-JP" altLang="en-US">
              <a:latin typeface="游明朝" panose="02020400000000000000" pitchFamily="18" charset="-128"/>
              <a:ea typeface="游明朝" panose="02020400000000000000" pitchFamily="18" charset="-128"/>
            </a:endParaRPr>
          </a:p>
        </p:txBody>
      </p:sp>
      <p:sp>
        <p:nvSpPr>
          <p:cNvPr id="5" name="テキスト プレースホルダー 4">
            <a:extLst>
              <a:ext uri="{FF2B5EF4-FFF2-40B4-BE49-F238E27FC236}">
                <a16:creationId xmlns:a16="http://schemas.microsoft.com/office/drawing/2014/main" id="{97E6FBE8-190C-40F0-AA01-14695A77D734}"/>
              </a:ext>
            </a:extLst>
          </p:cNvPr>
          <p:cNvSpPr>
            <a:spLocks noGrp="1"/>
          </p:cNvSpPr>
          <p:nvPr>
            <p:ph type="body" sz="quarter" idx="13"/>
          </p:nvPr>
        </p:nvSpPr>
        <p:spPr>
          <a:xfrm>
            <a:off x="576000" y="936000"/>
            <a:ext cx="11320436" cy="5350500"/>
          </a:xfrm>
        </p:spPr>
        <p:txBody>
          <a:bodyPr vert="horz" lIns="91440" tIns="45720" rIns="91440" bIns="45720" rtlCol="0" anchor="t">
            <a:normAutofit/>
          </a:bodyPr>
          <a:lstStyle/>
          <a:p>
            <a:pPr>
              <a:buFont typeface="Arial" panose="020B0604020202020204" pitchFamily="34" charset="0"/>
              <a:buChar char="•"/>
            </a:pPr>
            <a:r>
              <a:rPr kumimoji="1" lang="ja-JP" altLang="en-US" b="0" u="none"/>
              <a:t>本資料記載の金額は全て税抜となります。</a:t>
            </a:r>
            <a:endParaRPr kumimoji="1" lang="en-US" altLang="ja-JP" b="0" u="none"/>
          </a:p>
          <a:p>
            <a:pPr>
              <a:buFont typeface="Arial" panose="020B0604020202020204" pitchFamily="34" charset="0"/>
              <a:buChar char="•"/>
            </a:pPr>
            <a:r>
              <a:rPr lang="ja-JP" altLang="en-US" b="0" u="none"/>
              <a:t>お見積もりは概算お見積もりのため、改めて正式にお見積もりさせていただきます。</a:t>
            </a:r>
            <a:endParaRPr kumimoji="1" lang="en-US" altLang="ja-JP" b="0" u="none"/>
          </a:p>
          <a:p>
            <a:pPr>
              <a:buFont typeface="Arial" panose="020B0604020202020204" pitchFamily="34" charset="0"/>
              <a:buChar char="•"/>
            </a:pPr>
            <a:r>
              <a:rPr lang="ja-JP" altLang="en-US" b="0" u="none"/>
              <a:t>作業場所は原則弊社オフィス内とします。弊社オフィス内には在宅での勤務を含みます。</a:t>
            </a:r>
            <a:endParaRPr lang="en-US" altLang="ja-JP" b="0" u="none"/>
          </a:p>
          <a:p>
            <a:pPr>
              <a:buFont typeface="Arial" panose="020B0604020202020204" pitchFamily="34" charset="0"/>
              <a:buChar char="•"/>
            </a:pPr>
            <a:r>
              <a:rPr lang="ja-JP" altLang="en-US" b="0" u="none">
                <a:latin typeface="游ゴシック"/>
                <a:ea typeface="游ゴシック"/>
              </a:rPr>
              <a:t>アプリケーション、ミドルウェアのライセンスやインストールは貴社にてご対応をお願いいたします。</a:t>
            </a:r>
            <a:endParaRPr lang="en-US" altLang="ja-JP" b="0" u="none">
              <a:latin typeface="游ゴシック"/>
              <a:ea typeface="游ゴシック"/>
            </a:endParaRPr>
          </a:p>
          <a:p>
            <a:pPr>
              <a:buFont typeface="Arial" panose="020B0604020202020204" pitchFamily="34" charset="0"/>
              <a:buChar char="•"/>
            </a:pPr>
            <a:r>
              <a:rPr lang="en-US" altLang="ja-JP" b="0" u="none">
                <a:latin typeface="游ゴシック"/>
                <a:ea typeface="游ゴシック"/>
              </a:rPr>
              <a:t>JOB</a:t>
            </a:r>
            <a:r>
              <a:rPr lang="ja-JP" altLang="en-US" b="0" u="none">
                <a:latin typeface="游ゴシック"/>
                <a:ea typeface="游ゴシック"/>
              </a:rPr>
              <a:t>管理（</a:t>
            </a:r>
            <a:r>
              <a:rPr lang="en-US" altLang="ja-JP" b="0" u="none">
                <a:latin typeface="游ゴシック"/>
                <a:ea typeface="游ゴシック"/>
              </a:rPr>
              <a:t>A-Auto</a:t>
            </a:r>
            <a:r>
              <a:rPr lang="ja-JP" altLang="en-US" b="0" u="none">
                <a:latin typeface="游ゴシック"/>
                <a:ea typeface="游ゴシック"/>
              </a:rPr>
              <a:t>）の設定については貴社にてご対応をお願いいたします。</a:t>
            </a:r>
            <a:endParaRPr lang="en-US" altLang="ja-JP" b="0" u="none">
              <a:latin typeface="游ゴシック"/>
              <a:ea typeface="游ゴシック"/>
            </a:endParaRPr>
          </a:p>
          <a:p>
            <a:pPr>
              <a:buFont typeface="Arial" panose="020B0604020202020204" pitchFamily="34" charset="0"/>
              <a:buChar char="•"/>
            </a:pPr>
            <a:r>
              <a:rPr lang="ja-JP" altLang="en-US" b="0" u="none">
                <a:latin typeface="游ゴシック"/>
                <a:ea typeface="游ゴシック"/>
              </a:rPr>
              <a:t>開発工程において弊社の子会社であるエグゼベトナム（オフショア）利用することがあります。</a:t>
            </a:r>
            <a:endParaRPr lang="en-US" altLang="ja-JP" b="0" u="none">
              <a:latin typeface="游ゴシック"/>
              <a:ea typeface="游ゴシック"/>
            </a:endParaRPr>
          </a:p>
          <a:p>
            <a:pPr>
              <a:buFont typeface="Arial" panose="020B0604020202020204" pitchFamily="34" charset="0"/>
              <a:buChar char="•"/>
            </a:pPr>
            <a:r>
              <a:rPr kumimoji="1" lang="ja-JP" altLang="en-US" b="0" u="none"/>
              <a:t>インフラ環境</a:t>
            </a:r>
            <a:r>
              <a:rPr kumimoji="1" lang="en-US" altLang="ja-JP" b="0" u="none"/>
              <a:t>(Azure</a:t>
            </a:r>
            <a:r>
              <a:rPr kumimoji="1" lang="ja-JP" altLang="en-US" b="0" u="none" err="1"/>
              <a:t>、</a:t>
            </a:r>
            <a:r>
              <a:rPr kumimoji="1" lang="ja-JP" altLang="en-US" b="0" u="none"/>
              <a:t>縮小共通基盤：共通</a:t>
            </a:r>
            <a:r>
              <a:rPr kumimoji="1" lang="en-US" altLang="ja-JP" b="0" u="none"/>
              <a:t>Oracle)</a:t>
            </a:r>
            <a:r>
              <a:rPr kumimoji="1" lang="ja-JP" altLang="en-US" b="0" u="none"/>
              <a:t>の</a:t>
            </a:r>
            <a:r>
              <a:rPr lang="ja-JP" altLang="en-US" b="0" u="none"/>
              <a:t>調達・</a:t>
            </a:r>
            <a:r>
              <a:rPr kumimoji="1" lang="ja-JP" altLang="en-US" b="0" u="none"/>
              <a:t>構築・移行は含まれておりません。</a:t>
            </a:r>
            <a:endParaRPr kumimoji="1" lang="en-US" altLang="ja-JP" b="0" u="none"/>
          </a:p>
          <a:p>
            <a:pPr>
              <a:buFont typeface="Arial" panose="020B0604020202020204" pitchFamily="34" charset="0"/>
              <a:buChar char="•"/>
            </a:pPr>
            <a:r>
              <a:rPr kumimoji="1" lang="en-US" altLang="ja-JP" b="0" u="none">
                <a:latin typeface="游ゴシック"/>
                <a:ea typeface="游ゴシック"/>
              </a:rPr>
              <a:t>DB</a:t>
            </a:r>
            <a:r>
              <a:rPr kumimoji="1" lang="ja-JP" altLang="en-US" b="0" u="none">
                <a:latin typeface="游ゴシック"/>
                <a:ea typeface="游ゴシック"/>
              </a:rPr>
              <a:t>は</a:t>
            </a:r>
            <a:r>
              <a:rPr kumimoji="1" lang="en-US" altLang="ja-JP" b="0" u="none">
                <a:latin typeface="游ゴシック"/>
                <a:ea typeface="游ゴシック"/>
              </a:rPr>
              <a:t>Oracle</a:t>
            </a:r>
            <a:r>
              <a:rPr kumimoji="1" lang="ja-JP" altLang="en-US" b="0" u="none">
                <a:latin typeface="游ゴシック"/>
                <a:ea typeface="游ゴシック"/>
              </a:rPr>
              <a:t> </a:t>
            </a:r>
            <a:r>
              <a:rPr lang="en-US" altLang="ja-JP" b="0" u="none">
                <a:latin typeface="游ゴシック"/>
                <a:ea typeface="游ゴシック"/>
              </a:rPr>
              <a:t>Database</a:t>
            </a:r>
            <a:r>
              <a:rPr kumimoji="1" lang="ja-JP" altLang="en-US" b="0" u="none">
                <a:latin typeface="游ゴシック"/>
                <a:ea typeface="游ゴシック"/>
              </a:rPr>
              <a:t>を想定しております。</a:t>
            </a:r>
            <a:endParaRPr kumimoji="1" lang="en-US" altLang="ja-JP" b="0" u="none">
              <a:latin typeface="游ゴシック"/>
              <a:ea typeface="游ゴシック"/>
            </a:endParaRPr>
          </a:p>
          <a:p>
            <a:pPr>
              <a:buFont typeface="Arial" panose="020B0604020202020204" pitchFamily="34" charset="0"/>
              <a:buChar char="•"/>
            </a:pPr>
            <a:r>
              <a:rPr lang="en-US" altLang="ja-JP" b="0" u="none">
                <a:latin typeface="游ゴシック"/>
                <a:ea typeface="游ゴシック"/>
              </a:rPr>
              <a:t>DB</a:t>
            </a:r>
            <a:r>
              <a:rPr lang="ja-JP" altLang="en-US" b="0" u="none">
                <a:latin typeface="游ゴシック"/>
                <a:ea typeface="游ゴシック"/>
              </a:rPr>
              <a:t>移行については含まれていません。（単純移行時に提示した見積書をご参照ください。）</a:t>
            </a:r>
            <a:endParaRPr kumimoji="1" lang="en-US" altLang="ja-JP" b="0" u="none">
              <a:latin typeface="游ゴシック"/>
              <a:ea typeface="游ゴシック"/>
            </a:endParaRPr>
          </a:p>
          <a:p>
            <a:pPr>
              <a:buFont typeface="Arial" panose="020B0604020202020204" pitchFamily="34" charset="0"/>
              <a:buChar char="•"/>
            </a:pPr>
            <a:r>
              <a:rPr lang="ja-JP" b="0" u="none">
                <a:latin typeface="游ゴシック"/>
                <a:ea typeface="游ゴシック"/>
                <a:cs typeface="+mn-ea"/>
              </a:rPr>
              <a:t>Azure</a:t>
            </a:r>
            <a:r>
              <a:rPr lang="ja-JP" altLang="en-US" b="0" u="none">
                <a:latin typeface="游ゴシック"/>
                <a:ea typeface="游ゴシック"/>
                <a:cs typeface="+mn-ea"/>
              </a:rPr>
              <a:t>上</a:t>
            </a:r>
            <a:r>
              <a:rPr lang="ja-JP" b="0" u="none">
                <a:latin typeface="游ゴシック"/>
                <a:ea typeface="游ゴシック"/>
                <a:cs typeface="+mn-ea"/>
              </a:rPr>
              <a:t>のサーバ等は、案件開始時点で必要数分を</a:t>
            </a:r>
            <a:r>
              <a:rPr lang="ja-JP" altLang="en-US" b="0" u="none">
                <a:latin typeface="游ゴシック"/>
                <a:ea typeface="游ゴシック"/>
                <a:cs typeface="+mn-ea"/>
              </a:rPr>
              <a:t>貴社にて</a:t>
            </a:r>
            <a:r>
              <a:rPr lang="ja-JP" b="0" u="none">
                <a:latin typeface="游ゴシック"/>
                <a:ea typeface="游ゴシック"/>
                <a:cs typeface="+mn-ea"/>
              </a:rPr>
              <a:t>ご用意をお願いいたします</a:t>
            </a:r>
            <a:r>
              <a:rPr lang="ja-JP" altLang="en-US" b="0" u="none">
                <a:latin typeface="游ゴシック"/>
                <a:ea typeface="游ゴシック"/>
                <a:cs typeface="+mn-ea"/>
              </a:rPr>
              <a:t>。</a:t>
            </a:r>
            <a:endParaRPr lang="en-US" altLang="ja-JP" b="0" u="none">
              <a:latin typeface="游ゴシック"/>
              <a:ea typeface="游ゴシック"/>
              <a:cs typeface="+mn-ea"/>
            </a:endParaRPr>
          </a:p>
          <a:p>
            <a:pPr>
              <a:buFont typeface="Arial" panose="020B0604020202020204" pitchFamily="34" charset="0"/>
              <a:buChar char="•"/>
            </a:pPr>
            <a:r>
              <a:rPr lang="ja-JP" altLang="en-US" b="0" u="none">
                <a:latin typeface="游ゴシック"/>
                <a:ea typeface="游ゴシック"/>
                <a:cs typeface="+mn-ea"/>
              </a:rPr>
              <a:t>業務変更に伴うアプリケーション</a:t>
            </a:r>
            <a:r>
              <a:rPr lang="ja-JP" b="0" u="none">
                <a:latin typeface="游ゴシック"/>
                <a:ea typeface="游ゴシック"/>
                <a:cs typeface="+mn-ea"/>
              </a:rPr>
              <a:t>修正は実施</a:t>
            </a:r>
            <a:r>
              <a:rPr lang="ja-JP" altLang="en-US" b="0" u="none">
                <a:latin typeface="游ゴシック"/>
                <a:ea typeface="游ゴシック"/>
                <a:cs typeface="+mn-ea"/>
              </a:rPr>
              <a:t>いた</a:t>
            </a:r>
            <a:r>
              <a:rPr lang="ja-JP" b="0" u="none">
                <a:latin typeface="游ゴシック"/>
                <a:ea typeface="游ゴシック"/>
                <a:cs typeface="+mn-ea"/>
              </a:rPr>
              <a:t>し</a:t>
            </a:r>
            <a:r>
              <a:rPr lang="ja-JP" altLang="en-US" b="0" u="none">
                <a:latin typeface="游ゴシック"/>
                <a:ea typeface="游ゴシック"/>
                <a:cs typeface="+mn-ea"/>
              </a:rPr>
              <a:t>ません。（業務変更なし）</a:t>
            </a:r>
            <a:endParaRPr lang="ja-JP" altLang="en-US" b="0" u="none">
              <a:latin typeface="游ゴシック"/>
              <a:ea typeface="游ゴシック"/>
            </a:endParaRPr>
          </a:p>
          <a:p>
            <a:pPr>
              <a:buFont typeface="Arial" panose="020B0604020202020204" pitchFamily="34" charset="0"/>
              <a:buChar char="•"/>
            </a:pPr>
            <a:r>
              <a:rPr kumimoji="1" lang="ja-JP" altLang="en-US" b="0" u="none"/>
              <a:t>上記に記載のない諸条件につきましては、別途ご相談の上、決定させていただきます。</a:t>
            </a:r>
            <a:endParaRPr kumimoji="1" lang="en-US" altLang="ja-JP" b="0" u="none"/>
          </a:p>
          <a:p>
            <a:pPr>
              <a:buFont typeface="Arial" panose="020B0604020202020204" pitchFamily="34" charset="0"/>
              <a:buChar char="•"/>
            </a:pPr>
            <a:r>
              <a:rPr lang="ja-JP" altLang="en-US" b="0" u="none">
                <a:latin typeface="游ゴシック"/>
                <a:ea typeface="游ゴシック"/>
              </a:rPr>
              <a:t>瑕疵担保責任期間は本稼働日より１年間とします。</a:t>
            </a:r>
            <a:r>
              <a:rPr lang="en-US" altLang="ja-JP" b="0" u="none">
                <a:latin typeface="游ゴシック"/>
                <a:ea typeface="游ゴシック"/>
              </a:rPr>
              <a:t/>
            </a:r>
            <a:br>
              <a:rPr lang="en-US" altLang="ja-JP" b="0" u="none">
                <a:latin typeface="游ゴシック"/>
                <a:ea typeface="游ゴシック"/>
              </a:rPr>
            </a:br>
            <a:r>
              <a:rPr lang="ja-JP" altLang="en-US" b="0" u="none">
                <a:latin typeface="游ゴシック"/>
                <a:ea typeface="游ゴシック"/>
              </a:rPr>
              <a:t>（本稼働日より</a:t>
            </a:r>
            <a:r>
              <a:rPr lang="en-US" altLang="ja-JP" b="0" u="none">
                <a:latin typeface="游ゴシック"/>
                <a:ea typeface="游ゴシック"/>
              </a:rPr>
              <a:t>1</a:t>
            </a:r>
            <a:r>
              <a:rPr lang="ja-JP" altLang="en-US" b="0" u="none">
                <a:latin typeface="游ゴシック"/>
                <a:ea typeface="游ゴシック"/>
              </a:rPr>
              <a:t>年間に限り契約不適合責任を追及できることとします。）</a:t>
            </a:r>
            <a:endParaRPr lang="en-US" altLang="ja-JP" b="0" u="none">
              <a:latin typeface="游ゴシック"/>
              <a:ea typeface="游ゴシック"/>
            </a:endParaRPr>
          </a:p>
          <a:p>
            <a:pPr marL="0" indent="0">
              <a:buNone/>
            </a:pPr>
            <a:endParaRPr kumimoji="1" lang="ja-JP" altLang="en-US" b="0" u="none"/>
          </a:p>
        </p:txBody>
      </p:sp>
      <p:sp>
        <p:nvSpPr>
          <p:cNvPr id="6" name="日付プレースホルダー 5">
            <a:extLst>
              <a:ext uri="{FF2B5EF4-FFF2-40B4-BE49-F238E27FC236}">
                <a16:creationId xmlns:a16="http://schemas.microsoft.com/office/drawing/2014/main" id="{8640E069-3293-AEF9-7E9C-B6104BAA7676}"/>
              </a:ext>
            </a:extLst>
          </p:cNvPr>
          <p:cNvSpPr>
            <a:spLocks noGrp="1"/>
          </p:cNvSpPr>
          <p:nvPr>
            <p:ph type="dt" sz="half" idx="10"/>
          </p:nvPr>
        </p:nvSpPr>
        <p:spPr/>
        <p:txBody>
          <a:bodyPr/>
          <a:lstStyle/>
          <a:p>
            <a:r>
              <a:rPr lang="en-US" altLang="ja-JP" smtClean="0"/>
              <a:t>2025/7/7</a:t>
            </a:r>
            <a:endParaRPr lang="en-US"/>
          </a:p>
        </p:txBody>
      </p:sp>
      <p:sp>
        <p:nvSpPr>
          <p:cNvPr id="3" name="フッター プレースホルダー 2"/>
          <p:cNvSpPr>
            <a:spLocks noGrp="1"/>
          </p:cNvSpPr>
          <p:nvPr>
            <p:ph type="ftr" sz="quarter" idx="11"/>
          </p:nvPr>
        </p:nvSpPr>
        <p:spPr/>
        <p:txBody>
          <a:bodyPr/>
          <a:lstStyle/>
          <a:p>
            <a:r>
              <a:rPr lang="en-US" smtClean="0"/>
              <a:t>Copyright © 2025 SystemEXE,Inc All Rights Reserved.</a:t>
            </a:r>
            <a:endParaRPr lang="en-US"/>
          </a:p>
        </p:txBody>
      </p:sp>
    </p:spTree>
    <p:extLst>
      <p:ext uri="{BB962C8B-B14F-4D97-AF65-F5344CB8AC3E}">
        <p14:creationId xmlns:p14="http://schemas.microsoft.com/office/powerpoint/2010/main" val="24103749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ABB3E-AEF9-2411-6129-C6FFB4B4BC7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E6BE5FC-6DD3-FDE7-4477-5E10A244D2CD}"/>
              </a:ext>
            </a:extLst>
          </p:cNvPr>
          <p:cNvSpPr>
            <a:spLocks noGrp="1"/>
          </p:cNvSpPr>
          <p:nvPr>
            <p:ph type="title"/>
          </p:nvPr>
        </p:nvSpPr>
        <p:spPr/>
        <p:txBody>
          <a:bodyPr/>
          <a:lstStyle/>
          <a:p>
            <a:r>
              <a:rPr lang="ja-JP" altLang="en-US"/>
              <a:t>補足．</a:t>
            </a:r>
            <a:r>
              <a:rPr lang="en-US" altLang="ja-JP"/>
              <a:t>OWFT</a:t>
            </a:r>
            <a:r>
              <a:rPr lang="ja-JP" altLang="en-US"/>
              <a:t>廃止について</a:t>
            </a:r>
            <a:endParaRPr kumimoji="1" lang="ja-JP" altLang="en-US" sz="2000"/>
          </a:p>
        </p:txBody>
      </p:sp>
      <p:sp>
        <p:nvSpPr>
          <p:cNvPr id="5" name="日付プレースホルダー 4">
            <a:extLst>
              <a:ext uri="{FF2B5EF4-FFF2-40B4-BE49-F238E27FC236}">
                <a16:creationId xmlns:a16="http://schemas.microsoft.com/office/drawing/2014/main" id="{BB068758-9102-2E0C-C9AD-9DB8197743C4}"/>
              </a:ext>
            </a:extLst>
          </p:cNvPr>
          <p:cNvSpPr>
            <a:spLocks noGrp="1"/>
          </p:cNvSpPr>
          <p:nvPr>
            <p:ph type="dt" sz="half" idx="10"/>
          </p:nvPr>
        </p:nvSpPr>
        <p:spPr/>
        <p:txBody>
          <a:bodyPr/>
          <a:lstStyle/>
          <a:p>
            <a:r>
              <a:rPr lang="en-US" altLang="ja-JP" smtClean="0"/>
              <a:t>2025/7/7</a:t>
            </a:r>
            <a:endParaRPr lang="en-US"/>
          </a:p>
        </p:txBody>
      </p:sp>
      <p:sp>
        <p:nvSpPr>
          <p:cNvPr id="8" name="テキスト ボックス 7">
            <a:extLst>
              <a:ext uri="{FF2B5EF4-FFF2-40B4-BE49-F238E27FC236}">
                <a16:creationId xmlns:a16="http://schemas.microsoft.com/office/drawing/2014/main" id="{FE5C8EB9-CDCC-E0FD-6548-2CA3694E94A5}"/>
              </a:ext>
            </a:extLst>
          </p:cNvPr>
          <p:cNvSpPr txBox="1"/>
          <p:nvPr/>
        </p:nvSpPr>
        <p:spPr>
          <a:xfrm>
            <a:off x="696000" y="928154"/>
            <a:ext cx="10921200" cy="5382839"/>
          </a:xfrm>
          <a:prstGeom prst="rect">
            <a:avLst/>
          </a:prstGeom>
          <a:noFill/>
        </p:spPr>
        <p:txBody>
          <a:bodyPr wrap="square" rtlCol="0">
            <a:noAutofit/>
          </a:bodyPr>
          <a:lstStyle/>
          <a:p>
            <a:endParaRPr lang="en-US" altLang="ja-JP" sz="1400" b="1">
              <a:latin typeface="+mn-ea"/>
              <a:cs typeface="メイリオ" pitchFamily="50" charset="-128"/>
            </a:endParaRPr>
          </a:p>
        </p:txBody>
      </p:sp>
      <p:graphicFrame>
        <p:nvGraphicFramePr>
          <p:cNvPr id="6" name="表 5"/>
          <p:cNvGraphicFramePr>
            <a:graphicFrameLocks noGrp="1"/>
          </p:cNvGraphicFramePr>
          <p:nvPr/>
        </p:nvGraphicFramePr>
        <p:xfrm>
          <a:off x="720000" y="1014822"/>
          <a:ext cx="10897200" cy="5191492"/>
        </p:xfrm>
        <a:graphic>
          <a:graphicData uri="http://schemas.openxmlformats.org/drawingml/2006/table">
            <a:tbl>
              <a:tblPr firstRow="1" bandRow="1">
                <a:tableStyleId>{5C22544A-7EE6-4342-B048-85BDC9FD1C3A}</a:tableStyleId>
              </a:tblPr>
              <a:tblGrid>
                <a:gridCol w="1486567">
                  <a:extLst>
                    <a:ext uri="{9D8B030D-6E8A-4147-A177-3AD203B41FA5}">
                      <a16:colId xmlns:a16="http://schemas.microsoft.com/office/drawing/2014/main" val="2036609572"/>
                    </a:ext>
                  </a:extLst>
                </a:gridCol>
                <a:gridCol w="6978254">
                  <a:extLst>
                    <a:ext uri="{9D8B030D-6E8A-4147-A177-3AD203B41FA5}">
                      <a16:colId xmlns:a16="http://schemas.microsoft.com/office/drawing/2014/main" val="2819375198"/>
                    </a:ext>
                  </a:extLst>
                </a:gridCol>
                <a:gridCol w="2432379">
                  <a:extLst>
                    <a:ext uri="{9D8B030D-6E8A-4147-A177-3AD203B41FA5}">
                      <a16:colId xmlns:a16="http://schemas.microsoft.com/office/drawing/2014/main" val="1546596825"/>
                    </a:ext>
                  </a:extLst>
                </a:gridCol>
              </a:tblGrid>
              <a:tr h="354613">
                <a:tc>
                  <a:txBody>
                    <a:bodyPr/>
                    <a:lstStyle/>
                    <a:p>
                      <a:pPr algn="ctr"/>
                      <a:r>
                        <a:rPr kumimoji="1" lang="ja-JP" altLang="en-US"/>
                        <a:t>パターン</a:t>
                      </a:r>
                    </a:p>
                  </a:txBody>
                  <a:tcPr/>
                </a:tc>
                <a:tc>
                  <a:txBody>
                    <a:bodyPr/>
                    <a:lstStyle/>
                    <a:p>
                      <a:pPr algn="ctr"/>
                      <a:r>
                        <a:rPr kumimoji="1" lang="ja-JP" altLang="en-US"/>
                        <a:t>処理方式</a:t>
                      </a:r>
                    </a:p>
                  </a:txBody>
                  <a:tcPr/>
                </a:tc>
                <a:tc>
                  <a:txBody>
                    <a:bodyPr/>
                    <a:lstStyle/>
                    <a:p>
                      <a:pPr algn="ctr"/>
                      <a:r>
                        <a:rPr kumimoji="1" lang="ja-JP" altLang="en-US"/>
                        <a:t>コメント</a:t>
                      </a:r>
                    </a:p>
                  </a:txBody>
                  <a:tcPr/>
                </a:tc>
                <a:extLst>
                  <a:ext uri="{0D108BD9-81ED-4DB2-BD59-A6C34878D82A}">
                    <a16:rowId xmlns:a16="http://schemas.microsoft.com/office/drawing/2014/main" val="2519203647"/>
                  </a:ext>
                </a:extLst>
              </a:tr>
              <a:tr h="1544186">
                <a:tc>
                  <a:txBody>
                    <a:bodyPr/>
                    <a:lstStyle/>
                    <a:p>
                      <a:pPr algn="ctr"/>
                      <a:r>
                        <a:rPr kumimoji="1" lang="ja-JP" altLang="en-US"/>
                        <a:t>現行</a:t>
                      </a:r>
                    </a:p>
                  </a:txBody>
                  <a:tcPr anchor="ctr"/>
                </a:tc>
                <a:tc>
                  <a:txBody>
                    <a:bodyPr/>
                    <a:lstStyle/>
                    <a:p>
                      <a:endParaRPr kumimoji="1" lang="ja-JP" altLang="en-US"/>
                    </a:p>
                  </a:txBody>
                  <a:tcPr/>
                </a:tc>
                <a:tc>
                  <a:txBody>
                    <a:bodyPr/>
                    <a:lstStyle/>
                    <a:p>
                      <a:r>
                        <a:rPr kumimoji="1" lang="en-US" altLang="ja-JP" sz="1200">
                          <a:latin typeface="+mn-ea"/>
                          <a:ea typeface="+mn-ea"/>
                        </a:rPr>
                        <a:t>XenApp</a:t>
                      </a:r>
                      <a:r>
                        <a:rPr kumimoji="1" lang="ja-JP" altLang="en-US" sz="1200">
                          <a:latin typeface="+mn-ea"/>
                          <a:ea typeface="+mn-ea"/>
                        </a:rPr>
                        <a:t>データ作成まで行い、</a:t>
                      </a:r>
                      <a:endParaRPr kumimoji="1" lang="en-US" altLang="ja-JP" sz="1200">
                        <a:latin typeface="+mn-ea"/>
                        <a:ea typeface="+mn-ea"/>
                      </a:endParaRPr>
                    </a:p>
                    <a:p>
                      <a:r>
                        <a:rPr kumimoji="1" lang="ja-JP" altLang="en-US" sz="1200">
                          <a:latin typeface="+mn-ea"/>
                          <a:ea typeface="+mn-ea"/>
                        </a:rPr>
                        <a:t>操業品質にてデータ送信という役割分担となっています。</a:t>
                      </a:r>
                    </a:p>
                  </a:txBody>
                  <a:tcPr/>
                </a:tc>
                <a:extLst>
                  <a:ext uri="{0D108BD9-81ED-4DB2-BD59-A6C34878D82A}">
                    <a16:rowId xmlns:a16="http://schemas.microsoft.com/office/drawing/2014/main" val="1136537044"/>
                  </a:ext>
                </a:extLst>
              </a:tr>
              <a:tr h="1544186">
                <a:tc>
                  <a:txBody>
                    <a:bodyPr/>
                    <a:lstStyle/>
                    <a:p>
                      <a:pPr algn="ctr"/>
                      <a:r>
                        <a:rPr kumimoji="1" lang="ja-JP" altLang="en-US"/>
                        <a:t>①</a:t>
                      </a:r>
                    </a:p>
                  </a:txBody>
                  <a:tcPr anchor="ctr"/>
                </a:tc>
                <a:tc>
                  <a:txBody>
                    <a:bodyPr/>
                    <a:lstStyle/>
                    <a:p>
                      <a:endParaRPr kumimoji="1" lang="ja-JP" altLang="en-US"/>
                    </a:p>
                  </a:txBody>
                  <a:tcPr/>
                </a:tc>
                <a:tc>
                  <a:txBody>
                    <a:bodyPr/>
                    <a:lstStyle/>
                    <a:p>
                      <a:r>
                        <a:rPr kumimoji="1" lang="en-US" altLang="ja-JP" sz="1200">
                          <a:latin typeface="+mn-ea"/>
                          <a:ea typeface="+mn-ea"/>
                        </a:rPr>
                        <a:t>XenApp</a:t>
                      </a:r>
                      <a:r>
                        <a:rPr kumimoji="1" lang="ja-JP" altLang="en-US" sz="1200">
                          <a:latin typeface="+mn-ea"/>
                          <a:ea typeface="+mn-ea"/>
                        </a:rPr>
                        <a:t>廃止に伴い、新機能もしくは既存機能にてデータ作成まで行った場合、操業品質にてこれまで通りデータ送信する必要がありますが、操業品質から</a:t>
                      </a:r>
                      <a:r>
                        <a:rPr kumimoji="1" lang="en-US" altLang="ja-JP" sz="1200">
                          <a:latin typeface="+mn-ea"/>
                          <a:ea typeface="+mn-ea"/>
                        </a:rPr>
                        <a:t>PaaS</a:t>
                      </a:r>
                      <a:r>
                        <a:rPr kumimoji="1" lang="ja-JP" altLang="en-US" sz="1200">
                          <a:latin typeface="+mn-ea"/>
                          <a:ea typeface="+mn-ea"/>
                        </a:rPr>
                        <a:t>上に構築した</a:t>
                      </a:r>
                      <a:r>
                        <a:rPr kumimoji="1" lang="en-US" altLang="ja-JP" sz="1200">
                          <a:latin typeface="+mn-ea"/>
                          <a:ea typeface="+mn-ea"/>
                        </a:rPr>
                        <a:t>Java</a:t>
                      </a:r>
                      <a:r>
                        <a:rPr kumimoji="1" lang="ja-JP" altLang="en-US" sz="1200">
                          <a:latin typeface="+mn-ea"/>
                          <a:ea typeface="+mn-ea"/>
                        </a:rPr>
                        <a:t>アプリを起動する方式は処理が複雑になるため、②を推奨します。</a:t>
                      </a:r>
                      <a:endParaRPr kumimoji="1" lang="en-US" altLang="ja-JP" sz="1200">
                        <a:latin typeface="+mn-ea"/>
                        <a:ea typeface="+mn-ea"/>
                      </a:endParaRPr>
                    </a:p>
                    <a:p>
                      <a:endParaRPr kumimoji="1" lang="ja-JP" altLang="en-US" sz="1200">
                        <a:latin typeface="+mn-ea"/>
                        <a:ea typeface="+mn-ea"/>
                      </a:endParaRPr>
                    </a:p>
                  </a:txBody>
                  <a:tcPr/>
                </a:tc>
                <a:extLst>
                  <a:ext uri="{0D108BD9-81ED-4DB2-BD59-A6C34878D82A}">
                    <a16:rowId xmlns:a16="http://schemas.microsoft.com/office/drawing/2014/main" val="3781885129"/>
                  </a:ext>
                </a:extLst>
              </a:tr>
              <a:tr h="1544186">
                <a:tc>
                  <a:txBody>
                    <a:bodyPr/>
                    <a:lstStyle/>
                    <a:p>
                      <a:pPr algn="ctr"/>
                      <a:r>
                        <a:rPr kumimoji="1" lang="ja-JP" altLang="en-US"/>
                        <a:t>②</a:t>
                      </a:r>
                    </a:p>
                  </a:txBody>
                  <a:tcPr anchor="ctr"/>
                </a:tc>
                <a:tc>
                  <a:txBody>
                    <a:bodyPr/>
                    <a:lstStyle/>
                    <a:p>
                      <a:endParaRPr kumimoji="1" lang="ja-JP" altLang="en-US"/>
                    </a:p>
                  </a:txBody>
                  <a:tcPr/>
                </a:tc>
                <a:tc>
                  <a:txBody>
                    <a:bodyPr/>
                    <a:lstStyle/>
                    <a:p>
                      <a:r>
                        <a:rPr kumimoji="1" lang="en-US" altLang="ja-JP" sz="1200" b="1">
                          <a:solidFill>
                            <a:srgbClr val="0000FF"/>
                          </a:solidFill>
                          <a:latin typeface="+mn-ea"/>
                          <a:ea typeface="+mn-ea"/>
                        </a:rPr>
                        <a:t>XenApp</a:t>
                      </a:r>
                      <a:r>
                        <a:rPr kumimoji="1" lang="ja-JP" altLang="en-US" sz="1200" b="1">
                          <a:solidFill>
                            <a:srgbClr val="0000FF"/>
                          </a:solidFill>
                          <a:latin typeface="+mn-ea"/>
                          <a:ea typeface="+mn-ea"/>
                        </a:rPr>
                        <a:t>廃止に伴い、</a:t>
                      </a:r>
                      <a:endParaRPr kumimoji="1" lang="en-US" altLang="ja-JP" sz="1200" b="1">
                        <a:solidFill>
                          <a:srgbClr val="0000FF"/>
                        </a:solidFill>
                        <a:latin typeface="+mn-ea"/>
                        <a:ea typeface="+mn-ea"/>
                      </a:endParaRPr>
                    </a:p>
                    <a:p>
                      <a:r>
                        <a:rPr kumimoji="1" lang="ja-JP" altLang="en-US" sz="1200" b="1">
                          <a:solidFill>
                            <a:srgbClr val="0000FF"/>
                          </a:solidFill>
                          <a:latin typeface="+mn-ea"/>
                          <a:ea typeface="+mn-ea"/>
                        </a:rPr>
                        <a:t>これまでの操業品質を経由しての連携ではなく、直接連携</a:t>
                      </a:r>
                      <a:r>
                        <a:rPr kumimoji="1" lang="en-US" altLang="ja-JP" sz="1200" b="1">
                          <a:solidFill>
                            <a:srgbClr val="0000FF"/>
                          </a:solidFill>
                          <a:latin typeface="+mn-ea"/>
                          <a:ea typeface="+mn-ea"/>
                        </a:rPr>
                        <a:t>NAS</a:t>
                      </a:r>
                      <a:r>
                        <a:rPr kumimoji="1" lang="ja-JP" altLang="en-US" sz="1200" b="1">
                          <a:solidFill>
                            <a:srgbClr val="0000FF"/>
                          </a:solidFill>
                          <a:latin typeface="+mn-ea"/>
                          <a:ea typeface="+mn-ea"/>
                        </a:rPr>
                        <a:t>へ送信する方式を提案いたします。</a:t>
                      </a:r>
                    </a:p>
                  </a:txBody>
                  <a:tcPr/>
                </a:tc>
                <a:extLst>
                  <a:ext uri="{0D108BD9-81ED-4DB2-BD59-A6C34878D82A}">
                    <a16:rowId xmlns:a16="http://schemas.microsoft.com/office/drawing/2014/main" val="1351303426"/>
                  </a:ext>
                </a:extLst>
              </a:tr>
            </a:tbl>
          </a:graphicData>
        </a:graphic>
      </p:graphicFrame>
      <p:sp>
        <p:nvSpPr>
          <p:cNvPr id="9" name="正方形/長方形 8"/>
          <p:cNvSpPr/>
          <p:nvPr/>
        </p:nvSpPr>
        <p:spPr>
          <a:xfrm>
            <a:off x="2424796" y="1527962"/>
            <a:ext cx="1289956"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400">
                <a:solidFill>
                  <a:schemeClr val="tx1"/>
                </a:solidFill>
                <a:latin typeface="+mn-ea"/>
              </a:rPr>
              <a:t>XenApp</a:t>
            </a:r>
            <a:endParaRPr kumimoji="1" lang="ja-JP" altLang="en-US" sz="1400">
              <a:solidFill>
                <a:schemeClr val="tx1"/>
              </a:solidFill>
              <a:latin typeface="+mn-ea"/>
            </a:endParaRPr>
          </a:p>
        </p:txBody>
      </p:sp>
      <p:sp>
        <p:nvSpPr>
          <p:cNvPr id="10" name="正方形/長方形 9"/>
          <p:cNvSpPr/>
          <p:nvPr/>
        </p:nvSpPr>
        <p:spPr>
          <a:xfrm>
            <a:off x="4194904" y="1527962"/>
            <a:ext cx="1289956"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a:solidFill>
                  <a:schemeClr val="tx1"/>
                </a:solidFill>
                <a:latin typeface="+mn-ea"/>
              </a:rPr>
              <a:t>操業品質</a:t>
            </a:r>
          </a:p>
        </p:txBody>
      </p:sp>
      <p:sp>
        <p:nvSpPr>
          <p:cNvPr id="11" name="正方形/長方形 10"/>
          <p:cNvSpPr/>
          <p:nvPr/>
        </p:nvSpPr>
        <p:spPr>
          <a:xfrm>
            <a:off x="5965012" y="1527962"/>
            <a:ext cx="1289956"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a:solidFill>
                  <a:schemeClr val="tx1"/>
                </a:solidFill>
                <a:latin typeface="+mn-ea"/>
              </a:rPr>
              <a:t>連携</a:t>
            </a:r>
            <a:r>
              <a:rPr kumimoji="1" lang="en-US" altLang="ja-JP" sz="1400">
                <a:solidFill>
                  <a:schemeClr val="tx1"/>
                </a:solidFill>
                <a:latin typeface="+mn-ea"/>
              </a:rPr>
              <a:t>NAS</a:t>
            </a:r>
            <a:endParaRPr kumimoji="1" lang="ja-JP" altLang="en-US" sz="1400">
              <a:solidFill>
                <a:schemeClr val="tx1"/>
              </a:solidFill>
              <a:latin typeface="+mn-ea"/>
            </a:endParaRPr>
          </a:p>
        </p:txBody>
      </p:sp>
      <p:sp>
        <p:nvSpPr>
          <p:cNvPr id="12" name="正方形/長方形 11"/>
          <p:cNvSpPr/>
          <p:nvPr/>
        </p:nvSpPr>
        <p:spPr>
          <a:xfrm>
            <a:off x="7735120" y="1527962"/>
            <a:ext cx="1289956"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400" err="1">
                <a:solidFill>
                  <a:schemeClr val="tx1"/>
                </a:solidFill>
                <a:latin typeface="+mn-ea"/>
              </a:rPr>
              <a:t>OneSAP</a:t>
            </a:r>
            <a:endParaRPr kumimoji="1" lang="ja-JP" altLang="en-US" sz="1400">
              <a:solidFill>
                <a:schemeClr val="tx1"/>
              </a:solidFill>
              <a:latin typeface="+mn-ea"/>
            </a:endParaRPr>
          </a:p>
        </p:txBody>
      </p:sp>
      <p:sp>
        <p:nvSpPr>
          <p:cNvPr id="13" name="正方形/長方形 12"/>
          <p:cNvSpPr/>
          <p:nvPr/>
        </p:nvSpPr>
        <p:spPr>
          <a:xfrm>
            <a:off x="2424796" y="3156439"/>
            <a:ext cx="1028697"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a:solidFill>
                  <a:schemeClr val="tx1"/>
                </a:solidFill>
                <a:latin typeface="+mn-ea"/>
              </a:rPr>
              <a:t>新機能</a:t>
            </a:r>
            <a:endParaRPr kumimoji="1" lang="en-US" altLang="ja-JP" sz="1400">
              <a:solidFill>
                <a:schemeClr val="tx1"/>
              </a:solidFill>
              <a:latin typeface="+mn-ea"/>
            </a:endParaRPr>
          </a:p>
          <a:p>
            <a:pPr algn="ctr"/>
            <a:r>
              <a:rPr kumimoji="1" lang="en-US" altLang="ja-JP" sz="1400">
                <a:solidFill>
                  <a:schemeClr val="tx1"/>
                </a:solidFill>
                <a:latin typeface="+mn-ea"/>
              </a:rPr>
              <a:t>(XenApp)</a:t>
            </a:r>
            <a:endParaRPr kumimoji="1" lang="ja-JP" altLang="en-US" sz="1400">
              <a:solidFill>
                <a:schemeClr val="tx1"/>
              </a:solidFill>
              <a:latin typeface="+mn-ea"/>
            </a:endParaRPr>
          </a:p>
        </p:txBody>
      </p:sp>
      <p:sp>
        <p:nvSpPr>
          <p:cNvPr id="17" name="正方形/長方形 16"/>
          <p:cNvSpPr/>
          <p:nvPr/>
        </p:nvSpPr>
        <p:spPr>
          <a:xfrm>
            <a:off x="3811185" y="3148572"/>
            <a:ext cx="1028697"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a:solidFill>
                  <a:schemeClr val="tx1"/>
                </a:solidFill>
                <a:latin typeface="+mn-ea"/>
              </a:rPr>
              <a:t>操業品質</a:t>
            </a:r>
          </a:p>
        </p:txBody>
      </p:sp>
      <p:sp>
        <p:nvSpPr>
          <p:cNvPr id="18" name="正方形/長方形 17"/>
          <p:cNvSpPr/>
          <p:nvPr/>
        </p:nvSpPr>
        <p:spPr>
          <a:xfrm>
            <a:off x="5197574" y="3156438"/>
            <a:ext cx="1028697"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400">
                <a:solidFill>
                  <a:srgbClr val="FF0000"/>
                </a:solidFill>
                <a:latin typeface="+mn-ea"/>
              </a:rPr>
              <a:t>Azure App Service</a:t>
            </a:r>
          </a:p>
          <a:p>
            <a:pPr algn="ctr"/>
            <a:r>
              <a:rPr kumimoji="1" lang="ja-JP" altLang="en-US" sz="1400">
                <a:solidFill>
                  <a:srgbClr val="FF0000"/>
                </a:solidFill>
                <a:latin typeface="+mn-ea"/>
              </a:rPr>
              <a:t>（</a:t>
            </a:r>
            <a:r>
              <a:rPr kumimoji="1" lang="en-US" altLang="ja-JP" sz="1400">
                <a:solidFill>
                  <a:srgbClr val="FF0000"/>
                </a:solidFill>
                <a:latin typeface="+mn-ea"/>
              </a:rPr>
              <a:t>Java</a:t>
            </a:r>
            <a:r>
              <a:rPr kumimoji="1" lang="ja-JP" altLang="en-US" sz="1400">
                <a:solidFill>
                  <a:srgbClr val="FF0000"/>
                </a:solidFill>
                <a:latin typeface="+mn-ea"/>
              </a:rPr>
              <a:t>）</a:t>
            </a:r>
          </a:p>
        </p:txBody>
      </p:sp>
      <p:sp>
        <p:nvSpPr>
          <p:cNvPr id="19" name="正方形/長方形 18"/>
          <p:cNvSpPr/>
          <p:nvPr/>
        </p:nvSpPr>
        <p:spPr>
          <a:xfrm>
            <a:off x="6583963" y="3148571"/>
            <a:ext cx="1028697"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a:solidFill>
                  <a:schemeClr val="tx1"/>
                </a:solidFill>
                <a:latin typeface="+mn-ea"/>
              </a:rPr>
              <a:t>連携</a:t>
            </a:r>
            <a:r>
              <a:rPr kumimoji="1" lang="en-US" altLang="ja-JP" sz="1400">
                <a:solidFill>
                  <a:schemeClr val="tx1"/>
                </a:solidFill>
                <a:latin typeface="+mn-ea"/>
              </a:rPr>
              <a:t>NAS</a:t>
            </a:r>
            <a:endParaRPr kumimoji="1" lang="ja-JP" altLang="en-US" sz="1400">
              <a:solidFill>
                <a:schemeClr val="tx1"/>
              </a:solidFill>
              <a:latin typeface="+mn-ea"/>
            </a:endParaRPr>
          </a:p>
        </p:txBody>
      </p:sp>
      <p:sp>
        <p:nvSpPr>
          <p:cNvPr id="20" name="正方形/長方形 19"/>
          <p:cNvSpPr/>
          <p:nvPr/>
        </p:nvSpPr>
        <p:spPr>
          <a:xfrm>
            <a:off x="7970352" y="3156437"/>
            <a:ext cx="1028697"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400" err="1">
                <a:solidFill>
                  <a:schemeClr val="tx1"/>
                </a:solidFill>
                <a:latin typeface="+mn-ea"/>
              </a:rPr>
              <a:t>OneSAP</a:t>
            </a:r>
            <a:endParaRPr kumimoji="1" lang="ja-JP" altLang="en-US" sz="1400">
              <a:solidFill>
                <a:schemeClr val="tx1"/>
              </a:solidFill>
              <a:latin typeface="+mn-ea"/>
            </a:endParaRPr>
          </a:p>
        </p:txBody>
      </p:sp>
      <p:sp>
        <p:nvSpPr>
          <p:cNvPr id="21" name="正方形/長方形 20"/>
          <p:cNvSpPr/>
          <p:nvPr/>
        </p:nvSpPr>
        <p:spPr>
          <a:xfrm>
            <a:off x="2424796" y="4804848"/>
            <a:ext cx="1861454"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a:solidFill>
                  <a:schemeClr val="tx1"/>
                </a:solidFill>
                <a:latin typeface="+mn-ea"/>
              </a:rPr>
              <a:t>新機能</a:t>
            </a:r>
            <a:endParaRPr kumimoji="1" lang="en-US" altLang="ja-JP" sz="1400">
              <a:solidFill>
                <a:schemeClr val="tx1"/>
              </a:solidFill>
              <a:latin typeface="+mn-ea"/>
            </a:endParaRPr>
          </a:p>
          <a:p>
            <a:pPr algn="ctr"/>
            <a:r>
              <a:rPr kumimoji="1" lang="ja-JP" altLang="en-US" sz="1400">
                <a:solidFill>
                  <a:schemeClr val="tx1"/>
                </a:solidFill>
                <a:latin typeface="+mn-ea"/>
              </a:rPr>
              <a:t>（</a:t>
            </a:r>
            <a:r>
              <a:rPr kumimoji="1" lang="en-US" altLang="ja-JP" sz="1400">
                <a:solidFill>
                  <a:schemeClr val="tx1"/>
                </a:solidFill>
                <a:latin typeface="+mn-ea"/>
              </a:rPr>
              <a:t>XenApp</a:t>
            </a:r>
            <a:r>
              <a:rPr kumimoji="1" lang="ja-JP" altLang="en-US" sz="1400">
                <a:solidFill>
                  <a:schemeClr val="tx1"/>
                </a:solidFill>
                <a:latin typeface="+mn-ea"/>
              </a:rPr>
              <a:t>）</a:t>
            </a:r>
          </a:p>
        </p:txBody>
      </p:sp>
      <p:sp>
        <p:nvSpPr>
          <p:cNvPr id="23" name="正方形/長方形 22"/>
          <p:cNvSpPr/>
          <p:nvPr/>
        </p:nvSpPr>
        <p:spPr>
          <a:xfrm>
            <a:off x="4781195" y="4804848"/>
            <a:ext cx="1861454"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a:solidFill>
                  <a:schemeClr val="tx1"/>
                </a:solidFill>
                <a:latin typeface="+mn-ea"/>
              </a:rPr>
              <a:t>連携</a:t>
            </a:r>
            <a:r>
              <a:rPr kumimoji="1" lang="en-US" altLang="ja-JP" sz="1400">
                <a:solidFill>
                  <a:schemeClr val="tx1"/>
                </a:solidFill>
                <a:latin typeface="+mn-ea"/>
              </a:rPr>
              <a:t>NAS</a:t>
            </a:r>
            <a:endParaRPr kumimoji="1" lang="ja-JP" altLang="en-US" sz="1400">
              <a:solidFill>
                <a:schemeClr val="tx1"/>
              </a:solidFill>
              <a:latin typeface="+mn-ea"/>
            </a:endParaRPr>
          </a:p>
        </p:txBody>
      </p:sp>
      <p:sp>
        <p:nvSpPr>
          <p:cNvPr id="24" name="正方形/長方形 23"/>
          <p:cNvSpPr/>
          <p:nvPr/>
        </p:nvSpPr>
        <p:spPr>
          <a:xfrm>
            <a:off x="7137595" y="4796682"/>
            <a:ext cx="1861454"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400" err="1">
                <a:solidFill>
                  <a:schemeClr val="tx1"/>
                </a:solidFill>
                <a:latin typeface="+mn-ea"/>
              </a:rPr>
              <a:t>OneSAP</a:t>
            </a:r>
            <a:endParaRPr kumimoji="1" lang="ja-JP" altLang="en-US" sz="1400">
              <a:solidFill>
                <a:schemeClr val="tx1"/>
              </a:solidFill>
              <a:latin typeface="+mn-ea"/>
            </a:endParaRPr>
          </a:p>
        </p:txBody>
      </p:sp>
      <p:sp>
        <p:nvSpPr>
          <p:cNvPr id="25" name="正方形/長方形 24"/>
          <p:cNvSpPr/>
          <p:nvPr/>
        </p:nvSpPr>
        <p:spPr>
          <a:xfrm>
            <a:off x="2686050" y="1978207"/>
            <a:ext cx="767443"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Excel</a:t>
            </a:r>
          </a:p>
          <a:p>
            <a:pPr algn="ctr"/>
            <a:r>
              <a:rPr kumimoji="1" lang="en-US" altLang="ja-JP" sz="1400">
                <a:solidFill>
                  <a:schemeClr val="tx1"/>
                </a:solidFill>
                <a:latin typeface="+mn-ea"/>
              </a:rPr>
              <a:t>(</a:t>
            </a:r>
            <a:r>
              <a:rPr kumimoji="1" lang="ja-JP" altLang="en-US" sz="1400">
                <a:solidFill>
                  <a:schemeClr val="tx1"/>
                </a:solidFill>
                <a:latin typeface="+mn-ea"/>
              </a:rPr>
              <a:t>手動</a:t>
            </a:r>
            <a:r>
              <a:rPr kumimoji="1" lang="en-US" altLang="ja-JP" sz="1400">
                <a:solidFill>
                  <a:schemeClr val="tx1"/>
                </a:solidFill>
                <a:latin typeface="+mn-ea"/>
              </a:rPr>
              <a:t>)</a:t>
            </a:r>
            <a:endParaRPr kumimoji="1" lang="ja-JP" altLang="en-US" sz="1400">
              <a:solidFill>
                <a:schemeClr val="tx1"/>
              </a:solidFill>
              <a:latin typeface="+mn-ea"/>
            </a:endParaRPr>
          </a:p>
        </p:txBody>
      </p:sp>
      <p:cxnSp>
        <p:nvCxnSpPr>
          <p:cNvPr id="27" name="直線矢印コネクタ 26"/>
          <p:cNvCxnSpPr>
            <a:stCxn id="25" idx="3"/>
            <a:endCxn id="28" idx="1"/>
          </p:cNvCxnSpPr>
          <p:nvPr/>
        </p:nvCxnSpPr>
        <p:spPr>
          <a:xfrm>
            <a:off x="3453493" y="2255793"/>
            <a:ext cx="790404" cy="1891"/>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28" name="正方形/長方形 27"/>
          <p:cNvSpPr/>
          <p:nvPr/>
        </p:nvSpPr>
        <p:spPr>
          <a:xfrm>
            <a:off x="4243897" y="1980098"/>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File</a:t>
            </a:r>
            <a:endParaRPr kumimoji="1" lang="ja-JP" altLang="en-US" sz="1400">
              <a:solidFill>
                <a:schemeClr val="tx1"/>
              </a:solidFill>
              <a:latin typeface="+mn-ea"/>
            </a:endParaRPr>
          </a:p>
        </p:txBody>
      </p:sp>
      <p:cxnSp>
        <p:nvCxnSpPr>
          <p:cNvPr id="31" name="直線矢印コネクタ 30"/>
          <p:cNvCxnSpPr>
            <a:stCxn id="28" idx="3"/>
            <a:endCxn id="32" idx="1"/>
          </p:cNvCxnSpPr>
          <p:nvPr/>
        </p:nvCxnSpPr>
        <p:spPr>
          <a:xfrm flipV="1">
            <a:off x="4767951" y="2255793"/>
            <a:ext cx="1580012" cy="1891"/>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32" name="正方形/長方形 31"/>
          <p:cNvSpPr/>
          <p:nvPr/>
        </p:nvSpPr>
        <p:spPr>
          <a:xfrm>
            <a:off x="6347963" y="1978207"/>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File</a:t>
            </a:r>
            <a:endParaRPr kumimoji="1" lang="ja-JP" altLang="en-US" sz="1400">
              <a:solidFill>
                <a:schemeClr val="tx1"/>
              </a:solidFill>
              <a:latin typeface="+mn-ea"/>
            </a:endParaRPr>
          </a:p>
        </p:txBody>
      </p:sp>
      <p:sp>
        <p:nvSpPr>
          <p:cNvPr id="30" name="正方形/長方形 29"/>
          <p:cNvSpPr/>
          <p:nvPr/>
        </p:nvSpPr>
        <p:spPr>
          <a:xfrm>
            <a:off x="4900586" y="1978207"/>
            <a:ext cx="524054" cy="555172"/>
          </a:xfrm>
          <a:prstGeom prst="rect">
            <a:avLst/>
          </a:prstGeom>
          <a:solidFill>
            <a:schemeClr val="accent3">
              <a:lumMod val="40000"/>
              <a:lumOff val="60000"/>
            </a:schemeClr>
          </a:solidFill>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OWFT</a:t>
            </a:r>
            <a:endParaRPr kumimoji="1" lang="ja-JP" altLang="en-US" sz="1400">
              <a:solidFill>
                <a:schemeClr val="tx1"/>
              </a:solidFill>
              <a:latin typeface="+mn-ea"/>
            </a:endParaRPr>
          </a:p>
        </p:txBody>
      </p:sp>
      <p:sp>
        <p:nvSpPr>
          <p:cNvPr id="36" name="正方形/長方形 35"/>
          <p:cNvSpPr/>
          <p:nvPr/>
        </p:nvSpPr>
        <p:spPr>
          <a:xfrm>
            <a:off x="8118071" y="1978207"/>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File</a:t>
            </a:r>
            <a:endParaRPr kumimoji="1" lang="ja-JP" altLang="en-US" sz="1400">
              <a:solidFill>
                <a:schemeClr val="tx1"/>
              </a:solidFill>
              <a:latin typeface="+mn-ea"/>
            </a:endParaRPr>
          </a:p>
        </p:txBody>
      </p:sp>
      <p:cxnSp>
        <p:nvCxnSpPr>
          <p:cNvPr id="37" name="直線矢印コネクタ 36"/>
          <p:cNvCxnSpPr>
            <a:stCxn id="32" idx="3"/>
            <a:endCxn id="36" idx="1"/>
          </p:cNvCxnSpPr>
          <p:nvPr/>
        </p:nvCxnSpPr>
        <p:spPr>
          <a:xfrm>
            <a:off x="6872017" y="2255793"/>
            <a:ext cx="1246054" cy="0"/>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40" name="正方形/長方形 39"/>
          <p:cNvSpPr/>
          <p:nvPr/>
        </p:nvSpPr>
        <p:spPr>
          <a:xfrm>
            <a:off x="2555422" y="3693877"/>
            <a:ext cx="767443"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Excel</a:t>
            </a:r>
          </a:p>
          <a:p>
            <a:pPr algn="ctr"/>
            <a:r>
              <a:rPr kumimoji="1" lang="en-US" altLang="ja-JP" sz="1400">
                <a:solidFill>
                  <a:schemeClr val="tx1"/>
                </a:solidFill>
                <a:latin typeface="+mn-ea"/>
              </a:rPr>
              <a:t>(</a:t>
            </a:r>
            <a:r>
              <a:rPr kumimoji="1" lang="ja-JP" altLang="en-US" sz="1400">
                <a:solidFill>
                  <a:schemeClr val="tx1"/>
                </a:solidFill>
                <a:latin typeface="+mn-ea"/>
              </a:rPr>
              <a:t>手動</a:t>
            </a:r>
            <a:r>
              <a:rPr kumimoji="1" lang="en-US" altLang="ja-JP" sz="1400">
                <a:solidFill>
                  <a:schemeClr val="tx1"/>
                </a:solidFill>
                <a:latin typeface="+mn-ea"/>
              </a:rPr>
              <a:t>)</a:t>
            </a:r>
            <a:endParaRPr kumimoji="1" lang="ja-JP" altLang="en-US" sz="1400">
              <a:solidFill>
                <a:schemeClr val="tx1"/>
              </a:solidFill>
              <a:latin typeface="+mn-ea"/>
            </a:endParaRPr>
          </a:p>
        </p:txBody>
      </p:sp>
      <p:sp>
        <p:nvSpPr>
          <p:cNvPr id="43" name="正方形/長方形 42"/>
          <p:cNvSpPr/>
          <p:nvPr/>
        </p:nvSpPr>
        <p:spPr>
          <a:xfrm>
            <a:off x="3883892" y="3693537"/>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File</a:t>
            </a:r>
            <a:endParaRPr kumimoji="1" lang="ja-JP" altLang="en-US" sz="1400">
              <a:solidFill>
                <a:schemeClr val="tx1"/>
              </a:solidFill>
              <a:latin typeface="+mn-ea"/>
            </a:endParaRPr>
          </a:p>
        </p:txBody>
      </p:sp>
      <p:cxnSp>
        <p:nvCxnSpPr>
          <p:cNvPr id="44" name="直線矢印コネクタ 43"/>
          <p:cNvCxnSpPr>
            <a:stCxn id="40" idx="3"/>
            <a:endCxn id="43" idx="1"/>
          </p:cNvCxnSpPr>
          <p:nvPr/>
        </p:nvCxnSpPr>
        <p:spPr>
          <a:xfrm flipV="1">
            <a:off x="3322865" y="3971123"/>
            <a:ext cx="561027" cy="340"/>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矢印コネクタ 48"/>
          <p:cNvCxnSpPr/>
          <p:nvPr/>
        </p:nvCxnSpPr>
        <p:spPr>
          <a:xfrm>
            <a:off x="4407946" y="3971463"/>
            <a:ext cx="1076914" cy="0"/>
          </a:xfrm>
          <a:prstGeom prst="straightConnector1">
            <a:avLst/>
          </a:prstGeom>
          <a:ln w="381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7" name="正方形/長方形 46"/>
          <p:cNvSpPr/>
          <p:nvPr/>
        </p:nvSpPr>
        <p:spPr>
          <a:xfrm>
            <a:off x="4476050" y="3693537"/>
            <a:ext cx="305145" cy="555172"/>
          </a:xfrm>
          <a:prstGeom prst="rect">
            <a:avLst/>
          </a:prstGeom>
          <a:solidFill>
            <a:srgbClr val="FFFF00"/>
          </a:solidFill>
          <a:ln>
            <a:solidFill>
              <a:srgbClr val="FF0000"/>
            </a:solidFill>
          </a:ln>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b="1">
                <a:solidFill>
                  <a:srgbClr val="FF0000"/>
                </a:solidFill>
                <a:latin typeface="+mn-ea"/>
              </a:rPr>
              <a:t>PG</a:t>
            </a:r>
            <a:endParaRPr kumimoji="1" lang="ja-JP" altLang="en-US" sz="1400" b="1">
              <a:solidFill>
                <a:srgbClr val="FF0000"/>
              </a:solidFill>
              <a:latin typeface="+mn-ea"/>
            </a:endParaRPr>
          </a:p>
        </p:txBody>
      </p:sp>
      <p:sp>
        <p:nvSpPr>
          <p:cNvPr id="51" name="爆発 1 50"/>
          <p:cNvSpPr/>
          <p:nvPr/>
        </p:nvSpPr>
        <p:spPr>
          <a:xfrm>
            <a:off x="4916914" y="3845385"/>
            <a:ext cx="262027" cy="262492"/>
          </a:xfrm>
          <a:prstGeom prst="irregularSeal1">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2" name="直線矢印コネクタ 51"/>
          <p:cNvCxnSpPr>
            <a:endCxn id="53" idx="1"/>
          </p:cNvCxnSpPr>
          <p:nvPr/>
        </p:nvCxnSpPr>
        <p:spPr>
          <a:xfrm>
            <a:off x="5965012" y="3974862"/>
            <a:ext cx="907005" cy="0"/>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53" name="正方形/長方形 52"/>
          <p:cNvSpPr/>
          <p:nvPr/>
        </p:nvSpPr>
        <p:spPr>
          <a:xfrm>
            <a:off x="6872017" y="3697276"/>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File</a:t>
            </a:r>
            <a:endParaRPr kumimoji="1" lang="ja-JP" altLang="en-US" sz="1400">
              <a:solidFill>
                <a:schemeClr val="tx1"/>
              </a:solidFill>
              <a:latin typeface="+mn-ea"/>
            </a:endParaRPr>
          </a:p>
        </p:txBody>
      </p:sp>
      <p:cxnSp>
        <p:nvCxnSpPr>
          <p:cNvPr id="54" name="直線矢印コネクタ 53"/>
          <p:cNvCxnSpPr>
            <a:stCxn id="53" idx="3"/>
            <a:endCxn id="57" idx="1"/>
          </p:cNvCxnSpPr>
          <p:nvPr/>
        </p:nvCxnSpPr>
        <p:spPr>
          <a:xfrm flipV="1">
            <a:off x="7396071" y="3971123"/>
            <a:ext cx="826602" cy="3739"/>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p:cNvSpPr/>
          <p:nvPr/>
        </p:nvSpPr>
        <p:spPr>
          <a:xfrm>
            <a:off x="5484860" y="3845385"/>
            <a:ext cx="524054" cy="403324"/>
          </a:xfrm>
          <a:prstGeom prst="rect">
            <a:avLst/>
          </a:prstGeom>
          <a:solidFill>
            <a:schemeClr val="accent3">
              <a:lumMod val="40000"/>
              <a:lumOff val="60000"/>
            </a:schemeClr>
          </a:solidFill>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PG</a:t>
            </a:r>
            <a:endParaRPr kumimoji="1" lang="ja-JP" altLang="en-US" sz="1400">
              <a:solidFill>
                <a:schemeClr val="tx1"/>
              </a:solidFill>
              <a:latin typeface="+mn-ea"/>
            </a:endParaRPr>
          </a:p>
        </p:txBody>
      </p:sp>
      <p:sp>
        <p:nvSpPr>
          <p:cNvPr id="57" name="正方形/長方形 56"/>
          <p:cNvSpPr/>
          <p:nvPr/>
        </p:nvSpPr>
        <p:spPr>
          <a:xfrm>
            <a:off x="8222673" y="3693537"/>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File</a:t>
            </a:r>
            <a:endParaRPr kumimoji="1" lang="ja-JP" altLang="en-US" sz="1400">
              <a:solidFill>
                <a:schemeClr val="tx1"/>
              </a:solidFill>
              <a:latin typeface="+mn-ea"/>
            </a:endParaRPr>
          </a:p>
        </p:txBody>
      </p:sp>
      <p:sp>
        <p:nvSpPr>
          <p:cNvPr id="60" name="正方形/長方形 59"/>
          <p:cNvSpPr/>
          <p:nvPr/>
        </p:nvSpPr>
        <p:spPr>
          <a:xfrm>
            <a:off x="2562046" y="5340718"/>
            <a:ext cx="760818" cy="552546"/>
          </a:xfrm>
          <a:prstGeom prst="rect">
            <a:avLst/>
          </a:prstGeom>
          <a:solidFill>
            <a:schemeClr val="accent3">
              <a:lumMod val="40000"/>
              <a:lumOff val="60000"/>
            </a:schemeClr>
          </a:solidFill>
        </p:spPr>
        <p:style>
          <a:lnRef idx="2">
            <a:schemeClr val="accent3"/>
          </a:lnRef>
          <a:fillRef idx="1">
            <a:schemeClr val="lt1"/>
          </a:fillRef>
          <a:effectRef idx="0">
            <a:schemeClr val="accent3"/>
          </a:effectRef>
          <a:fontRef idx="minor">
            <a:schemeClr val="dk1"/>
          </a:fontRef>
        </p:style>
        <p:txBody>
          <a:bodyPr rtlCol="0" anchor="t"/>
          <a:lstStyle/>
          <a:p>
            <a:pPr algn="ctr"/>
            <a:r>
              <a:rPr kumimoji="1" lang="ja-JP" altLang="en-US" sz="1400">
                <a:solidFill>
                  <a:schemeClr val="tx1"/>
                </a:solidFill>
                <a:latin typeface="+mn-ea"/>
              </a:rPr>
              <a:t>新機能</a:t>
            </a:r>
          </a:p>
        </p:txBody>
      </p:sp>
      <p:cxnSp>
        <p:nvCxnSpPr>
          <p:cNvPr id="61" name="直線矢印コネクタ 60"/>
          <p:cNvCxnSpPr>
            <a:stCxn id="60" idx="3"/>
            <a:endCxn id="63" idx="1"/>
          </p:cNvCxnSpPr>
          <p:nvPr/>
        </p:nvCxnSpPr>
        <p:spPr>
          <a:xfrm flipV="1">
            <a:off x="3322864" y="5615678"/>
            <a:ext cx="2118094" cy="1313"/>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62" name="正方形/長方形 61"/>
          <p:cNvSpPr/>
          <p:nvPr/>
        </p:nvSpPr>
        <p:spPr>
          <a:xfrm>
            <a:off x="3586668" y="5338092"/>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File</a:t>
            </a:r>
            <a:endParaRPr kumimoji="1" lang="ja-JP" altLang="en-US" sz="1400">
              <a:solidFill>
                <a:schemeClr val="tx1"/>
              </a:solidFill>
              <a:latin typeface="+mn-ea"/>
            </a:endParaRPr>
          </a:p>
        </p:txBody>
      </p:sp>
      <p:sp>
        <p:nvSpPr>
          <p:cNvPr id="63" name="正方形/長方形 62"/>
          <p:cNvSpPr/>
          <p:nvPr/>
        </p:nvSpPr>
        <p:spPr>
          <a:xfrm>
            <a:off x="5440958" y="5338092"/>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File</a:t>
            </a:r>
            <a:endParaRPr kumimoji="1" lang="ja-JP" altLang="en-US" sz="1400">
              <a:solidFill>
                <a:schemeClr val="tx1"/>
              </a:solidFill>
              <a:latin typeface="+mn-ea"/>
            </a:endParaRPr>
          </a:p>
        </p:txBody>
      </p:sp>
      <p:sp>
        <p:nvSpPr>
          <p:cNvPr id="66" name="正方形/長方形 65"/>
          <p:cNvSpPr/>
          <p:nvPr/>
        </p:nvSpPr>
        <p:spPr>
          <a:xfrm>
            <a:off x="7793209" y="5337657"/>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File</a:t>
            </a:r>
            <a:endParaRPr kumimoji="1" lang="ja-JP" altLang="en-US" sz="1400">
              <a:solidFill>
                <a:schemeClr val="tx1"/>
              </a:solidFill>
              <a:latin typeface="+mn-ea"/>
            </a:endParaRPr>
          </a:p>
        </p:txBody>
      </p:sp>
      <p:cxnSp>
        <p:nvCxnSpPr>
          <p:cNvPr id="67" name="直線矢印コネクタ 66"/>
          <p:cNvCxnSpPr>
            <a:stCxn id="63" idx="3"/>
            <a:endCxn id="66" idx="1"/>
          </p:cNvCxnSpPr>
          <p:nvPr/>
        </p:nvCxnSpPr>
        <p:spPr>
          <a:xfrm flipV="1">
            <a:off x="5965012" y="5615243"/>
            <a:ext cx="1828197" cy="435"/>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70" name="正方形/長方形 69"/>
          <p:cNvSpPr/>
          <p:nvPr/>
        </p:nvSpPr>
        <p:spPr>
          <a:xfrm>
            <a:off x="720000" y="4638549"/>
            <a:ext cx="10897200" cy="153488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ッター プレースホルダー 2"/>
          <p:cNvSpPr>
            <a:spLocks noGrp="1"/>
          </p:cNvSpPr>
          <p:nvPr>
            <p:ph type="ftr" sz="quarter" idx="11"/>
          </p:nvPr>
        </p:nvSpPr>
        <p:spPr/>
        <p:txBody>
          <a:bodyPr/>
          <a:lstStyle/>
          <a:p>
            <a:r>
              <a:rPr lang="en-US" smtClean="0"/>
              <a:t>Copyright © 2025 SystemEXE,Inc All Rights Reserved.</a:t>
            </a:r>
            <a:endParaRPr lang="en-US"/>
          </a:p>
        </p:txBody>
      </p:sp>
    </p:spTree>
    <p:extLst>
      <p:ext uri="{BB962C8B-B14F-4D97-AF65-F5344CB8AC3E}">
        <p14:creationId xmlns:p14="http://schemas.microsoft.com/office/powerpoint/2010/main" val="21502752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98BBBA1E-94AB-4E3B-9E77-B45E577B51A5}"/>
              </a:ext>
            </a:extLst>
          </p:cNvPr>
          <p:cNvSpPr>
            <a:spLocks noGrp="1"/>
          </p:cNvSpPr>
          <p:nvPr>
            <p:ph type="body" sz="quarter" idx="13"/>
          </p:nvPr>
        </p:nvSpPr>
        <p:spPr/>
        <p:txBody>
          <a:bodyPr/>
          <a:lstStyle/>
          <a:p>
            <a:r>
              <a:rPr kumimoji="1" lang="ja-JP" altLang="en-US"/>
              <a:t>株式会社システムエグゼ</a:t>
            </a:r>
          </a:p>
        </p:txBody>
      </p:sp>
      <p:sp>
        <p:nvSpPr>
          <p:cNvPr id="5" name="テキスト プレースホルダー 4">
            <a:extLst>
              <a:ext uri="{FF2B5EF4-FFF2-40B4-BE49-F238E27FC236}">
                <a16:creationId xmlns:a16="http://schemas.microsoft.com/office/drawing/2014/main" id="{7F991670-34BF-469F-8779-F7AF8FF3751B}"/>
              </a:ext>
            </a:extLst>
          </p:cNvPr>
          <p:cNvSpPr>
            <a:spLocks noGrp="1"/>
          </p:cNvSpPr>
          <p:nvPr>
            <p:ph type="body" sz="quarter" idx="14"/>
          </p:nvPr>
        </p:nvSpPr>
        <p:spPr>
          <a:xfrm>
            <a:off x="1920000" y="3086684"/>
            <a:ext cx="3936000" cy="432000"/>
          </a:xfrm>
        </p:spPr>
        <p:txBody>
          <a:bodyPr/>
          <a:lstStyle/>
          <a:p>
            <a:r>
              <a:rPr kumimoji="1" lang="ja-JP" altLang="en-US"/>
              <a:t>担当：</a:t>
            </a:r>
            <a:r>
              <a:rPr lang="ja-JP" altLang="en-US"/>
              <a:t>福田一希</a:t>
            </a:r>
            <a:r>
              <a:rPr kumimoji="1" lang="ja-JP" altLang="en-US"/>
              <a:t>、髙浦祐朗</a:t>
            </a:r>
          </a:p>
        </p:txBody>
      </p:sp>
      <p:sp>
        <p:nvSpPr>
          <p:cNvPr id="6" name="テキスト プレースホルダー 5">
            <a:extLst>
              <a:ext uri="{FF2B5EF4-FFF2-40B4-BE49-F238E27FC236}">
                <a16:creationId xmlns:a16="http://schemas.microsoft.com/office/drawing/2014/main" id="{FE4390D4-3234-4341-AB1E-4ED43D45D25C}"/>
              </a:ext>
            </a:extLst>
          </p:cNvPr>
          <p:cNvSpPr>
            <a:spLocks noGrp="1"/>
          </p:cNvSpPr>
          <p:nvPr>
            <p:ph type="body" sz="quarter" idx="15"/>
          </p:nvPr>
        </p:nvSpPr>
        <p:spPr/>
        <p:txBody>
          <a:bodyPr/>
          <a:lstStyle/>
          <a:p>
            <a:r>
              <a:rPr kumimoji="1" lang="en-US" altLang="ja-JP"/>
              <a:t>TEL</a:t>
            </a:r>
            <a:r>
              <a:rPr kumimoji="1" lang="ja-JP" altLang="en-US"/>
              <a:t>：</a:t>
            </a:r>
            <a:r>
              <a:rPr kumimoji="1" lang="en-US" altLang="ja-JP"/>
              <a:t>03-5299-5351</a:t>
            </a:r>
            <a:endParaRPr kumimoji="1" lang="ja-JP" altLang="en-US"/>
          </a:p>
        </p:txBody>
      </p:sp>
      <p:sp>
        <p:nvSpPr>
          <p:cNvPr id="7" name="テキスト プレースホルダー 6">
            <a:extLst>
              <a:ext uri="{FF2B5EF4-FFF2-40B4-BE49-F238E27FC236}">
                <a16:creationId xmlns:a16="http://schemas.microsoft.com/office/drawing/2014/main" id="{13DC9859-5929-4710-A8F2-FBBA9210DDDD}"/>
              </a:ext>
            </a:extLst>
          </p:cNvPr>
          <p:cNvSpPr>
            <a:spLocks noGrp="1"/>
          </p:cNvSpPr>
          <p:nvPr>
            <p:ph type="body" sz="quarter" idx="16"/>
          </p:nvPr>
        </p:nvSpPr>
        <p:spPr>
          <a:xfrm>
            <a:off x="1920000" y="4011757"/>
            <a:ext cx="3936000" cy="422683"/>
          </a:xfrm>
        </p:spPr>
        <p:txBody>
          <a:bodyPr/>
          <a:lstStyle/>
          <a:p>
            <a:r>
              <a:rPr kumimoji="1" lang="en-US" altLang="ja-JP"/>
              <a:t>Mail</a:t>
            </a:r>
            <a:r>
              <a:rPr kumimoji="1" lang="ja-JP" altLang="en-US"/>
              <a:t>：</a:t>
            </a:r>
            <a:r>
              <a:rPr kumimoji="1" lang="en-US" altLang="ja-JP"/>
              <a:t>kazuki.fukuda</a:t>
            </a:r>
            <a:r>
              <a:rPr lang="en-US" altLang="ja-JP"/>
              <a:t>@system-exe.jp</a:t>
            </a:r>
            <a:endParaRPr kumimoji="1" lang="en-US" altLang="ja-JP"/>
          </a:p>
          <a:p>
            <a:r>
              <a:rPr lang="ja-JP" altLang="en-US"/>
              <a:t>　　　</a:t>
            </a:r>
            <a:r>
              <a:rPr kumimoji="1" lang="en-US" altLang="ja-JP"/>
              <a:t>masaaki.takaura@system-exe.jp</a:t>
            </a:r>
            <a:endParaRPr kumimoji="1" lang="ja-JP" altLang="en-US"/>
          </a:p>
        </p:txBody>
      </p:sp>
      <p:sp>
        <p:nvSpPr>
          <p:cNvPr id="8" name="テキスト プレースホルダー 7">
            <a:extLst>
              <a:ext uri="{FF2B5EF4-FFF2-40B4-BE49-F238E27FC236}">
                <a16:creationId xmlns:a16="http://schemas.microsoft.com/office/drawing/2014/main" id="{00A413B6-8F7C-48BB-9D71-4076EBB30EB9}"/>
              </a:ext>
            </a:extLst>
          </p:cNvPr>
          <p:cNvSpPr>
            <a:spLocks noGrp="1"/>
          </p:cNvSpPr>
          <p:nvPr>
            <p:ph type="body" sz="quarter" idx="17"/>
          </p:nvPr>
        </p:nvSpPr>
        <p:spPr/>
        <p:txBody>
          <a:bodyPr/>
          <a:lstStyle/>
          <a:p>
            <a:r>
              <a:rPr kumimoji="1" lang="en-US" altLang="ja-JP"/>
              <a:t>URL</a:t>
            </a:r>
            <a:r>
              <a:rPr kumimoji="1" lang="ja-JP" altLang="en-US"/>
              <a:t>：</a:t>
            </a:r>
            <a:r>
              <a:rPr kumimoji="1" lang="en-US" altLang="ja-JP"/>
              <a:t>https://www.system-exe.co.jp</a:t>
            </a:r>
            <a:endParaRPr kumimoji="1" lang="ja-JP" altLang="en-US"/>
          </a:p>
        </p:txBody>
      </p:sp>
      <p:sp>
        <p:nvSpPr>
          <p:cNvPr id="9" name="テキスト プレースホルダー 8">
            <a:extLst>
              <a:ext uri="{FF2B5EF4-FFF2-40B4-BE49-F238E27FC236}">
                <a16:creationId xmlns:a16="http://schemas.microsoft.com/office/drawing/2014/main" id="{1A1339C8-3BE8-4E1B-83AE-6CA3E2BCCEB3}"/>
              </a:ext>
            </a:extLst>
          </p:cNvPr>
          <p:cNvSpPr>
            <a:spLocks noGrp="1"/>
          </p:cNvSpPr>
          <p:nvPr>
            <p:ph type="body" sz="quarter" idx="18"/>
          </p:nvPr>
        </p:nvSpPr>
        <p:spPr>
          <a:xfrm>
            <a:off x="1920000" y="4824000"/>
            <a:ext cx="3936000" cy="570036"/>
          </a:xfrm>
        </p:spPr>
        <p:txBody>
          <a:bodyPr/>
          <a:lstStyle/>
          <a:p>
            <a:r>
              <a:rPr kumimoji="1" lang="ja-JP" altLang="en-US"/>
              <a:t>〒</a:t>
            </a:r>
            <a:r>
              <a:rPr lang="en-US" altLang="ja-JP"/>
              <a:t>103-0022</a:t>
            </a:r>
            <a:endParaRPr kumimoji="1" lang="en-US" altLang="ja-JP"/>
          </a:p>
          <a:p>
            <a:r>
              <a:rPr kumimoji="1" lang="ja-JP" altLang="en-US"/>
              <a:t>東京都中央区日本橋室町</a:t>
            </a:r>
            <a:r>
              <a:rPr kumimoji="1" lang="en-US" altLang="ja-JP"/>
              <a:t>3-4-4 OVOL</a:t>
            </a:r>
            <a:r>
              <a:rPr kumimoji="1" lang="ja-JP" altLang="en-US"/>
              <a:t>日本橋ビル</a:t>
            </a:r>
            <a:r>
              <a:rPr kumimoji="1" lang="en-US" altLang="ja-JP"/>
              <a:t>7</a:t>
            </a:r>
            <a:r>
              <a:rPr lang="en-US" altLang="ja-JP"/>
              <a:t>F</a:t>
            </a:r>
            <a:endParaRPr kumimoji="1" lang="en-US" altLang="ja-JP"/>
          </a:p>
        </p:txBody>
      </p:sp>
      <p:sp>
        <p:nvSpPr>
          <p:cNvPr id="10" name="日付プレースホルダー 9">
            <a:extLst>
              <a:ext uri="{FF2B5EF4-FFF2-40B4-BE49-F238E27FC236}">
                <a16:creationId xmlns:a16="http://schemas.microsoft.com/office/drawing/2014/main" id="{A41C1F9F-BB99-BC2B-903A-E4C33F9BE94E}"/>
              </a:ext>
            </a:extLst>
          </p:cNvPr>
          <p:cNvSpPr>
            <a:spLocks noGrp="1"/>
          </p:cNvSpPr>
          <p:nvPr>
            <p:ph type="dt" sz="half" idx="10"/>
          </p:nvPr>
        </p:nvSpPr>
        <p:spPr/>
        <p:txBody>
          <a:bodyPr/>
          <a:lstStyle/>
          <a:p>
            <a:r>
              <a:rPr lang="en-US" altLang="ja-JP" smtClean="0"/>
              <a:t>2025/7/7</a:t>
            </a:r>
            <a:endParaRPr lang="en-US"/>
          </a:p>
        </p:txBody>
      </p:sp>
      <p:sp>
        <p:nvSpPr>
          <p:cNvPr id="2" name="フッター プレースホルダー 1"/>
          <p:cNvSpPr>
            <a:spLocks noGrp="1"/>
          </p:cNvSpPr>
          <p:nvPr>
            <p:ph type="ftr" sz="quarter" idx="11"/>
          </p:nvPr>
        </p:nvSpPr>
        <p:spPr/>
        <p:txBody>
          <a:bodyPr/>
          <a:lstStyle/>
          <a:p>
            <a:r>
              <a:rPr lang="en-US" smtClean="0"/>
              <a:t>Copyright © 2025 SystemEXE,Inc All Rights Reserved.</a:t>
            </a:r>
            <a:endParaRPr lang="en-US"/>
          </a:p>
        </p:txBody>
      </p:sp>
    </p:spTree>
    <p:extLst>
      <p:ext uri="{BB962C8B-B14F-4D97-AF65-F5344CB8AC3E}">
        <p14:creationId xmlns:p14="http://schemas.microsoft.com/office/powerpoint/2010/main" val="3325638293"/>
      </p:ext>
    </p:extLst>
  </p:cSld>
  <p:clrMapOvr>
    <a:masterClrMapping/>
  </p:clrMapOvr>
</p:sld>
</file>

<file path=ppt/theme/theme1.xml><?xml version="1.0" encoding="utf-8"?>
<a:theme xmlns:a="http://schemas.openxmlformats.org/drawingml/2006/main" name="Office テーマ">
  <a:themeElements>
    <a:clrScheme name="ユーザー定義 1">
      <a:dk1>
        <a:srgbClr val="323232"/>
      </a:dk1>
      <a:lt1>
        <a:srgbClr val="FFFFFF"/>
      </a:lt1>
      <a:dk2>
        <a:srgbClr val="4B4B4B"/>
      </a:dk2>
      <a:lt2>
        <a:srgbClr val="A0A095"/>
      </a:lt2>
      <a:accent1>
        <a:srgbClr val="9A3B5D"/>
      </a:accent1>
      <a:accent2>
        <a:srgbClr val="86CEFA"/>
      </a:accent2>
      <a:accent3>
        <a:srgbClr val="3D9599"/>
      </a:accent3>
      <a:accent4>
        <a:srgbClr val="CC6600"/>
      </a:accent4>
      <a:accent5>
        <a:srgbClr val="6666FF"/>
      </a:accent5>
      <a:accent6>
        <a:srgbClr val="FFFFFF"/>
      </a:accent6>
      <a:hlink>
        <a:srgbClr val="0070C0"/>
      </a:hlink>
      <a:folHlink>
        <a:srgbClr val="0070C0"/>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69aef985f427d6df22868eedf41448bf">
  <xsd:schema xmlns:xsd="http://www.w3.org/2001/XMLSchema" xmlns:xs="http://www.w3.org/2001/XMLSchema" xmlns:p="http://schemas.microsoft.com/office/2006/metadata/properties" xmlns:ns2="2fd442da-66a9-4fa6-ba31-eb0d54ad1381" targetNamespace="http://schemas.microsoft.com/office/2006/metadata/properties" ma:root="true" ma:fieldsID="5ea8d7fed5e91ecceba9cbd3c6ab47c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006C05C-35AE-42AE-B311-75EA963A6159}">
  <ds:schemaRefs>
    <ds:schemaRef ds:uri="http://schemas.microsoft.com/sharepoint/v3/contenttype/forms"/>
  </ds:schemaRefs>
</ds:datastoreItem>
</file>

<file path=customXml/itemProps2.xml><?xml version="1.0" encoding="utf-8"?>
<ds:datastoreItem xmlns:ds="http://schemas.openxmlformats.org/officeDocument/2006/customXml" ds:itemID="{D5C4C8B0-6EB0-4725-9E86-BE2C3085FBC0}">
  <ds:schemaRef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http://purl.org/dc/elements/1.1/"/>
    <ds:schemaRef ds:uri="http://schemas.microsoft.com/office/2006/metadata/properties"/>
    <ds:schemaRef ds:uri="2fd442da-66a9-4fa6-ba31-eb0d54ad1381"/>
    <ds:schemaRef ds:uri="http://www.w3.org/XML/1998/namespace"/>
    <ds:schemaRef ds:uri="http://purl.org/dc/terms/"/>
  </ds:schemaRefs>
</ds:datastoreItem>
</file>

<file path=customXml/itemProps3.xml><?xml version="1.0" encoding="utf-8"?>
<ds:datastoreItem xmlns:ds="http://schemas.openxmlformats.org/officeDocument/2006/customXml" ds:itemID="{DBFA184D-7AF6-49EC-B52F-03519B22B9B6}"/>
</file>

<file path=docProps/app.xml><?xml version="1.0" encoding="utf-8"?>
<Properties xmlns="http://schemas.openxmlformats.org/officeDocument/2006/extended-properties" xmlns:vt="http://schemas.openxmlformats.org/officeDocument/2006/docPropsVTypes">
  <Template>Office Theme</Template>
  <TotalTime>209</TotalTime>
  <Words>2128</Words>
  <Application>Microsoft Office PowerPoint</Application>
  <PresentationFormat>ワイド画面</PresentationFormat>
  <Paragraphs>521</Paragraphs>
  <Slides>14</Slides>
  <Notes>1</Notes>
  <HiddenSlides>0</HiddenSlides>
  <MMClips>0</MMClips>
  <ScaleCrop>false</ScaleCrop>
  <HeadingPairs>
    <vt:vector size="6" baseType="variant">
      <vt:variant>
        <vt:lpstr>使用されているフォント</vt:lpstr>
      </vt:variant>
      <vt:variant>
        <vt:i4>10</vt:i4>
      </vt:variant>
      <vt:variant>
        <vt:lpstr>テーマ</vt:lpstr>
      </vt:variant>
      <vt:variant>
        <vt:i4>1</vt:i4>
      </vt:variant>
      <vt:variant>
        <vt:lpstr>スライド タイトル</vt:lpstr>
      </vt:variant>
      <vt:variant>
        <vt:i4>14</vt:i4>
      </vt:variant>
    </vt:vector>
  </HeadingPairs>
  <TitlesOfParts>
    <vt:vector size="25" baseType="lpstr">
      <vt:lpstr>Meiryo UI</vt:lpstr>
      <vt:lpstr>Yu Gothic Medium</vt:lpstr>
      <vt:lpstr>メイリオ</vt:lpstr>
      <vt:lpstr>游ゴシック</vt:lpstr>
      <vt:lpstr>游ゴシック</vt:lpstr>
      <vt:lpstr>游ゴシック Light</vt:lpstr>
      <vt:lpstr>游明朝</vt:lpstr>
      <vt:lpstr>Arial</vt:lpstr>
      <vt:lpstr>Calibri</vt:lpstr>
      <vt:lpstr>Wingdings</vt:lpstr>
      <vt:lpstr>Office テーマ</vt:lpstr>
      <vt:lpstr>お見積もり(第5.0版） ~ 開発フェーズ ~</vt:lpstr>
      <vt:lpstr>１. はじめに</vt:lpstr>
      <vt:lpstr>２. プロジェクトの背景と目的</vt:lpstr>
      <vt:lpstr>３. 再構築に伴う環境の変更点</vt:lpstr>
      <vt:lpstr>４. システム構成</vt:lpstr>
      <vt:lpstr>５-1. 対象機能数</vt:lpstr>
      <vt:lpstr>５-２. 対象一覧（ Java化）</vt:lpstr>
      <vt:lpstr>６. スケジュール（想定）</vt:lpstr>
      <vt:lpstr>７. 体制（想定）</vt:lpstr>
      <vt:lpstr>８. 想定している成果物</vt:lpstr>
      <vt:lpstr>９. お見積もり</vt:lpstr>
      <vt:lpstr>10. お見積もり前提条件</vt:lpstr>
      <vt:lpstr>補足．OWFT廃止について</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福田 一希</cp:lastModifiedBy>
  <cp:revision>11</cp:revision>
  <dcterms:created xsi:type="dcterms:W3CDTF">2021-02-05T06:36:21Z</dcterms:created>
  <dcterms:modified xsi:type="dcterms:W3CDTF">2025-06-30T02:22:09Z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