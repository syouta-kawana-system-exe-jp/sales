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770" r:id="rId4"/>
  </p:sldMasterIdLst>
  <p:notesMasterIdLst>
    <p:notesMasterId r:id="rId18"/>
  </p:notesMasterIdLst>
  <p:handoutMasterIdLst>
    <p:handoutMasterId r:id="rId19"/>
  </p:handoutMasterIdLst>
  <p:sldIdLst>
    <p:sldId id="714" r:id="rId5"/>
    <p:sldId id="757" r:id="rId6"/>
    <p:sldId id="939" r:id="rId7"/>
    <p:sldId id="934" r:id="rId8"/>
    <p:sldId id="936" r:id="rId9"/>
    <p:sldId id="765" r:id="rId10"/>
    <p:sldId id="766" r:id="rId11"/>
    <p:sldId id="945" r:id="rId12"/>
    <p:sldId id="946" r:id="rId13"/>
    <p:sldId id="947" r:id="rId14"/>
    <p:sldId id="923" r:id="rId15"/>
    <p:sldId id="767" r:id="rId16"/>
    <p:sldId id="749"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00FF"/>
    <a:srgbClr val="9A3B5D"/>
    <a:srgbClr val="FDEDDA"/>
    <a:srgbClr val="FAF2D4"/>
    <a:srgbClr val="F2F2F2"/>
    <a:srgbClr val="EDEDED"/>
    <a:srgbClr val="4B4B4B"/>
    <a:srgbClr val="323232"/>
    <a:srgbClr val="78787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3A6E3B-BEB1-444A-3F65-BA963B644A65}" v="15" dt="2025-10-24T06:35:44.965"/>
    <p1510:client id="{57C21241-0726-4D66-9907-A17A5B4D5513}" v="106" dt="2025-10-24T06:37:45.271"/>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8EC20E35-A176-4012-BC5E-935CFFF8708E}" styleName="スタイル (中間)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野村康二" userId="S::kouji.nomura@system-exe.jp::acaa808a-f809-4ef9-8028-a2ce14b82415" providerId="AD" clId="Web-{043A6E3B-BEB1-444A-3F65-BA963B644A65}"/>
    <pc:docChg chg="modSld">
      <pc:chgData name="野村康二" userId="S::kouji.nomura@system-exe.jp::acaa808a-f809-4ef9-8028-a2ce14b82415" providerId="AD" clId="Web-{043A6E3B-BEB1-444A-3F65-BA963B644A65}" dt="2025-10-24T06:35:44.965" v="13" actId="20577"/>
      <pc:docMkLst>
        <pc:docMk/>
      </pc:docMkLst>
      <pc:sldChg chg="modSp">
        <pc:chgData name="野村康二" userId="S::kouji.nomura@system-exe.jp::acaa808a-f809-4ef9-8028-a2ce14b82415" providerId="AD" clId="Web-{043A6E3B-BEB1-444A-3F65-BA963B644A65}" dt="2025-10-24T06:35:44.965" v="13" actId="20577"/>
        <pc:sldMkLst>
          <pc:docMk/>
          <pc:sldMk cId="2410374903" sldId="767"/>
        </pc:sldMkLst>
        <pc:spChg chg="mod">
          <ac:chgData name="野村康二" userId="S::kouji.nomura@system-exe.jp::acaa808a-f809-4ef9-8028-a2ce14b82415" providerId="AD" clId="Web-{043A6E3B-BEB1-444A-3F65-BA963B644A65}" dt="2025-10-24T06:35:44.965" v="13" actId="20577"/>
          <ac:spMkLst>
            <pc:docMk/>
            <pc:sldMk cId="2410374903" sldId="767"/>
            <ac:spMk id="5" creationId="{97E6FBE8-190C-40F0-AA01-14695A77D734}"/>
          </ac:spMkLst>
        </pc:spChg>
      </pc:sldChg>
    </pc:docChg>
  </pc:docChgLst>
  <pc:docChgLst>
    <pc:chgData name="髙浦祐朗" userId="d6d860fe-bc64-411b-9605-a16d1ba875f6" providerId="ADAL" clId="{A65FDE6D-D768-44DB-ADF3-5348D2950BED}"/>
    <pc:docChg chg="custSel modSld">
      <pc:chgData name="髙浦祐朗" userId="d6d860fe-bc64-411b-9605-a16d1ba875f6" providerId="ADAL" clId="{A65FDE6D-D768-44DB-ADF3-5348D2950BED}" dt="2025-10-24T06:37:45.271" v="123"/>
      <pc:docMkLst>
        <pc:docMk/>
      </pc:docMkLst>
      <pc:sldChg chg="delSp modSp mod">
        <pc:chgData name="髙浦祐朗" userId="d6d860fe-bc64-411b-9605-a16d1ba875f6" providerId="ADAL" clId="{A65FDE6D-D768-44DB-ADF3-5348D2950BED}" dt="2025-10-24T06:37:45.271" v="123"/>
        <pc:sldMkLst>
          <pc:docMk/>
          <pc:sldMk cId="3201888243" sldId="714"/>
        </pc:sldMkLst>
        <pc:spChg chg="mod">
          <ac:chgData name="髙浦祐朗" userId="d6d860fe-bc64-411b-9605-a16d1ba875f6" providerId="ADAL" clId="{A65FDE6D-D768-44DB-ADF3-5348D2950BED}" dt="2025-10-24T06:37:45.271" v="123"/>
          <ac:spMkLst>
            <pc:docMk/>
            <pc:sldMk cId="3201888243" sldId="714"/>
            <ac:spMk id="2" creationId="{B808C4E1-CAC4-709D-39C2-7E63198F1A78}"/>
          </ac:spMkLst>
        </pc:spChg>
        <pc:spChg chg="mod">
          <ac:chgData name="髙浦祐朗" userId="d6d860fe-bc64-411b-9605-a16d1ba875f6" providerId="ADAL" clId="{A65FDE6D-D768-44DB-ADF3-5348D2950BED}" dt="2025-10-24T06:05:41.476" v="11" actId="1036"/>
          <ac:spMkLst>
            <pc:docMk/>
            <pc:sldMk cId="3201888243" sldId="714"/>
            <ac:spMk id="3" creationId="{00000000-0000-0000-0000-000000000000}"/>
          </ac:spMkLst>
        </pc:spChg>
        <pc:spChg chg="mod">
          <ac:chgData name="髙浦祐朗" userId="d6d860fe-bc64-411b-9605-a16d1ba875f6" providerId="ADAL" clId="{A65FDE6D-D768-44DB-ADF3-5348D2950BED}" dt="2025-10-24T06:05:41.476" v="11" actId="1036"/>
          <ac:spMkLst>
            <pc:docMk/>
            <pc:sldMk cId="3201888243" sldId="714"/>
            <ac:spMk id="4" creationId="{00000000-0000-0000-0000-000000000000}"/>
          </ac:spMkLst>
        </pc:spChg>
        <pc:spChg chg="del">
          <ac:chgData name="髙浦祐朗" userId="d6d860fe-bc64-411b-9605-a16d1ba875f6" providerId="ADAL" clId="{A65FDE6D-D768-44DB-ADF3-5348D2950BED}" dt="2025-10-24T06:05:35.188" v="0" actId="478"/>
          <ac:spMkLst>
            <pc:docMk/>
            <pc:sldMk cId="3201888243" sldId="714"/>
            <ac:spMk id="6" creationId="{CBC1ADB9-7AAD-E69D-7BF3-10F54CD24F39}"/>
          </ac:spMkLst>
        </pc:spChg>
      </pc:sldChg>
      <pc:sldChg chg="modSp mod">
        <pc:chgData name="髙浦祐朗" userId="d6d860fe-bc64-411b-9605-a16d1ba875f6" providerId="ADAL" clId="{A65FDE6D-D768-44DB-ADF3-5348D2950BED}" dt="2025-10-24T06:34:34.442" v="115"/>
        <pc:sldMkLst>
          <pc:docMk/>
          <pc:sldMk cId="3560606343" sldId="766"/>
        </pc:sldMkLst>
        <pc:graphicFrameChg chg="mod modGraphic">
          <ac:chgData name="髙浦祐朗" userId="d6d860fe-bc64-411b-9605-a16d1ba875f6" providerId="ADAL" clId="{A65FDE6D-D768-44DB-ADF3-5348D2950BED}" dt="2025-10-24T06:34:34.442" v="115"/>
          <ac:graphicFrameMkLst>
            <pc:docMk/>
            <pc:sldMk cId="3560606343" sldId="766"/>
            <ac:graphicFrameMk id="9" creationId="{2864E947-18B0-4839-AED3-D416F628DDF0}"/>
          </ac:graphicFrameMkLst>
        </pc:graphicFrameChg>
      </pc:sldChg>
      <pc:sldChg chg="modSp mod">
        <pc:chgData name="髙浦祐朗" userId="d6d860fe-bc64-411b-9605-a16d1ba875f6" providerId="ADAL" clId="{A65FDE6D-D768-44DB-ADF3-5348D2950BED}" dt="2025-10-24T06:30:27.434" v="67" actId="20577"/>
        <pc:sldMkLst>
          <pc:docMk/>
          <pc:sldMk cId="2410374903" sldId="767"/>
        </pc:sldMkLst>
        <pc:spChg chg="mod">
          <ac:chgData name="髙浦祐朗" userId="d6d860fe-bc64-411b-9605-a16d1ba875f6" providerId="ADAL" clId="{A65FDE6D-D768-44DB-ADF3-5348D2950BED}" dt="2025-10-24T06:30:27.434" v="67" actId="20577"/>
          <ac:spMkLst>
            <pc:docMk/>
            <pc:sldMk cId="2410374903" sldId="767"/>
            <ac:spMk id="5" creationId="{97E6FBE8-190C-40F0-AA01-14695A77D734}"/>
          </ac:spMkLst>
        </pc:spChg>
      </pc:sldChg>
      <pc:sldChg chg="modSp mod">
        <pc:chgData name="髙浦祐朗" userId="d6d860fe-bc64-411b-9605-a16d1ba875f6" providerId="ADAL" clId="{A65FDE6D-D768-44DB-ADF3-5348D2950BED}" dt="2025-10-24T06:35:49.138" v="118" actId="552"/>
        <pc:sldMkLst>
          <pc:docMk/>
          <pc:sldMk cId="8076422" sldId="934"/>
        </pc:sldMkLst>
        <pc:spChg chg="mod">
          <ac:chgData name="髙浦祐朗" userId="d6d860fe-bc64-411b-9605-a16d1ba875f6" providerId="ADAL" clId="{A65FDE6D-D768-44DB-ADF3-5348D2950BED}" dt="2025-10-24T06:06:19.836" v="14" actId="2711"/>
          <ac:spMkLst>
            <pc:docMk/>
            <pc:sldMk cId="8076422" sldId="934"/>
            <ac:spMk id="8" creationId="{04AE45C5-DC93-52C1-42F6-E8ED2EB8231B}"/>
          </ac:spMkLst>
        </pc:spChg>
        <pc:spChg chg="mod">
          <ac:chgData name="髙浦祐朗" userId="d6d860fe-bc64-411b-9605-a16d1ba875f6" providerId="ADAL" clId="{A65FDE6D-D768-44DB-ADF3-5348D2950BED}" dt="2025-10-24T06:35:49.138" v="118" actId="552"/>
          <ac:spMkLst>
            <pc:docMk/>
            <pc:sldMk cId="8076422" sldId="934"/>
            <ac:spMk id="13" creationId="{9CBBA942-A483-3DA5-DDD5-D11F1BC055AA}"/>
          </ac:spMkLst>
        </pc:spChg>
        <pc:spChg chg="mod">
          <ac:chgData name="髙浦祐朗" userId="d6d860fe-bc64-411b-9605-a16d1ba875f6" providerId="ADAL" clId="{A65FDE6D-D768-44DB-ADF3-5348D2950BED}" dt="2025-10-24T06:35:49.138" v="118" actId="552"/>
          <ac:spMkLst>
            <pc:docMk/>
            <pc:sldMk cId="8076422" sldId="934"/>
            <ac:spMk id="24" creationId="{00000000-0008-0000-0400-000073000000}"/>
          </ac:spMkLst>
        </pc:spChg>
        <pc:spChg chg="mod">
          <ac:chgData name="髙浦祐朗" userId="d6d860fe-bc64-411b-9605-a16d1ba875f6" providerId="ADAL" clId="{A65FDE6D-D768-44DB-ADF3-5348D2950BED}" dt="2025-10-24T06:35:49.138" v="118" actId="552"/>
          <ac:spMkLst>
            <pc:docMk/>
            <pc:sldMk cId="8076422" sldId="934"/>
            <ac:spMk id="25" creationId="{00000000-0008-0000-0400-000074000000}"/>
          </ac:spMkLst>
        </pc:spChg>
        <pc:spChg chg="mod">
          <ac:chgData name="髙浦祐朗" userId="d6d860fe-bc64-411b-9605-a16d1ba875f6" providerId="ADAL" clId="{A65FDE6D-D768-44DB-ADF3-5348D2950BED}" dt="2025-10-24T06:35:49.138" v="118" actId="552"/>
          <ac:spMkLst>
            <pc:docMk/>
            <pc:sldMk cId="8076422" sldId="934"/>
            <ac:spMk id="26" creationId="{00000000-0008-0000-0400-000075000000}"/>
          </ac:spMkLst>
        </pc:spChg>
        <pc:spChg chg="mod">
          <ac:chgData name="髙浦祐朗" userId="d6d860fe-bc64-411b-9605-a16d1ba875f6" providerId="ADAL" clId="{A65FDE6D-D768-44DB-ADF3-5348D2950BED}" dt="2025-10-24T06:35:49.138" v="118" actId="552"/>
          <ac:spMkLst>
            <pc:docMk/>
            <pc:sldMk cId="8076422" sldId="934"/>
            <ac:spMk id="37" creationId="{07449EE4-5DA4-709A-D528-BF8E42E1D394}"/>
          </ac:spMkLst>
        </pc:spChg>
        <pc:spChg chg="mod">
          <ac:chgData name="髙浦祐朗" userId="d6d860fe-bc64-411b-9605-a16d1ba875f6" providerId="ADAL" clId="{A65FDE6D-D768-44DB-ADF3-5348D2950BED}" dt="2025-10-24T06:05:58.736" v="12" actId="2711"/>
          <ac:spMkLst>
            <pc:docMk/>
            <pc:sldMk cId="8076422" sldId="934"/>
            <ac:spMk id="47" creationId="{BEB57239-E5A9-A34C-3BDA-4ECBBEB0804F}"/>
          </ac:spMkLst>
        </pc:spChg>
        <pc:spChg chg="mod">
          <ac:chgData name="髙浦祐朗" userId="d6d860fe-bc64-411b-9605-a16d1ba875f6" providerId="ADAL" clId="{A65FDE6D-D768-44DB-ADF3-5348D2950BED}" dt="2025-10-24T06:35:49.138" v="118" actId="552"/>
          <ac:spMkLst>
            <pc:docMk/>
            <pc:sldMk cId="8076422" sldId="934"/>
            <ac:spMk id="101" creationId="{DFD204EB-C327-EEC5-173B-CEC93CEDC56E}"/>
          </ac:spMkLst>
        </pc:spChg>
        <pc:spChg chg="mod">
          <ac:chgData name="髙浦祐朗" userId="d6d860fe-bc64-411b-9605-a16d1ba875f6" providerId="ADAL" clId="{A65FDE6D-D768-44DB-ADF3-5348D2950BED}" dt="2025-10-24T06:05:58.736" v="12" actId="2711"/>
          <ac:spMkLst>
            <pc:docMk/>
            <pc:sldMk cId="8076422" sldId="934"/>
            <ac:spMk id="134" creationId="{66FA5A9C-99AC-E63F-6F60-07285679CC80}"/>
          </ac:spMkLst>
        </pc:spChg>
        <pc:spChg chg="mod">
          <ac:chgData name="髙浦祐朗" userId="d6d860fe-bc64-411b-9605-a16d1ba875f6" providerId="ADAL" clId="{A65FDE6D-D768-44DB-ADF3-5348D2950BED}" dt="2025-10-24T06:05:58.736" v="12" actId="2711"/>
          <ac:spMkLst>
            <pc:docMk/>
            <pc:sldMk cId="8076422" sldId="934"/>
            <ac:spMk id="174" creationId="{78BC5F57-8C60-FDCE-65E5-D7F92374CC3C}"/>
          </ac:spMkLst>
        </pc:spChg>
        <pc:spChg chg="mod">
          <ac:chgData name="髙浦祐朗" userId="d6d860fe-bc64-411b-9605-a16d1ba875f6" providerId="ADAL" clId="{A65FDE6D-D768-44DB-ADF3-5348D2950BED}" dt="2025-10-24T06:06:04.387" v="13" actId="2711"/>
          <ac:spMkLst>
            <pc:docMk/>
            <pc:sldMk cId="8076422" sldId="934"/>
            <ac:spMk id="182" creationId="{1820E758-1A7D-BD9F-3D94-08FDD4AD4DC8}"/>
          </ac:spMkLst>
        </pc:spChg>
        <pc:spChg chg="mod">
          <ac:chgData name="髙浦祐朗" userId="d6d860fe-bc64-411b-9605-a16d1ba875f6" providerId="ADAL" clId="{A65FDE6D-D768-44DB-ADF3-5348D2950BED}" dt="2025-10-24T06:06:04.387" v="13" actId="2711"/>
          <ac:spMkLst>
            <pc:docMk/>
            <pc:sldMk cId="8076422" sldId="934"/>
            <ac:spMk id="183" creationId="{19845CF7-AB7C-3ADD-021F-983E880795F6}"/>
          </ac:spMkLst>
        </pc:spChg>
        <pc:cxnChg chg="mod">
          <ac:chgData name="髙浦祐朗" userId="d6d860fe-bc64-411b-9605-a16d1ba875f6" providerId="ADAL" clId="{A65FDE6D-D768-44DB-ADF3-5348D2950BED}" dt="2025-10-24T06:35:49.138" v="118" actId="552"/>
          <ac:cxnSpMkLst>
            <pc:docMk/>
            <pc:sldMk cId="8076422" sldId="934"/>
            <ac:cxnSpMk id="4" creationId="{2F1041EE-FEDB-7DC3-96D0-AB77BD642C00}"/>
          </ac:cxnSpMkLst>
        </pc:cxnChg>
        <pc:cxnChg chg="mod">
          <ac:chgData name="髙浦祐朗" userId="d6d860fe-bc64-411b-9605-a16d1ba875f6" providerId="ADAL" clId="{A65FDE6D-D768-44DB-ADF3-5348D2950BED}" dt="2025-10-24T06:35:49.138" v="118" actId="552"/>
          <ac:cxnSpMkLst>
            <pc:docMk/>
            <pc:sldMk cId="8076422" sldId="934"/>
            <ac:cxnSpMk id="52" creationId="{00000000-0008-0000-0400-000042010000}"/>
          </ac:cxnSpMkLst>
        </pc:cxnChg>
        <pc:cxnChg chg="mod">
          <ac:chgData name="髙浦祐朗" userId="d6d860fe-bc64-411b-9605-a16d1ba875f6" providerId="ADAL" clId="{A65FDE6D-D768-44DB-ADF3-5348D2950BED}" dt="2025-10-24T06:35:49.138" v="118" actId="552"/>
          <ac:cxnSpMkLst>
            <pc:docMk/>
            <pc:sldMk cId="8076422" sldId="934"/>
            <ac:cxnSpMk id="185" creationId="{EE9500F4-76B8-1DA7-691D-174E5DB5E880}"/>
          </ac:cxnSpMkLst>
        </pc:cxnChg>
        <pc:cxnChg chg="mod">
          <ac:chgData name="髙浦祐朗" userId="d6d860fe-bc64-411b-9605-a16d1ba875f6" providerId="ADAL" clId="{A65FDE6D-D768-44DB-ADF3-5348D2950BED}" dt="2025-10-24T06:35:49.138" v="118" actId="552"/>
          <ac:cxnSpMkLst>
            <pc:docMk/>
            <pc:sldMk cId="8076422" sldId="934"/>
            <ac:cxnSpMk id="189" creationId="{8B1DEBF3-25EA-9EF8-A09C-A40FD36043E9}"/>
          </ac:cxnSpMkLst>
        </pc:cxnChg>
      </pc:sldChg>
      <pc:sldChg chg="modSp mod">
        <pc:chgData name="髙浦祐朗" userId="d6d860fe-bc64-411b-9605-a16d1ba875f6" providerId="ADAL" clId="{A65FDE6D-D768-44DB-ADF3-5348D2950BED}" dt="2025-10-24T06:35:37.667" v="117" actId="552"/>
        <pc:sldMkLst>
          <pc:docMk/>
          <pc:sldMk cId="1589412292" sldId="936"/>
        </pc:sldMkLst>
        <pc:spChg chg="mod">
          <ac:chgData name="髙浦祐朗" userId="d6d860fe-bc64-411b-9605-a16d1ba875f6" providerId="ADAL" clId="{A65FDE6D-D768-44DB-ADF3-5348D2950BED}" dt="2025-10-24T06:06:54.680" v="18" actId="2711"/>
          <ac:spMkLst>
            <pc:docMk/>
            <pc:sldMk cId="1589412292" sldId="936"/>
            <ac:spMk id="8" creationId="{892505CB-EB99-1284-4ED4-1E09A590C812}"/>
          </ac:spMkLst>
        </pc:spChg>
        <pc:spChg chg="mod">
          <ac:chgData name="髙浦祐朗" userId="d6d860fe-bc64-411b-9605-a16d1ba875f6" providerId="ADAL" clId="{A65FDE6D-D768-44DB-ADF3-5348D2950BED}" dt="2025-10-24T06:35:37.667" v="117" actId="552"/>
          <ac:spMkLst>
            <pc:docMk/>
            <pc:sldMk cId="1589412292" sldId="936"/>
            <ac:spMk id="13" creationId="{CB65CC15-A490-3398-E577-B6B6587C5AEE}"/>
          </ac:spMkLst>
        </pc:spChg>
        <pc:spChg chg="mod">
          <ac:chgData name="髙浦祐朗" userId="d6d860fe-bc64-411b-9605-a16d1ba875f6" providerId="ADAL" clId="{A65FDE6D-D768-44DB-ADF3-5348D2950BED}" dt="2025-10-24T06:35:37.667" v="117" actId="552"/>
          <ac:spMkLst>
            <pc:docMk/>
            <pc:sldMk cId="1589412292" sldId="936"/>
            <ac:spMk id="24" creationId="{431A6231-3AB4-95BB-7B82-BCF5CD4DEB5D}"/>
          </ac:spMkLst>
        </pc:spChg>
        <pc:spChg chg="mod">
          <ac:chgData name="髙浦祐朗" userId="d6d860fe-bc64-411b-9605-a16d1ba875f6" providerId="ADAL" clId="{A65FDE6D-D768-44DB-ADF3-5348D2950BED}" dt="2025-10-24T06:35:37.667" v="117" actId="552"/>
          <ac:spMkLst>
            <pc:docMk/>
            <pc:sldMk cId="1589412292" sldId="936"/>
            <ac:spMk id="25" creationId="{F48E1BD8-1A33-15C6-2146-2244857770F5}"/>
          </ac:spMkLst>
        </pc:spChg>
        <pc:spChg chg="mod">
          <ac:chgData name="髙浦祐朗" userId="d6d860fe-bc64-411b-9605-a16d1ba875f6" providerId="ADAL" clId="{A65FDE6D-D768-44DB-ADF3-5348D2950BED}" dt="2025-10-24T06:35:37.667" v="117" actId="552"/>
          <ac:spMkLst>
            <pc:docMk/>
            <pc:sldMk cId="1589412292" sldId="936"/>
            <ac:spMk id="26" creationId="{71539410-843E-5047-F93D-B7582D4AF634}"/>
          </ac:spMkLst>
        </pc:spChg>
        <pc:spChg chg="mod">
          <ac:chgData name="髙浦祐朗" userId="d6d860fe-bc64-411b-9605-a16d1ba875f6" providerId="ADAL" clId="{A65FDE6D-D768-44DB-ADF3-5348D2950BED}" dt="2025-10-24T06:35:37.667" v="117" actId="552"/>
          <ac:spMkLst>
            <pc:docMk/>
            <pc:sldMk cId="1589412292" sldId="936"/>
            <ac:spMk id="37" creationId="{49D66C3C-5DAC-D5F7-8DE6-7EFB362A1815}"/>
          </ac:spMkLst>
        </pc:spChg>
        <pc:spChg chg="mod">
          <ac:chgData name="髙浦祐朗" userId="d6d860fe-bc64-411b-9605-a16d1ba875f6" providerId="ADAL" clId="{A65FDE6D-D768-44DB-ADF3-5348D2950BED}" dt="2025-10-24T06:06:37.749" v="16" actId="2711"/>
          <ac:spMkLst>
            <pc:docMk/>
            <pc:sldMk cId="1589412292" sldId="936"/>
            <ac:spMk id="47" creationId="{C230E360-E7FE-11CA-1C4E-FA42B9426170}"/>
          </ac:spMkLst>
        </pc:spChg>
        <pc:spChg chg="mod">
          <ac:chgData name="髙浦祐朗" userId="d6d860fe-bc64-411b-9605-a16d1ba875f6" providerId="ADAL" clId="{A65FDE6D-D768-44DB-ADF3-5348D2950BED}" dt="2025-10-24T06:35:37.667" v="117" actId="552"/>
          <ac:spMkLst>
            <pc:docMk/>
            <pc:sldMk cId="1589412292" sldId="936"/>
            <ac:spMk id="101" creationId="{AD67AF2A-0469-A981-231C-3EA9A30E5286}"/>
          </ac:spMkLst>
        </pc:spChg>
        <pc:spChg chg="mod">
          <ac:chgData name="髙浦祐朗" userId="d6d860fe-bc64-411b-9605-a16d1ba875f6" providerId="ADAL" clId="{A65FDE6D-D768-44DB-ADF3-5348D2950BED}" dt="2025-10-24T06:06:37.749" v="16" actId="2711"/>
          <ac:spMkLst>
            <pc:docMk/>
            <pc:sldMk cId="1589412292" sldId="936"/>
            <ac:spMk id="134" creationId="{4B9B1D7C-E84C-E69D-B296-181380121EAB}"/>
          </ac:spMkLst>
        </pc:spChg>
        <pc:spChg chg="mod">
          <ac:chgData name="髙浦祐朗" userId="d6d860fe-bc64-411b-9605-a16d1ba875f6" providerId="ADAL" clId="{A65FDE6D-D768-44DB-ADF3-5348D2950BED}" dt="2025-10-24T06:06:37.749" v="16" actId="2711"/>
          <ac:spMkLst>
            <pc:docMk/>
            <pc:sldMk cId="1589412292" sldId="936"/>
            <ac:spMk id="174" creationId="{761AE20E-8C8E-C939-D27A-25AEC1C44AC9}"/>
          </ac:spMkLst>
        </pc:spChg>
        <pc:spChg chg="mod">
          <ac:chgData name="髙浦祐朗" userId="d6d860fe-bc64-411b-9605-a16d1ba875f6" providerId="ADAL" clId="{A65FDE6D-D768-44DB-ADF3-5348D2950BED}" dt="2025-10-24T06:06:42.794" v="17" actId="2711"/>
          <ac:spMkLst>
            <pc:docMk/>
            <pc:sldMk cId="1589412292" sldId="936"/>
            <ac:spMk id="182" creationId="{7141A045-06E3-7AE2-4043-1C8EBE04EE24}"/>
          </ac:spMkLst>
        </pc:spChg>
        <pc:spChg chg="mod">
          <ac:chgData name="髙浦祐朗" userId="d6d860fe-bc64-411b-9605-a16d1ba875f6" providerId="ADAL" clId="{A65FDE6D-D768-44DB-ADF3-5348D2950BED}" dt="2025-10-24T06:06:42.794" v="17" actId="2711"/>
          <ac:spMkLst>
            <pc:docMk/>
            <pc:sldMk cId="1589412292" sldId="936"/>
            <ac:spMk id="183" creationId="{A89E7070-691F-19F0-EF4B-1BCED7762B3B}"/>
          </ac:spMkLst>
        </pc:spChg>
        <pc:cxnChg chg="mod">
          <ac:chgData name="髙浦祐朗" userId="d6d860fe-bc64-411b-9605-a16d1ba875f6" providerId="ADAL" clId="{A65FDE6D-D768-44DB-ADF3-5348D2950BED}" dt="2025-10-24T06:35:37.667" v="117" actId="552"/>
          <ac:cxnSpMkLst>
            <pc:docMk/>
            <pc:sldMk cId="1589412292" sldId="936"/>
            <ac:cxnSpMk id="168" creationId="{8D589D3B-85FA-6EFE-A29E-2BD85AF44325}"/>
          </ac:cxnSpMkLst>
        </pc:cxnChg>
        <pc:cxnChg chg="mod">
          <ac:chgData name="髙浦祐朗" userId="d6d860fe-bc64-411b-9605-a16d1ba875f6" providerId="ADAL" clId="{A65FDE6D-D768-44DB-ADF3-5348D2950BED}" dt="2025-10-24T06:35:37.667" v="117" actId="552"/>
          <ac:cxnSpMkLst>
            <pc:docMk/>
            <pc:sldMk cId="1589412292" sldId="936"/>
            <ac:cxnSpMk id="185" creationId="{03B163DE-5749-65E4-D0D9-5DB8B1BB4769}"/>
          </ac:cxnSpMkLst>
        </pc:cxnChg>
        <pc:cxnChg chg="mod">
          <ac:chgData name="髙浦祐朗" userId="d6d860fe-bc64-411b-9605-a16d1ba875f6" providerId="ADAL" clId="{A65FDE6D-D768-44DB-ADF3-5348D2950BED}" dt="2025-10-24T06:35:37.667" v="117" actId="552"/>
          <ac:cxnSpMkLst>
            <pc:docMk/>
            <pc:sldMk cId="1589412292" sldId="936"/>
            <ac:cxnSpMk id="189" creationId="{C39C8A22-4D24-B8F8-2C3A-BBEE69AAB580}"/>
          </ac:cxnSpMkLst>
        </pc:cxnChg>
        <pc:cxnChg chg="mod">
          <ac:chgData name="髙浦祐朗" userId="d6d860fe-bc64-411b-9605-a16d1ba875f6" providerId="ADAL" clId="{A65FDE6D-D768-44DB-ADF3-5348D2950BED}" dt="2025-10-24T06:35:37.667" v="117" actId="552"/>
          <ac:cxnSpMkLst>
            <pc:docMk/>
            <pc:sldMk cId="1589412292" sldId="936"/>
            <ac:cxnSpMk id="193" creationId="{3F6E27B7-A3C8-D7E3-44E4-A4EC9C07F56C}"/>
          </ac:cxnSpMkLst>
        </pc:cxnChg>
      </pc:sldChg>
      <pc:sldChg chg="modSp mod">
        <pc:chgData name="髙浦祐朗" userId="d6d860fe-bc64-411b-9605-a16d1ba875f6" providerId="ADAL" clId="{A65FDE6D-D768-44DB-ADF3-5348D2950BED}" dt="2025-10-24T06:34:52.009" v="116" actId="2711"/>
        <pc:sldMkLst>
          <pc:docMk/>
          <pc:sldMk cId="2136027133" sldId="946"/>
        </pc:sldMkLst>
        <pc:graphicFrameChg chg="modGraphic">
          <ac:chgData name="髙浦祐朗" userId="d6d860fe-bc64-411b-9605-a16d1ba875f6" providerId="ADAL" clId="{A65FDE6D-D768-44DB-ADF3-5348D2950BED}" dt="2025-10-24T06:34:52.009" v="116" actId="2711"/>
          <ac:graphicFrameMkLst>
            <pc:docMk/>
            <pc:sldMk cId="2136027133" sldId="946"/>
            <ac:graphicFrameMk id="10" creationId="{1B9651D0-1C8B-452E-8B2F-91E497A82D84}"/>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68B81E3-04FF-4B3A-91A3-0B9D6F284D31}" type="datetimeFigureOut">
              <a:rPr kumimoji="1" lang="ja-JP" altLang="en-US" smtClean="0"/>
              <a:t>2025/10/23</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4EA281C-6E67-4E22-BEFF-238CFBDEFD06}" type="slidenum">
              <a:rPr kumimoji="1" lang="ja-JP" altLang="en-US" smtClean="0"/>
              <a:t>‹#›</a:t>
            </a:fld>
            <a:endParaRPr kumimoji="1" lang="ja-JP" altLang="en-US"/>
          </a:p>
        </p:txBody>
      </p:sp>
    </p:spTree>
    <p:extLst>
      <p:ext uri="{BB962C8B-B14F-4D97-AF65-F5344CB8AC3E}">
        <p14:creationId xmlns:p14="http://schemas.microsoft.com/office/powerpoint/2010/main" val="792695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224887-F90F-3047-8721-5156A8E1A469}" type="datetimeFigureOut">
              <a:rPr kumimoji="1" lang="ja-JP" altLang="en-US" smtClean="0"/>
              <a:t>2025/10/23</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57080C-E8FE-C146-B769-6100616B65A7}" type="slidenum">
              <a:rPr kumimoji="1" lang="ja-JP" altLang="en-US" smtClean="0"/>
              <a:t>‹#›</a:t>
            </a:fld>
            <a:endParaRPr kumimoji="1" lang="ja-JP" altLang="en-US"/>
          </a:p>
        </p:txBody>
      </p:sp>
    </p:spTree>
    <p:extLst>
      <p:ext uri="{BB962C8B-B14F-4D97-AF65-F5344CB8AC3E}">
        <p14:creationId xmlns:p14="http://schemas.microsoft.com/office/powerpoint/2010/main" val="121283509"/>
      </p:ext>
    </p:extLst>
  </p:cSld>
  <p:clrMap bg1="lt1" tx1="dk1" bg2="lt2" tx2="dk2" accent1="accent1" accent2="accent2" accent3="accent3" accent4="accent4" accent5="accent5" accent6="accent6" hlink="hlink" folHlink="folHlink"/>
  <p:notesStyle>
    <a:lvl1pPr marL="0" algn="l" defTabSz="1219075" rtl="0" eaLnBrk="1" latinLnBrk="0" hangingPunct="1">
      <a:defRPr kumimoji="1" sz="1600" kern="1200">
        <a:solidFill>
          <a:schemeClr val="tx1"/>
        </a:solidFill>
        <a:latin typeface="+mn-lt"/>
        <a:ea typeface="+mn-ea"/>
        <a:cs typeface="+mn-cs"/>
      </a:defRPr>
    </a:lvl1pPr>
    <a:lvl2pPr marL="609537" algn="l" defTabSz="1219075" rtl="0" eaLnBrk="1" latinLnBrk="0" hangingPunct="1">
      <a:defRPr kumimoji="1" sz="1600" kern="1200">
        <a:solidFill>
          <a:schemeClr val="tx1"/>
        </a:solidFill>
        <a:latin typeface="+mn-lt"/>
        <a:ea typeface="+mn-ea"/>
        <a:cs typeface="+mn-cs"/>
      </a:defRPr>
    </a:lvl2pPr>
    <a:lvl3pPr marL="1219075" algn="l" defTabSz="1219075" rtl="0" eaLnBrk="1" latinLnBrk="0" hangingPunct="1">
      <a:defRPr kumimoji="1" sz="1600" kern="1200">
        <a:solidFill>
          <a:schemeClr val="tx1"/>
        </a:solidFill>
        <a:latin typeface="+mn-lt"/>
        <a:ea typeface="+mn-ea"/>
        <a:cs typeface="+mn-cs"/>
      </a:defRPr>
    </a:lvl3pPr>
    <a:lvl4pPr marL="1828612" algn="l" defTabSz="1219075" rtl="0" eaLnBrk="1" latinLnBrk="0" hangingPunct="1">
      <a:defRPr kumimoji="1" sz="1600" kern="1200">
        <a:solidFill>
          <a:schemeClr val="tx1"/>
        </a:solidFill>
        <a:latin typeface="+mn-lt"/>
        <a:ea typeface="+mn-ea"/>
        <a:cs typeface="+mn-cs"/>
      </a:defRPr>
    </a:lvl4pPr>
    <a:lvl5pPr marL="2438148" algn="l" defTabSz="1219075" rtl="0" eaLnBrk="1" latinLnBrk="0" hangingPunct="1">
      <a:defRPr kumimoji="1" sz="1600" kern="1200">
        <a:solidFill>
          <a:schemeClr val="tx1"/>
        </a:solidFill>
        <a:latin typeface="+mn-lt"/>
        <a:ea typeface="+mn-ea"/>
        <a:cs typeface="+mn-cs"/>
      </a:defRPr>
    </a:lvl5pPr>
    <a:lvl6pPr marL="3047686" algn="l" defTabSz="1219075" rtl="0" eaLnBrk="1" latinLnBrk="0" hangingPunct="1">
      <a:defRPr kumimoji="1" sz="1600" kern="1200">
        <a:solidFill>
          <a:schemeClr val="tx1"/>
        </a:solidFill>
        <a:latin typeface="+mn-lt"/>
        <a:ea typeface="+mn-ea"/>
        <a:cs typeface="+mn-cs"/>
      </a:defRPr>
    </a:lvl6pPr>
    <a:lvl7pPr marL="3657223" algn="l" defTabSz="1219075" rtl="0" eaLnBrk="1" latinLnBrk="0" hangingPunct="1">
      <a:defRPr kumimoji="1" sz="1600" kern="1200">
        <a:solidFill>
          <a:schemeClr val="tx1"/>
        </a:solidFill>
        <a:latin typeface="+mn-lt"/>
        <a:ea typeface="+mn-ea"/>
        <a:cs typeface="+mn-cs"/>
      </a:defRPr>
    </a:lvl7pPr>
    <a:lvl8pPr marL="4266761" algn="l" defTabSz="1219075" rtl="0" eaLnBrk="1" latinLnBrk="0" hangingPunct="1">
      <a:defRPr kumimoji="1" sz="1600" kern="1200">
        <a:solidFill>
          <a:schemeClr val="tx1"/>
        </a:solidFill>
        <a:latin typeface="+mn-lt"/>
        <a:ea typeface="+mn-ea"/>
        <a:cs typeface="+mn-cs"/>
      </a:defRPr>
    </a:lvl8pPr>
    <a:lvl9pPr marL="4876298" algn="l" defTabSz="1219075" rtl="0" eaLnBrk="1" latinLnBrk="0" hangingPunct="1">
      <a:defRPr kumimoji="1"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6</a:t>
            </a:fld>
            <a:endParaRPr kumimoji="1" lang="ja-JP" altLang="en-US"/>
          </a:p>
        </p:txBody>
      </p:sp>
    </p:spTree>
    <p:extLst>
      <p:ext uri="{BB962C8B-B14F-4D97-AF65-F5344CB8AC3E}">
        <p14:creationId xmlns:p14="http://schemas.microsoft.com/office/powerpoint/2010/main" val="8159097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8</a:t>
            </a:fld>
            <a:endParaRPr kumimoji="1" lang="ja-JP" altLang="en-US"/>
          </a:p>
        </p:txBody>
      </p:sp>
    </p:spTree>
    <p:extLst>
      <p:ext uri="{BB962C8B-B14F-4D97-AF65-F5344CB8AC3E}">
        <p14:creationId xmlns:p14="http://schemas.microsoft.com/office/powerpoint/2010/main" val="25055940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9</a:t>
            </a:fld>
            <a:endParaRPr kumimoji="1" lang="ja-JP" altLang="en-US"/>
          </a:p>
        </p:txBody>
      </p:sp>
    </p:spTree>
    <p:extLst>
      <p:ext uri="{BB962C8B-B14F-4D97-AF65-F5344CB8AC3E}">
        <p14:creationId xmlns:p14="http://schemas.microsoft.com/office/powerpoint/2010/main" val="10096562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BC57080C-E8FE-C146-B769-6100616B65A7}" type="slidenum">
              <a:rPr kumimoji="1" lang="ja-JP" altLang="en-US" smtClean="0"/>
              <a:t>11</a:t>
            </a:fld>
            <a:endParaRPr kumimoji="1" lang="ja-JP" altLang="en-US"/>
          </a:p>
        </p:txBody>
      </p:sp>
    </p:spTree>
    <p:extLst>
      <p:ext uri="{BB962C8B-B14F-4D97-AF65-F5344CB8AC3E}">
        <p14:creationId xmlns:p14="http://schemas.microsoft.com/office/powerpoint/2010/main" val="381058273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7.png"/></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10453C54-7F3F-5842-8AEE-825191D5B6E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1" y="0"/>
            <a:ext cx="12189739" cy="6858000"/>
          </a:xfrm>
          <a:prstGeom prst="rect">
            <a:avLst/>
          </a:prstGeom>
        </p:spPr>
      </p:pic>
      <p:sp>
        <p:nvSpPr>
          <p:cNvPr id="5" name="Footer Placeholder 4"/>
          <p:cNvSpPr>
            <a:spLocks noGrp="1"/>
          </p:cNvSpPr>
          <p:nvPr>
            <p:ph type="ftr" sz="quarter" idx="11"/>
          </p:nvPr>
        </p:nvSpPr>
        <p:spPr/>
        <p:txBody>
          <a:bodyPr/>
          <a:lstStyle/>
          <a:p>
            <a:r>
              <a:rPr lang="en-US"/>
              <a:t>Copyright © 2025 SystemEXE,Inc All Rights Reserved.</a:t>
            </a:r>
          </a:p>
        </p:txBody>
      </p:sp>
      <p:sp>
        <p:nvSpPr>
          <p:cNvPr id="8" name="Rectangle 116">
            <a:extLst>
              <a:ext uri="{FF2B5EF4-FFF2-40B4-BE49-F238E27FC236}">
                <a16:creationId xmlns:a16="http://schemas.microsoft.com/office/drawing/2014/main" id="{63CB7166-763A-834A-BD8F-32568DB92384}"/>
              </a:ext>
            </a:extLst>
          </p:cNvPr>
          <p:cNvSpPr/>
          <p:nvPr userDrawn="1"/>
        </p:nvSpPr>
        <p:spPr bwMode="auto">
          <a:xfrm>
            <a:off x="0" y="2403368"/>
            <a:ext cx="12192000" cy="2051264"/>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sp>
        <p:nvSpPr>
          <p:cNvPr id="2" name="Title 1"/>
          <p:cNvSpPr>
            <a:spLocks noGrp="1"/>
          </p:cNvSpPr>
          <p:nvPr>
            <p:ph type="ctrTitle"/>
          </p:nvPr>
        </p:nvSpPr>
        <p:spPr>
          <a:xfrm>
            <a:off x="576000" y="3312000"/>
            <a:ext cx="8640000" cy="768000"/>
          </a:xfrm>
        </p:spPr>
        <p:txBody>
          <a:bodyPr anchor="ctr">
            <a:noAutofit/>
          </a:bodyPr>
          <a:lstStyle>
            <a:lvl1pPr algn="l">
              <a:lnSpc>
                <a:spcPct val="100000"/>
              </a:lnSpc>
              <a:defRPr sz="4400" b="1">
                <a:solidFill>
                  <a:srgbClr val="9A3B5D"/>
                </a:solidFill>
                <a:latin typeface="游明朝" panose="02020400000000000000" pitchFamily="18" charset="-128"/>
                <a:ea typeface="游明朝" panose="02020400000000000000" pitchFamily="18" charset="-128"/>
              </a:defRPr>
            </a:lvl1pPr>
          </a:lstStyle>
          <a:p>
            <a:r>
              <a:rPr lang="ja-JP" altLang="en-US"/>
              <a:t>マスター タイトルの書式設定</a:t>
            </a:r>
            <a:endParaRPr lang="en-US"/>
          </a:p>
        </p:txBody>
      </p:sp>
      <p:sp>
        <p:nvSpPr>
          <p:cNvPr id="3" name="Subtitle 2"/>
          <p:cNvSpPr>
            <a:spLocks noGrp="1"/>
          </p:cNvSpPr>
          <p:nvPr>
            <p:ph type="subTitle" idx="1"/>
          </p:nvPr>
        </p:nvSpPr>
        <p:spPr>
          <a:xfrm>
            <a:off x="576000" y="2784000"/>
            <a:ext cx="8640000" cy="480000"/>
          </a:xfrm>
        </p:spPr>
        <p:txBody>
          <a:bodyPr anchor="ctr"/>
          <a:lstStyle>
            <a:lvl1pPr marL="0" indent="0" algn="l">
              <a:lnSpc>
                <a:spcPct val="100000"/>
              </a:lnSpc>
              <a:spcBef>
                <a:spcPts val="0"/>
              </a:spcBef>
              <a:buNone/>
              <a:defRPr sz="2400" b="1">
                <a:solidFill>
                  <a:srgbClr val="9A3B5D"/>
                </a:solidFill>
                <a:latin typeface="游明朝" panose="02020400000000000000" pitchFamily="18" charset="-128"/>
                <a:ea typeface="游明朝" panose="02020400000000000000" pitchFamily="18" charset="-128"/>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ja-JP" altLang="en-US"/>
              <a:t>マスター サブタイトルの書式設定</a:t>
            </a:r>
            <a:endParaRPr lang="en-US"/>
          </a:p>
        </p:txBody>
      </p:sp>
      <p:pic>
        <p:nvPicPr>
          <p:cNvPr id="9" name="図 8">
            <a:extLst>
              <a:ext uri="{FF2B5EF4-FFF2-40B4-BE49-F238E27FC236}">
                <a16:creationId xmlns:a16="http://schemas.microsoft.com/office/drawing/2014/main" id="{49B378A5-FEEF-5D48-AD7F-5344F238A17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928710" y="3024001"/>
            <a:ext cx="1646580" cy="428111"/>
          </a:xfrm>
          <a:prstGeom prst="rect">
            <a:avLst/>
          </a:prstGeom>
        </p:spPr>
      </p:pic>
      <p:sp>
        <p:nvSpPr>
          <p:cNvPr id="11" name="テキスト プレースホルダー 10"/>
          <p:cNvSpPr>
            <a:spLocks noGrp="1"/>
          </p:cNvSpPr>
          <p:nvPr>
            <p:ph type="body" sz="quarter" idx="13" hasCustomPrompt="1"/>
          </p:nvPr>
        </p:nvSpPr>
        <p:spPr>
          <a:xfrm>
            <a:off x="9407999" y="3552000"/>
            <a:ext cx="2688000" cy="288000"/>
          </a:xfrm>
        </p:spPr>
        <p:txBody>
          <a:bodyPr anchor="ctr">
            <a:noAutofit/>
          </a:bodyPr>
          <a:lstStyle>
            <a:lvl1pPr marL="0" indent="0" algn="ctr">
              <a:lnSpc>
                <a:spcPct val="100000"/>
              </a:lnSpc>
              <a:spcBef>
                <a:spcPts val="0"/>
              </a:spcBef>
              <a:buNone/>
              <a:defRPr sz="1067">
                <a:latin typeface="游明朝" panose="02020400000000000000" pitchFamily="18" charset="-128"/>
                <a:ea typeface="游明朝" panose="02020400000000000000" pitchFamily="18" charset="-128"/>
              </a:defRPr>
            </a:lvl1pPr>
          </a:lstStyle>
          <a:p>
            <a:pPr lvl="0"/>
            <a:r>
              <a:rPr kumimoji="1" lang="ja-JP" altLang="en-US"/>
              <a:t>○○本部</a:t>
            </a:r>
          </a:p>
        </p:txBody>
      </p:sp>
      <p:sp>
        <p:nvSpPr>
          <p:cNvPr id="4" name="Date Placeholder 3"/>
          <p:cNvSpPr>
            <a:spLocks noGrp="1"/>
          </p:cNvSpPr>
          <p:nvPr>
            <p:ph type="dt" sz="half" idx="10"/>
          </p:nvPr>
        </p:nvSpPr>
        <p:spPr>
          <a:xfrm>
            <a:off x="9791999" y="3840000"/>
            <a:ext cx="1920000" cy="288000"/>
          </a:xfrm>
          <a:prstGeom prst="rect">
            <a:avLst/>
          </a:prstGeom>
        </p:spPr>
        <p:txBody>
          <a:bodyPr/>
          <a:lstStyle>
            <a:lvl1pPr algn="ctr">
              <a:defRPr>
                <a:solidFill>
                  <a:srgbClr val="323232"/>
                </a:solidFill>
              </a:defRPr>
            </a:lvl1pPr>
          </a:lstStyle>
          <a:p>
            <a:r>
              <a:rPr lang="en-US" altLang="ja-JP"/>
              <a:t>2024/11/27</a:t>
            </a:r>
            <a:endParaRPr lang="en-US"/>
          </a:p>
        </p:txBody>
      </p:sp>
      <p:sp>
        <p:nvSpPr>
          <p:cNvPr id="13" name="テキスト プレースホルダー 12"/>
          <p:cNvSpPr>
            <a:spLocks noGrp="1"/>
          </p:cNvSpPr>
          <p:nvPr>
            <p:ph type="body" sz="quarter" idx="14" hasCustomPrompt="1"/>
          </p:nvPr>
        </p:nvSpPr>
        <p:spPr>
          <a:xfrm>
            <a:off x="576000" y="384000"/>
            <a:ext cx="3072000" cy="336000"/>
          </a:xfrm>
        </p:spPr>
        <p:txBody>
          <a:bodyPr anchor="ctr">
            <a:normAutofit/>
          </a:bodyPr>
          <a:lstStyle>
            <a:lvl1pPr>
              <a:lnSpc>
                <a:spcPct val="100000"/>
              </a:lnSpc>
              <a:spcBef>
                <a:spcPts val="0"/>
              </a:spcBef>
              <a:defRPr sz="1600" b="1">
                <a:solidFill>
                  <a:schemeClr val="bg1"/>
                </a:solidFill>
                <a:latin typeface="游明朝" panose="02020400000000000000" pitchFamily="18" charset="-128"/>
                <a:ea typeface="游明朝" panose="02020400000000000000" pitchFamily="18" charset="-128"/>
              </a:defRPr>
            </a:lvl1pPr>
            <a:lvl2pPr>
              <a:defRPr b="1">
                <a:solidFill>
                  <a:schemeClr val="bg1"/>
                </a:solidFill>
              </a:defRPr>
            </a:lvl2pPr>
            <a:lvl3pPr>
              <a:defRPr b="1">
                <a:solidFill>
                  <a:schemeClr val="bg1"/>
                </a:solidFill>
              </a:defRPr>
            </a:lvl3pPr>
            <a:lvl4pPr>
              <a:defRPr b="1">
                <a:solidFill>
                  <a:schemeClr val="bg1"/>
                </a:solidFill>
              </a:defRPr>
            </a:lvl4pPr>
            <a:lvl5pPr>
              <a:defRPr b="1">
                <a:solidFill>
                  <a:schemeClr val="bg1"/>
                </a:solidFill>
              </a:defRPr>
            </a:lvl5pPr>
          </a:lstStyle>
          <a:p>
            <a:pPr lvl="0"/>
            <a:r>
              <a:rPr kumimoji="1" lang="ja-JP" altLang="en-US"/>
              <a:t>○○株式会社 御中</a:t>
            </a:r>
          </a:p>
        </p:txBody>
      </p:sp>
    </p:spTree>
    <p:extLst>
      <p:ext uri="{BB962C8B-B14F-4D97-AF65-F5344CB8AC3E}">
        <p14:creationId xmlns:p14="http://schemas.microsoft.com/office/powerpoint/2010/main" val="42565185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游ゴシック" panose="020B0400000000000000" pitchFamily="50" charset="-128"/>
                <a:ea typeface="游ゴシック" panose="020B0400000000000000" pitchFamily="50" charset="-128"/>
              </a:defRPr>
            </a:lvl1pPr>
          </a:lstStyle>
          <a:p>
            <a:r>
              <a:rPr lang="ja-JP" altLang="en-US"/>
              <a:t>マスター タイトルの書式設定</a:t>
            </a:r>
            <a:endParaRPr lang="en-US"/>
          </a:p>
        </p:txBody>
      </p:sp>
      <p:cxnSp>
        <p:nvCxnSpPr>
          <p:cNvPr id="7" name="直線コネクタ 6">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
        <p:nvSpPr>
          <p:cNvPr id="10" name="テキスト プレースホルダー 9">
            <a:extLst>
              <a:ext uri="{FF2B5EF4-FFF2-40B4-BE49-F238E27FC236}">
                <a16:creationId xmlns:a16="http://schemas.microsoft.com/office/drawing/2014/main" id="{E583FF8A-E87D-4283-8A63-91BC318560C7}"/>
              </a:ext>
            </a:extLst>
          </p:cNvPr>
          <p:cNvSpPr>
            <a:spLocks noGrp="1"/>
          </p:cNvSpPr>
          <p:nvPr>
            <p:ph type="body" sz="quarter" idx="13"/>
          </p:nvPr>
        </p:nvSpPr>
        <p:spPr>
          <a:xfrm>
            <a:off x="576000" y="936000"/>
            <a:ext cx="11040000" cy="5350500"/>
          </a:xfrm>
        </p:spPr>
        <p:txBody>
          <a:bodyPr>
            <a:normAutofit/>
          </a:bodyPr>
          <a:lstStyle>
            <a:lvl1pPr marL="273050" indent="-273050">
              <a:buFont typeface="Wingdings" panose="05000000000000000000" pitchFamily="2" charset="2"/>
              <a:buChar char="n"/>
              <a:defRPr sz="1800" b="1" u="sng">
                <a:latin typeface="+mn-ea"/>
                <a:ea typeface="+mn-ea"/>
              </a:defRPr>
            </a:lvl1pPr>
            <a:lvl2pPr marL="360363" indent="-184150">
              <a:buFont typeface="Arial" panose="020B0604020202020204" pitchFamily="34" charset="0"/>
              <a:buChar char="•"/>
              <a:defRPr sz="1800">
                <a:latin typeface="+mn-ea"/>
                <a:ea typeface="+mn-ea"/>
              </a:defRPr>
            </a:lvl2pPr>
            <a:lvl3pPr marL="536575" indent="-176213">
              <a:buFont typeface="Arial" panose="020B0604020202020204" pitchFamily="34" charset="0"/>
              <a:buChar char="•"/>
              <a:defRPr sz="1800">
                <a:latin typeface="+mn-ea"/>
                <a:ea typeface="+mn-ea"/>
              </a:defRPr>
            </a:lvl3pPr>
            <a:lvl4pPr marL="720725" indent="-184150">
              <a:buFont typeface="Arial" panose="020B0604020202020204" pitchFamily="34" charset="0"/>
              <a:buChar char="•"/>
              <a:defRPr sz="1800">
                <a:latin typeface="+mn-ea"/>
                <a:ea typeface="+mn-ea"/>
              </a:defRPr>
            </a:lvl4pPr>
            <a:lvl5pPr marL="896938" indent="-176213">
              <a:defRPr sz="1800">
                <a:latin typeface="+mn-ea"/>
                <a:ea typeface="+mn-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3" name="フッター プレースホルダー 2">
            <a:extLst>
              <a:ext uri="{FF2B5EF4-FFF2-40B4-BE49-F238E27FC236}">
                <a16:creationId xmlns:a16="http://schemas.microsoft.com/office/drawing/2014/main" id="{DDA67EA7-4BCD-4C0C-8448-F19CAB106370}"/>
              </a:ext>
            </a:extLst>
          </p:cNvPr>
          <p:cNvSpPr>
            <a:spLocks noGrp="1"/>
          </p:cNvSpPr>
          <p:nvPr>
            <p:ph type="ftr" sz="quarter" idx="14"/>
          </p:nvPr>
        </p:nvSpPr>
        <p:spPr/>
        <p:txBody>
          <a:bodyPr/>
          <a:lstStyle/>
          <a:p>
            <a:r>
              <a:rPr lang="en-US"/>
              <a:t>Copyright © 2025 SystemEXE,Inc All Rights Reserved.</a:t>
            </a:r>
          </a:p>
        </p:txBody>
      </p:sp>
      <p:sp>
        <p:nvSpPr>
          <p:cNvPr id="8" name="スライド番号プレースホルダー 7">
            <a:extLst>
              <a:ext uri="{FF2B5EF4-FFF2-40B4-BE49-F238E27FC236}">
                <a16:creationId xmlns:a16="http://schemas.microsoft.com/office/drawing/2014/main" id="{6EDC3200-90DF-4FAF-9DF6-C96E3DB12228}"/>
              </a:ext>
            </a:extLst>
          </p:cNvPr>
          <p:cNvSpPr>
            <a:spLocks noGrp="1"/>
          </p:cNvSpPr>
          <p:nvPr>
            <p:ph type="sldNum" sz="quarter" idx="15"/>
          </p:nvPr>
        </p:nvSpPr>
        <p:spPr/>
        <p:txBody>
          <a:body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24924555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cxnSp>
        <p:nvCxnSpPr>
          <p:cNvPr id="6" name="直線コネクタ 5">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
        <p:nvSpPr>
          <p:cNvPr id="7" name="フッター プレースホルダー 6">
            <a:extLst>
              <a:ext uri="{FF2B5EF4-FFF2-40B4-BE49-F238E27FC236}">
                <a16:creationId xmlns:a16="http://schemas.microsoft.com/office/drawing/2014/main" id="{331AF37A-54CF-452F-BA97-AC316FA062DE}"/>
              </a:ext>
            </a:extLst>
          </p:cNvPr>
          <p:cNvSpPr>
            <a:spLocks noGrp="1"/>
          </p:cNvSpPr>
          <p:nvPr>
            <p:ph type="ftr" sz="quarter" idx="10"/>
          </p:nvPr>
        </p:nvSpPr>
        <p:spPr/>
        <p:txBody>
          <a:bodyPr/>
          <a:lstStyle/>
          <a:p>
            <a:r>
              <a:rPr lang="en-US"/>
              <a:t>Copyright © 2025 SystemEXE,Inc All Rights Reserved.</a:t>
            </a:r>
          </a:p>
        </p:txBody>
      </p:sp>
      <p:sp>
        <p:nvSpPr>
          <p:cNvPr id="8" name="スライド番号プレースホルダー 7">
            <a:extLst>
              <a:ext uri="{FF2B5EF4-FFF2-40B4-BE49-F238E27FC236}">
                <a16:creationId xmlns:a16="http://schemas.microsoft.com/office/drawing/2014/main" id="{5BE7DD17-AADE-4C84-BF50-F59943E57AF8}"/>
              </a:ext>
            </a:extLst>
          </p:cNvPr>
          <p:cNvSpPr>
            <a:spLocks noGrp="1"/>
          </p:cNvSpPr>
          <p:nvPr>
            <p:ph type="sldNum" sz="quarter" idx="11"/>
          </p:nvPr>
        </p:nvSpPr>
        <p:spPr/>
        <p:txBody>
          <a:body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20777887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セクション見出し_1">
    <p:spTree>
      <p:nvGrpSpPr>
        <p:cNvPr id="1" name=""/>
        <p:cNvGrpSpPr/>
        <p:nvPr/>
      </p:nvGrpSpPr>
      <p:grpSpPr>
        <a:xfrm>
          <a:off x="0" y="0"/>
          <a:ext cx="0" cy="0"/>
          <a:chOff x="0" y="0"/>
          <a:chExt cx="0" cy="0"/>
        </a:xfrm>
      </p:grpSpPr>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sp>
        <p:nvSpPr>
          <p:cNvPr id="21" name="正方形/長方形 20">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23"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pic>
        <p:nvPicPr>
          <p:cNvPr id="24" name="図 23">
            <a:extLst>
              <a:ext uri="{FF2B5EF4-FFF2-40B4-BE49-F238E27FC236}">
                <a16:creationId xmlns:a16="http://schemas.microsoft.com/office/drawing/2014/main" id="{F46E3783-8969-F042-AEFB-E6C22717CB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7"/>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3" name="フッター プレースホルダー 2">
            <a:extLst>
              <a:ext uri="{FF2B5EF4-FFF2-40B4-BE49-F238E27FC236}">
                <a16:creationId xmlns:a16="http://schemas.microsoft.com/office/drawing/2014/main" id="{2E76925C-D4AE-4099-B9B2-38D1E0398CB2}"/>
              </a:ext>
            </a:extLst>
          </p:cNvPr>
          <p:cNvSpPr>
            <a:spLocks noGrp="1"/>
          </p:cNvSpPr>
          <p:nvPr>
            <p:ph type="ftr" sz="quarter" idx="10"/>
          </p:nvPr>
        </p:nvSpPr>
        <p:spPr/>
        <p:txBody>
          <a:bodyPr/>
          <a:lstStyle/>
          <a:p>
            <a:r>
              <a:rPr lang="en-US"/>
              <a:t>Copyright © 2025 SystemEXE,Inc All Rights Reserved.</a:t>
            </a:r>
          </a:p>
        </p:txBody>
      </p:sp>
      <p:sp>
        <p:nvSpPr>
          <p:cNvPr id="7" name="スライド番号プレースホルダー 6">
            <a:extLst>
              <a:ext uri="{FF2B5EF4-FFF2-40B4-BE49-F238E27FC236}">
                <a16:creationId xmlns:a16="http://schemas.microsoft.com/office/drawing/2014/main" id="{D23860A5-C4A4-44F1-98F6-71168D128A70}"/>
              </a:ext>
            </a:extLst>
          </p:cNvPr>
          <p:cNvSpPr>
            <a:spLocks noGrp="1"/>
          </p:cNvSpPr>
          <p:nvPr>
            <p:ph type="sldNum" sz="quarter" idx="11"/>
          </p:nvPr>
        </p:nvSpPr>
        <p:spPr/>
        <p:txBody>
          <a:body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32883210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セクション見出し_2">
    <p:spTree>
      <p:nvGrpSpPr>
        <p:cNvPr id="1" name=""/>
        <p:cNvGrpSpPr/>
        <p:nvPr/>
      </p:nvGrpSpPr>
      <p:grpSpPr>
        <a:xfrm>
          <a:off x="0" y="0"/>
          <a:ext cx="0" cy="0"/>
          <a:chOff x="0" y="0"/>
          <a:chExt cx="0" cy="0"/>
        </a:xfrm>
      </p:grpSpPr>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055D30C4-CAC8-2E43-8AC9-139C13DA26B3}"/>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
        <p:nvSpPr>
          <p:cNvPr id="3" name="フッター プレースホルダー 2">
            <a:extLst>
              <a:ext uri="{FF2B5EF4-FFF2-40B4-BE49-F238E27FC236}">
                <a16:creationId xmlns:a16="http://schemas.microsoft.com/office/drawing/2014/main" id="{E3E4985B-41C3-4B81-B162-0843B3F4E797}"/>
              </a:ext>
            </a:extLst>
          </p:cNvPr>
          <p:cNvSpPr>
            <a:spLocks noGrp="1"/>
          </p:cNvSpPr>
          <p:nvPr>
            <p:ph type="ftr" sz="quarter" idx="10"/>
          </p:nvPr>
        </p:nvSpPr>
        <p:spPr/>
        <p:txBody>
          <a:bodyPr/>
          <a:lstStyle/>
          <a:p>
            <a:r>
              <a:rPr lang="en-US"/>
              <a:t>Copyright © 2025 SystemEXE,Inc All Rights Reserved.</a:t>
            </a:r>
          </a:p>
        </p:txBody>
      </p:sp>
      <p:sp>
        <p:nvSpPr>
          <p:cNvPr id="7" name="スライド番号プレースホルダー 6">
            <a:extLst>
              <a:ext uri="{FF2B5EF4-FFF2-40B4-BE49-F238E27FC236}">
                <a16:creationId xmlns:a16="http://schemas.microsoft.com/office/drawing/2014/main" id="{6DC42A23-ABF4-4B0B-B677-7D0A5261D1F6}"/>
              </a:ext>
            </a:extLst>
          </p:cNvPr>
          <p:cNvSpPr>
            <a:spLocks noGrp="1"/>
          </p:cNvSpPr>
          <p:nvPr>
            <p:ph type="sldNum" sz="quarter" idx="11"/>
          </p:nvPr>
        </p:nvSpPr>
        <p:spPr/>
        <p:txBody>
          <a:body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40662858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セクション見出し_3">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2024/11/27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EFCF8B92-5079-A849-A76B-B3D7BB9532AA}"/>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7909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561541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セクション見出し_4">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2024/11/27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7D795D9-D515-7943-A185-DDAE04C1D38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4"/>
            <a:ext cx="37592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2460363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セクション見出し_5">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2024/11/27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6EDF2FC6-1D05-234D-BFDB-6C1848F0C40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8290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31486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セクション見出し_6">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2024/11/27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A88F7372-C6AD-A745-ADD5-0755C27AAF7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283270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セクション見出し_7">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2024/11/27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5B467C42-11F0-014D-BB0B-3726E4832A4B}"/>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9743180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セクション見出し_8">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2024/11/27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62F1E800-89BC-AC4A-B7B7-9C3612421E2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77825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0130264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セクション見出し_9">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2024/11/27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123C138A-4F38-464A-8513-3908AEB3E066}"/>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375405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セクション見出し_10">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2024/11/27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372B925-BE4F-654A-B108-6CD7680708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0097723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CF4BB5A5-0C5E-43FB-8F22-201F5BB496B1}"/>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colorTemperature colorTemp="2835"/>
                    </a14:imgEffect>
                    <a14:imgEffect>
                      <a14:saturation sat="0"/>
                    </a14:imgEffect>
                  </a14:imgLayer>
                </a14:imgProps>
              </a:ext>
              <a:ext uri="{28A0092B-C50C-407E-A947-70E740481C1C}">
                <a14:useLocalDpi xmlns:a14="http://schemas.microsoft.com/office/drawing/2010/main"/>
              </a:ext>
            </a:extLst>
          </a:blip>
          <a:stretch>
            <a:fillRect/>
          </a:stretch>
        </p:blipFill>
        <p:spPr>
          <a:xfrm>
            <a:off x="0" y="0"/>
            <a:ext cx="12189739" cy="6858000"/>
          </a:xfrm>
          <a:prstGeom prst="rect">
            <a:avLst/>
          </a:prstGeom>
        </p:spPr>
      </p:pic>
      <p:sp>
        <p:nvSpPr>
          <p:cNvPr id="7" name="タイトル 1">
            <a:extLst>
              <a:ext uri="{FF2B5EF4-FFF2-40B4-BE49-F238E27FC236}">
                <a16:creationId xmlns:a16="http://schemas.microsoft.com/office/drawing/2014/main" id="{D108FCCF-060B-4D40-82A7-286882C33CC3}"/>
              </a:ext>
            </a:extLst>
          </p:cNvPr>
          <p:cNvSpPr txBox="1">
            <a:spLocks/>
          </p:cNvSpPr>
          <p:nvPr userDrawn="1"/>
        </p:nvSpPr>
        <p:spPr>
          <a:xfrm>
            <a:off x="1583797" y="940802"/>
            <a:ext cx="9024409" cy="399189"/>
          </a:xfrm>
          <a:prstGeom prst="rect">
            <a:avLst/>
          </a:prstGeom>
        </p:spPr>
        <p:txBody>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ja-JP" altLang="en-US" sz="2800" b="1" spc="300">
                <a:solidFill>
                  <a:schemeClr val="bg1"/>
                </a:solidFill>
                <a:latin typeface="Yu Gothic" panose="020B0400000000000000" pitchFamily="34" charset="-128"/>
                <a:ea typeface="Yu Gothic" panose="020B0400000000000000" pitchFamily="34" charset="-128"/>
              </a:rPr>
              <a:t>ご高覧ありがとうございました</a:t>
            </a:r>
          </a:p>
        </p:txBody>
      </p:sp>
      <p:sp>
        <p:nvSpPr>
          <p:cNvPr id="8" name="Rectangle 116">
            <a:extLst>
              <a:ext uri="{FF2B5EF4-FFF2-40B4-BE49-F238E27FC236}">
                <a16:creationId xmlns:a16="http://schemas.microsoft.com/office/drawing/2014/main" id="{3A884843-CC48-4E8C-B0ED-C5B85841284B}"/>
              </a:ext>
            </a:extLst>
          </p:cNvPr>
          <p:cNvSpPr/>
          <p:nvPr userDrawn="1"/>
        </p:nvSpPr>
        <p:spPr bwMode="auto">
          <a:xfrm>
            <a:off x="1583797" y="1879600"/>
            <a:ext cx="9024409" cy="4070351"/>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9" name="図 8">
            <a:extLst>
              <a:ext uri="{FF2B5EF4-FFF2-40B4-BE49-F238E27FC236}">
                <a16:creationId xmlns:a16="http://schemas.microsoft.com/office/drawing/2014/main" id="{A8796B8E-7484-43A2-8FD4-FA416E60C4F5}"/>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5377672" y="5424001"/>
            <a:ext cx="1436659" cy="373532"/>
          </a:xfrm>
          <a:prstGeom prst="rect">
            <a:avLst/>
          </a:prstGeom>
        </p:spPr>
      </p:pic>
      <p:graphicFrame>
        <p:nvGraphicFramePr>
          <p:cNvPr id="10" name="表 9">
            <a:extLst>
              <a:ext uri="{FF2B5EF4-FFF2-40B4-BE49-F238E27FC236}">
                <a16:creationId xmlns:a16="http://schemas.microsoft.com/office/drawing/2014/main" id="{BC09E805-51FF-4059-8759-0CFD4628AFB1}"/>
              </a:ext>
            </a:extLst>
          </p:cNvPr>
          <p:cNvGraphicFramePr>
            <a:graphicFrameLocks noGrp="1"/>
          </p:cNvGraphicFramePr>
          <p:nvPr userDrawn="1">
            <p:extLst>
              <p:ext uri="{D42A27DB-BD31-4B8C-83A1-F6EECF244321}">
                <p14:modId xmlns:p14="http://schemas.microsoft.com/office/powerpoint/2010/main" val="2321062931"/>
              </p:ext>
            </p:extLst>
          </p:nvPr>
        </p:nvGraphicFramePr>
        <p:xfrm>
          <a:off x="1920000" y="2700000"/>
          <a:ext cx="3936000" cy="2520000"/>
        </p:xfrm>
        <a:graphic>
          <a:graphicData uri="http://schemas.openxmlformats.org/drawingml/2006/table">
            <a:tbl>
              <a:tblPr firstRow="1" bandRow="1">
                <a:tableStyleId>{5C22544A-7EE6-4342-B048-85BDC9FD1C3A}</a:tableStyleId>
              </a:tblPr>
              <a:tblGrid>
                <a:gridCol w="3936000">
                  <a:extLst>
                    <a:ext uri="{9D8B030D-6E8A-4147-A177-3AD203B41FA5}">
                      <a16:colId xmlns:a16="http://schemas.microsoft.com/office/drawing/2014/main" val="2827529615"/>
                    </a:ext>
                  </a:extLst>
                </a:gridCol>
              </a:tblGrid>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mpd="sng">
                      <a:noFill/>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2539194732"/>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93282665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261610194"/>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394578234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988007701"/>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38100" cap="flat" cmpd="sng" algn="ctr">
                      <a:noFill/>
                      <a:prstDash val="solid"/>
                      <a:round/>
                      <a:headEnd type="none" w="med" len="med"/>
                      <a:tailEnd type="none" w="med" len="med"/>
                    </a:lnB>
                    <a:noFill/>
                  </a:tcPr>
                </a:tc>
                <a:extLst>
                  <a:ext uri="{0D108BD9-81ED-4DB2-BD59-A6C34878D82A}">
                    <a16:rowId xmlns:a16="http://schemas.microsoft.com/office/drawing/2014/main" val="1683233331"/>
                  </a:ext>
                </a:extLst>
              </a:tr>
            </a:tbl>
          </a:graphicData>
        </a:graphic>
      </p:graphicFrame>
      <p:sp>
        <p:nvSpPr>
          <p:cNvPr id="11" name="テキスト ボックス 10">
            <a:extLst>
              <a:ext uri="{FF2B5EF4-FFF2-40B4-BE49-F238E27FC236}">
                <a16:creationId xmlns:a16="http://schemas.microsoft.com/office/drawing/2014/main" id="{F59FCD42-5CC0-4223-9A56-3FF27118A69A}"/>
              </a:ext>
            </a:extLst>
          </p:cNvPr>
          <p:cNvSpPr txBox="1"/>
          <p:nvPr userDrawn="1"/>
        </p:nvSpPr>
        <p:spPr>
          <a:xfrm>
            <a:off x="6384000" y="2699999"/>
            <a:ext cx="3936000" cy="2559419"/>
          </a:xfrm>
          <a:prstGeom prst="rect">
            <a:avLst/>
          </a:prstGeom>
          <a:noFill/>
        </p:spPr>
        <p:txBody>
          <a:bodyPr wrap="square" rtlCol="0">
            <a:spAutoFit/>
          </a:bodyPr>
          <a:lstStyle/>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本文に記載されている商品名、社名は、各社の商標および登録商標の場合があります。</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本資料には当社の機密情報が含まれておりますので、当社の書面による承諾なく第三者に開示することはできません。</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また、当社の承諾を得た場合であっても、本技術情報は外国為替及び外国貿易管理法の定める特定技術に該当するため、非居住者に提供する場合には同法に基づく許可を要することがあります。</a:t>
            </a:r>
          </a:p>
        </p:txBody>
      </p:sp>
      <p:cxnSp>
        <p:nvCxnSpPr>
          <p:cNvPr id="12" name="直線コネクタ 11">
            <a:extLst>
              <a:ext uri="{FF2B5EF4-FFF2-40B4-BE49-F238E27FC236}">
                <a16:creationId xmlns:a16="http://schemas.microsoft.com/office/drawing/2014/main" id="{7509048C-A9F2-49EC-8D5F-EB5445CA53E6}"/>
              </a:ext>
            </a:extLst>
          </p:cNvPr>
          <p:cNvCxnSpPr>
            <a:cxnSpLocks/>
          </p:cNvCxnSpPr>
          <p:nvPr userDrawn="1"/>
        </p:nvCxnSpPr>
        <p:spPr>
          <a:xfrm>
            <a:off x="6096000" y="2718057"/>
            <a:ext cx="0" cy="2448000"/>
          </a:xfrm>
          <a:prstGeom prst="line">
            <a:avLst/>
          </a:prstGeom>
          <a:ln>
            <a:solidFill>
              <a:srgbClr val="787878"/>
            </a:solidFill>
          </a:ln>
        </p:spPr>
        <p:style>
          <a:lnRef idx="1">
            <a:schemeClr val="accent1"/>
          </a:lnRef>
          <a:fillRef idx="0">
            <a:schemeClr val="accent1"/>
          </a:fillRef>
          <a:effectRef idx="0">
            <a:schemeClr val="accent1"/>
          </a:effectRef>
          <a:fontRef idx="minor">
            <a:schemeClr val="tx1"/>
          </a:fontRef>
        </p:style>
      </p:cxnSp>
      <p:sp>
        <p:nvSpPr>
          <p:cNvPr id="13" name="正方形/長方形 12">
            <a:extLst>
              <a:ext uri="{FF2B5EF4-FFF2-40B4-BE49-F238E27FC236}">
                <a16:creationId xmlns:a16="http://schemas.microsoft.com/office/drawing/2014/main" id="{89B9FAE6-6A5B-4611-A9D0-990EC550AF49}"/>
              </a:ext>
            </a:extLst>
          </p:cNvPr>
          <p:cNvSpPr/>
          <p:nvPr userDrawn="1"/>
        </p:nvSpPr>
        <p:spPr>
          <a:xfrm>
            <a:off x="2772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本書に関するお問い合わせ先</a:t>
            </a:r>
          </a:p>
        </p:txBody>
      </p:sp>
      <p:sp>
        <p:nvSpPr>
          <p:cNvPr id="14" name="正方形/長方形 13">
            <a:extLst>
              <a:ext uri="{FF2B5EF4-FFF2-40B4-BE49-F238E27FC236}">
                <a16:creationId xmlns:a16="http://schemas.microsoft.com/office/drawing/2014/main" id="{C8B7B5A6-C08F-4396-B875-92CEEC461FE6}"/>
              </a:ext>
            </a:extLst>
          </p:cNvPr>
          <p:cNvSpPr/>
          <p:nvPr userDrawn="1"/>
        </p:nvSpPr>
        <p:spPr>
          <a:xfrm>
            <a:off x="7236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登録商標</a:t>
            </a:r>
          </a:p>
        </p:txBody>
      </p:sp>
      <p:sp>
        <p:nvSpPr>
          <p:cNvPr id="15" name="テキスト プレースホルダー 6">
            <a:extLst>
              <a:ext uri="{FF2B5EF4-FFF2-40B4-BE49-F238E27FC236}">
                <a16:creationId xmlns:a16="http://schemas.microsoft.com/office/drawing/2014/main" id="{D430BC1B-CF97-4CBC-A073-09438DBF70C3}"/>
              </a:ext>
            </a:extLst>
          </p:cNvPr>
          <p:cNvSpPr>
            <a:spLocks noGrp="1"/>
          </p:cNvSpPr>
          <p:nvPr>
            <p:ph type="body" sz="quarter" idx="13"/>
          </p:nvPr>
        </p:nvSpPr>
        <p:spPr>
          <a:xfrm>
            <a:off x="1920000" y="278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6" name="テキスト プレースホルダー 6">
            <a:extLst>
              <a:ext uri="{FF2B5EF4-FFF2-40B4-BE49-F238E27FC236}">
                <a16:creationId xmlns:a16="http://schemas.microsoft.com/office/drawing/2014/main" id="{C15A8F8A-24D0-44A8-A357-E8BB9CA91827}"/>
              </a:ext>
            </a:extLst>
          </p:cNvPr>
          <p:cNvSpPr>
            <a:spLocks noGrp="1"/>
          </p:cNvSpPr>
          <p:nvPr>
            <p:ph type="body" sz="quarter" idx="14"/>
          </p:nvPr>
        </p:nvSpPr>
        <p:spPr>
          <a:xfrm>
            <a:off x="1920000" y="3216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7" name="テキスト プレースホルダー 6">
            <a:extLst>
              <a:ext uri="{FF2B5EF4-FFF2-40B4-BE49-F238E27FC236}">
                <a16:creationId xmlns:a16="http://schemas.microsoft.com/office/drawing/2014/main" id="{CAA5A7BA-D323-4165-80B7-F4F1D64D5FE2}"/>
              </a:ext>
            </a:extLst>
          </p:cNvPr>
          <p:cNvSpPr>
            <a:spLocks noGrp="1"/>
          </p:cNvSpPr>
          <p:nvPr>
            <p:ph type="body" sz="quarter" idx="15"/>
          </p:nvPr>
        </p:nvSpPr>
        <p:spPr>
          <a:xfrm>
            <a:off x="1920000" y="3648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8" name="テキスト プレースホルダー 6">
            <a:extLst>
              <a:ext uri="{FF2B5EF4-FFF2-40B4-BE49-F238E27FC236}">
                <a16:creationId xmlns:a16="http://schemas.microsoft.com/office/drawing/2014/main" id="{220A449D-0D72-4A92-9F2C-0088923B6FFB}"/>
              </a:ext>
            </a:extLst>
          </p:cNvPr>
          <p:cNvSpPr>
            <a:spLocks noGrp="1"/>
          </p:cNvSpPr>
          <p:nvPr>
            <p:ph type="body" sz="quarter" idx="16"/>
          </p:nvPr>
        </p:nvSpPr>
        <p:spPr>
          <a:xfrm>
            <a:off x="1920000" y="4080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9" name="テキスト プレースホルダー 6">
            <a:extLst>
              <a:ext uri="{FF2B5EF4-FFF2-40B4-BE49-F238E27FC236}">
                <a16:creationId xmlns:a16="http://schemas.microsoft.com/office/drawing/2014/main" id="{3F2DBE48-626E-4F30-A826-B0954189D61D}"/>
              </a:ext>
            </a:extLst>
          </p:cNvPr>
          <p:cNvSpPr>
            <a:spLocks noGrp="1"/>
          </p:cNvSpPr>
          <p:nvPr>
            <p:ph type="body" sz="quarter" idx="17"/>
          </p:nvPr>
        </p:nvSpPr>
        <p:spPr>
          <a:xfrm>
            <a:off x="1920000" y="4512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20" name="テキスト プレースホルダー 6">
            <a:extLst>
              <a:ext uri="{FF2B5EF4-FFF2-40B4-BE49-F238E27FC236}">
                <a16:creationId xmlns:a16="http://schemas.microsoft.com/office/drawing/2014/main" id="{AA345CF8-EE14-40AE-A443-B9A4548C5FA5}"/>
              </a:ext>
            </a:extLst>
          </p:cNvPr>
          <p:cNvSpPr>
            <a:spLocks noGrp="1"/>
          </p:cNvSpPr>
          <p:nvPr>
            <p:ph type="body" sz="quarter" idx="18"/>
          </p:nvPr>
        </p:nvSpPr>
        <p:spPr>
          <a:xfrm>
            <a:off x="1920000" y="494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2" name="フッター プレースホルダー 1">
            <a:extLst>
              <a:ext uri="{FF2B5EF4-FFF2-40B4-BE49-F238E27FC236}">
                <a16:creationId xmlns:a16="http://schemas.microsoft.com/office/drawing/2014/main" id="{C287789A-0F27-444C-83BC-58074138C604}"/>
              </a:ext>
            </a:extLst>
          </p:cNvPr>
          <p:cNvSpPr>
            <a:spLocks noGrp="1"/>
          </p:cNvSpPr>
          <p:nvPr>
            <p:ph type="ftr" sz="quarter" idx="19"/>
          </p:nvPr>
        </p:nvSpPr>
        <p:spPr/>
        <p:txBody>
          <a:bodyPr/>
          <a:lstStyle/>
          <a:p>
            <a:r>
              <a:rPr lang="en-US"/>
              <a:t>Copyright © 2025 SystemEXE,Inc All Rights Reserved.</a:t>
            </a:r>
          </a:p>
        </p:txBody>
      </p:sp>
      <p:sp>
        <p:nvSpPr>
          <p:cNvPr id="21" name="スライド番号プレースホルダー 20">
            <a:extLst>
              <a:ext uri="{FF2B5EF4-FFF2-40B4-BE49-F238E27FC236}">
                <a16:creationId xmlns:a16="http://schemas.microsoft.com/office/drawing/2014/main" id="{84A40443-5346-4CA3-B1E2-0F46E56C54CE}"/>
              </a:ext>
            </a:extLst>
          </p:cNvPr>
          <p:cNvSpPr>
            <a:spLocks noGrp="1"/>
          </p:cNvSpPr>
          <p:nvPr>
            <p:ph type="sldNum" sz="quarter" idx="20"/>
          </p:nvPr>
        </p:nvSpPr>
        <p:spPr/>
        <p:txBody>
          <a:body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12965150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6000" y="180000"/>
            <a:ext cx="11041200" cy="504000"/>
          </a:xfrm>
          <a:prstGeom prst="rect">
            <a:avLst/>
          </a:prstGeom>
        </p:spPr>
        <p:txBody>
          <a:bodyPr vert="horz" wrap="none" lIns="91440" tIns="45720" rIns="91440" bIns="45720" rtlCol="0" anchor="ctr">
            <a:noAutofit/>
          </a:bodyPr>
          <a:lstStyle/>
          <a:p>
            <a:r>
              <a:rPr lang="ja-JP" altLang="en-US"/>
              <a:t>マスター タイトルの書式設定</a:t>
            </a:r>
            <a:endParaRPr lang="en-US"/>
          </a:p>
        </p:txBody>
      </p:sp>
      <p:sp>
        <p:nvSpPr>
          <p:cNvPr id="3" name="Text Placeholder 2"/>
          <p:cNvSpPr>
            <a:spLocks noGrp="1"/>
          </p:cNvSpPr>
          <p:nvPr>
            <p:ph type="body" idx="1"/>
          </p:nvPr>
        </p:nvSpPr>
        <p:spPr>
          <a:xfrm>
            <a:off x="576000" y="936000"/>
            <a:ext cx="11041200" cy="5328000"/>
          </a:xfrm>
          <a:prstGeom prst="rect">
            <a:avLst/>
          </a:prstGeom>
        </p:spPr>
        <p:txBody>
          <a:bodyPr vert="horz" lIns="91440" tIns="45720" rIns="91440" bIns="45720" rtlCol="0">
            <a:normAutofit/>
          </a:bodyPr>
          <a:lstStyle/>
          <a:p>
            <a:pPr lvl="0"/>
            <a:r>
              <a:rPr lang="ja-JP" altLang="en-US"/>
              <a:t>マスター テキストの書式設定</a:t>
            </a:r>
          </a:p>
        </p:txBody>
      </p:sp>
      <p:sp>
        <p:nvSpPr>
          <p:cNvPr id="7" name="Shape 20">
            <a:extLst>
              <a:ext uri="{FF2B5EF4-FFF2-40B4-BE49-F238E27FC236}">
                <a16:creationId xmlns:a16="http://schemas.microsoft.com/office/drawing/2014/main" id="{31B2DB08-A49E-1A4A-90DB-D7A431943820}"/>
              </a:ext>
            </a:extLst>
          </p:cNvPr>
          <p:cNvSpPr/>
          <p:nvPr userDrawn="1"/>
        </p:nvSpPr>
        <p:spPr>
          <a:xfrm>
            <a:off x="0" y="6493898"/>
            <a:ext cx="12193200" cy="360000"/>
          </a:xfrm>
          <a:prstGeom prst="rect">
            <a:avLst/>
          </a:prstGeom>
          <a:solidFill>
            <a:srgbClr val="4B4B4B"/>
          </a:solidFill>
          <a:ln w="12700">
            <a:noFill/>
            <a:miter lim="400000"/>
          </a:ln>
          <a:effectLst>
            <a:outerShdw sx="1000" sy="1000" algn="ctr" rotWithShape="0">
              <a:prstClr val="black"/>
            </a:outerShdw>
          </a:effectLst>
        </p:spPr>
        <p:txBody>
          <a:bodyPr lIns="0" tIns="0" rIns="0" bIns="0"/>
          <a:lstStyle>
            <a:lvl1pPr defTabSz="2177277">
              <a:spcBef>
                <a:spcPts val="400"/>
              </a:spcBef>
              <a:defRPr>
                <a:solidFill>
                  <a:srgbClr val="FFFFFF"/>
                </a:solidFill>
                <a:latin typeface="Calibri"/>
                <a:ea typeface="Calibri"/>
                <a:cs typeface="Calibri"/>
                <a:sym typeface="Calibri"/>
              </a:defRPr>
            </a:lvl1pPr>
            <a:lvl2pPr indent="1088448" defTabSz="2177277">
              <a:spcBef>
                <a:spcPts val="400"/>
              </a:spcBef>
              <a:defRPr>
                <a:solidFill>
                  <a:srgbClr val="FFFFFF"/>
                </a:solidFill>
                <a:latin typeface="Calibri"/>
                <a:ea typeface="Calibri"/>
                <a:cs typeface="Calibri"/>
                <a:sym typeface="Calibri"/>
              </a:defRPr>
            </a:lvl2pPr>
            <a:lvl3pPr indent="2176894" defTabSz="2177277">
              <a:spcBef>
                <a:spcPts val="400"/>
              </a:spcBef>
              <a:defRPr>
                <a:solidFill>
                  <a:srgbClr val="FFFFFF"/>
                </a:solidFill>
                <a:latin typeface="Calibri"/>
                <a:ea typeface="Calibri"/>
                <a:cs typeface="Calibri"/>
                <a:sym typeface="Calibri"/>
              </a:defRPr>
            </a:lvl3pPr>
            <a:lvl4pPr indent="3265342" defTabSz="2177277">
              <a:spcBef>
                <a:spcPts val="400"/>
              </a:spcBef>
              <a:defRPr>
                <a:solidFill>
                  <a:srgbClr val="FFFFFF"/>
                </a:solidFill>
                <a:latin typeface="Calibri"/>
                <a:ea typeface="Calibri"/>
                <a:cs typeface="Calibri"/>
                <a:sym typeface="Calibri"/>
              </a:defRPr>
            </a:lvl4pPr>
            <a:lvl5pPr indent="4353788" defTabSz="2177277">
              <a:spcBef>
                <a:spcPts val="400"/>
              </a:spcBef>
              <a:defRPr>
                <a:solidFill>
                  <a:srgbClr val="FFFFFF"/>
                </a:solidFill>
                <a:latin typeface="Calibri"/>
                <a:ea typeface="Calibri"/>
                <a:cs typeface="Calibri"/>
                <a:sym typeface="Calibri"/>
              </a:defRPr>
            </a:lvl5pPr>
            <a:lvl6pPr indent="5442237" defTabSz="2177277">
              <a:spcBef>
                <a:spcPts val="400"/>
              </a:spcBef>
              <a:defRPr>
                <a:solidFill>
                  <a:srgbClr val="FFFFFF"/>
                </a:solidFill>
                <a:latin typeface="Calibri"/>
                <a:ea typeface="Calibri"/>
                <a:cs typeface="Calibri"/>
                <a:sym typeface="Calibri"/>
              </a:defRPr>
            </a:lvl6pPr>
            <a:lvl7pPr indent="6530682" defTabSz="2177277">
              <a:spcBef>
                <a:spcPts val="400"/>
              </a:spcBef>
              <a:defRPr>
                <a:solidFill>
                  <a:srgbClr val="FFFFFF"/>
                </a:solidFill>
                <a:latin typeface="Calibri"/>
                <a:ea typeface="Calibri"/>
                <a:cs typeface="Calibri"/>
                <a:sym typeface="Calibri"/>
              </a:defRPr>
            </a:lvl7pPr>
            <a:lvl8pPr indent="7619128" defTabSz="2177277">
              <a:spcBef>
                <a:spcPts val="400"/>
              </a:spcBef>
              <a:defRPr>
                <a:solidFill>
                  <a:srgbClr val="FFFFFF"/>
                </a:solidFill>
                <a:latin typeface="Calibri"/>
                <a:ea typeface="Calibri"/>
                <a:cs typeface="Calibri"/>
                <a:sym typeface="Calibri"/>
              </a:defRPr>
            </a:lvl8pPr>
            <a:lvl9pPr indent="8707577" defTabSz="2177277">
              <a:spcBef>
                <a:spcPts val="400"/>
              </a:spcBef>
              <a:defRPr>
                <a:solidFill>
                  <a:srgbClr val="FFFFFF"/>
                </a:solidFill>
                <a:latin typeface="Calibri"/>
                <a:ea typeface="Calibri"/>
                <a:cs typeface="Calibri"/>
                <a:sym typeface="Calibri"/>
              </a:defRPr>
            </a:lvl9pPr>
          </a:lstStyle>
          <a:p>
            <a:pPr lvl="0" algn="ctr" defTabSz="884127">
              <a:spcBef>
                <a:spcPts val="0"/>
              </a:spcBef>
              <a:defRPr sz="4300">
                <a:solidFill>
                  <a:srgbClr val="000000"/>
                </a:solidFill>
              </a:defRPr>
            </a:pPr>
            <a:endParaRPr sz="1747">
              <a:solidFill>
                <a:schemeClr val="bg1"/>
              </a:solidFill>
            </a:endParaRPr>
          </a:p>
        </p:txBody>
      </p:sp>
      <p:cxnSp>
        <p:nvCxnSpPr>
          <p:cNvPr id="8" name="直線コネクタ 7">
            <a:extLst>
              <a:ext uri="{FF2B5EF4-FFF2-40B4-BE49-F238E27FC236}">
                <a16:creationId xmlns:a16="http://schemas.microsoft.com/office/drawing/2014/main" id="{7D91C2AF-B556-A24B-9BE1-1CF44516E0D0}"/>
              </a:ext>
            </a:extLst>
          </p:cNvPr>
          <p:cNvCxnSpPr>
            <a:cxnSpLocks/>
          </p:cNvCxnSpPr>
          <p:nvPr userDrawn="1"/>
        </p:nvCxnSpPr>
        <p:spPr>
          <a:xfrm>
            <a:off x="0" y="6498000"/>
            <a:ext cx="12192000" cy="0"/>
          </a:xfrm>
          <a:prstGeom prst="line">
            <a:avLst/>
          </a:prstGeom>
          <a:ln w="34925">
            <a:solidFill>
              <a:srgbClr val="9A3B5D"/>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E320A192-F81A-DE46-BFE4-F9AFCC5612A5}"/>
              </a:ext>
            </a:extLst>
          </p:cNvPr>
          <p:cNvCxnSpPr>
            <a:cxnSpLocks/>
          </p:cNvCxnSpPr>
          <p:nvPr userDrawn="1"/>
        </p:nvCxnSpPr>
        <p:spPr>
          <a:xfrm>
            <a:off x="0" y="0"/>
            <a:ext cx="12192000" cy="0"/>
          </a:xfrm>
          <a:prstGeom prst="line">
            <a:avLst/>
          </a:prstGeom>
          <a:ln w="25400">
            <a:solidFill>
              <a:srgbClr val="9A3B5D"/>
            </a:solidFill>
          </a:ln>
        </p:spPr>
        <p:style>
          <a:lnRef idx="1">
            <a:schemeClr val="accent1"/>
          </a:lnRef>
          <a:fillRef idx="0">
            <a:schemeClr val="accent1"/>
          </a:fillRef>
          <a:effectRef idx="0">
            <a:schemeClr val="accent1"/>
          </a:effectRef>
          <a:fontRef idx="minor">
            <a:schemeClr val="tx1"/>
          </a:fontRef>
        </p:style>
      </p:cxnSp>
      <p:pic>
        <p:nvPicPr>
          <p:cNvPr id="10" name="Picture 17" descr="C:\Documents and Settings\sysexe\デスクトップ\SystemEXEロゴ_120329\SystemEXEロゴ_印刷用.png">
            <a:extLst>
              <a:ext uri="{FF2B5EF4-FFF2-40B4-BE49-F238E27FC236}">
                <a16:creationId xmlns:a16="http://schemas.microsoft.com/office/drawing/2014/main" id="{1919A988-D9C7-F241-86D5-3FF4C05E34A4}"/>
              </a:ext>
            </a:extLst>
          </p:cNvPr>
          <p:cNvPicPr>
            <a:picLocks noChangeAspect="1" noChangeArrowheads="1"/>
          </p:cNvPicPr>
          <p:nvPr userDrawn="1"/>
        </p:nvPicPr>
        <p:blipFill rotWithShape="1">
          <a:blip r:embed="rId16" cstate="screen">
            <a:alphaModFix amt="50000"/>
            <a:extLst>
              <a:ext uri="{28A0092B-C50C-407E-A947-70E740481C1C}">
                <a14:useLocalDpi xmlns:a14="http://schemas.microsoft.com/office/drawing/2010/main"/>
              </a:ext>
            </a:extLst>
          </a:blip>
          <a:srcRect/>
          <a:stretch/>
        </p:blipFill>
        <p:spPr bwMode="auto">
          <a:xfrm>
            <a:off x="11812450" y="99099"/>
            <a:ext cx="355685" cy="196135"/>
          </a:xfrm>
          <a:prstGeom prst="rect">
            <a:avLst/>
          </a:prstGeom>
          <a:noFill/>
        </p:spPr>
      </p:pic>
      <p:sp>
        <p:nvSpPr>
          <p:cNvPr id="5" name="Footer Placeholder 4"/>
          <p:cNvSpPr>
            <a:spLocks noGrp="1"/>
          </p:cNvSpPr>
          <p:nvPr>
            <p:ph type="ftr" sz="quarter" idx="3"/>
          </p:nvPr>
        </p:nvSpPr>
        <p:spPr>
          <a:xfrm>
            <a:off x="3036000" y="6552000"/>
            <a:ext cx="6120000" cy="216000"/>
          </a:xfrm>
          <a:prstGeom prst="rect">
            <a:avLst/>
          </a:prstGeom>
        </p:spPr>
        <p:txBody>
          <a:bodyPr vert="horz" lIns="91440" tIns="45720" rIns="91440" bIns="45720" rtlCol="0" anchor="ctr"/>
          <a:lstStyle>
            <a:lvl1pPr algn="ctr">
              <a:defRPr sz="1200">
                <a:solidFill>
                  <a:schemeClr val="bg1"/>
                </a:solidFill>
                <a:latin typeface="游ゴシック" panose="020B0400000000000000" pitchFamily="50" charset="-128"/>
                <a:ea typeface="游ゴシック" panose="020B0400000000000000" pitchFamily="50" charset="-128"/>
              </a:defRPr>
            </a:lvl1pPr>
          </a:lstStyle>
          <a:p>
            <a:r>
              <a:rPr lang="en-US"/>
              <a:t>Copyright © 2025 SystemEXE,Inc All Rights Reserved.</a:t>
            </a:r>
          </a:p>
        </p:txBody>
      </p:sp>
      <p:sp>
        <p:nvSpPr>
          <p:cNvPr id="6" name="Slide Number Placeholder 5"/>
          <p:cNvSpPr>
            <a:spLocks noGrp="1"/>
          </p:cNvSpPr>
          <p:nvPr>
            <p:ph type="sldNum" sz="quarter" idx="4"/>
          </p:nvPr>
        </p:nvSpPr>
        <p:spPr>
          <a:xfrm>
            <a:off x="10752000" y="6552000"/>
            <a:ext cx="1440000" cy="216000"/>
          </a:xfrm>
          <a:prstGeom prst="rect">
            <a:avLst/>
          </a:prstGeom>
        </p:spPr>
        <p:txBody>
          <a:bodyPr vert="horz" lIns="91440" tIns="45720" rIns="91440" bIns="45720" rtlCol="0" anchor="ctr"/>
          <a:lstStyle>
            <a:lvl1pPr algn="r">
              <a:defRPr sz="1200">
                <a:solidFill>
                  <a:schemeClr val="bg1"/>
                </a:solidFill>
                <a:latin typeface="游ゴシック" panose="020B0400000000000000" pitchFamily="50" charset="-128"/>
                <a:ea typeface="游ゴシック" panose="020B0400000000000000" pitchFamily="50" charset="-128"/>
              </a:defRPr>
            </a:lvl1p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428617888"/>
      </p:ext>
    </p:extLst>
  </p:cSld>
  <p:clrMap bg1="lt1" tx1="dk1" bg2="lt2" tx2="dk2" accent1="accent1" accent2="accent2" accent3="accent3" accent4="accent4" accent5="accent5" accent6="accent6" hlink="hlink" folHlink="folHlink"/>
  <p:sldLayoutIdLst>
    <p:sldLayoutId id="2147483782" r:id="rId1"/>
    <p:sldLayoutId id="2147483772" r:id="rId2"/>
    <p:sldLayoutId id="2147483776" r:id="rId3"/>
    <p:sldLayoutId id="2147483797" r:id="rId4"/>
    <p:sldLayoutId id="2147483798" r:id="rId5"/>
    <p:sldLayoutId id="2147483799" r:id="rId6"/>
    <p:sldLayoutId id="2147483800" r:id="rId7"/>
    <p:sldLayoutId id="2147483801" r:id="rId8"/>
    <p:sldLayoutId id="2147483802" r:id="rId9"/>
    <p:sldLayoutId id="2147483803" r:id="rId10"/>
    <p:sldLayoutId id="2147483804" r:id="rId11"/>
    <p:sldLayoutId id="2147483805" r:id="rId12"/>
    <p:sldLayoutId id="2147483756" r:id="rId13"/>
    <p:sldLayoutId id="2147483806" r:id="rId14"/>
  </p:sldLayoutIdLst>
  <p:hf hdr="0" ftr="0" dt="0"/>
  <p:txStyles>
    <p:titleStyle>
      <a:lvl1pPr algn="l" defTabSz="914400" rtl="0" eaLnBrk="1" latinLnBrk="0" hangingPunct="1">
        <a:lnSpc>
          <a:spcPct val="100000"/>
        </a:lnSpc>
        <a:spcBef>
          <a:spcPct val="0"/>
        </a:spcBef>
        <a:buNone/>
        <a:defRPr kumimoji="1" sz="2400" b="0" kern="1200">
          <a:solidFill>
            <a:srgbClr val="9A3B5D"/>
          </a:solidFill>
          <a:latin typeface="游ゴシック" panose="020B0400000000000000" pitchFamily="50" charset="-128"/>
          <a:ea typeface="游ゴシック" panose="020B0400000000000000" pitchFamily="50" charset="-128"/>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ctrTitle"/>
          </p:nvPr>
        </p:nvSpPr>
        <p:spPr>
          <a:xfrm>
            <a:off x="575999" y="3582566"/>
            <a:ext cx="8640000" cy="768000"/>
          </a:xfrm>
        </p:spPr>
        <p:txBody>
          <a:bodyPr>
            <a:noAutofit/>
          </a:bodyPr>
          <a:lstStyle/>
          <a:p>
            <a:r>
              <a:rPr lang="ja-JP" altLang="en-US">
                <a:latin typeface="游明朝"/>
                <a:ea typeface="游明朝"/>
              </a:rPr>
              <a:t>正式</a:t>
            </a:r>
            <a:r>
              <a:rPr kumimoji="1" lang="ja-JP" altLang="en-US" sz="4400">
                <a:latin typeface="游明朝"/>
                <a:ea typeface="游明朝"/>
              </a:rPr>
              <a:t>お見積もり</a:t>
            </a:r>
            <a:r>
              <a:rPr kumimoji="1" lang="en-US" altLang="ja-JP" sz="2800">
                <a:latin typeface="游明朝"/>
                <a:ea typeface="游明朝"/>
              </a:rPr>
              <a:t>(</a:t>
            </a:r>
            <a:r>
              <a:rPr kumimoji="1" lang="ja-JP" altLang="en-US" sz="2800">
                <a:latin typeface="游明朝"/>
                <a:ea typeface="游明朝"/>
              </a:rPr>
              <a:t>第</a:t>
            </a:r>
            <a:r>
              <a:rPr kumimoji="1" lang="en-US" altLang="ja-JP" sz="2800">
                <a:latin typeface="游明朝"/>
                <a:ea typeface="游明朝"/>
              </a:rPr>
              <a:t>1.1</a:t>
            </a:r>
            <a:r>
              <a:rPr kumimoji="1" lang="ja-JP" altLang="en-US" sz="2800">
                <a:latin typeface="游明朝"/>
                <a:ea typeface="游明朝"/>
              </a:rPr>
              <a:t>版）</a:t>
            </a:r>
            <a:endParaRPr kumimoji="1" lang="ja-JP" altLang="en-US" sz="4400">
              <a:latin typeface="游明朝"/>
              <a:ea typeface="游明朝"/>
            </a:endParaRPr>
          </a:p>
        </p:txBody>
      </p:sp>
      <p:sp>
        <p:nvSpPr>
          <p:cNvPr id="4" name="サブタイトル 3"/>
          <p:cNvSpPr>
            <a:spLocks noGrp="1"/>
          </p:cNvSpPr>
          <p:nvPr>
            <p:ph type="subTitle" idx="1"/>
          </p:nvPr>
        </p:nvSpPr>
        <p:spPr>
          <a:xfrm>
            <a:off x="575999" y="2428872"/>
            <a:ext cx="9634800" cy="1392635"/>
          </a:xfrm>
        </p:spPr>
        <p:txBody>
          <a:bodyPr>
            <a:normAutofit/>
          </a:bodyPr>
          <a:lstStyle/>
          <a:p>
            <a:r>
              <a:rPr lang="ja-JP" altLang="en-US" sz="4000"/>
              <a:t>事務管理システム</a:t>
            </a:r>
            <a:r>
              <a:rPr kumimoji="1" lang="ja-JP" altLang="en-US" sz="4000"/>
              <a:t> 縮小版共通基盤移行</a:t>
            </a:r>
            <a:br>
              <a:rPr kumimoji="1" lang="en-US" altLang="ja-JP" sz="4000"/>
            </a:br>
            <a:r>
              <a:rPr kumimoji="1" lang="en-US" altLang="ja-JP" sz="4000"/>
              <a:t>(</a:t>
            </a:r>
            <a:r>
              <a:rPr kumimoji="1" lang="ja-JP" altLang="en-US" sz="4000"/>
              <a:t>開発フェーズ以降</a:t>
            </a:r>
            <a:r>
              <a:rPr kumimoji="1" lang="en-US" altLang="ja-JP" sz="4000"/>
              <a:t>)</a:t>
            </a:r>
          </a:p>
        </p:txBody>
      </p:sp>
      <p:sp>
        <p:nvSpPr>
          <p:cNvPr id="7" name="テキスト プレースホルダー 6"/>
          <p:cNvSpPr>
            <a:spLocks noGrp="1"/>
          </p:cNvSpPr>
          <p:nvPr>
            <p:ph type="body" sz="quarter" idx="14"/>
          </p:nvPr>
        </p:nvSpPr>
        <p:spPr>
          <a:xfrm>
            <a:off x="575999" y="384000"/>
            <a:ext cx="4328509" cy="336000"/>
          </a:xfrm>
        </p:spPr>
        <p:txBody>
          <a:bodyPr>
            <a:noAutofit/>
          </a:bodyPr>
          <a:lstStyle/>
          <a:p>
            <a:r>
              <a:rPr kumimoji="1" lang="ja-JP" altLang="en-US"/>
              <a:t>出光興産株式会社　御中</a:t>
            </a:r>
          </a:p>
        </p:txBody>
      </p:sp>
      <p:sp>
        <p:nvSpPr>
          <p:cNvPr id="10" name="テキスト プレースホルダー 4">
            <a:extLst>
              <a:ext uri="{FF2B5EF4-FFF2-40B4-BE49-F238E27FC236}">
                <a16:creationId xmlns:a16="http://schemas.microsoft.com/office/drawing/2014/main" id="{24A1B6FF-4F95-C178-9DEA-567571794C2A}"/>
              </a:ext>
            </a:extLst>
          </p:cNvPr>
          <p:cNvSpPr>
            <a:spLocks noGrp="1"/>
          </p:cNvSpPr>
          <p:nvPr>
            <p:ph type="body" sz="quarter" idx="13"/>
          </p:nvPr>
        </p:nvSpPr>
        <p:spPr>
          <a:xfrm>
            <a:off x="9407999" y="3552000"/>
            <a:ext cx="2688000" cy="410400"/>
          </a:xfrm>
        </p:spPr>
        <p:txBody>
          <a:bodyPr/>
          <a:lstStyle/>
          <a:p>
            <a:pPr algn="r"/>
            <a:r>
              <a:rPr kumimoji="1" lang="ja-JP" altLang="en-US"/>
              <a:t>システムソリューション本部</a:t>
            </a:r>
            <a:endParaRPr kumimoji="1" lang="en-US" altLang="ja-JP"/>
          </a:p>
          <a:p>
            <a:pPr algn="r"/>
            <a:r>
              <a:rPr lang="ja-JP" altLang="en-US"/>
              <a:t>営業本部</a:t>
            </a:r>
            <a:endParaRPr kumimoji="1" lang="ja-JP" altLang="en-US"/>
          </a:p>
        </p:txBody>
      </p:sp>
      <p:sp>
        <p:nvSpPr>
          <p:cNvPr id="2" name="テキスト プレースホルダー 4">
            <a:extLst>
              <a:ext uri="{FF2B5EF4-FFF2-40B4-BE49-F238E27FC236}">
                <a16:creationId xmlns:a16="http://schemas.microsoft.com/office/drawing/2014/main" id="{B808C4E1-CAC4-709D-39C2-7E63198F1A78}"/>
              </a:ext>
            </a:extLst>
          </p:cNvPr>
          <p:cNvSpPr txBox="1">
            <a:spLocks/>
          </p:cNvSpPr>
          <p:nvPr/>
        </p:nvSpPr>
        <p:spPr>
          <a:xfrm>
            <a:off x="9407999" y="4080000"/>
            <a:ext cx="2688000" cy="288000"/>
          </a:xfrm>
          <a:prstGeom prst="rect">
            <a:avLst/>
          </a:prstGeom>
        </p:spPr>
        <p:txBody>
          <a:bodyPr vert="horz" lIns="91440" tIns="45720" rIns="91440" bIns="45720" rtlCol="0" anchor="ctr">
            <a:noAutofit/>
          </a:bodyPr>
          <a:lstStyle>
            <a:lvl1pPr marL="0" indent="0" algn="ctr" defTabSz="914400" rtl="0" eaLnBrk="1" latinLnBrk="0" hangingPunct="1">
              <a:lnSpc>
                <a:spcPct val="100000"/>
              </a:lnSpc>
              <a:spcBef>
                <a:spcPts val="0"/>
              </a:spcBef>
              <a:buFont typeface="Arial" panose="020B0604020202020204" pitchFamily="34" charset="0"/>
              <a:buNone/>
              <a:defRPr kumimoji="1" sz="1067" kern="1200">
                <a:solidFill>
                  <a:schemeClr val="tx1"/>
                </a:solidFill>
                <a:latin typeface="游明朝" panose="02020400000000000000" pitchFamily="18" charset="-128"/>
                <a:ea typeface="游明朝" panose="02020400000000000000" pitchFamily="18" charset="-128"/>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r"/>
            <a:r>
              <a:rPr lang="en-US" altLang="ja-JP"/>
              <a:t>2025/10/24</a:t>
            </a:r>
            <a:endParaRPr lang="ja-JP" altLang="en-US"/>
          </a:p>
        </p:txBody>
      </p:sp>
    </p:spTree>
    <p:extLst>
      <p:ext uri="{BB962C8B-B14F-4D97-AF65-F5344CB8AC3E}">
        <p14:creationId xmlns:p14="http://schemas.microsoft.com/office/powerpoint/2010/main" val="32018882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7D6A186-9556-4341-96B1-91CEC5E6864B}"/>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１</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プロジェクトの背景と目的</a:t>
            </a:r>
            <a:endParaRPr kumimoji="1" lang="ja-JP" altLang="en-US">
              <a:latin typeface="游明朝" panose="02020400000000000000" pitchFamily="18" charset="-128"/>
              <a:ea typeface="游明朝" panose="02020400000000000000" pitchFamily="18" charset="-128"/>
            </a:endParaRPr>
          </a:p>
        </p:txBody>
      </p:sp>
      <p:sp>
        <p:nvSpPr>
          <p:cNvPr id="5" name="テキスト プレースホルダー 4">
            <a:extLst>
              <a:ext uri="{FF2B5EF4-FFF2-40B4-BE49-F238E27FC236}">
                <a16:creationId xmlns:a16="http://schemas.microsoft.com/office/drawing/2014/main" id="{DDA0903F-BB0E-DF11-6A92-90C8A835A221}"/>
              </a:ext>
            </a:extLst>
          </p:cNvPr>
          <p:cNvSpPr txBox="1">
            <a:spLocks/>
          </p:cNvSpPr>
          <p:nvPr/>
        </p:nvSpPr>
        <p:spPr>
          <a:xfrm>
            <a:off x="606000" y="936000"/>
            <a:ext cx="10980000" cy="5056586"/>
          </a:xfrm>
          <a:prstGeom prst="rect">
            <a:avLst/>
          </a:prstGeom>
        </p:spPr>
        <p:txBody>
          <a:bodyPr lIns="91440" tIns="45720" rIns="91440" bIns="45720" anchor="t"/>
          <a:lst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solidFill>
                  <a:srgbClr val="000000"/>
                </a:solidFill>
              </a:rPr>
              <a:t>「事務管理システム」は、館林データセンター内の共通基盤上に構築されており</a:t>
            </a:r>
            <a:r>
              <a:rPr lang="en-US" altLang="ja-JP">
                <a:solidFill>
                  <a:srgbClr val="000000"/>
                </a:solidFill>
              </a:rPr>
              <a:t>2026</a:t>
            </a:r>
            <a:r>
              <a:rPr lang="ja-JP" altLang="en-US">
                <a:solidFill>
                  <a:srgbClr val="000000"/>
                </a:solidFill>
              </a:rPr>
              <a:t>年</a:t>
            </a:r>
            <a:r>
              <a:rPr lang="en-US" altLang="ja-JP">
                <a:solidFill>
                  <a:srgbClr val="000000"/>
                </a:solidFill>
              </a:rPr>
              <a:t>3</a:t>
            </a:r>
            <a:r>
              <a:rPr lang="ja-JP" altLang="en-US">
                <a:solidFill>
                  <a:srgbClr val="000000"/>
                </a:solidFill>
              </a:rPr>
              <a:t>月までに</a:t>
            </a:r>
            <a:r>
              <a:rPr lang="en-US" altLang="ja-JP">
                <a:solidFill>
                  <a:srgbClr val="000000"/>
                </a:solidFill>
              </a:rPr>
              <a:t>Azure</a:t>
            </a:r>
            <a:r>
              <a:rPr lang="ja-JP" altLang="en-US">
                <a:solidFill>
                  <a:srgbClr val="000000"/>
                </a:solidFill>
              </a:rPr>
              <a:t>環境の縮小共通基盤へ移行が必要となっている。</a:t>
            </a:r>
            <a:br>
              <a:rPr lang="ja-JP" altLang="en-US">
                <a:solidFill>
                  <a:srgbClr val="000000"/>
                </a:solidFill>
              </a:rPr>
            </a:br>
            <a:r>
              <a:rPr lang="ja-JP" altLang="en-US">
                <a:solidFill>
                  <a:srgbClr val="000000"/>
                </a:solidFill>
              </a:rPr>
              <a:t>そのため、事務管理システムを縮小共通基盤へ移行し、今後も継続してシステムの利用が行えるように　</a:t>
            </a:r>
            <a:br>
              <a:rPr lang="ja-JP" altLang="en-US">
                <a:solidFill>
                  <a:srgbClr val="000000"/>
                </a:solidFill>
              </a:rPr>
            </a:br>
            <a:r>
              <a:rPr lang="ja-JP" altLang="en-US">
                <a:solidFill>
                  <a:srgbClr val="000000"/>
                </a:solidFill>
              </a:rPr>
              <a:t>する。</a:t>
            </a:r>
          </a:p>
        </p:txBody>
      </p:sp>
      <p:sp>
        <p:nvSpPr>
          <p:cNvPr id="4" name="スライド番号プレースホルダー 3">
            <a:extLst>
              <a:ext uri="{FF2B5EF4-FFF2-40B4-BE49-F238E27FC236}">
                <a16:creationId xmlns:a16="http://schemas.microsoft.com/office/drawing/2014/main" id="{E36D5197-48BF-11EF-104F-EA9B08961885}"/>
              </a:ext>
            </a:extLst>
          </p:cNvPr>
          <p:cNvSpPr>
            <a:spLocks noGrp="1"/>
          </p:cNvSpPr>
          <p:nvPr>
            <p:ph type="sldNum" sz="quarter" idx="11"/>
          </p:nvPr>
        </p:nvSpPr>
        <p:spPr>
          <a:xfrm>
            <a:off x="10752000" y="6552000"/>
            <a:ext cx="1440000" cy="216000"/>
          </a:xfrm>
        </p:spPr>
        <p:txBody>
          <a:bodyPr/>
          <a:lstStyle/>
          <a:p>
            <a:fld id="{26CA5134-5AAC-D342-B763-43605FECB385}" type="slidenum">
              <a:rPr kumimoji="1" lang="ja-JP" altLang="en-US" smtClean="0"/>
              <a:pPr/>
              <a:t>1</a:t>
            </a:fld>
            <a:endParaRPr kumimoji="1" lang="ja-JP" altLang="en-US" sz="700"/>
          </a:p>
        </p:txBody>
      </p:sp>
    </p:spTree>
    <p:extLst>
      <p:ext uri="{BB962C8B-B14F-4D97-AF65-F5344CB8AC3E}">
        <p14:creationId xmlns:p14="http://schemas.microsoft.com/office/powerpoint/2010/main" val="36607996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7D6A186-9556-4341-96B1-91CEC5E6864B}"/>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２</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お見積り範囲</a:t>
            </a:r>
            <a:endParaRPr kumimoji="1" lang="ja-JP" altLang="en-US">
              <a:latin typeface="游明朝" panose="02020400000000000000" pitchFamily="18" charset="-128"/>
              <a:ea typeface="游明朝" panose="02020400000000000000" pitchFamily="18" charset="-128"/>
            </a:endParaRPr>
          </a:p>
        </p:txBody>
      </p:sp>
      <p:sp>
        <p:nvSpPr>
          <p:cNvPr id="5" name="テキスト プレースホルダー 4">
            <a:extLst>
              <a:ext uri="{FF2B5EF4-FFF2-40B4-BE49-F238E27FC236}">
                <a16:creationId xmlns:a16="http://schemas.microsoft.com/office/drawing/2014/main" id="{DDA0903F-BB0E-DF11-6A92-90C8A835A221}"/>
              </a:ext>
            </a:extLst>
          </p:cNvPr>
          <p:cNvSpPr txBox="1">
            <a:spLocks/>
          </p:cNvSpPr>
          <p:nvPr/>
        </p:nvSpPr>
        <p:spPr>
          <a:xfrm>
            <a:off x="606000" y="936000"/>
            <a:ext cx="10980000" cy="5056586"/>
          </a:xfrm>
          <a:prstGeom prst="rect">
            <a:avLst/>
          </a:prstGeom>
        </p:spPr>
        <p:txBody>
          <a:bodyPr lIns="91440" tIns="45720" rIns="91440" bIns="45720" anchor="t"/>
          <a:lst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solidFill>
                  <a:srgbClr val="000000"/>
                </a:solidFill>
              </a:rPr>
              <a:t>① 縮小版共通基盤へのシステム資産移行</a:t>
            </a:r>
            <a:br>
              <a:rPr lang="en-US" altLang="ja-JP">
                <a:solidFill>
                  <a:srgbClr val="000000"/>
                </a:solidFill>
                <a:latin typeface="游ゴシック" panose="020B0400000000000000" pitchFamily="50" charset="-128"/>
                <a:ea typeface="游ゴシック" panose="020B0400000000000000" pitchFamily="50" charset="-128"/>
              </a:rPr>
            </a:br>
            <a:r>
              <a:rPr lang="en-US" altLang="ja-JP">
                <a:solidFill>
                  <a:srgbClr val="000000"/>
                </a:solidFill>
                <a:latin typeface="游ゴシック" panose="020B0400000000000000" pitchFamily="50" charset="-128"/>
                <a:ea typeface="游ゴシック" panose="020B0400000000000000" pitchFamily="50" charset="-128"/>
              </a:rPr>
              <a:t>     </a:t>
            </a:r>
            <a:r>
              <a:rPr lang="ja-JP" altLang="en-US" b="1">
                <a:solidFill>
                  <a:srgbClr val="000000"/>
                </a:solidFill>
              </a:rPr>
              <a:t>・縮小版共通基盤への事務管理システム資産移行及びアプリケーション構築、動作検証の実施</a:t>
            </a:r>
            <a:endParaRPr lang="en-US" altLang="ja-JP" b="1">
              <a:solidFill>
                <a:srgbClr val="000000"/>
              </a:solidFill>
              <a:latin typeface="游ゴシック" panose="020B0400000000000000" pitchFamily="50" charset="-128"/>
              <a:ea typeface="游ゴシック" panose="020B0400000000000000" pitchFamily="50" charset="-128"/>
            </a:endParaRPr>
          </a:p>
          <a:p>
            <a:endParaRPr lang="en-US" altLang="ja-JP">
              <a:solidFill>
                <a:srgbClr val="000000"/>
              </a:solidFill>
              <a:latin typeface="游ゴシック" panose="020B0400000000000000" pitchFamily="50" charset="-128"/>
              <a:ea typeface="游ゴシック" panose="020B0400000000000000" pitchFamily="50" charset="-128"/>
            </a:endParaRPr>
          </a:p>
        </p:txBody>
      </p:sp>
      <p:sp>
        <p:nvSpPr>
          <p:cNvPr id="4" name="スライド番号プレースホルダー 3">
            <a:extLst>
              <a:ext uri="{FF2B5EF4-FFF2-40B4-BE49-F238E27FC236}">
                <a16:creationId xmlns:a16="http://schemas.microsoft.com/office/drawing/2014/main" id="{E36D5197-48BF-11EF-104F-EA9B08961885}"/>
              </a:ext>
            </a:extLst>
          </p:cNvPr>
          <p:cNvSpPr>
            <a:spLocks noGrp="1"/>
          </p:cNvSpPr>
          <p:nvPr>
            <p:ph type="sldNum" sz="quarter" idx="11"/>
          </p:nvPr>
        </p:nvSpPr>
        <p:spPr>
          <a:xfrm>
            <a:off x="10752000" y="6552000"/>
            <a:ext cx="1440000" cy="216000"/>
          </a:xfrm>
        </p:spPr>
        <p:txBody>
          <a:bodyPr/>
          <a:lstStyle/>
          <a:p>
            <a:fld id="{26CA5134-5AAC-D342-B763-43605FECB385}" type="slidenum">
              <a:rPr kumimoji="1" lang="ja-JP" altLang="en-US" smtClean="0"/>
              <a:pPr/>
              <a:t>2</a:t>
            </a:fld>
            <a:endParaRPr kumimoji="1" lang="ja-JP" altLang="en-US" sz="700"/>
          </a:p>
        </p:txBody>
      </p:sp>
    </p:spTree>
    <p:extLst>
      <p:ext uri="{BB962C8B-B14F-4D97-AF65-F5344CB8AC3E}">
        <p14:creationId xmlns:p14="http://schemas.microsoft.com/office/powerpoint/2010/main" val="4952715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F57D0C-9DB0-EA29-5684-E9F5A78C2A05}"/>
            </a:ext>
          </a:extLst>
        </p:cNvPr>
        <p:cNvGrpSpPr/>
        <p:nvPr/>
      </p:nvGrpSpPr>
      <p:grpSpPr>
        <a:xfrm>
          <a:off x="0" y="0"/>
          <a:ext cx="0" cy="0"/>
          <a:chOff x="0" y="0"/>
          <a:chExt cx="0" cy="0"/>
        </a:xfrm>
      </p:grpSpPr>
      <p:sp>
        <p:nvSpPr>
          <p:cNvPr id="78" name="正方形/長方形 77">
            <a:extLst>
              <a:ext uri="{FF2B5EF4-FFF2-40B4-BE49-F238E27FC236}">
                <a16:creationId xmlns:a16="http://schemas.microsoft.com/office/drawing/2014/main" id="{EEACD9F8-4403-3BEF-6954-42C71EBC338A}"/>
              </a:ext>
            </a:extLst>
          </p:cNvPr>
          <p:cNvSpPr/>
          <p:nvPr/>
        </p:nvSpPr>
        <p:spPr>
          <a:xfrm>
            <a:off x="7113786" y="2629584"/>
            <a:ext cx="4456614" cy="3812387"/>
          </a:xfrm>
          <a:prstGeom prst="rect">
            <a:avLst/>
          </a:prstGeom>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US" altLang="ja-JP" sz="1600" b="1">
              <a:solidFill>
                <a:schemeClr val="tx1"/>
              </a:solidFill>
            </a:endParaRPr>
          </a:p>
          <a:p>
            <a:pPr algn="ctr"/>
            <a:endParaRPr lang="ja-JP" altLang="en-US" sz="1600" b="1">
              <a:solidFill>
                <a:schemeClr val="tx1"/>
              </a:solidFill>
            </a:endParaRPr>
          </a:p>
        </p:txBody>
      </p:sp>
      <p:sp>
        <p:nvSpPr>
          <p:cNvPr id="48" name="正方形/長方形 47">
            <a:extLst>
              <a:ext uri="{FF2B5EF4-FFF2-40B4-BE49-F238E27FC236}">
                <a16:creationId xmlns:a16="http://schemas.microsoft.com/office/drawing/2014/main" id="{65EEC4D3-5ABA-8139-B7F4-9DB68620C1A2}"/>
              </a:ext>
            </a:extLst>
          </p:cNvPr>
          <p:cNvSpPr/>
          <p:nvPr/>
        </p:nvSpPr>
        <p:spPr>
          <a:xfrm>
            <a:off x="10128582" y="4368878"/>
            <a:ext cx="1444953" cy="961844"/>
          </a:xfrm>
          <a:prstGeom prst="rect">
            <a:avLst/>
          </a:prstGeom>
          <a:solidFill>
            <a:schemeClr val="bg2"/>
          </a:solid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社外？</a:t>
            </a:r>
          </a:p>
        </p:txBody>
      </p:sp>
      <p:sp>
        <p:nvSpPr>
          <p:cNvPr id="73" name="正方形/長方形 72">
            <a:extLst>
              <a:ext uri="{FF2B5EF4-FFF2-40B4-BE49-F238E27FC236}">
                <a16:creationId xmlns:a16="http://schemas.microsoft.com/office/drawing/2014/main" id="{5B82FC32-D68A-3236-D268-A85D755F64B7}"/>
              </a:ext>
            </a:extLst>
          </p:cNvPr>
          <p:cNvSpPr/>
          <p:nvPr/>
        </p:nvSpPr>
        <p:spPr>
          <a:xfrm>
            <a:off x="576000" y="766598"/>
            <a:ext cx="6539754" cy="5675373"/>
          </a:xfrm>
          <a:prstGeom prst="rect">
            <a:avLst/>
          </a:prstGeom>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館林</a:t>
            </a:r>
            <a:r>
              <a:rPr lang="en-US" altLang="ja-JP" sz="1600" b="1">
                <a:solidFill>
                  <a:schemeClr val="tx1"/>
                </a:solidFill>
              </a:rPr>
              <a:t>DC</a:t>
            </a:r>
            <a:endParaRPr lang="ja-JP" altLang="en-US" sz="1600" b="1">
              <a:solidFill>
                <a:schemeClr val="tx1"/>
              </a:solidFill>
            </a:endParaRPr>
          </a:p>
        </p:txBody>
      </p:sp>
      <p:sp>
        <p:nvSpPr>
          <p:cNvPr id="147" name="正方形/長方形 146">
            <a:extLst>
              <a:ext uri="{FF2B5EF4-FFF2-40B4-BE49-F238E27FC236}">
                <a16:creationId xmlns:a16="http://schemas.microsoft.com/office/drawing/2014/main" id="{DEDC5834-EAA7-1292-764C-A47320550921}"/>
              </a:ext>
            </a:extLst>
          </p:cNvPr>
          <p:cNvSpPr/>
          <p:nvPr/>
        </p:nvSpPr>
        <p:spPr>
          <a:xfrm>
            <a:off x="7124016" y="5315605"/>
            <a:ext cx="4456614" cy="1126366"/>
          </a:xfrm>
          <a:prstGeom prst="rect">
            <a:avLst/>
          </a:prstGeom>
          <a:solidFill>
            <a:schemeClr val="accent3">
              <a:lumMod val="20000"/>
              <a:lumOff val="80000"/>
            </a:schemeClr>
          </a:solid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各所</a:t>
            </a:r>
          </a:p>
        </p:txBody>
      </p:sp>
      <p:sp>
        <p:nvSpPr>
          <p:cNvPr id="116" name="正方形/長方形 115">
            <a:extLst>
              <a:ext uri="{FF2B5EF4-FFF2-40B4-BE49-F238E27FC236}">
                <a16:creationId xmlns:a16="http://schemas.microsoft.com/office/drawing/2014/main" id="{F1911D82-63D1-5B94-4A16-4786F4B50369}"/>
              </a:ext>
            </a:extLst>
          </p:cNvPr>
          <p:cNvSpPr/>
          <p:nvPr/>
        </p:nvSpPr>
        <p:spPr>
          <a:xfrm>
            <a:off x="7277213" y="4427754"/>
            <a:ext cx="2605118" cy="867745"/>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連携基盤</a:t>
            </a:r>
          </a:p>
        </p:txBody>
      </p:sp>
      <p:sp>
        <p:nvSpPr>
          <p:cNvPr id="64" name="正方形/長方形 63">
            <a:extLst>
              <a:ext uri="{FF2B5EF4-FFF2-40B4-BE49-F238E27FC236}">
                <a16:creationId xmlns:a16="http://schemas.microsoft.com/office/drawing/2014/main" id="{4740E88C-9DC4-7367-DF6A-773C5BD21DB0}"/>
              </a:ext>
            </a:extLst>
          </p:cNvPr>
          <p:cNvSpPr/>
          <p:nvPr/>
        </p:nvSpPr>
        <p:spPr>
          <a:xfrm>
            <a:off x="4167494" y="5567327"/>
            <a:ext cx="2846636" cy="712845"/>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バッチ実行サーバ</a:t>
            </a:r>
          </a:p>
        </p:txBody>
      </p:sp>
      <p:sp>
        <p:nvSpPr>
          <p:cNvPr id="105" name="正方形/長方形 104">
            <a:extLst>
              <a:ext uri="{FF2B5EF4-FFF2-40B4-BE49-F238E27FC236}">
                <a16:creationId xmlns:a16="http://schemas.microsoft.com/office/drawing/2014/main" id="{3231D27E-A026-1FD5-94FB-5CEE341E235E}"/>
              </a:ext>
            </a:extLst>
          </p:cNvPr>
          <p:cNvSpPr/>
          <p:nvPr/>
        </p:nvSpPr>
        <p:spPr>
          <a:xfrm>
            <a:off x="4291841" y="5840119"/>
            <a:ext cx="2442882" cy="349662"/>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63" name="正方形/長方形 62">
            <a:extLst>
              <a:ext uri="{FF2B5EF4-FFF2-40B4-BE49-F238E27FC236}">
                <a16:creationId xmlns:a16="http://schemas.microsoft.com/office/drawing/2014/main" id="{196F2F00-841B-34AA-13CF-B6E3B9CC26D9}"/>
              </a:ext>
            </a:extLst>
          </p:cNvPr>
          <p:cNvSpPr/>
          <p:nvPr/>
        </p:nvSpPr>
        <p:spPr>
          <a:xfrm>
            <a:off x="4157372" y="2820387"/>
            <a:ext cx="2846636" cy="2636911"/>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バッチスケジュールサーバ</a:t>
            </a:r>
          </a:p>
        </p:txBody>
      </p:sp>
      <p:sp>
        <p:nvSpPr>
          <p:cNvPr id="104" name="正方形/長方形 103">
            <a:extLst>
              <a:ext uri="{FF2B5EF4-FFF2-40B4-BE49-F238E27FC236}">
                <a16:creationId xmlns:a16="http://schemas.microsoft.com/office/drawing/2014/main" id="{261BFEC0-D8E2-B065-7AAB-65CD21F8A642}"/>
              </a:ext>
            </a:extLst>
          </p:cNvPr>
          <p:cNvSpPr/>
          <p:nvPr/>
        </p:nvSpPr>
        <p:spPr>
          <a:xfrm>
            <a:off x="4300932" y="3142763"/>
            <a:ext cx="2442882" cy="2211462"/>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3" name="正方形/長方形 2">
            <a:extLst>
              <a:ext uri="{FF2B5EF4-FFF2-40B4-BE49-F238E27FC236}">
                <a16:creationId xmlns:a16="http://schemas.microsoft.com/office/drawing/2014/main" id="{00000000-0008-0000-0400-000040000000}"/>
              </a:ext>
            </a:extLst>
          </p:cNvPr>
          <p:cNvSpPr/>
          <p:nvPr/>
        </p:nvSpPr>
        <p:spPr>
          <a:xfrm>
            <a:off x="734671" y="1132151"/>
            <a:ext cx="2144795" cy="5206132"/>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共通</a:t>
            </a:r>
            <a:r>
              <a:rPr lang="en-US" altLang="ja-JP" sz="1600" b="1">
                <a:solidFill>
                  <a:schemeClr val="tx1"/>
                </a:solidFill>
              </a:rPr>
              <a:t>Oracle</a:t>
            </a:r>
            <a:endParaRPr lang="ja-JP" altLang="en-US" sz="1600" b="1">
              <a:solidFill>
                <a:schemeClr val="tx1"/>
              </a:solidFill>
            </a:endParaRPr>
          </a:p>
        </p:txBody>
      </p:sp>
      <p:sp>
        <p:nvSpPr>
          <p:cNvPr id="98" name="正方形/長方形 97">
            <a:extLst>
              <a:ext uri="{FF2B5EF4-FFF2-40B4-BE49-F238E27FC236}">
                <a16:creationId xmlns:a16="http://schemas.microsoft.com/office/drawing/2014/main" id="{C4942FBE-2E11-EB51-381B-B921D13CB357}"/>
              </a:ext>
            </a:extLst>
          </p:cNvPr>
          <p:cNvSpPr/>
          <p:nvPr/>
        </p:nvSpPr>
        <p:spPr>
          <a:xfrm>
            <a:off x="828427" y="3052744"/>
            <a:ext cx="1866687" cy="3139334"/>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76" name="正方形/長方形 75">
            <a:extLst>
              <a:ext uri="{FF2B5EF4-FFF2-40B4-BE49-F238E27FC236}">
                <a16:creationId xmlns:a16="http://schemas.microsoft.com/office/drawing/2014/main" id="{4A49F36D-44D1-3E34-746D-367EE96A992C}"/>
              </a:ext>
            </a:extLst>
          </p:cNvPr>
          <p:cNvSpPr/>
          <p:nvPr/>
        </p:nvSpPr>
        <p:spPr>
          <a:xfrm>
            <a:off x="7109614" y="766597"/>
            <a:ext cx="4456614" cy="1868827"/>
          </a:xfrm>
          <a:prstGeom prst="rect">
            <a:avLst/>
          </a:prstGeom>
          <a:solidFill>
            <a:schemeClr val="accent4">
              <a:lumMod val="20000"/>
              <a:lumOff val="80000"/>
            </a:schemeClr>
          </a:solid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600" b="1">
                <a:solidFill>
                  <a:schemeClr val="tx1"/>
                </a:solidFill>
              </a:rPr>
              <a:t>Azure</a:t>
            </a:r>
            <a:endParaRPr lang="ja-JP" altLang="en-US" sz="1600" b="1">
              <a:solidFill>
                <a:schemeClr val="tx1"/>
              </a:solidFill>
            </a:endParaRPr>
          </a:p>
        </p:txBody>
      </p:sp>
      <p:sp>
        <p:nvSpPr>
          <p:cNvPr id="57" name="正方形/長方形 56">
            <a:extLst>
              <a:ext uri="{FF2B5EF4-FFF2-40B4-BE49-F238E27FC236}">
                <a16:creationId xmlns:a16="http://schemas.microsoft.com/office/drawing/2014/main" id="{C42A30AC-F464-3465-7EEC-3BE990ED9A1A}"/>
              </a:ext>
            </a:extLst>
          </p:cNvPr>
          <p:cNvSpPr/>
          <p:nvPr/>
        </p:nvSpPr>
        <p:spPr>
          <a:xfrm>
            <a:off x="4206730" y="1132151"/>
            <a:ext cx="2723031" cy="1605843"/>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共通</a:t>
            </a:r>
            <a:r>
              <a:rPr lang="en-US" altLang="ja-JP" sz="1600" b="1">
                <a:solidFill>
                  <a:schemeClr val="tx1"/>
                </a:solidFill>
              </a:rPr>
              <a:t>AP</a:t>
            </a:r>
            <a:r>
              <a:rPr lang="ja-JP" altLang="en-US" sz="1600" b="1">
                <a:solidFill>
                  <a:schemeClr val="tx1"/>
                </a:solidFill>
              </a:rPr>
              <a:t>サーバ</a:t>
            </a:r>
          </a:p>
        </p:txBody>
      </p:sp>
      <p:sp>
        <p:nvSpPr>
          <p:cNvPr id="2" name="タイトル 1">
            <a:extLst>
              <a:ext uri="{FF2B5EF4-FFF2-40B4-BE49-F238E27FC236}">
                <a16:creationId xmlns:a16="http://schemas.microsoft.com/office/drawing/2014/main" id="{FB09025F-D1C4-75D4-7A31-B8E8F5692DF9}"/>
              </a:ext>
            </a:extLst>
          </p:cNvPr>
          <p:cNvSpPr>
            <a:spLocks noGrp="1"/>
          </p:cNvSpPr>
          <p:nvPr>
            <p:ph type="title"/>
          </p:nvPr>
        </p:nvSpPr>
        <p:spPr/>
        <p:txBody>
          <a:bodyPr/>
          <a:lstStyle/>
          <a:p>
            <a:r>
              <a:rPr lang="en-US" altLang="ja-JP">
                <a:latin typeface="游明朝"/>
                <a:ea typeface="游明朝"/>
              </a:rPr>
              <a:t>3. </a:t>
            </a:r>
            <a:r>
              <a:rPr lang="ja-JP" altLang="en-US">
                <a:latin typeface="游明朝"/>
                <a:ea typeface="游明朝"/>
              </a:rPr>
              <a:t>システム構成（</a:t>
            </a:r>
            <a:r>
              <a:rPr lang="en-US" altLang="ja-JP" err="1">
                <a:latin typeface="游明朝"/>
                <a:ea typeface="游明朝"/>
              </a:rPr>
              <a:t>AsIs</a:t>
            </a:r>
            <a:r>
              <a:rPr lang="ja-JP" altLang="en-US">
                <a:latin typeface="游明朝"/>
                <a:ea typeface="游明朝"/>
              </a:rPr>
              <a:t>）</a:t>
            </a:r>
            <a:endParaRPr kumimoji="1" lang="ja-JP" altLang="en-US">
              <a:latin typeface="游明朝"/>
              <a:ea typeface="游明朝"/>
            </a:endParaRPr>
          </a:p>
        </p:txBody>
      </p:sp>
      <p:sp>
        <p:nvSpPr>
          <p:cNvPr id="6" name="フローチャート : 磁気ディスク 66">
            <a:extLst>
              <a:ext uri="{FF2B5EF4-FFF2-40B4-BE49-F238E27FC236}">
                <a16:creationId xmlns:a16="http://schemas.microsoft.com/office/drawing/2014/main" id="{00000000-0008-0000-0400-000043000000}"/>
              </a:ext>
            </a:extLst>
          </p:cNvPr>
          <p:cNvSpPr/>
          <p:nvPr/>
        </p:nvSpPr>
        <p:spPr>
          <a:xfrm>
            <a:off x="1198294" y="2036302"/>
            <a:ext cx="952501" cy="907679"/>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800">
                <a:solidFill>
                  <a:sysClr val="windowText" lastClr="000000"/>
                </a:solidFill>
              </a:rPr>
              <a:t>ロール</a:t>
            </a:r>
            <a:endParaRPr kumimoji="1" lang="en-US" altLang="ja-JP" sz="800">
              <a:solidFill>
                <a:sysClr val="windowText" lastClr="000000"/>
              </a:solidFill>
            </a:endParaRPr>
          </a:p>
          <a:p>
            <a:pPr algn="ctr"/>
            <a:r>
              <a:rPr kumimoji="1" lang="ja-JP" altLang="en-US" sz="800">
                <a:solidFill>
                  <a:sysClr val="windowText" lastClr="000000"/>
                </a:solidFill>
              </a:rPr>
              <a:t>ユーザー情報</a:t>
            </a:r>
          </a:p>
        </p:txBody>
      </p:sp>
      <p:sp>
        <p:nvSpPr>
          <p:cNvPr id="9" name="正方形/長方形 8">
            <a:extLst>
              <a:ext uri="{FF2B5EF4-FFF2-40B4-BE49-F238E27FC236}">
                <a16:creationId xmlns:a16="http://schemas.microsoft.com/office/drawing/2014/main" id="{00000000-0008-0000-0400-000042000000}"/>
              </a:ext>
            </a:extLst>
          </p:cNvPr>
          <p:cNvSpPr/>
          <p:nvPr/>
        </p:nvSpPr>
        <p:spPr>
          <a:xfrm>
            <a:off x="4319866" y="1503775"/>
            <a:ext cx="2442882" cy="99630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10" name="Rectangle 92">
            <a:extLst>
              <a:ext uri="{FF2B5EF4-FFF2-40B4-BE49-F238E27FC236}">
                <a16:creationId xmlns:a16="http://schemas.microsoft.com/office/drawing/2014/main" id="{00000000-0008-0000-0400-000045000000}"/>
              </a:ext>
            </a:extLst>
          </p:cNvPr>
          <p:cNvSpPr>
            <a:spLocks noChangeArrowheads="1"/>
          </p:cNvSpPr>
          <p:nvPr/>
        </p:nvSpPr>
        <p:spPr bwMode="auto">
          <a:xfrm>
            <a:off x="4555189" y="1728871"/>
            <a:ext cx="2039471" cy="476758"/>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b="1"/>
              <a:t>事務管理</a:t>
            </a:r>
            <a:r>
              <a:rPr lang="ja-JP" altLang="en-US" sz="1100" b="1">
                <a:effectLst/>
                <a:latin typeface="+mn-lt"/>
                <a:ea typeface="+mn-ea"/>
                <a:cs typeface="+mn-cs"/>
              </a:rPr>
              <a:t>システム</a:t>
            </a:r>
            <a:endParaRPr lang="ja-JP" altLang="ja-JP" sz="1000">
              <a:effectLst/>
            </a:endParaRPr>
          </a:p>
        </p:txBody>
      </p:sp>
      <p:sp>
        <p:nvSpPr>
          <p:cNvPr id="12" name="テキスト ボックス 82">
            <a:extLst>
              <a:ext uri="{FF2B5EF4-FFF2-40B4-BE49-F238E27FC236}">
                <a16:creationId xmlns:a16="http://schemas.microsoft.com/office/drawing/2014/main" id="{00000000-0008-0000-0400-000053000000}"/>
              </a:ext>
            </a:extLst>
          </p:cNvPr>
          <p:cNvSpPr txBox="1"/>
          <p:nvPr/>
        </p:nvSpPr>
        <p:spPr>
          <a:xfrm>
            <a:off x="844436" y="1567491"/>
            <a:ext cx="1591227" cy="246529"/>
          </a:xfrm>
          <a:prstGeom prst="rect">
            <a:avLst/>
          </a:prstGeom>
          <a:noFill/>
          <a:ln w="19050"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（認証基盤スキーマ）</a:t>
            </a:r>
            <a:endParaRPr kumimoji="1" lang="en-US" altLang="ja-JP" sz="900"/>
          </a:p>
        </p:txBody>
      </p:sp>
      <p:sp>
        <p:nvSpPr>
          <p:cNvPr id="18" name="テキスト ボックス 167">
            <a:extLst>
              <a:ext uri="{FF2B5EF4-FFF2-40B4-BE49-F238E27FC236}">
                <a16:creationId xmlns:a16="http://schemas.microsoft.com/office/drawing/2014/main" id="{00000000-0008-0000-0400-0000A8000000}"/>
              </a:ext>
            </a:extLst>
          </p:cNvPr>
          <p:cNvSpPr txBox="1"/>
          <p:nvPr/>
        </p:nvSpPr>
        <p:spPr>
          <a:xfrm>
            <a:off x="4571993" y="3226517"/>
            <a:ext cx="1815353" cy="301831"/>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ドメイン停止・起動</a:t>
            </a:r>
            <a:endParaRPr kumimoji="1" lang="en-US" altLang="ja-JP" sz="900"/>
          </a:p>
        </p:txBody>
      </p:sp>
      <p:sp>
        <p:nvSpPr>
          <p:cNvPr id="19" name="テキスト ボックス 201">
            <a:extLst>
              <a:ext uri="{FF2B5EF4-FFF2-40B4-BE49-F238E27FC236}">
                <a16:creationId xmlns:a16="http://schemas.microsoft.com/office/drawing/2014/main" id="{00000000-0008-0000-0400-0000CA000000}"/>
              </a:ext>
            </a:extLst>
          </p:cNvPr>
          <p:cNvSpPr txBox="1"/>
          <p:nvPr/>
        </p:nvSpPr>
        <p:spPr>
          <a:xfrm>
            <a:off x="667426" y="3098317"/>
            <a:ext cx="1960443" cy="437029"/>
          </a:xfrm>
          <a:prstGeom prst="rect">
            <a:avLst/>
          </a:prstGeom>
          <a:noFill/>
          <a:ln w="19050"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（事務管理システムスキーマ）</a:t>
            </a:r>
            <a:endParaRPr kumimoji="1" lang="en-US" altLang="ja-JP" sz="900"/>
          </a:p>
        </p:txBody>
      </p:sp>
      <p:cxnSp>
        <p:nvCxnSpPr>
          <p:cNvPr id="22" name="カギ線コネクタ 219">
            <a:extLst>
              <a:ext uri="{FF2B5EF4-FFF2-40B4-BE49-F238E27FC236}">
                <a16:creationId xmlns:a16="http://schemas.microsoft.com/office/drawing/2014/main" id="{00000000-0008-0000-0400-0000DC000000}"/>
              </a:ext>
            </a:extLst>
          </p:cNvPr>
          <p:cNvCxnSpPr>
            <a:cxnSpLocks/>
            <a:stCxn id="92" idx="2"/>
            <a:endCxn id="9" idx="1"/>
          </p:cNvCxnSpPr>
          <p:nvPr/>
        </p:nvCxnSpPr>
        <p:spPr>
          <a:xfrm rot="16200000" flipH="1">
            <a:off x="3881166" y="1563227"/>
            <a:ext cx="208435" cy="668966"/>
          </a:xfrm>
          <a:prstGeom prst="bentConnector2">
            <a:avLst/>
          </a:prstGeom>
          <a:ln w="12700">
            <a:headEnd type="arrow"/>
            <a:tailEnd type="arrow"/>
          </a:ln>
        </p:spPr>
        <p:style>
          <a:lnRef idx="1">
            <a:schemeClr val="dk1"/>
          </a:lnRef>
          <a:fillRef idx="0">
            <a:schemeClr val="dk1"/>
          </a:fillRef>
          <a:effectRef idx="0">
            <a:schemeClr val="dk1"/>
          </a:effectRef>
          <a:fontRef idx="minor">
            <a:schemeClr val="tx1"/>
          </a:fontRef>
        </p:style>
      </p:cxnSp>
      <p:cxnSp>
        <p:nvCxnSpPr>
          <p:cNvPr id="23" name="カギ線コネクタ 226">
            <a:extLst>
              <a:ext uri="{FF2B5EF4-FFF2-40B4-BE49-F238E27FC236}">
                <a16:creationId xmlns:a16="http://schemas.microsoft.com/office/drawing/2014/main" id="{00000000-0008-0000-0400-0000E3000000}"/>
              </a:ext>
            </a:extLst>
          </p:cNvPr>
          <p:cNvCxnSpPr>
            <a:cxnSpLocks/>
            <a:stCxn id="6" idx="4"/>
            <a:endCxn id="92" idx="1"/>
          </p:cNvCxnSpPr>
          <p:nvPr/>
        </p:nvCxnSpPr>
        <p:spPr>
          <a:xfrm flipV="1">
            <a:off x="2150795" y="1530513"/>
            <a:ext cx="985553" cy="959629"/>
          </a:xfrm>
          <a:prstGeom prst="bentConnector3">
            <a:avLst>
              <a:gd name="adj1" fmla="val 50000"/>
            </a:avLst>
          </a:prstGeom>
          <a:ln w="12700">
            <a:headEnd type="arrow"/>
            <a:tailEnd type="arrow"/>
          </a:ln>
        </p:spPr>
        <p:style>
          <a:lnRef idx="1">
            <a:schemeClr val="dk1"/>
          </a:lnRef>
          <a:fillRef idx="0">
            <a:schemeClr val="dk1"/>
          </a:fillRef>
          <a:effectRef idx="0">
            <a:schemeClr val="dk1"/>
          </a:effectRef>
          <a:fontRef idx="minor">
            <a:schemeClr val="tx1"/>
          </a:fontRef>
        </p:style>
      </p:cxnSp>
      <p:sp>
        <p:nvSpPr>
          <p:cNvPr id="24" name="テキスト ボックス 114">
            <a:extLst>
              <a:ext uri="{FF2B5EF4-FFF2-40B4-BE49-F238E27FC236}">
                <a16:creationId xmlns:a16="http://schemas.microsoft.com/office/drawing/2014/main" id="{00000000-0008-0000-0400-000073000000}"/>
              </a:ext>
            </a:extLst>
          </p:cNvPr>
          <p:cNvSpPr txBox="1"/>
          <p:nvPr/>
        </p:nvSpPr>
        <p:spPr>
          <a:xfrm>
            <a:off x="4600002" y="4499799"/>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出クレ送信</a:t>
            </a:r>
            <a:endParaRPr kumimoji="1" lang="en-US" altLang="ja-JP" sz="900"/>
          </a:p>
        </p:txBody>
      </p:sp>
      <p:sp>
        <p:nvSpPr>
          <p:cNvPr id="25" name="テキスト ボックス 115">
            <a:extLst>
              <a:ext uri="{FF2B5EF4-FFF2-40B4-BE49-F238E27FC236}">
                <a16:creationId xmlns:a16="http://schemas.microsoft.com/office/drawing/2014/main" id="{00000000-0008-0000-0400-000074000000}"/>
              </a:ext>
            </a:extLst>
          </p:cNvPr>
          <p:cNvSpPr txBox="1"/>
          <p:nvPr/>
        </p:nvSpPr>
        <p:spPr>
          <a:xfrm>
            <a:off x="4600002" y="4282113"/>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全所メール送信</a:t>
            </a:r>
            <a:endParaRPr kumimoji="1" lang="en-US" altLang="ja-JP" sz="900"/>
          </a:p>
        </p:txBody>
      </p:sp>
      <p:sp>
        <p:nvSpPr>
          <p:cNvPr id="26" name="テキスト ボックス 116">
            <a:extLst>
              <a:ext uri="{FF2B5EF4-FFF2-40B4-BE49-F238E27FC236}">
                <a16:creationId xmlns:a16="http://schemas.microsoft.com/office/drawing/2014/main" id="{00000000-0008-0000-0400-000075000000}"/>
              </a:ext>
            </a:extLst>
          </p:cNvPr>
          <p:cNvSpPr txBox="1"/>
          <p:nvPr/>
        </p:nvSpPr>
        <p:spPr>
          <a:xfrm>
            <a:off x="4600002" y="4735117"/>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en-US" altLang="ja-JP" sz="900"/>
              <a:t>POS</a:t>
            </a:r>
            <a:r>
              <a:rPr kumimoji="1" lang="ja-JP" altLang="en-US" sz="900"/>
              <a:t>集信</a:t>
            </a:r>
            <a:endParaRPr kumimoji="1" lang="en-US" altLang="ja-JP" sz="900"/>
          </a:p>
        </p:txBody>
      </p:sp>
      <p:cxnSp>
        <p:nvCxnSpPr>
          <p:cNvPr id="34" name="カギ線コネクタ 91">
            <a:extLst>
              <a:ext uri="{FF2B5EF4-FFF2-40B4-BE49-F238E27FC236}">
                <a16:creationId xmlns:a16="http://schemas.microsoft.com/office/drawing/2014/main" id="{00000000-0008-0000-0400-00005C000000}"/>
              </a:ext>
            </a:extLst>
          </p:cNvPr>
          <p:cNvCxnSpPr>
            <a:cxnSpLocks/>
            <a:stCxn id="18" idx="3"/>
            <a:endCxn id="9" idx="3"/>
          </p:cNvCxnSpPr>
          <p:nvPr/>
        </p:nvCxnSpPr>
        <p:spPr>
          <a:xfrm flipV="1">
            <a:off x="6387346" y="2001928"/>
            <a:ext cx="375402" cy="1375505"/>
          </a:xfrm>
          <a:prstGeom prst="bentConnector3">
            <a:avLst>
              <a:gd name="adj1" fmla="val 160895"/>
            </a:avLst>
          </a:prstGeom>
          <a:ln>
            <a:tailEnd type="arrow"/>
          </a:ln>
        </p:spPr>
        <p:style>
          <a:lnRef idx="1">
            <a:schemeClr val="dk1"/>
          </a:lnRef>
          <a:fillRef idx="0">
            <a:schemeClr val="dk1"/>
          </a:fillRef>
          <a:effectRef idx="0">
            <a:schemeClr val="dk1"/>
          </a:effectRef>
          <a:fontRef idx="minor">
            <a:schemeClr val="tx1"/>
          </a:fontRef>
        </p:style>
      </p:cxnSp>
      <p:sp>
        <p:nvSpPr>
          <p:cNvPr id="40" name="フローチャート : 磁気ディスク 199">
            <a:extLst>
              <a:ext uri="{FF2B5EF4-FFF2-40B4-BE49-F238E27FC236}">
                <a16:creationId xmlns:a16="http://schemas.microsoft.com/office/drawing/2014/main" id="{00000000-0008-0000-0400-0000C8000000}"/>
              </a:ext>
            </a:extLst>
          </p:cNvPr>
          <p:cNvSpPr/>
          <p:nvPr/>
        </p:nvSpPr>
        <p:spPr>
          <a:xfrm>
            <a:off x="958788" y="3573264"/>
            <a:ext cx="1023829" cy="795614"/>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食堂データ</a:t>
            </a:r>
          </a:p>
        </p:txBody>
      </p:sp>
      <p:sp>
        <p:nvSpPr>
          <p:cNvPr id="42" name="フローチャート : 磁気ディスク 257">
            <a:extLst>
              <a:ext uri="{FF2B5EF4-FFF2-40B4-BE49-F238E27FC236}">
                <a16:creationId xmlns:a16="http://schemas.microsoft.com/office/drawing/2014/main" id="{00000000-0008-0000-0400-000002010000}"/>
              </a:ext>
            </a:extLst>
          </p:cNvPr>
          <p:cNvSpPr/>
          <p:nvPr/>
        </p:nvSpPr>
        <p:spPr>
          <a:xfrm>
            <a:off x="969995" y="4424910"/>
            <a:ext cx="1023829" cy="795614"/>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宿日直データ</a:t>
            </a:r>
          </a:p>
        </p:txBody>
      </p:sp>
      <p:sp>
        <p:nvSpPr>
          <p:cNvPr id="44" name="正方形/長方形 43">
            <a:extLst>
              <a:ext uri="{FF2B5EF4-FFF2-40B4-BE49-F238E27FC236}">
                <a16:creationId xmlns:a16="http://schemas.microsoft.com/office/drawing/2014/main" id="{00000000-0008-0000-0400-00001C010000}"/>
              </a:ext>
            </a:extLst>
          </p:cNvPr>
          <p:cNvSpPr/>
          <p:nvPr/>
        </p:nvSpPr>
        <p:spPr>
          <a:xfrm>
            <a:off x="4381488" y="3650226"/>
            <a:ext cx="2252383" cy="1645274"/>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900">
                <a:solidFill>
                  <a:sysClr val="windowText" lastClr="000000"/>
                </a:solidFill>
              </a:rPr>
              <a:t>ジョブネット</a:t>
            </a:r>
          </a:p>
        </p:txBody>
      </p:sp>
      <p:cxnSp>
        <p:nvCxnSpPr>
          <p:cNvPr id="45" name="カギ線コネクタ 288">
            <a:extLst>
              <a:ext uri="{FF2B5EF4-FFF2-40B4-BE49-F238E27FC236}">
                <a16:creationId xmlns:a16="http://schemas.microsoft.com/office/drawing/2014/main" id="{00000000-0008-0000-0400-000021010000}"/>
              </a:ext>
            </a:extLst>
          </p:cNvPr>
          <p:cNvCxnSpPr>
            <a:cxnSpLocks/>
            <a:stCxn id="9" idx="1"/>
            <a:endCxn id="40" idx="4"/>
          </p:cNvCxnSpPr>
          <p:nvPr/>
        </p:nvCxnSpPr>
        <p:spPr>
          <a:xfrm rot="10800000" flipV="1">
            <a:off x="1982618" y="2001927"/>
            <a:ext cx="2337249" cy="1969143"/>
          </a:xfrm>
          <a:prstGeom prst="bentConnector3">
            <a:avLst>
              <a:gd name="adj1" fmla="val 50000"/>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46" name="カギ線コネクタ 290">
            <a:extLst>
              <a:ext uri="{FF2B5EF4-FFF2-40B4-BE49-F238E27FC236}">
                <a16:creationId xmlns:a16="http://schemas.microsoft.com/office/drawing/2014/main" id="{00000000-0008-0000-0400-000023010000}"/>
              </a:ext>
            </a:extLst>
          </p:cNvPr>
          <p:cNvCxnSpPr>
            <a:cxnSpLocks/>
            <a:stCxn id="9" idx="1"/>
            <a:endCxn id="42" idx="4"/>
          </p:cNvCxnSpPr>
          <p:nvPr/>
        </p:nvCxnSpPr>
        <p:spPr>
          <a:xfrm rot="10800000" flipV="1">
            <a:off x="1993824" y="2001927"/>
            <a:ext cx="2326042" cy="2820789"/>
          </a:xfrm>
          <a:prstGeom prst="bentConnector3">
            <a:avLst>
              <a:gd name="adj1" fmla="val 50000"/>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49" name="直線矢印コネクタ 48">
            <a:extLst>
              <a:ext uri="{FF2B5EF4-FFF2-40B4-BE49-F238E27FC236}">
                <a16:creationId xmlns:a16="http://schemas.microsoft.com/office/drawing/2014/main" id="{00000000-0008-0000-0400-00002D010000}"/>
              </a:ext>
            </a:extLst>
          </p:cNvPr>
          <p:cNvCxnSpPr>
            <a:cxnSpLocks/>
            <a:stCxn id="63" idx="2"/>
            <a:endCxn id="64" idx="0"/>
          </p:cNvCxnSpPr>
          <p:nvPr/>
        </p:nvCxnSpPr>
        <p:spPr>
          <a:xfrm>
            <a:off x="5580690" y="5457298"/>
            <a:ext cx="10122" cy="110029"/>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0" name="フローチャート : 磁気ディスク 309">
            <a:extLst>
              <a:ext uri="{FF2B5EF4-FFF2-40B4-BE49-F238E27FC236}">
                <a16:creationId xmlns:a16="http://schemas.microsoft.com/office/drawing/2014/main" id="{00000000-0008-0000-0400-000036010000}"/>
              </a:ext>
            </a:extLst>
          </p:cNvPr>
          <p:cNvSpPr/>
          <p:nvPr/>
        </p:nvSpPr>
        <p:spPr>
          <a:xfrm>
            <a:off x="958789" y="5276560"/>
            <a:ext cx="1023829" cy="795614"/>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貸与品データ</a:t>
            </a:r>
          </a:p>
        </p:txBody>
      </p:sp>
      <p:cxnSp>
        <p:nvCxnSpPr>
          <p:cNvPr id="51" name="カギ線コネクタ 311">
            <a:extLst>
              <a:ext uri="{FF2B5EF4-FFF2-40B4-BE49-F238E27FC236}">
                <a16:creationId xmlns:a16="http://schemas.microsoft.com/office/drawing/2014/main" id="{00000000-0008-0000-0400-000038010000}"/>
              </a:ext>
            </a:extLst>
          </p:cNvPr>
          <p:cNvCxnSpPr>
            <a:cxnSpLocks/>
            <a:stCxn id="9" idx="1"/>
            <a:endCxn id="50" idx="4"/>
          </p:cNvCxnSpPr>
          <p:nvPr/>
        </p:nvCxnSpPr>
        <p:spPr>
          <a:xfrm rot="10800000" flipV="1">
            <a:off x="1982618" y="2001927"/>
            <a:ext cx="2337248" cy="3672439"/>
          </a:xfrm>
          <a:prstGeom prst="bentConnector3">
            <a:avLst/>
          </a:prstGeom>
          <a:ln>
            <a:tailEnd type="arrow"/>
          </a:ln>
        </p:spPr>
        <p:style>
          <a:lnRef idx="1">
            <a:schemeClr val="dk1"/>
          </a:lnRef>
          <a:fillRef idx="0">
            <a:schemeClr val="dk1"/>
          </a:fillRef>
          <a:effectRef idx="0">
            <a:schemeClr val="dk1"/>
          </a:effectRef>
          <a:fontRef idx="minor">
            <a:schemeClr val="tx1"/>
          </a:fontRef>
        </p:style>
      </p:cxnSp>
      <p:cxnSp>
        <p:nvCxnSpPr>
          <p:cNvPr id="52" name="カギ線コネクタ 321">
            <a:extLst>
              <a:ext uri="{FF2B5EF4-FFF2-40B4-BE49-F238E27FC236}">
                <a16:creationId xmlns:a16="http://schemas.microsoft.com/office/drawing/2014/main" id="{00000000-0008-0000-0400-000042010000}"/>
              </a:ext>
            </a:extLst>
          </p:cNvPr>
          <p:cNvCxnSpPr>
            <a:cxnSpLocks/>
            <a:stCxn id="25" idx="3"/>
            <a:endCxn id="69" idx="2"/>
          </p:cNvCxnSpPr>
          <p:nvPr/>
        </p:nvCxnSpPr>
        <p:spPr>
          <a:xfrm flipV="1">
            <a:off x="6415355" y="1405453"/>
            <a:ext cx="4283711" cy="2949499"/>
          </a:xfrm>
          <a:prstGeom prst="bentConnector2">
            <a:avLst/>
          </a:prstGeom>
          <a:ln>
            <a:tailEnd type="arrow"/>
          </a:ln>
        </p:spPr>
        <p:style>
          <a:lnRef idx="1">
            <a:schemeClr val="dk1"/>
          </a:lnRef>
          <a:fillRef idx="0">
            <a:schemeClr val="dk1"/>
          </a:fillRef>
          <a:effectRef idx="0">
            <a:schemeClr val="dk1"/>
          </a:effectRef>
          <a:fontRef idx="minor">
            <a:schemeClr val="tx1"/>
          </a:fontRef>
        </p:style>
      </p:cxnSp>
      <p:sp>
        <p:nvSpPr>
          <p:cNvPr id="58" name="正方形/長方形 57">
            <a:extLst>
              <a:ext uri="{FF2B5EF4-FFF2-40B4-BE49-F238E27FC236}">
                <a16:creationId xmlns:a16="http://schemas.microsoft.com/office/drawing/2014/main" id="{21727DB8-A3FA-3F0F-1020-9EACC9769ED5}"/>
              </a:ext>
            </a:extLst>
          </p:cNvPr>
          <p:cNvSpPr/>
          <p:nvPr/>
        </p:nvSpPr>
        <p:spPr>
          <a:xfrm>
            <a:off x="8616812" y="1478210"/>
            <a:ext cx="1633469" cy="525960"/>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帳票基盤</a:t>
            </a:r>
          </a:p>
        </p:txBody>
      </p:sp>
      <p:sp>
        <p:nvSpPr>
          <p:cNvPr id="69" name="正方形/長方形 68">
            <a:extLst>
              <a:ext uri="{FF2B5EF4-FFF2-40B4-BE49-F238E27FC236}">
                <a16:creationId xmlns:a16="http://schemas.microsoft.com/office/drawing/2014/main" id="{C41A6068-AE61-B041-EE01-83996F90C691}"/>
              </a:ext>
            </a:extLst>
          </p:cNvPr>
          <p:cNvSpPr/>
          <p:nvPr/>
        </p:nvSpPr>
        <p:spPr>
          <a:xfrm>
            <a:off x="9882331" y="879493"/>
            <a:ext cx="1633469" cy="525960"/>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メールサーバ</a:t>
            </a:r>
          </a:p>
        </p:txBody>
      </p:sp>
      <p:sp>
        <p:nvSpPr>
          <p:cNvPr id="92" name="正方形/長方形 91">
            <a:extLst>
              <a:ext uri="{FF2B5EF4-FFF2-40B4-BE49-F238E27FC236}">
                <a16:creationId xmlns:a16="http://schemas.microsoft.com/office/drawing/2014/main" id="{E2CF0360-5F16-DC44-EB22-68418B2E92A1}"/>
              </a:ext>
            </a:extLst>
          </p:cNvPr>
          <p:cNvSpPr/>
          <p:nvPr/>
        </p:nvSpPr>
        <p:spPr>
          <a:xfrm>
            <a:off x="3136348" y="1267533"/>
            <a:ext cx="1029104" cy="525960"/>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認証基盤</a:t>
            </a:r>
          </a:p>
        </p:txBody>
      </p:sp>
      <p:sp>
        <p:nvSpPr>
          <p:cNvPr id="101" name="テキスト ボックス 114">
            <a:extLst>
              <a:ext uri="{FF2B5EF4-FFF2-40B4-BE49-F238E27FC236}">
                <a16:creationId xmlns:a16="http://schemas.microsoft.com/office/drawing/2014/main" id="{DFD204EB-C327-EEC5-173B-CEC93CEDC56E}"/>
              </a:ext>
            </a:extLst>
          </p:cNvPr>
          <p:cNvSpPr txBox="1"/>
          <p:nvPr/>
        </p:nvSpPr>
        <p:spPr>
          <a:xfrm>
            <a:off x="4600002" y="5923073"/>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バッチモジュール</a:t>
            </a:r>
            <a:endParaRPr kumimoji="1" lang="en-US" altLang="ja-JP" sz="900"/>
          </a:p>
        </p:txBody>
      </p:sp>
      <p:sp>
        <p:nvSpPr>
          <p:cNvPr id="109" name="Rectangle 92">
            <a:extLst>
              <a:ext uri="{FF2B5EF4-FFF2-40B4-BE49-F238E27FC236}">
                <a16:creationId xmlns:a16="http://schemas.microsoft.com/office/drawing/2014/main" id="{2C9F2522-E1DD-4F91-26A6-11A171F023D6}"/>
              </a:ext>
            </a:extLst>
          </p:cNvPr>
          <p:cNvSpPr>
            <a:spLocks noChangeArrowheads="1"/>
          </p:cNvSpPr>
          <p:nvPr/>
        </p:nvSpPr>
        <p:spPr bwMode="auto">
          <a:xfrm>
            <a:off x="7736260" y="5644372"/>
            <a:ext cx="1131795" cy="437031"/>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ＭＳ Ｐゴシック"/>
                <a:ea typeface="ＭＳ Ｐゴシック"/>
              </a:rPr>
              <a:t>後方支援</a:t>
            </a:r>
            <a:r>
              <a:rPr lang="en-US" altLang="ja-JP" sz="1100" b="1" i="0" u="none" strike="noStrike" baseline="0">
                <a:solidFill>
                  <a:srgbClr val="000000"/>
                </a:solidFill>
                <a:latin typeface="ＭＳ Ｐゴシック"/>
                <a:ea typeface="ＭＳ Ｐゴシック"/>
              </a:rPr>
              <a:t>PC</a:t>
            </a:r>
            <a:endParaRPr lang="ja-JP" altLang="en-US" sz="1100" b="1" i="0" u="none" strike="noStrike" baseline="0">
              <a:solidFill>
                <a:srgbClr val="000000"/>
              </a:solidFill>
              <a:latin typeface="ＭＳ Ｐゴシック"/>
              <a:ea typeface="ＭＳ Ｐゴシック"/>
            </a:endParaRPr>
          </a:p>
        </p:txBody>
      </p:sp>
      <p:sp>
        <p:nvSpPr>
          <p:cNvPr id="112" name="Rectangle 92">
            <a:extLst>
              <a:ext uri="{FF2B5EF4-FFF2-40B4-BE49-F238E27FC236}">
                <a16:creationId xmlns:a16="http://schemas.microsoft.com/office/drawing/2014/main" id="{7C523CE0-C983-440C-0B4E-F46242A877C3}"/>
              </a:ext>
            </a:extLst>
          </p:cNvPr>
          <p:cNvSpPr>
            <a:spLocks noChangeArrowheads="1"/>
          </p:cNvSpPr>
          <p:nvPr/>
        </p:nvSpPr>
        <p:spPr bwMode="auto">
          <a:xfrm>
            <a:off x="9147617" y="5657900"/>
            <a:ext cx="1120582" cy="437030"/>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ＭＳ Ｐゴシック"/>
                <a:ea typeface="ＭＳ Ｐゴシック"/>
              </a:rPr>
              <a:t>食堂</a:t>
            </a:r>
            <a:r>
              <a:rPr lang="en-US" altLang="ja-JP" sz="1100" b="1" i="0" u="none" strike="noStrike" baseline="0">
                <a:solidFill>
                  <a:srgbClr val="000000"/>
                </a:solidFill>
                <a:latin typeface="ＭＳ Ｐゴシック"/>
                <a:ea typeface="ＭＳ Ｐゴシック"/>
              </a:rPr>
              <a:t>POS</a:t>
            </a:r>
            <a:endParaRPr lang="ja-JP" altLang="en-US" sz="1100" b="1" i="0" u="none" strike="noStrike" baseline="0">
              <a:solidFill>
                <a:srgbClr val="000000"/>
              </a:solidFill>
              <a:latin typeface="ＭＳ Ｐゴシック"/>
              <a:ea typeface="ＭＳ Ｐゴシック"/>
            </a:endParaRPr>
          </a:p>
        </p:txBody>
      </p:sp>
      <p:sp>
        <p:nvSpPr>
          <p:cNvPr id="134" name="Rectangle 92">
            <a:extLst>
              <a:ext uri="{FF2B5EF4-FFF2-40B4-BE49-F238E27FC236}">
                <a16:creationId xmlns:a16="http://schemas.microsoft.com/office/drawing/2014/main" id="{66FA5A9C-99AC-E63F-6F60-07285679CC80}"/>
              </a:ext>
            </a:extLst>
          </p:cNvPr>
          <p:cNvSpPr>
            <a:spLocks noChangeArrowheads="1"/>
          </p:cNvSpPr>
          <p:nvPr/>
        </p:nvSpPr>
        <p:spPr bwMode="auto">
          <a:xfrm>
            <a:off x="7444376" y="4747592"/>
            <a:ext cx="1131795" cy="354106"/>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mn-ea"/>
              </a:rPr>
              <a:t>連携</a:t>
            </a:r>
            <a:r>
              <a:rPr lang="en-US" altLang="ja-JP" sz="1100" b="1" i="0" u="none" strike="noStrike" baseline="0">
                <a:solidFill>
                  <a:srgbClr val="000000"/>
                </a:solidFill>
                <a:latin typeface="+mn-ea"/>
              </a:rPr>
              <a:t>NAS</a:t>
            </a:r>
            <a:endParaRPr lang="ja-JP" altLang="en-US" sz="1100" b="1" i="0" u="none" strike="noStrike" baseline="0">
              <a:solidFill>
                <a:srgbClr val="000000"/>
              </a:solidFill>
              <a:latin typeface="+mn-ea"/>
            </a:endParaRPr>
          </a:p>
        </p:txBody>
      </p:sp>
      <p:cxnSp>
        <p:nvCxnSpPr>
          <p:cNvPr id="144" name="直線矢印コネクタ 143">
            <a:extLst>
              <a:ext uri="{FF2B5EF4-FFF2-40B4-BE49-F238E27FC236}">
                <a16:creationId xmlns:a16="http://schemas.microsoft.com/office/drawing/2014/main" id="{B8054E75-C5A2-66BC-BC9B-B45441451F1E}"/>
              </a:ext>
            </a:extLst>
          </p:cNvPr>
          <p:cNvCxnSpPr>
            <a:cxnSpLocks/>
            <a:stCxn id="112" idx="1"/>
            <a:endCxn id="109" idx="3"/>
          </p:cNvCxnSpPr>
          <p:nvPr/>
        </p:nvCxnSpPr>
        <p:spPr>
          <a:xfrm flipH="1" flipV="1">
            <a:off x="8868055" y="5862888"/>
            <a:ext cx="279562" cy="13527"/>
          </a:xfrm>
          <a:prstGeom prst="straightConnector1">
            <a:avLst/>
          </a:prstGeom>
          <a:ln>
            <a:headEnd type="arrow"/>
            <a:tailEnd type="arrow"/>
          </a:ln>
        </p:spPr>
        <p:style>
          <a:lnRef idx="1">
            <a:schemeClr val="dk1"/>
          </a:lnRef>
          <a:fillRef idx="0">
            <a:schemeClr val="dk1"/>
          </a:fillRef>
          <a:effectRef idx="0">
            <a:schemeClr val="dk1"/>
          </a:effectRef>
          <a:fontRef idx="minor">
            <a:schemeClr val="tx1"/>
          </a:fontRef>
        </p:style>
      </p:cxnSp>
      <p:sp>
        <p:nvSpPr>
          <p:cNvPr id="166" name="テキスト ボックス 82">
            <a:extLst>
              <a:ext uri="{FF2B5EF4-FFF2-40B4-BE49-F238E27FC236}">
                <a16:creationId xmlns:a16="http://schemas.microsoft.com/office/drawing/2014/main" id="{880536AC-B90E-A72E-D633-72F3D40011CB}"/>
              </a:ext>
            </a:extLst>
          </p:cNvPr>
          <p:cNvSpPr txBox="1"/>
          <p:nvPr/>
        </p:nvSpPr>
        <p:spPr>
          <a:xfrm>
            <a:off x="4696216" y="4960844"/>
            <a:ext cx="1591227" cy="334655"/>
          </a:xfrm>
          <a:prstGeom prst="rect">
            <a:avLst/>
          </a:prstGeom>
          <a:noFill/>
          <a:ln w="19050"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a:t>
            </a:r>
            <a:endParaRPr kumimoji="1" lang="en-US" altLang="ja-JP" sz="900"/>
          </a:p>
          <a:p>
            <a:pPr algn="ctr"/>
            <a:r>
              <a:rPr kumimoji="1" lang="ja-JP" altLang="en-US" sz="900"/>
              <a:t>・</a:t>
            </a:r>
            <a:endParaRPr kumimoji="1" lang="en-US" altLang="ja-JP" sz="900"/>
          </a:p>
          <a:p>
            <a:pPr algn="ctr"/>
            <a:r>
              <a:rPr kumimoji="1" lang="ja-JP" altLang="en-US" sz="900"/>
              <a:t>・</a:t>
            </a:r>
            <a:endParaRPr kumimoji="1" lang="en-US" altLang="ja-JP" sz="900"/>
          </a:p>
        </p:txBody>
      </p:sp>
      <p:cxnSp>
        <p:nvCxnSpPr>
          <p:cNvPr id="168" name="カギ線コネクタ 321">
            <a:extLst>
              <a:ext uri="{FF2B5EF4-FFF2-40B4-BE49-F238E27FC236}">
                <a16:creationId xmlns:a16="http://schemas.microsoft.com/office/drawing/2014/main" id="{D1D3F185-B5F4-089C-8A96-92C4F1990D4B}"/>
              </a:ext>
            </a:extLst>
          </p:cNvPr>
          <p:cNvCxnSpPr>
            <a:cxnSpLocks/>
            <a:stCxn id="24" idx="3"/>
            <a:endCxn id="134" idx="1"/>
          </p:cNvCxnSpPr>
          <p:nvPr/>
        </p:nvCxnSpPr>
        <p:spPr>
          <a:xfrm>
            <a:off x="6415355" y="4572638"/>
            <a:ext cx="1029021" cy="352007"/>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cxnSp>
        <p:nvCxnSpPr>
          <p:cNvPr id="171" name="カギ線コネクタ 321">
            <a:extLst>
              <a:ext uri="{FF2B5EF4-FFF2-40B4-BE49-F238E27FC236}">
                <a16:creationId xmlns:a16="http://schemas.microsoft.com/office/drawing/2014/main" id="{DCC182B0-C80F-6B32-266E-F9CCB20F34F4}"/>
              </a:ext>
            </a:extLst>
          </p:cNvPr>
          <p:cNvCxnSpPr>
            <a:cxnSpLocks/>
            <a:stCxn id="134" idx="3"/>
            <a:endCxn id="174" idx="1"/>
          </p:cNvCxnSpPr>
          <p:nvPr/>
        </p:nvCxnSpPr>
        <p:spPr>
          <a:xfrm flipV="1">
            <a:off x="8576171" y="4922341"/>
            <a:ext cx="1724496" cy="2304"/>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sp>
        <p:nvSpPr>
          <p:cNvPr id="174" name="Rectangle 92">
            <a:extLst>
              <a:ext uri="{FF2B5EF4-FFF2-40B4-BE49-F238E27FC236}">
                <a16:creationId xmlns:a16="http://schemas.microsoft.com/office/drawing/2014/main" id="{78BC5F57-8C60-FDCE-65E5-D7F92374CC3C}"/>
              </a:ext>
            </a:extLst>
          </p:cNvPr>
          <p:cNvSpPr>
            <a:spLocks noChangeArrowheads="1"/>
          </p:cNvSpPr>
          <p:nvPr/>
        </p:nvSpPr>
        <p:spPr bwMode="auto">
          <a:xfrm>
            <a:off x="10300667" y="4703825"/>
            <a:ext cx="1131795" cy="437031"/>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b="1">
                <a:solidFill>
                  <a:srgbClr val="000000"/>
                </a:solidFill>
                <a:latin typeface="+mn-ea"/>
              </a:rPr>
              <a:t>出クレシステム</a:t>
            </a:r>
            <a:endParaRPr lang="ja-JP" altLang="en-US" sz="1100" b="1" i="0" u="none" strike="noStrike" baseline="0">
              <a:solidFill>
                <a:srgbClr val="000000"/>
              </a:solidFill>
              <a:latin typeface="+mn-ea"/>
            </a:endParaRPr>
          </a:p>
        </p:txBody>
      </p:sp>
      <p:sp>
        <p:nvSpPr>
          <p:cNvPr id="179" name="Rectangle 92">
            <a:extLst>
              <a:ext uri="{FF2B5EF4-FFF2-40B4-BE49-F238E27FC236}">
                <a16:creationId xmlns:a16="http://schemas.microsoft.com/office/drawing/2014/main" id="{172D4096-A9A9-9A0C-573F-14BE11605C1C}"/>
              </a:ext>
            </a:extLst>
          </p:cNvPr>
          <p:cNvSpPr>
            <a:spLocks noChangeArrowheads="1"/>
          </p:cNvSpPr>
          <p:nvPr/>
        </p:nvSpPr>
        <p:spPr bwMode="auto">
          <a:xfrm>
            <a:off x="7888660" y="5796772"/>
            <a:ext cx="1131795" cy="437031"/>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ＭＳ Ｐゴシック"/>
                <a:ea typeface="ＭＳ Ｐゴシック"/>
              </a:rPr>
              <a:t>後方支援</a:t>
            </a:r>
            <a:r>
              <a:rPr lang="en-US" altLang="ja-JP" sz="1100" b="1" i="0" u="none" strike="noStrike" baseline="0">
                <a:solidFill>
                  <a:srgbClr val="000000"/>
                </a:solidFill>
                <a:latin typeface="ＭＳ Ｐゴシック"/>
                <a:ea typeface="ＭＳ Ｐゴシック"/>
              </a:rPr>
              <a:t>PC</a:t>
            </a:r>
            <a:endParaRPr lang="ja-JP" altLang="en-US" sz="1100" b="1" i="0" u="none" strike="noStrike" baseline="0">
              <a:solidFill>
                <a:srgbClr val="000000"/>
              </a:solidFill>
              <a:latin typeface="ＭＳ Ｐゴシック"/>
              <a:ea typeface="ＭＳ Ｐゴシック"/>
            </a:endParaRPr>
          </a:p>
        </p:txBody>
      </p:sp>
      <p:sp>
        <p:nvSpPr>
          <p:cNvPr id="180" name="Rectangle 92">
            <a:extLst>
              <a:ext uri="{FF2B5EF4-FFF2-40B4-BE49-F238E27FC236}">
                <a16:creationId xmlns:a16="http://schemas.microsoft.com/office/drawing/2014/main" id="{B70AEDE1-EFE5-B811-33C7-5DB1B3E86257}"/>
              </a:ext>
            </a:extLst>
          </p:cNvPr>
          <p:cNvSpPr>
            <a:spLocks noChangeArrowheads="1"/>
          </p:cNvSpPr>
          <p:nvPr/>
        </p:nvSpPr>
        <p:spPr bwMode="auto">
          <a:xfrm>
            <a:off x="9300017" y="5810300"/>
            <a:ext cx="1120582" cy="437030"/>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ＭＳ Ｐゴシック"/>
                <a:ea typeface="ＭＳ Ｐゴシック"/>
              </a:rPr>
              <a:t>食堂</a:t>
            </a:r>
            <a:r>
              <a:rPr lang="en-US" altLang="ja-JP" sz="1100" b="1" i="0" u="none" strike="noStrike" baseline="0">
                <a:solidFill>
                  <a:srgbClr val="000000"/>
                </a:solidFill>
                <a:latin typeface="ＭＳ Ｐゴシック"/>
                <a:ea typeface="ＭＳ Ｐゴシック"/>
              </a:rPr>
              <a:t>POS</a:t>
            </a:r>
            <a:endParaRPr lang="ja-JP" altLang="en-US" sz="1100" b="1" i="0" u="none" strike="noStrike" baseline="0">
              <a:solidFill>
                <a:srgbClr val="000000"/>
              </a:solidFill>
              <a:latin typeface="ＭＳ Ｐゴシック"/>
              <a:ea typeface="ＭＳ Ｐゴシック"/>
            </a:endParaRPr>
          </a:p>
        </p:txBody>
      </p:sp>
      <p:cxnSp>
        <p:nvCxnSpPr>
          <p:cNvPr id="181" name="直線矢印コネクタ 180">
            <a:extLst>
              <a:ext uri="{FF2B5EF4-FFF2-40B4-BE49-F238E27FC236}">
                <a16:creationId xmlns:a16="http://schemas.microsoft.com/office/drawing/2014/main" id="{C57FEFA1-5D65-A4A9-0794-49DF021D5DA8}"/>
              </a:ext>
            </a:extLst>
          </p:cNvPr>
          <p:cNvCxnSpPr>
            <a:cxnSpLocks/>
            <a:stCxn id="180" idx="1"/>
            <a:endCxn id="179" idx="3"/>
          </p:cNvCxnSpPr>
          <p:nvPr/>
        </p:nvCxnSpPr>
        <p:spPr>
          <a:xfrm flipH="1" flipV="1">
            <a:off x="9020455" y="6015288"/>
            <a:ext cx="279562" cy="13527"/>
          </a:xfrm>
          <a:prstGeom prst="straightConnector1">
            <a:avLst/>
          </a:prstGeom>
          <a:ln>
            <a:headEnd type="arrow"/>
            <a:tailEnd type="arrow"/>
          </a:ln>
        </p:spPr>
        <p:style>
          <a:lnRef idx="1">
            <a:schemeClr val="dk1"/>
          </a:lnRef>
          <a:fillRef idx="0">
            <a:schemeClr val="dk1"/>
          </a:fillRef>
          <a:effectRef idx="0">
            <a:schemeClr val="dk1"/>
          </a:effectRef>
          <a:fontRef idx="minor">
            <a:schemeClr val="tx1"/>
          </a:fontRef>
        </p:style>
      </p:cxnSp>
      <p:sp>
        <p:nvSpPr>
          <p:cNvPr id="182" name="Rectangle 92">
            <a:extLst>
              <a:ext uri="{FF2B5EF4-FFF2-40B4-BE49-F238E27FC236}">
                <a16:creationId xmlns:a16="http://schemas.microsoft.com/office/drawing/2014/main" id="{1820E758-1A7D-BD9F-3D94-08FDD4AD4DC8}"/>
              </a:ext>
            </a:extLst>
          </p:cNvPr>
          <p:cNvSpPr>
            <a:spLocks noChangeArrowheads="1"/>
          </p:cNvSpPr>
          <p:nvPr/>
        </p:nvSpPr>
        <p:spPr bwMode="auto">
          <a:xfrm>
            <a:off x="8041060" y="5949172"/>
            <a:ext cx="1131795" cy="437031"/>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mn-ea"/>
              </a:rPr>
              <a:t>後方支援</a:t>
            </a:r>
            <a:r>
              <a:rPr lang="en-US" altLang="ja-JP" sz="1100" b="1" i="0" u="none" strike="noStrike" baseline="0">
                <a:solidFill>
                  <a:srgbClr val="000000"/>
                </a:solidFill>
                <a:latin typeface="+mn-ea"/>
              </a:rPr>
              <a:t>PC</a:t>
            </a:r>
            <a:endParaRPr lang="ja-JP" altLang="en-US" sz="1100" b="1" i="0" u="none" strike="noStrike" baseline="0">
              <a:solidFill>
                <a:srgbClr val="000000"/>
              </a:solidFill>
              <a:latin typeface="+mn-ea"/>
            </a:endParaRPr>
          </a:p>
        </p:txBody>
      </p:sp>
      <p:sp>
        <p:nvSpPr>
          <p:cNvPr id="183" name="Rectangle 92">
            <a:extLst>
              <a:ext uri="{FF2B5EF4-FFF2-40B4-BE49-F238E27FC236}">
                <a16:creationId xmlns:a16="http://schemas.microsoft.com/office/drawing/2014/main" id="{19845CF7-AB7C-3ADD-021F-983E880795F6}"/>
              </a:ext>
            </a:extLst>
          </p:cNvPr>
          <p:cNvSpPr>
            <a:spLocks noChangeArrowheads="1"/>
          </p:cNvSpPr>
          <p:nvPr/>
        </p:nvSpPr>
        <p:spPr bwMode="auto">
          <a:xfrm>
            <a:off x="9452417" y="5962700"/>
            <a:ext cx="1120582" cy="437030"/>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mn-ea"/>
              </a:rPr>
              <a:t>食堂</a:t>
            </a:r>
            <a:r>
              <a:rPr lang="en-US" altLang="ja-JP" sz="1100" b="1" i="0" u="none" strike="noStrike" baseline="0">
                <a:solidFill>
                  <a:srgbClr val="000000"/>
                </a:solidFill>
                <a:latin typeface="+mn-ea"/>
              </a:rPr>
              <a:t>POS</a:t>
            </a:r>
            <a:endParaRPr lang="ja-JP" altLang="en-US" sz="1100" b="1" i="0" u="none" strike="noStrike" baseline="0">
              <a:solidFill>
                <a:srgbClr val="000000"/>
              </a:solidFill>
              <a:latin typeface="+mn-ea"/>
            </a:endParaRPr>
          </a:p>
        </p:txBody>
      </p:sp>
      <p:cxnSp>
        <p:nvCxnSpPr>
          <p:cNvPr id="184" name="直線矢印コネクタ 183">
            <a:extLst>
              <a:ext uri="{FF2B5EF4-FFF2-40B4-BE49-F238E27FC236}">
                <a16:creationId xmlns:a16="http://schemas.microsoft.com/office/drawing/2014/main" id="{3A5F1ED6-94AB-8779-9398-EFCEB3D8B1E8}"/>
              </a:ext>
            </a:extLst>
          </p:cNvPr>
          <p:cNvCxnSpPr>
            <a:cxnSpLocks/>
            <a:stCxn id="183" idx="1"/>
            <a:endCxn id="182" idx="3"/>
          </p:cNvCxnSpPr>
          <p:nvPr/>
        </p:nvCxnSpPr>
        <p:spPr>
          <a:xfrm flipH="1" flipV="1">
            <a:off x="9172855" y="6167688"/>
            <a:ext cx="279562" cy="13527"/>
          </a:xfrm>
          <a:prstGeom prst="straightConnector1">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185" name="カギ線コネクタ 321">
            <a:extLst>
              <a:ext uri="{FF2B5EF4-FFF2-40B4-BE49-F238E27FC236}">
                <a16:creationId xmlns:a16="http://schemas.microsoft.com/office/drawing/2014/main" id="{EE9500F4-76B8-1DA7-691D-174E5DB5E880}"/>
              </a:ext>
            </a:extLst>
          </p:cNvPr>
          <p:cNvCxnSpPr>
            <a:cxnSpLocks/>
            <a:stCxn id="109" idx="1"/>
            <a:endCxn id="26" idx="3"/>
          </p:cNvCxnSpPr>
          <p:nvPr/>
        </p:nvCxnSpPr>
        <p:spPr>
          <a:xfrm rot="10800000">
            <a:off x="6415356" y="4807956"/>
            <a:ext cx="1320905" cy="1054932"/>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cxnSp>
        <p:nvCxnSpPr>
          <p:cNvPr id="189" name="カギ線コネクタ 321">
            <a:extLst>
              <a:ext uri="{FF2B5EF4-FFF2-40B4-BE49-F238E27FC236}">
                <a16:creationId xmlns:a16="http://schemas.microsoft.com/office/drawing/2014/main" id="{8B1DEBF3-25EA-9EF8-A09C-A40FD36043E9}"/>
              </a:ext>
            </a:extLst>
          </p:cNvPr>
          <p:cNvCxnSpPr>
            <a:cxnSpLocks/>
            <a:endCxn id="26" idx="3"/>
          </p:cNvCxnSpPr>
          <p:nvPr/>
        </p:nvCxnSpPr>
        <p:spPr>
          <a:xfrm rot="10800000">
            <a:off x="6415356" y="4807956"/>
            <a:ext cx="1473305" cy="1207332"/>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cxnSp>
        <p:nvCxnSpPr>
          <p:cNvPr id="193" name="カギ線コネクタ 321">
            <a:extLst>
              <a:ext uri="{FF2B5EF4-FFF2-40B4-BE49-F238E27FC236}">
                <a16:creationId xmlns:a16="http://schemas.microsoft.com/office/drawing/2014/main" id="{CD828C45-12FA-08AE-B9D9-25F5D5A64BA7}"/>
              </a:ext>
            </a:extLst>
          </p:cNvPr>
          <p:cNvCxnSpPr>
            <a:cxnSpLocks/>
            <a:endCxn id="26" idx="3"/>
          </p:cNvCxnSpPr>
          <p:nvPr/>
        </p:nvCxnSpPr>
        <p:spPr>
          <a:xfrm rot="10800000">
            <a:off x="6415356" y="4807956"/>
            <a:ext cx="1625705" cy="1359732"/>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cxnSp>
        <p:nvCxnSpPr>
          <p:cNvPr id="4" name="カギ線コネクタ 91">
            <a:extLst>
              <a:ext uri="{FF2B5EF4-FFF2-40B4-BE49-F238E27FC236}">
                <a16:creationId xmlns:a16="http://schemas.microsoft.com/office/drawing/2014/main" id="{2F1041EE-FEDB-7DC3-96D0-AB77BD642C00}"/>
              </a:ext>
            </a:extLst>
          </p:cNvPr>
          <p:cNvCxnSpPr>
            <a:cxnSpLocks/>
            <a:stCxn id="13" idx="3"/>
            <a:endCxn id="58" idx="2"/>
          </p:cNvCxnSpPr>
          <p:nvPr/>
        </p:nvCxnSpPr>
        <p:spPr>
          <a:xfrm flipV="1">
            <a:off x="6415355" y="2004170"/>
            <a:ext cx="3018192" cy="2153906"/>
          </a:xfrm>
          <a:prstGeom prst="bentConnector2">
            <a:avLst/>
          </a:prstGeom>
          <a:ln>
            <a:tailEnd type="arrow"/>
          </a:ln>
        </p:spPr>
        <p:style>
          <a:lnRef idx="1">
            <a:schemeClr val="dk1"/>
          </a:lnRef>
          <a:fillRef idx="0">
            <a:schemeClr val="dk1"/>
          </a:fillRef>
          <a:effectRef idx="0">
            <a:schemeClr val="dk1"/>
          </a:effectRef>
          <a:fontRef idx="minor">
            <a:schemeClr val="tx1"/>
          </a:fontRef>
        </p:style>
      </p:cxnSp>
      <p:sp>
        <p:nvSpPr>
          <p:cNvPr id="13" name="テキスト ボックス 115">
            <a:extLst>
              <a:ext uri="{FF2B5EF4-FFF2-40B4-BE49-F238E27FC236}">
                <a16:creationId xmlns:a16="http://schemas.microsoft.com/office/drawing/2014/main" id="{9CBBA942-A483-3DA5-DDD5-D11F1BC055AA}"/>
              </a:ext>
            </a:extLst>
          </p:cNvPr>
          <p:cNvSpPr txBox="1"/>
          <p:nvPr/>
        </p:nvSpPr>
        <p:spPr>
          <a:xfrm>
            <a:off x="4600002" y="4085237"/>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帳票印刷</a:t>
            </a:r>
            <a:endParaRPr kumimoji="1" lang="en-US" altLang="ja-JP" sz="900"/>
          </a:p>
        </p:txBody>
      </p:sp>
      <p:cxnSp>
        <p:nvCxnSpPr>
          <p:cNvPr id="16" name="カギ線コネクタ 91">
            <a:extLst>
              <a:ext uri="{FF2B5EF4-FFF2-40B4-BE49-F238E27FC236}">
                <a16:creationId xmlns:a16="http://schemas.microsoft.com/office/drawing/2014/main" id="{416314E3-AC2A-BBEC-03F2-7FCAAA890611}"/>
              </a:ext>
            </a:extLst>
          </p:cNvPr>
          <p:cNvCxnSpPr>
            <a:cxnSpLocks/>
            <a:endCxn id="58" idx="1"/>
          </p:cNvCxnSpPr>
          <p:nvPr/>
        </p:nvCxnSpPr>
        <p:spPr>
          <a:xfrm>
            <a:off x="6725641" y="1655297"/>
            <a:ext cx="1891171" cy="85893"/>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sp>
        <p:nvSpPr>
          <p:cNvPr id="30" name="正方形/長方形 29">
            <a:extLst>
              <a:ext uri="{FF2B5EF4-FFF2-40B4-BE49-F238E27FC236}">
                <a16:creationId xmlns:a16="http://schemas.microsoft.com/office/drawing/2014/main" id="{F1D3E336-D7EC-1A64-A7AE-8E66C7291CC2}"/>
              </a:ext>
            </a:extLst>
          </p:cNvPr>
          <p:cNvSpPr/>
          <p:nvPr/>
        </p:nvSpPr>
        <p:spPr>
          <a:xfrm>
            <a:off x="7168750" y="2055739"/>
            <a:ext cx="1633469" cy="525960"/>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マクロ実行</a:t>
            </a:r>
            <a:endParaRPr lang="en-US" altLang="ja-JP" sz="1600" b="1">
              <a:solidFill>
                <a:schemeClr val="tx1"/>
              </a:solidFill>
            </a:endParaRPr>
          </a:p>
          <a:p>
            <a:pPr algn="ctr"/>
            <a:r>
              <a:rPr lang="ja-JP" altLang="en-US" sz="1600" b="1">
                <a:solidFill>
                  <a:schemeClr val="tx1"/>
                </a:solidFill>
              </a:rPr>
              <a:t>サーバ</a:t>
            </a:r>
          </a:p>
        </p:txBody>
      </p:sp>
      <p:sp>
        <p:nvSpPr>
          <p:cNvPr id="37" name="テキスト ボックス 115">
            <a:extLst>
              <a:ext uri="{FF2B5EF4-FFF2-40B4-BE49-F238E27FC236}">
                <a16:creationId xmlns:a16="http://schemas.microsoft.com/office/drawing/2014/main" id="{07449EE4-5DA4-709A-D528-BF8E42E1D394}"/>
              </a:ext>
            </a:extLst>
          </p:cNvPr>
          <p:cNvSpPr txBox="1"/>
          <p:nvPr/>
        </p:nvSpPr>
        <p:spPr>
          <a:xfrm>
            <a:off x="4600002" y="3870429"/>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利用者抽出・品名・要領等更新</a:t>
            </a:r>
            <a:endParaRPr kumimoji="1" lang="en-US" altLang="ja-JP" sz="900"/>
          </a:p>
        </p:txBody>
      </p:sp>
      <p:cxnSp>
        <p:nvCxnSpPr>
          <p:cNvPr id="38" name="カギ線コネクタ 91">
            <a:extLst>
              <a:ext uri="{FF2B5EF4-FFF2-40B4-BE49-F238E27FC236}">
                <a16:creationId xmlns:a16="http://schemas.microsoft.com/office/drawing/2014/main" id="{E09779EC-214A-CB78-B584-3CC46817B918}"/>
              </a:ext>
            </a:extLst>
          </p:cNvPr>
          <p:cNvCxnSpPr>
            <a:cxnSpLocks/>
            <a:stCxn id="37" idx="3"/>
            <a:endCxn id="30" idx="2"/>
          </p:cNvCxnSpPr>
          <p:nvPr/>
        </p:nvCxnSpPr>
        <p:spPr>
          <a:xfrm flipV="1">
            <a:off x="6415355" y="2581699"/>
            <a:ext cx="1570130" cy="1361569"/>
          </a:xfrm>
          <a:prstGeom prst="bentConnector2">
            <a:avLst/>
          </a:prstGeom>
          <a:ln>
            <a:tailEnd type="arrow"/>
          </a:ln>
        </p:spPr>
        <p:style>
          <a:lnRef idx="1">
            <a:schemeClr val="dk1"/>
          </a:lnRef>
          <a:fillRef idx="0">
            <a:schemeClr val="dk1"/>
          </a:fillRef>
          <a:effectRef idx="0">
            <a:schemeClr val="dk1"/>
          </a:effectRef>
          <a:fontRef idx="minor">
            <a:schemeClr val="tx1"/>
          </a:fontRef>
        </p:style>
      </p:cxnSp>
      <p:sp>
        <p:nvSpPr>
          <p:cNvPr id="47" name="Rectangle 92">
            <a:extLst>
              <a:ext uri="{FF2B5EF4-FFF2-40B4-BE49-F238E27FC236}">
                <a16:creationId xmlns:a16="http://schemas.microsoft.com/office/drawing/2014/main" id="{BEB57239-E5A9-A34C-3BDA-4ECBBEB0804F}"/>
              </a:ext>
            </a:extLst>
          </p:cNvPr>
          <p:cNvSpPr>
            <a:spLocks noChangeArrowheads="1"/>
          </p:cNvSpPr>
          <p:nvPr/>
        </p:nvSpPr>
        <p:spPr bwMode="auto">
          <a:xfrm>
            <a:off x="8711490" y="4767539"/>
            <a:ext cx="1131795" cy="354106"/>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en-US" altLang="ja-JP" sz="1100" b="1" i="0" u="none" strike="noStrike" baseline="0" err="1">
                <a:solidFill>
                  <a:srgbClr val="000000"/>
                </a:solidFill>
                <a:latin typeface="+mn-ea"/>
              </a:rPr>
              <a:t>Waha</a:t>
            </a:r>
            <a:endParaRPr lang="ja-JP" altLang="en-US" sz="1100" b="1" i="0" u="none" strike="noStrike" baseline="0">
              <a:solidFill>
                <a:srgbClr val="000000"/>
              </a:solidFill>
              <a:latin typeface="+mn-ea"/>
            </a:endParaRPr>
          </a:p>
        </p:txBody>
      </p:sp>
      <p:sp>
        <p:nvSpPr>
          <p:cNvPr id="7" name="Slide Number Placeholder 6">
            <a:extLst>
              <a:ext uri="{FF2B5EF4-FFF2-40B4-BE49-F238E27FC236}">
                <a16:creationId xmlns:a16="http://schemas.microsoft.com/office/drawing/2014/main" id="{064313D8-8FF1-B72E-FF73-794C382A46F1}"/>
              </a:ext>
            </a:extLst>
          </p:cNvPr>
          <p:cNvSpPr>
            <a:spLocks noGrp="1"/>
          </p:cNvSpPr>
          <p:nvPr>
            <p:ph type="sldNum" sz="quarter" idx="11"/>
          </p:nvPr>
        </p:nvSpPr>
        <p:spPr>
          <a:xfrm>
            <a:off x="10752000" y="6552000"/>
            <a:ext cx="1440000" cy="216000"/>
          </a:xfrm>
        </p:spPr>
        <p:txBody>
          <a:bodyPr/>
          <a:lstStyle/>
          <a:p>
            <a:fld id="{26CA5134-5AAC-D342-B763-43605FECB385}" type="slidenum">
              <a:rPr kumimoji="1" lang="ja-JP" altLang="en-US" smtClean="0"/>
              <a:pPr/>
              <a:t>3</a:t>
            </a:fld>
            <a:endParaRPr lang="en-US"/>
          </a:p>
        </p:txBody>
      </p:sp>
      <p:sp>
        <p:nvSpPr>
          <p:cNvPr id="8" name="Rectangle 92">
            <a:extLst>
              <a:ext uri="{FF2B5EF4-FFF2-40B4-BE49-F238E27FC236}">
                <a16:creationId xmlns:a16="http://schemas.microsoft.com/office/drawing/2014/main" id="{04AE45C5-DC93-52C1-42F6-E8ED2EB8231B}"/>
              </a:ext>
            </a:extLst>
          </p:cNvPr>
          <p:cNvSpPr>
            <a:spLocks noChangeArrowheads="1"/>
          </p:cNvSpPr>
          <p:nvPr/>
        </p:nvSpPr>
        <p:spPr bwMode="auto">
          <a:xfrm>
            <a:off x="8863841" y="1771349"/>
            <a:ext cx="1131795" cy="354106"/>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mn-ea"/>
              </a:rPr>
              <a:t>連携</a:t>
            </a:r>
            <a:r>
              <a:rPr lang="en-US" altLang="ja-JP" sz="1100" b="1" i="0" u="none" strike="noStrike" baseline="0">
                <a:solidFill>
                  <a:srgbClr val="000000"/>
                </a:solidFill>
                <a:latin typeface="+mn-ea"/>
              </a:rPr>
              <a:t>NAS</a:t>
            </a:r>
            <a:endParaRPr lang="ja-JP" altLang="en-US" sz="1100" b="1" i="0" u="none" strike="noStrike" baseline="0">
              <a:solidFill>
                <a:srgbClr val="000000"/>
              </a:solidFill>
              <a:latin typeface="+mn-ea"/>
            </a:endParaRPr>
          </a:p>
        </p:txBody>
      </p:sp>
      <p:sp>
        <p:nvSpPr>
          <p:cNvPr id="11" name="正方形/長方形 10">
            <a:extLst>
              <a:ext uri="{FF2B5EF4-FFF2-40B4-BE49-F238E27FC236}">
                <a16:creationId xmlns:a16="http://schemas.microsoft.com/office/drawing/2014/main" id="{FB7AE25A-C581-438E-8D74-D91E2759A3F0}"/>
              </a:ext>
            </a:extLst>
          </p:cNvPr>
          <p:cNvSpPr/>
          <p:nvPr/>
        </p:nvSpPr>
        <p:spPr>
          <a:xfrm>
            <a:off x="7394216" y="4682726"/>
            <a:ext cx="1227515" cy="479227"/>
          </a:xfrm>
          <a:prstGeom prst="rect">
            <a:avLst/>
          </a:prstGeom>
          <a:no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defPPr>
              <a:defRPr lang="en-US"/>
            </a:defPPr>
            <a:lvl1pPr marL="0" indent="0" algn="l" defTabSz="457200" rtl="0" eaLnBrk="1" latinLnBrk="0" hangingPunct="1">
              <a:defRPr sz="1800" kern="1200">
                <a:solidFill>
                  <a:schemeClr val="lt1"/>
                </a:solidFill>
                <a:latin typeface="+mn-lt"/>
                <a:ea typeface="+mn-ea"/>
                <a:cs typeface="+mn-cs"/>
              </a:defRPr>
            </a:lvl1pPr>
            <a:lvl2pPr marL="457200" indent="0" algn="l" defTabSz="457200" rtl="0" eaLnBrk="1" latinLnBrk="0" hangingPunct="1">
              <a:defRPr sz="1800" kern="1200">
                <a:solidFill>
                  <a:schemeClr val="lt1"/>
                </a:solidFill>
                <a:latin typeface="+mn-lt"/>
                <a:ea typeface="+mn-ea"/>
                <a:cs typeface="+mn-cs"/>
              </a:defRPr>
            </a:lvl2pPr>
            <a:lvl3pPr marL="914400" indent="0" algn="l" defTabSz="457200" rtl="0" eaLnBrk="1" latinLnBrk="0" hangingPunct="1">
              <a:defRPr sz="1800" kern="1200">
                <a:solidFill>
                  <a:schemeClr val="lt1"/>
                </a:solidFill>
                <a:latin typeface="+mn-lt"/>
                <a:ea typeface="+mn-ea"/>
                <a:cs typeface="+mn-cs"/>
              </a:defRPr>
            </a:lvl3pPr>
            <a:lvl4pPr marL="1371600" indent="0" algn="l" defTabSz="457200" rtl="0" eaLnBrk="1" latinLnBrk="0" hangingPunct="1">
              <a:defRPr sz="1800" kern="1200">
                <a:solidFill>
                  <a:schemeClr val="lt1"/>
                </a:solidFill>
                <a:latin typeface="+mn-lt"/>
                <a:ea typeface="+mn-ea"/>
                <a:cs typeface="+mn-cs"/>
              </a:defRPr>
            </a:lvl4pPr>
            <a:lvl5pPr marL="1828800" indent="0" algn="l" defTabSz="457200" rtl="0" eaLnBrk="1" latinLnBrk="0" hangingPunct="1">
              <a:defRPr sz="1800" kern="1200">
                <a:solidFill>
                  <a:schemeClr val="lt1"/>
                </a:solidFill>
                <a:latin typeface="+mn-lt"/>
                <a:ea typeface="+mn-ea"/>
                <a:cs typeface="+mn-cs"/>
              </a:defRPr>
            </a:lvl5pPr>
            <a:lvl6pPr marL="2286000" indent="0" algn="l" defTabSz="457200" rtl="0" eaLnBrk="1" latinLnBrk="0" hangingPunct="1">
              <a:defRPr sz="1800" kern="1200">
                <a:solidFill>
                  <a:schemeClr val="lt1"/>
                </a:solidFill>
                <a:latin typeface="+mn-lt"/>
                <a:ea typeface="+mn-ea"/>
                <a:cs typeface="+mn-cs"/>
              </a:defRPr>
            </a:lvl6pPr>
            <a:lvl7pPr marL="2743200" indent="0" algn="l" defTabSz="457200" rtl="0" eaLnBrk="1" latinLnBrk="0" hangingPunct="1">
              <a:defRPr sz="1800" kern="1200">
                <a:solidFill>
                  <a:schemeClr val="lt1"/>
                </a:solidFill>
                <a:latin typeface="+mn-lt"/>
                <a:ea typeface="+mn-ea"/>
                <a:cs typeface="+mn-cs"/>
              </a:defRPr>
            </a:lvl7pPr>
            <a:lvl8pPr marL="3200400" indent="0" algn="l" defTabSz="457200" rtl="0" eaLnBrk="1" latinLnBrk="0" hangingPunct="1">
              <a:defRPr sz="1800" kern="1200">
                <a:solidFill>
                  <a:schemeClr val="lt1"/>
                </a:solidFill>
                <a:latin typeface="+mn-lt"/>
                <a:ea typeface="+mn-ea"/>
                <a:cs typeface="+mn-cs"/>
              </a:defRPr>
            </a:lvl8pPr>
            <a:lvl9pPr marL="3657600" indent="0" algn="l" defTabSz="457200" rtl="0" eaLnBrk="1" latinLnBrk="0" hangingPunct="1">
              <a:defRPr sz="1800" kern="1200">
                <a:solidFill>
                  <a:schemeClr val="lt1"/>
                </a:solidFill>
                <a:latin typeface="+mn-lt"/>
                <a:ea typeface="+mn-ea"/>
                <a:cs typeface="+mn-cs"/>
              </a:defRPr>
            </a:lvl9pPr>
          </a:lstStyle>
          <a:p>
            <a:pPr algn="ctr"/>
            <a:endParaRPr kumimoji="1" lang="ja-JP" altLang="en-US">
              <a:latin typeface="+mn-ea"/>
            </a:endParaRPr>
          </a:p>
        </p:txBody>
      </p:sp>
      <p:sp>
        <p:nvSpPr>
          <p:cNvPr id="14" name="吹き出し: 線 13">
            <a:extLst>
              <a:ext uri="{FF2B5EF4-FFF2-40B4-BE49-F238E27FC236}">
                <a16:creationId xmlns:a16="http://schemas.microsoft.com/office/drawing/2014/main" id="{5BE5F949-2889-41FF-9785-5A8E7B8F567C}"/>
              </a:ext>
            </a:extLst>
          </p:cNvPr>
          <p:cNvSpPr/>
          <p:nvPr/>
        </p:nvSpPr>
        <p:spPr>
          <a:xfrm>
            <a:off x="8052238" y="3424256"/>
            <a:ext cx="1314556" cy="701088"/>
          </a:xfrm>
          <a:prstGeom prst="borderCallout1">
            <a:avLst>
              <a:gd name="adj1" fmla="val 108602"/>
              <a:gd name="adj2" fmla="val 29291"/>
              <a:gd name="adj3" fmla="val 167761"/>
              <a:gd name="adj4" fmla="val -21315"/>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defPPr>
              <a:defRPr lang="en-US"/>
            </a:defPPr>
            <a:lvl1pPr marL="0" indent="0" algn="l" defTabSz="457200" rtl="0" eaLnBrk="1" latinLnBrk="0" hangingPunct="1">
              <a:defRPr sz="1800" kern="1200">
                <a:solidFill>
                  <a:schemeClr val="lt1"/>
                </a:solidFill>
                <a:latin typeface="+mn-lt"/>
                <a:ea typeface="+mn-ea"/>
                <a:cs typeface="+mn-cs"/>
              </a:defRPr>
            </a:lvl1pPr>
            <a:lvl2pPr marL="457200" indent="0" algn="l" defTabSz="457200" rtl="0" eaLnBrk="1" latinLnBrk="0" hangingPunct="1">
              <a:defRPr sz="1800" kern="1200">
                <a:solidFill>
                  <a:schemeClr val="lt1"/>
                </a:solidFill>
                <a:latin typeface="+mn-lt"/>
                <a:ea typeface="+mn-ea"/>
                <a:cs typeface="+mn-cs"/>
              </a:defRPr>
            </a:lvl2pPr>
            <a:lvl3pPr marL="914400" indent="0" algn="l" defTabSz="457200" rtl="0" eaLnBrk="1" latinLnBrk="0" hangingPunct="1">
              <a:defRPr sz="1800" kern="1200">
                <a:solidFill>
                  <a:schemeClr val="lt1"/>
                </a:solidFill>
                <a:latin typeface="+mn-lt"/>
                <a:ea typeface="+mn-ea"/>
                <a:cs typeface="+mn-cs"/>
              </a:defRPr>
            </a:lvl3pPr>
            <a:lvl4pPr marL="1371600" indent="0" algn="l" defTabSz="457200" rtl="0" eaLnBrk="1" latinLnBrk="0" hangingPunct="1">
              <a:defRPr sz="1800" kern="1200">
                <a:solidFill>
                  <a:schemeClr val="lt1"/>
                </a:solidFill>
                <a:latin typeface="+mn-lt"/>
                <a:ea typeface="+mn-ea"/>
                <a:cs typeface="+mn-cs"/>
              </a:defRPr>
            </a:lvl4pPr>
            <a:lvl5pPr marL="1828800" indent="0" algn="l" defTabSz="457200" rtl="0" eaLnBrk="1" latinLnBrk="0" hangingPunct="1">
              <a:defRPr sz="1800" kern="1200">
                <a:solidFill>
                  <a:schemeClr val="lt1"/>
                </a:solidFill>
                <a:latin typeface="+mn-lt"/>
                <a:ea typeface="+mn-ea"/>
                <a:cs typeface="+mn-cs"/>
              </a:defRPr>
            </a:lvl5pPr>
            <a:lvl6pPr marL="2286000" indent="0" algn="l" defTabSz="457200" rtl="0" eaLnBrk="1" latinLnBrk="0" hangingPunct="1">
              <a:defRPr sz="1800" kern="1200">
                <a:solidFill>
                  <a:schemeClr val="lt1"/>
                </a:solidFill>
                <a:latin typeface="+mn-lt"/>
                <a:ea typeface="+mn-ea"/>
                <a:cs typeface="+mn-cs"/>
              </a:defRPr>
            </a:lvl6pPr>
            <a:lvl7pPr marL="2743200" indent="0" algn="l" defTabSz="457200" rtl="0" eaLnBrk="1" latinLnBrk="0" hangingPunct="1">
              <a:defRPr sz="1800" kern="1200">
                <a:solidFill>
                  <a:schemeClr val="lt1"/>
                </a:solidFill>
                <a:latin typeface="+mn-lt"/>
                <a:ea typeface="+mn-ea"/>
                <a:cs typeface="+mn-cs"/>
              </a:defRPr>
            </a:lvl7pPr>
            <a:lvl8pPr marL="3200400" indent="0" algn="l" defTabSz="457200" rtl="0" eaLnBrk="1" latinLnBrk="0" hangingPunct="1">
              <a:defRPr sz="1800" kern="1200">
                <a:solidFill>
                  <a:schemeClr val="lt1"/>
                </a:solidFill>
                <a:latin typeface="+mn-lt"/>
                <a:ea typeface="+mn-ea"/>
                <a:cs typeface="+mn-cs"/>
              </a:defRPr>
            </a:lvl8pPr>
            <a:lvl9pPr marL="3657600" indent="0" algn="l" defTabSz="457200" rtl="0" eaLnBrk="1" latinLnBrk="0" hangingPunct="1">
              <a:defRPr sz="1800" kern="1200">
                <a:solidFill>
                  <a:schemeClr val="lt1"/>
                </a:solidFill>
                <a:latin typeface="+mn-lt"/>
                <a:ea typeface="+mn-ea"/>
                <a:cs typeface="+mn-cs"/>
              </a:defRPr>
            </a:lvl9pPr>
          </a:lstStyle>
          <a:p>
            <a:r>
              <a:rPr kumimoji="1" lang="en-US" altLang="ja-JP" sz="1200" b="1">
                <a:solidFill>
                  <a:sysClr val="windowText" lastClr="000000"/>
                </a:solidFill>
                <a:latin typeface="+mn-ea"/>
              </a:rPr>
              <a:t>※</a:t>
            </a:r>
            <a:r>
              <a:rPr kumimoji="1" lang="ja-JP" altLang="en-US" sz="1200" b="1">
                <a:solidFill>
                  <a:sysClr val="windowText" lastClr="000000"/>
                </a:solidFill>
                <a:latin typeface="+mn-ea"/>
              </a:rPr>
              <a:t>連携</a:t>
            </a:r>
            <a:r>
              <a:rPr kumimoji="1" lang="en-US" altLang="ja-JP" sz="1200" b="1">
                <a:solidFill>
                  <a:sysClr val="windowText" lastClr="000000"/>
                </a:solidFill>
                <a:latin typeface="+mn-ea"/>
              </a:rPr>
              <a:t>NAS</a:t>
            </a:r>
            <a:r>
              <a:rPr kumimoji="1" lang="ja-JP" altLang="en-US" sz="1200" b="1">
                <a:solidFill>
                  <a:sysClr val="windowText" lastClr="000000"/>
                </a:solidFill>
                <a:latin typeface="+mn-ea"/>
              </a:rPr>
              <a:t>は</a:t>
            </a:r>
            <a:endParaRPr kumimoji="1" lang="en-US" altLang="ja-JP" sz="1200" b="1">
              <a:solidFill>
                <a:sysClr val="windowText" lastClr="000000"/>
              </a:solidFill>
              <a:latin typeface="+mn-ea"/>
            </a:endParaRPr>
          </a:p>
          <a:p>
            <a:r>
              <a:rPr kumimoji="1" lang="en-US" altLang="ja-JP" sz="1200" b="1">
                <a:solidFill>
                  <a:sysClr val="windowText" lastClr="000000"/>
                </a:solidFill>
                <a:latin typeface="+mn-ea"/>
              </a:rPr>
              <a:t>10/19</a:t>
            </a:r>
            <a:r>
              <a:rPr kumimoji="1" lang="ja-JP" altLang="en-US" sz="1200" b="1">
                <a:solidFill>
                  <a:sysClr val="windowText" lastClr="000000"/>
                </a:solidFill>
                <a:latin typeface="+mn-ea"/>
              </a:rPr>
              <a:t>移行済</a:t>
            </a:r>
          </a:p>
        </p:txBody>
      </p:sp>
      <p:sp>
        <p:nvSpPr>
          <p:cNvPr id="15" name="吹き出し: 線 14">
            <a:extLst>
              <a:ext uri="{FF2B5EF4-FFF2-40B4-BE49-F238E27FC236}">
                <a16:creationId xmlns:a16="http://schemas.microsoft.com/office/drawing/2014/main" id="{C06C355D-419D-4016-95BE-87500F212723}"/>
              </a:ext>
            </a:extLst>
          </p:cNvPr>
          <p:cNvSpPr/>
          <p:nvPr/>
        </p:nvSpPr>
        <p:spPr>
          <a:xfrm>
            <a:off x="9495042" y="2418890"/>
            <a:ext cx="1319636" cy="696008"/>
          </a:xfrm>
          <a:prstGeom prst="borderCallout1">
            <a:avLst>
              <a:gd name="adj1" fmla="val -8041"/>
              <a:gd name="adj2" fmla="val 62446"/>
              <a:gd name="adj3" fmla="val -24659"/>
              <a:gd name="adj4" fmla="val 6130"/>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defPPr>
              <a:defRPr lang="en-US"/>
            </a:defPPr>
            <a:lvl1pPr marL="0" indent="0" algn="l" defTabSz="457200" rtl="0" eaLnBrk="1" latinLnBrk="0" hangingPunct="1">
              <a:defRPr sz="1800" kern="1200">
                <a:solidFill>
                  <a:schemeClr val="lt1"/>
                </a:solidFill>
                <a:latin typeface="+mn-lt"/>
                <a:ea typeface="+mn-ea"/>
                <a:cs typeface="+mn-cs"/>
              </a:defRPr>
            </a:lvl1pPr>
            <a:lvl2pPr marL="457200" indent="0" algn="l" defTabSz="457200" rtl="0" eaLnBrk="1" latinLnBrk="0" hangingPunct="1">
              <a:defRPr sz="1800" kern="1200">
                <a:solidFill>
                  <a:schemeClr val="lt1"/>
                </a:solidFill>
                <a:latin typeface="+mn-lt"/>
                <a:ea typeface="+mn-ea"/>
                <a:cs typeface="+mn-cs"/>
              </a:defRPr>
            </a:lvl2pPr>
            <a:lvl3pPr marL="914400" indent="0" algn="l" defTabSz="457200" rtl="0" eaLnBrk="1" latinLnBrk="0" hangingPunct="1">
              <a:defRPr sz="1800" kern="1200">
                <a:solidFill>
                  <a:schemeClr val="lt1"/>
                </a:solidFill>
                <a:latin typeface="+mn-lt"/>
                <a:ea typeface="+mn-ea"/>
                <a:cs typeface="+mn-cs"/>
              </a:defRPr>
            </a:lvl3pPr>
            <a:lvl4pPr marL="1371600" indent="0" algn="l" defTabSz="457200" rtl="0" eaLnBrk="1" latinLnBrk="0" hangingPunct="1">
              <a:defRPr sz="1800" kern="1200">
                <a:solidFill>
                  <a:schemeClr val="lt1"/>
                </a:solidFill>
                <a:latin typeface="+mn-lt"/>
                <a:ea typeface="+mn-ea"/>
                <a:cs typeface="+mn-cs"/>
              </a:defRPr>
            </a:lvl4pPr>
            <a:lvl5pPr marL="1828800" indent="0" algn="l" defTabSz="457200" rtl="0" eaLnBrk="1" latinLnBrk="0" hangingPunct="1">
              <a:defRPr sz="1800" kern="1200">
                <a:solidFill>
                  <a:schemeClr val="lt1"/>
                </a:solidFill>
                <a:latin typeface="+mn-lt"/>
                <a:ea typeface="+mn-ea"/>
                <a:cs typeface="+mn-cs"/>
              </a:defRPr>
            </a:lvl5pPr>
            <a:lvl6pPr marL="2286000" indent="0" algn="l" defTabSz="457200" rtl="0" eaLnBrk="1" latinLnBrk="0" hangingPunct="1">
              <a:defRPr sz="1800" kern="1200">
                <a:solidFill>
                  <a:schemeClr val="lt1"/>
                </a:solidFill>
                <a:latin typeface="+mn-lt"/>
                <a:ea typeface="+mn-ea"/>
                <a:cs typeface="+mn-cs"/>
              </a:defRPr>
            </a:lvl6pPr>
            <a:lvl7pPr marL="2743200" indent="0" algn="l" defTabSz="457200" rtl="0" eaLnBrk="1" latinLnBrk="0" hangingPunct="1">
              <a:defRPr sz="1800" kern="1200">
                <a:solidFill>
                  <a:schemeClr val="lt1"/>
                </a:solidFill>
                <a:latin typeface="+mn-lt"/>
                <a:ea typeface="+mn-ea"/>
                <a:cs typeface="+mn-cs"/>
              </a:defRPr>
            </a:lvl7pPr>
            <a:lvl8pPr marL="3200400" indent="0" algn="l" defTabSz="457200" rtl="0" eaLnBrk="1" latinLnBrk="0" hangingPunct="1">
              <a:defRPr sz="1800" kern="1200">
                <a:solidFill>
                  <a:schemeClr val="lt1"/>
                </a:solidFill>
                <a:latin typeface="+mn-lt"/>
                <a:ea typeface="+mn-ea"/>
                <a:cs typeface="+mn-cs"/>
              </a:defRPr>
            </a:lvl8pPr>
            <a:lvl9pPr marL="3657600" indent="0" algn="l" defTabSz="457200" rtl="0" eaLnBrk="1" latinLnBrk="0" hangingPunct="1">
              <a:defRPr sz="1800" kern="1200">
                <a:solidFill>
                  <a:schemeClr val="lt1"/>
                </a:solidFill>
                <a:latin typeface="+mn-lt"/>
                <a:ea typeface="+mn-ea"/>
                <a:cs typeface="+mn-cs"/>
              </a:defRPr>
            </a:lvl9pPr>
          </a:lstStyle>
          <a:p>
            <a:r>
              <a:rPr kumimoji="1" lang="en-US" altLang="ja-JP" sz="1200" b="1">
                <a:solidFill>
                  <a:sysClr val="windowText" lastClr="000000"/>
                </a:solidFill>
                <a:latin typeface="+mn-ea"/>
              </a:rPr>
              <a:t>※</a:t>
            </a:r>
            <a:r>
              <a:rPr kumimoji="1" lang="ja-JP" altLang="en-US" sz="1200" b="1">
                <a:solidFill>
                  <a:sysClr val="windowText" lastClr="000000"/>
                </a:solidFill>
                <a:latin typeface="+mn-ea"/>
              </a:rPr>
              <a:t>帳票</a:t>
            </a:r>
            <a:r>
              <a:rPr kumimoji="1" lang="en-US" altLang="ja-JP" sz="1200" b="1">
                <a:solidFill>
                  <a:sysClr val="windowText" lastClr="000000"/>
                </a:solidFill>
                <a:latin typeface="+mn-ea"/>
              </a:rPr>
              <a:t>NAS</a:t>
            </a:r>
            <a:r>
              <a:rPr kumimoji="1" lang="ja-JP" altLang="en-US" sz="1200" b="1">
                <a:solidFill>
                  <a:sysClr val="windowText" lastClr="000000"/>
                </a:solidFill>
                <a:latin typeface="+mn-ea"/>
              </a:rPr>
              <a:t>は</a:t>
            </a:r>
            <a:endParaRPr kumimoji="1" lang="en-US" altLang="ja-JP" sz="1200" b="1">
              <a:solidFill>
                <a:sysClr val="windowText" lastClr="000000"/>
              </a:solidFill>
              <a:latin typeface="+mn-ea"/>
            </a:endParaRPr>
          </a:p>
          <a:p>
            <a:r>
              <a:rPr kumimoji="1" lang="en-US" altLang="ja-JP" sz="1200" b="1">
                <a:solidFill>
                  <a:sysClr val="windowText" lastClr="000000"/>
                </a:solidFill>
                <a:latin typeface="+mn-ea"/>
              </a:rPr>
              <a:t>11/16</a:t>
            </a:r>
            <a:r>
              <a:rPr kumimoji="1" lang="ja-JP" altLang="en-US" sz="1200" b="1">
                <a:solidFill>
                  <a:sysClr val="windowText" lastClr="000000"/>
                </a:solidFill>
                <a:latin typeface="+mn-ea"/>
              </a:rPr>
              <a:t>移行予定</a:t>
            </a:r>
          </a:p>
        </p:txBody>
      </p:sp>
    </p:spTree>
    <p:extLst>
      <p:ext uri="{BB962C8B-B14F-4D97-AF65-F5344CB8AC3E}">
        <p14:creationId xmlns:p14="http://schemas.microsoft.com/office/powerpoint/2010/main" val="80764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577932-253F-5203-F0E7-C66058B3CA65}"/>
            </a:ext>
          </a:extLst>
        </p:cNvPr>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0D6388B1-17CD-06EB-E273-67C9D01DEEEB}"/>
              </a:ext>
            </a:extLst>
          </p:cNvPr>
          <p:cNvSpPr/>
          <p:nvPr/>
        </p:nvSpPr>
        <p:spPr>
          <a:xfrm>
            <a:off x="563011" y="766597"/>
            <a:ext cx="2483688" cy="5675373"/>
          </a:xfrm>
          <a:prstGeom prst="rect">
            <a:avLst/>
          </a:prstGeom>
          <a:solidFill>
            <a:schemeClr val="accent2">
              <a:lumMod val="75000"/>
            </a:schemeClr>
          </a:solid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600" b="1">
                <a:solidFill>
                  <a:schemeClr val="tx1"/>
                </a:solidFill>
              </a:rPr>
              <a:t>OCI</a:t>
            </a:r>
            <a:endParaRPr lang="ja-JP" altLang="en-US" sz="1600" b="1">
              <a:solidFill>
                <a:schemeClr val="tx1"/>
              </a:solidFill>
            </a:endParaRPr>
          </a:p>
        </p:txBody>
      </p:sp>
      <p:sp>
        <p:nvSpPr>
          <p:cNvPr id="76" name="正方形/長方形 75">
            <a:extLst>
              <a:ext uri="{FF2B5EF4-FFF2-40B4-BE49-F238E27FC236}">
                <a16:creationId xmlns:a16="http://schemas.microsoft.com/office/drawing/2014/main" id="{83192845-2E3B-B195-123F-A9F99A512C32}"/>
              </a:ext>
            </a:extLst>
          </p:cNvPr>
          <p:cNvSpPr/>
          <p:nvPr/>
        </p:nvSpPr>
        <p:spPr>
          <a:xfrm>
            <a:off x="7109614" y="766597"/>
            <a:ext cx="4456614" cy="4564125"/>
          </a:xfrm>
          <a:prstGeom prst="rect">
            <a:avLst/>
          </a:prstGeom>
          <a:solidFill>
            <a:schemeClr val="accent4">
              <a:lumMod val="20000"/>
              <a:lumOff val="80000"/>
            </a:schemeClr>
          </a:solid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sz="1600" b="1">
              <a:solidFill>
                <a:schemeClr val="tx1"/>
              </a:solidFill>
            </a:endParaRPr>
          </a:p>
        </p:txBody>
      </p:sp>
      <p:sp>
        <p:nvSpPr>
          <p:cNvPr id="48" name="正方形/長方形 47">
            <a:extLst>
              <a:ext uri="{FF2B5EF4-FFF2-40B4-BE49-F238E27FC236}">
                <a16:creationId xmlns:a16="http://schemas.microsoft.com/office/drawing/2014/main" id="{F6D74D77-6F8B-8EC2-A124-009BFA951686}"/>
              </a:ext>
            </a:extLst>
          </p:cNvPr>
          <p:cNvSpPr/>
          <p:nvPr/>
        </p:nvSpPr>
        <p:spPr>
          <a:xfrm>
            <a:off x="10128582" y="4368878"/>
            <a:ext cx="1444953" cy="961844"/>
          </a:xfrm>
          <a:prstGeom prst="rect">
            <a:avLst/>
          </a:prstGeom>
          <a:solidFill>
            <a:schemeClr val="bg2"/>
          </a:solid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社外？</a:t>
            </a:r>
          </a:p>
        </p:txBody>
      </p:sp>
      <p:sp>
        <p:nvSpPr>
          <p:cNvPr id="73" name="正方形/長方形 72">
            <a:extLst>
              <a:ext uri="{FF2B5EF4-FFF2-40B4-BE49-F238E27FC236}">
                <a16:creationId xmlns:a16="http://schemas.microsoft.com/office/drawing/2014/main" id="{D304EEF0-F7FC-A48B-70CB-7F3065D9E091}"/>
              </a:ext>
            </a:extLst>
          </p:cNvPr>
          <p:cNvSpPr/>
          <p:nvPr/>
        </p:nvSpPr>
        <p:spPr>
          <a:xfrm>
            <a:off x="3031866" y="766598"/>
            <a:ext cx="4083888" cy="5675373"/>
          </a:xfrm>
          <a:prstGeom prst="rect">
            <a:avLst/>
          </a:prstGeom>
          <a:solidFill>
            <a:schemeClr val="accent4">
              <a:lumMod val="20000"/>
              <a:lumOff val="80000"/>
            </a:schemeClr>
          </a:solid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600" b="1">
                <a:solidFill>
                  <a:schemeClr val="tx1"/>
                </a:solidFill>
              </a:rPr>
              <a:t>Azure</a:t>
            </a:r>
            <a:endParaRPr lang="ja-JP" altLang="en-US" sz="1600" b="1">
              <a:solidFill>
                <a:schemeClr val="tx1"/>
              </a:solidFill>
            </a:endParaRPr>
          </a:p>
        </p:txBody>
      </p:sp>
      <p:sp>
        <p:nvSpPr>
          <p:cNvPr id="147" name="正方形/長方形 146">
            <a:extLst>
              <a:ext uri="{FF2B5EF4-FFF2-40B4-BE49-F238E27FC236}">
                <a16:creationId xmlns:a16="http://schemas.microsoft.com/office/drawing/2014/main" id="{FBA2C46B-D1CD-4542-3AF1-24E7E5011A16}"/>
              </a:ext>
            </a:extLst>
          </p:cNvPr>
          <p:cNvSpPr/>
          <p:nvPr/>
        </p:nvSpPr>
        <p:spPr>
          <a:xfrm>
            <a:off x="7124016" y="5315605"/>
            <a:ext cx="4456614" cy="1126366"/>
          </a:xfrm>
          <a:prstGeom prst="rect">
            <a:avLst/>
          </a:prstGeom>
          <a:solidFill>
            <a:schemeClr val="accent3">
              <a:lumMod val="20000"/>
              <a:lumOff val="80000"/>
            </a:schemeClr>
          </a:solid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各所</a:t>
            </a:r>
          </a:p>
        </p:txBody>
      </p:sp>
      <p:sp>
        <p:nvSpPr>
          <p:cNvPr id="116" name="正方形/長方形 115">
            <a:extLst>
              <a:ext uri="{FF2B5EF4-FFF2-40B4-BE49-F238E27FC236}">
                <a16:creationId xmlns:a16="http://schemas.microsoft.com/office/drawing/2014/main" id="{EDA943F8-99BD-43D6-29FD-455DB5F01D3F}"/>
              </a:ext>
            </a:extLst>
          </p:cNvPr>
          <p:cNvSpPr/>
          <p:nvPr/>
        </p:nvSpPr>
        <p:spPr>
          <a:xfrm>
            <a:off x="7277213" y="4427754"/>
            <a:ext cx="2605118" cy="867745"/>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連携基盤</a:t>
            </a:r>
          </a:p>
        </p:txBody>
      </p:sp>
      <p:sp>
        <p:nvSpPr>
          <p:cNvPr id="64" name="正方形/長方形 63">
            <a:extLst>
              <a:ext uri="{FF2B5EF4-FFF2-40B4-BE49-F238E27FC236}">
                <a16:creationId xmlns:a16="http://schemas.microsoft.com/office/drawing/2014/main" id="{EF4072FF-102F-F7E3-A4EC-BEE3C901041B}"/>
              </a:ext>
            </a:extLst>
          </p:cNvPr>
          <p:cNvSpPr/>
          <p:nvPr/>
        </p:nvSpPr>
        <p:spPr>
          <a:xfrm>
            <a:off x="4167494" y="5567327"/>
            <a:ext cx="2846636" cy="712845"/>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バッチ実行サーバ</a:t>
            </a:r>
          </a:p>
        </p:txBody>
      </p:sp>
      <p:sp>
        <p:nvSpPr>
          <p:cNvPr id="105" name="正方形/長方形 104">
            <a:extLst>
              <a:ext uri="{FF2B5EF4-FFF2-40B4-BE49-F238E27FC236}">
                <a16:creationId xmlns:a16="http://schemas.microsoft.com/office/drawing/2014/main" id="{D8BC6BEB-FCC7-E234-EA3F-0201771013D8}"/>
              </a:ext>
            </a:extLst>
          </p:cNvPr>
          <p:cNvSpPr/>
          <p:nvPr/>
        </p:nvSpPr>
        <p:spPr>
          <a:xfrm>
            <a:off x="4291841" y="5840119"/>
            <a:ext cx="2442882" cy="349662"/>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63" name="正方形/長方形 62">
            <a:extLst>
              <a:ext uri="{FF2B5EF4-FFF2-40B4-BE49-F238E27FC236}">
                <a16:creationId xmlns:a16="http://schemas.microsoft.com/office/drawing/2014/main" id="{C8D96522-CA5D-48A2-CED4-25C4385EE2E2}"/>
              </a:ext>
            </a:extLst>
          </p:cNvPr>
          <p:cNvSpPr/>
          <p:nvPr/>
        </p:nvSpPr>
        <p:spPr>
          <a:xfrm>
            <a:off x="4157372" y="2820387"/>
            <a:ext cx="2846636" cy="2636911"/>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バッチスケジュールサーバ</a:t>
            </a:r>
          </a:p>
        </p:txBody>
      </p:sp>
      <p:sp>
        <p:nvSpPr>
          <p:cNvPr id="104" name="正方形/長方形 103">
            <a:extLst>
              <a:ext uri="{FF2B5EF4-FFF2-40B4-BE49-F238E27FC236}">
                <a16:creationId xmlns:a16="http://schemas.microsoft.com/office/drawing/2014/main" id="{0C423093-299E-8ADD-5C38-EAEC773110C5}"/>
              </a:ext>
            </a:extLst>
          </p:cNvPr>
          <p:cNvSpPr/>
          <p:nvPr/>
        </p:nvSpPr>
        <p:spPr>
          <a:xfrm>
            <a:off x="4300932" y="3142763"/>
            <a:ext cx="2442882" cy="2211462"/>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3" name="正方形/長方形 2">
            <a:extLst>
              <a:ext uri="{FF2B5EF4-FFF2-40B4-BE49-F238E27FC236}">
                <a16:creationId xmlns:a16="http://schemas.microsoft.com/office/drawing/2014/main" id="{4E1D74E8-3320-0D90-F9D6-1A147D66F052}"/>
              </a:ext>
            </a:extLst>
          </p:cNvPr>
          <p:cNvSpPr/>
          <p:nvPr/>
        </p:nvSpPr>
        <p:spPr>
          <a:xfrm>
            <a:off x="734671" y="1132151"/>
            <a:ext cx="2144795" cy="5206132"/>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共通</a:t>
            </a:r>
            <a:r>
              <a:rPr lang="en-US" altLang="ja-JP" sz="1600" b="1">
                <a:solidFill>
                  <a:schemeClr val="tx1"/>
                </a:solidFill>
              </a:rPr>
              <a:t>Oracle</a:t>
            </a:r>
            <a:endParaRPr lang="ja-JP" altLang="en-US" sz="1600" b="1">
              <a:solidFill>
                <a:schemeClr val="tx1"/>
              </a:solidFill>
            </a:endParaRPr>
          </a:p>
        </p:txBody>
      </p:sp>
      <p:sp>
        <p:nvSpPr>
          <p:cNvPr id="98" name="正方形/長方形 97">
            <a:extLst>
              <a:ext uri="{FF2B5EF4-FFF2-40B4-BE49-F238E27FC236}">
                <a16:creationId xmlns:a16="http://schemas.microsoft.com/office/drawing/2014/main" id="{A4400B3C-340E-9C1F-CFF0-40EAE5513685}"/>
              </a:ext>
            </a:extLst>
          </p:cNvPr>
          <p:cNvSpPr/>
          <p:nvPr/>
        </p:nvSpPr>
        <p:spPr>
          <a:xfrm>
            <a:off x="828427" y="3052744"/>
            <a:ext cx="1866687" cy="3139334"/>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57" name="正方形/長方形 56">
            <a:extLst>
              <a:ext uri="{FF2B5EF4-FFF2-40B4-BE49-F238E27FC236}">
                <a16:creationId xmlns:a16="http://schemas.microsoft.com/office/drawing/2014/main" id="{75A2E4FD-1991-58B3-0AFA-42124F8E4E8A}"/>
              </a:ext>
            </a:extLst>
          </p:cNvPr>
          <p:cNvSpPr/>
          <p:nvPr/>
        </p:nvSpPr>
        <p:spPr>
          <a:xfrm>
            <a:off x="4206730" y="1132151"/>
            <a:ext cx="2723031" cy="1605843"/>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共通</a:t>
            </a:r>
            <a:r>
              <a:rPr lang="en-US" altLang="ja-JP" sz="1600" b="1">
                <a:solidFill>
                  <a:schemeClr val="tx1"/>
                </a:solidFill>
              </a:rPr>
              <a:t>AP</a:t>
            </a:r>
            <a:r>
              <a:rPr lang="ja-JP" altLang="en-US" sz="1600" b="1">
                <a:solidFill>
                  <a:schemeClr val="tx1"/>
                </a:solidFill>
              </a:rPr>
              <a:t>サーバ</a:t>
            </a:r>
          </a:p>
        </p:txBody>
      </p:sp>
      <p:sp>
        <p:nvSpPr>
          <p:cNvPr id="2" name="タイトル 1">
            <a:extLst>
              <a:ext uri="{FF2B5EF4-FFF2-40B4-BE49-F238E27FC236}">
                <a16:creationId xmlns:a16="http://schemas.microsoft.com/office/drawing/2014/main" id="{71F486B9-888B-23E5-C188-0D6A627BD0A8}"/>
              </a:ext>
            </a:extLst>
          </p:cNvPr>
          <p:cNvSpPr>
            <a:spLocks noGrp="1"/>
          </p:cNvSpPr>
          <p:nvPr>
            <p:ph type="title"/>
          </p:nvPr>
        </p:nvSpPr>
        <p:spPr/>
        <p:txBody>
          <a:bodyPr/>
          <a:lstStyle/>
          <a:p>
            <a:r>
              <a:rPr lang="en-US" altLang="ja-JP">
                <a:latin typeface="游明朝"/>
                <a:ea typeface="游明朝"/>
              </a:rPr>
              <a:t>3. </a:t>
            </a:r>
            <a:r>
              <a:rPr lang="ja-JP" altLang="en-US">
                <a:latin typeface="游明朝"/>
                <a:ea typeface="游明朝"/>
              </a:rPr>
              <a:t>システム構成（</a:t>
            </a:r>
            <a:r>
              <a:rPr lang="en-US" altLang="ja-JP" err="1">
                <a:latin typeface="游明朝"/>
                <a:ea typeface="游明朝"/>
              </a:rPr>
              <a:t>ToBe</a:t>
            </a:r>
            <a:r>
              <a:rPr lang="ja-JP" altLang="en-US">
                <a:latin typeface="游明朝"/>
                <a:ea typeface="游明朝"/>
              </a:rPr>
              <a:t>） ① 縮小版共通基盤へのシステム資産移行</a:t>
            </a:r>
            <a:endParaRPr kumimoji="1" lang="ja-JP" altLang="en-US">
              <a:latin typeface="游明朝"/>
              <a:ea typeface="游明朝"/>
            </a:endParaRPr>
          </a:p>
        </p:txBody>
      </p:sp>
      <p:sp>
        <p:nvSpPr>
          <p:cNvPr id="6" name="フローチャート : 磁気ディスク 66">
            <a:extLst>
              <a:ext uri="{FF2B5EF4-FFF2-40B4-BE49-F238E27FC236}">
                <a16:creationId xmlns:a16="http://schemas.microsoft.com/office/drawing/2014/main" id="{63B62DB9-46C7-D09F-A24E-DFE1E03A3142}"/>
              </a:ext>
            </a:extLst>
          </p:cNvPr>
          <p:cNvSpPr/>
          <p:nvPr/>
        </p:nvSpPr>
        <p:spPr>
          <a:xfrm>
            <a:off x="1198294" y="2036302"/>
            <a:ext cx="952501" cy="907679"/>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800">
                <a:solidFill>
                  <a:sysClr val="windowText" lastClr="000000"/>
                </a:solidFill>
              </a:rPr>
              <a:t>ロール</a:t>
            </a:r>
            <a:endParaRPr kumimoji="1" lang="en-US" altLang="ja-JP" sz="800">
              <a:solidFill>
                <a:sysClr val="windowText" lastClr="000000"/>
              </a:solidFill>
            </a:endParaRPr>
          </a:p>
          <a:p>
            <a:pPr algn="ctr"/>
            <a:r>
              <a:rPr kumimoji="1" lang="ja-JP" altLang="en-US" sz="800">
                <a:solidFill>
                  <a:sysClr val="windowText" lastClr="000000"/>
                </a:solidFill>
              </a:rPr>
              <a:t>ユーザー情報</a:t>
            </a:r>
          </a:p>
        </p:txBody>
      </p:sp>
      <p:sp>
        <p:nvSpPr>
          <p:cNvPr id="9" name="正方形/長方形 8">
            <a:extLst>
              <a:ext uri="{FF2B5EF4-FFF2-40B4-BE49-F238E27FC236}">
                <a16:creationId xmlns:a16="http://schemas.microsoft.com/office/drawing/2014/main" id="{12C915E9-AD87-AA1D-6304-82EB8F09C497}"/>
              </a:ext>
            </a:extLst>
          </p:cNvPr>
          <p:cNvSpPr/>
          <p:nvPr/>
        </p:nvSpPr>
        <p:spPr>
          <a:xfrm>
            <a:off x="4319866" y="1503775"/>
            <a:ext cx="2442882" cy="99630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10" name="Rectangle 92">
            <a:extLst>
              <a:ext uri="{FF2B5EF4-FFF2-40B4-BE49-F238E27FC236}">
                <a16:creationId xmlns:a16="http://schemas.microsoft.com/office/drawing/2014/main" id="{C1F875C1-D034-4CB4-A44B-48BCFFCF5661}"/>
              </a:ext>
            </a:extLst>
          </p:cNvPr>
          <p:cNvSpPr>
            <a:spLocks noChangeArrowheads="1"/>
          </p:cNvSpPr>
          <p:nvPr/>
        </p:nvSpPr>
        <p:spPr bwMode="auto">
          <a:xfrm>
            <a:off x="4555189" y="1728871"/>
            <a:ext cx="2039471" cy="476758"/>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b="1"/>
              <a:t>事務管理</a:t>
            </a:r>
            <a:r>
              <a:rPr lang="ja-JP" altLang="en-US" sz="1100" b="1">
                <a:effectLst/>
                <a:latin typeface="+mn-lt"/>
                <a:ea typeface="+mn-ea"/>
                <a:cs typeface="+mn-cs"/>
              </a:rPr>
              <a:t>システム</a:t>
            </a:r>
            <a:endParaRPr lang="ja-JP" altLang="ja-JP" sz="1000">
              <a:effectLst/>
            </a:endParaRPr>
          </a:p>
        </p:txBody>
      </p:sp>
      <p:sp>
        <p:nvSpPr>
          <p:cNvPr id="12" name="テキスト ボックス 82">
            <a:extLst>
              <a:ext uri="{FF2B5EF4-FFF2-40B4-BE49-F238E27FC236}">
                <a16:creationId xmlns:a16="http://schemas.microsoft.com/office/drawing/2014/main" id="{D35E794A-99BE-2A4B-11D0-D882E26891F7}"/>
              </a:ext>
            </a:extLst>
          </p:cNvPr>
          <p:cNvSpPr txBox="1"/>
          <p:nvPr/>
        </p:nvSpPr>
        <p:spPr>
          <a:xfrm>
            <a:off x="844436" y="1567491"/>
            <a:ext cx="1591227" cy="246529"/>
          </a:xfrm>
          <a:prstGeom prst="rect">
            <a:avLst/>
          </a:prstGeom>
          <a:noFill/>
          <a:ln w="19050"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（認証基盤スキーマ）</a:t>
            </a:r>
            <a:endParaRPr kumimoji="1" lang="en-US" altLang="ja-JP" sz="900"/>
          </a:p>
        </p:txBody>
      </p:sp>
      <p:sp>
        <p:nvSpPr>
          <p:cNvPr id="18" name="テキスト ボックス 167">
            <a:extLst>
              <a:ext uri="{FF2B5EF4-FFF2-40B4-BE49-F238E27FC236}">
                <a16:creationId xmlns:a16="http://schemas.microsoft.com/office/drawing/2014/main" id="{20C0AD38-9058-856E-2D31-B2E254DA4DD0}"/>
              </a:ext>
            </a:extLst>
          </p:cNvPr>
          <p:cNvSpPr txBox="1"/>
          <p:nvPr/>
        </p:nvSpPr>
        <p:spPr>
          <a:xfrm>
            <a:off x="4571993" y="3226517"/>
            <a:ext cx="1815353" cy="301831"/>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ドメイン停止・起動</a:t>
            </a:r>
            <a:endParaRPr kumimoji="1" lang="en-US" altLang="ja-JP" sz="900"/>
          </a:p>
        </p:txBody>
      </p:sp>
      <p:sp>
        <p:nvSpPr>
          <p:cNvPr id="19" name="テキスト ボックス 201">
            <a:extLst>
              <a:ext uri="{FF2B5EF4-FFF2-40B4-BE49-F238E27FC236}">
                <a16:creationId xmlns:a16="http://schemas.microsoft.com/office/drawing/2014/main" id="{F484F7E6-78C4-AAEA-3CF4-41361A47CC62}"/>
              </a:ext>
            </a:extLst>
          </p:cNvPr>
          <p:cNvSpPr txBox="1"/>
          <p:nvPr/>
        </p:nvSpPr>
        <p:spPr>
          <a:xfrm>
            <a:off x="667426" y="3098317"/>
            <a:ext cx="1960443" cy="437029"/>
          </a:xfrm>
          <a:prstGeom prst="rect">
            <a:avLst/>
          </a:prstGeom>
          <a:noFill/>
          <a:ln w="19050"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（事務管理システムスキーマ）</a:t>
            </a:r>
            <a:endParaRPr kumimoji="1" lang="en-US" altLang="ja-JP" sz="900"/>
          </a:p>
        </p:txBody>
      </p:sp>
      <p:cxnSp>
        <p:nvCxnSpPr>
          <p:cNvPr id="22" name="カギ線コネクタ 219">
            <a:extLst>
              <a:ext uri="{FF2B5EF4-FFF2-40B4-BE49-F238E27FC236}">
                <a16:creationId xmlns:a16="http://schemas.microsoft.com/office/drawing/2014/main" id="{BE13253F-9502-A180-E94A-59EF3126EB89}"/>
              </a:ext>
            </a:extLst>
          </p:cNvPr>
          <p:cNvCxnSpPr>
            <a:cxnSpLocks/>
            <a:stCxn id="92" idx="2"/>
            <a:endCxn id="9" idx="1"/>
          </p:cNvCxnSpPr>
          <p:nvPr/>
        </p:nvCxnSpPr>
        <p:spPr>
          <a:xfrm rot="16200000" flipH="1">
            <a:off x="3881166" y="1563227"/>
            <a:ext cx="208435" cy="668966"/>
          </a:xfrm>
          <a:prstGeom prst="bentConnector2">
            <a:avLst/>
          </a:prstGeom>
          <a:ln w="12700">
            <a:headEnd type="arrow"/>
            <a:tailEnd type="arrow"/>
          </a:ln>
        </p:spPr>
        <p:style>
          <a:lnRef idx="1">
            <a:schemeClr val="dk1"/>
          </a:lnRef>
          <a:fillRef idx="0">
            <a:schemeClr val="dk1"/>
          </a:fillRef>
          <a:effectRef idx="0">
            <a:schemeClr val="dk1"/>
          </a:effectRef>
          <a:fontRef idx="minor">
            <a:schemeClr val="tx1"/>
          </a:fontRef>
        </p:style>
      </p:cxnSp>
      <p:cxnSp>
        <p:nvCxnSpPr>
          <p:cNvPr id="23" name="カギ線コネクタ 226">
            <a:extLst>
              <a:ext uri="{FF2B5EF4-FFF2-40B4-BE49-F238E27FC236}">
                <a16:creationId xmlns:a16="http://schemas.microsoft.com/office/drawing/2014/main" id="{427D639D-1329-9BE0-64F3-434E16A2E646}"/>
              </a:ext>
            </a:extLst>
          </p:cNvPr>
          <p:cNvCxnSpPr>
            <a:cxnSpLocks/>
            <a:stCxn id="6" idx="4"/>
            <a:endCxn id="92" idx="1"/>
          </p:cNvCxnSpPr>
          <p:nvPr/>
        </p:nvCxnSpPr>
        <p:spPr>
          <a:xfrm flipV="1">
            <a:off x="2150795" y="1530513"/>
            <a:ext cx="985553" cy="959629"/>
          </a:xfrm>
          <a:prstGeom prst="bentConnector3">
            <a:avLst>
              <a:gd name="adj1" fmla="val 50000"/>
            </a:avLst>
          </a:prstGeom>
          <a:ln w="12700">
            <a:headEnd type="arrow"/>
            <a:tailEnd type="arrow"/>
          </a:ln>
        </p:spPr>
        <p:style>
          <a:lnRef idx="1">
            <a:schemeClr val="dk1"/>
          </a:lnRef>
          <a:fillRef idx="0">
            <a:schemeClr val="dk1"/>
          </a:fillRef>
          <a:effectRef idx="0">
            <a:schemeClr val="dk1"/>
          </a:effectRef>
          <a:fontRef idx="minor">
            <a:schemeClr val="tx1"/>
          </a:fontRef>
        </p:style>
      </p:cxnSp>
      <p:sp>
        <p:nvSpPr>
          <p:cNvPr id="24" name="テキスト ボックス 114">
            <a:extLst>
              <a:ext uri="{FF2B5EF4-FFF2-40B4-BE49-F238E27FC236}">
                <a16:creationId xmlns:a16="http://schemas.microsoft.com/office/drawing/2014/main" id="{431A6231-3AB4-95BB-7B82-BCF5CD4DEB5D}"/>
              </a:ext>
            </a:extLst>
          </p:cNvPr>
          <p:cNvSpPr txBox="1"/>
          <p:nvPr/>
        </p:nvSpPr>
        <p:spPr>
          <a:xfrm>
            <a:off x="4600002" y="4499799"/>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出クレ送信</a:t>
            </a:r>
            <a:endParaRPr kumimoji="1" lang="en-US" altLang="ja-JP" sz="900"/>
          </a:p>
        </p:txBody>
      </p:sp>
      <p:sp>
        <p:nvSpPr>
          <p:cNvPr id="25" name="テキスト ボックス 115">
            <a:extLst>
              <a:ext uri="{FF2B5EF4-FFF2-40B4-BE49-F238E27FC236}">
                <a16:creationId xmlns:a16="http://schemas.microsoft.com/office/drawing/2014/main" id="{F48E1BD8-1A33-15C6-2146-2244857770F5}"/>
              </a:ext>
            </a:extLst>
          </p:cNvPr>
          <p:cNvSpPr txBox="1"/>
          <p:nvPr/>
        </p:nvSpPr>
        <p:spPr>
          <a:xfrm>
            <a:off x="4600002" y="4282113"/>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全所メール送信</a:t>
            </a:r>
            <a:endParaRPr kumimoji="1" lang="en-US" altLang="ja-JP" sz="900"/>
          </a:p>
        </p:txBody>
      </p:sp>
      <p:sp>
        <p:nvSpPr>
          <p:cNvPr id="26" name="テキスト ボックス 116">
            <a:extLst>
              <a:ext uri="{FF2B5EF4-FFF2-40B4-BE49-F238E27FC236}">
                <a16:creationId xmlns:a16="http://schemas.microsoft.com/office/drawing/2014/main" id="{71539410-843E-5047-F93D-B7582D4AF634}"/>
              </a:ext>
            </a:extLst>
          </p:cNvPr>
          <p:cNvSpPr txBox="1"/>
          <p:nvPr/>
        </p:nvSpPr>
        <p:spPr>
          <a:xfrm>
            <a:off x="4600002" y="4735117"/>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en-US" altLang="ja-JP" sz="900"/>
              <a:t>POS</a:t>
            </a:r>
            <a:r>
              <a:rPr kumimoji="1" lang="ja-JP" altLang="en-US" sz="900"/>
              <a:t>集信</a:t>
            </a:r>
            <a:endParaRPr kumimoji="1" lang="en-US" altLang="ja-JP" sz="900"/>
          </a:p>
        </p:txBody>
      </p:sp>
      <p:cxnSp>
        <p:nvCxnSpPr>
          <p:cNvPr id="34" name="カギ線コネクタ 91">
            <a:extLst>
              <a:ext uri="{FF2B5EF4-FFF2-40B4-BE49-F238E27FC236}">
                <a16:creationId xmlns:a16="http://schemas.microsoft.com/office/drawing/2014/main" id="{09CDF8DB-7DD6-0000-4F48-C20A9375717C}"/>
              </a:ext>
            </a:extLst>
          </p:cNvPr>
          <p:cNvCxnSpPr>
            <a:cxnSpLocks/>
            <a:stCxn id="18" idx="3"/>
            <a:endCxn id="9" idx="3"/>
          </p:cNvCxnSpPr>
          <p:nvPr/>
        </p:nvCxnSpPr>
        <p:spPr>
          <a:xfrm flipV="1">
            <a:off x="6387346" y="2001928"/>
            <a:ext cx="375402" cy="1375505"/>
          </a:xfrm>
          <a:prstGeom prst="bentConnector3">
            <a:avLst>
              <a:gd name="adj1" fmla="val 160895"/>
            </a:avLst>
          </a:prstGeom>
          <a:ln>
            <a:tailEnd type="arrow"/>
          </a:ln>
        </p:spPr>
        <p:style>
          <a:lnRef idx="1">
            <a:schemeClr val="dk1"/>
          </a:lnRef>
          <a:fillRef idx="0">
            <a:schemeClr val="dk1"/>
          </a:fillRef>
          <a:effectRef idx="0">
            <a:schemeClr val="dk1"/>
          </a:effectRef>
          <a:fontRef idx="minor">
            <a:schemeClr val="tx1"/>
          </a:fontRef>
        </p:style>
      </p:cxnSp>
      <p:sp>
        <p:nvSpPr>
          <p:cNvPr id="40" name="フローチャート : 磁気ディスク 199">
            <a:extLst>
              <a:ext uri="{FF2B5EF4-FFF2-40B4-BE49-F238E27FC236}">
                <a16:creationId xmlns:a16="http://schemas.microsoft.com/office/drawing/2014/main" id="{18A428D8-FA06-B40F-7FF1-7606214CBC07}"/>
              </a:ext>
            </a:extLst>
          </p:cNvPr>
          <p:cNvSpPr/>
          <p:nvPr/>
        </p:nvSpPr>
        <p:spPr>
          <a:xfrm>
            <a:off x="958788" y="3573264"/>
            <a:ext cx="1023829" cy="795614"/>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食堂データ</a:t>
            </a:r>
          </a:p>
        </p:txBody>
      </p:sp>
      <p:sp>
        <p:nvSpPr>
          <p:cNvPr id="42" name="フローチャート : 磁気ディスク 257">
            <a:extLst>
              <a:ext uri="{FF2B5EF4-FFF2-40B4-BE49-F238E27FC236}">
                <a16:creationId xmlns:a16="http://schemas.microsoft.com/office/drawing/2014/main" id="{6ED79064-8692-3E4C-EE81-5C4D5FF3BAA1}"/>
              </a:ext>
            </a:extLst>
          </p:cNvPr>
          <p:cNvSpPr/>
          <p:nvPr/>
        </p:nvSpPr>
        <p:spPr>
          <a:xfrm>
            <a:off x="969995" y="4424910"/>
            <a:ext cx="1023829" cy="795614"/>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宿日直データ</a:t>
            </a:r>
          </a:p>
        </p:txBody>
      </p:sp>
      <p:sp>
        <p:nvSpPr>
          <p:cNvPr id="44" name="正方形/長方形 43">
            <a:extLst>
              <a:ext uri="{FF2B5EF4-FFF2-40B4-BE49-F238E27FC236}">
                <a16:creationId xmlns:a16="http://schemas.microsoft.com/office/drawing/2014/main" id="{AE441D61-43CC-C0D4-A6C4-129E0B3B7681}"/>
              </a:ext>
            </a:extLst>
          </p:cNvPr>
          <p:cNvSpPr/>
          <p:nvPr/>
        </p:nvSpPr>
        <p:spPr>
          <a:xfrm>
            <a:off x="4381488" y="3650226"/>
            <a:ext cx="2252383" cy="1645274"/>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900">
                <a:solidFill>
                  <a:sysClr val="windowText" lastClr="000000"/>
                </a:solidFill>
              </a:rPr>
              <a:t>ジョブネット</a:t>
            </a:r>
          </a:p>
        </p:txBody>
      </p:sp>
      <p:cxnSp>
        <p:nvCxnSpPr>
          <p:cNvPr id="45" name="カギ線コネクタ 288">
            <a:extLst>
              <a:ext uri="{FF2B5EF4-FFF2-40B4-BE49-F238E27FC236}">
                <a16:creationId xmlns:a16="http://schemas.microsoft.com/office/drawing/2014/main" id="{C5A6286A-9096-2B96-6EEC-3B9870216E13}"/>
              </a:ext>
            </a:extLst>
          </p:cNvPr>
          <p:cNvCxnSpPr>
            <a:cxnSpLocks/>
            <a:stCxn id="9" idx="1"/>
            <a:endCxn id="40" idx="4"/>
          </p:cNvCxnSpPr>
          <p:nvPr/>
        </p:nvCxnSpPr>
        <p:spPr>
          <a:xfrm rot="10800000" flipV="1">
            <a:off x="1982618" y="2001927"/>
            <a:ext cx="2337249" cy="1969143"/>
          </a:xfrm>
          <a:prstGeom prst="bentConnector3">
            <a:avLst>
              <a:gd name="adj1" fmla="val 50000"/>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46" name="カギ線コネクタ 290">
            <a:extLst>
              <a:ext uri="{FF2B5EF4-FFF2-40B4-BE49-F238E27FC236}">
                <a16:creationId xmlns:a16="http://schemas.microsoft.com/office/drawing/2014/main" id="{6610D250-41DD-3C5A-DFC4-0780A1001287}"/>
              </a:ext>
            </a:extLst>
          </p:cNvPr>
          <p:cNvCxnSpPr>
            <a:cxnSpLocks/>
            <a:stCxn id="9" idx="1"/>
            <a:endCxn id="42" idx="4"/>
          </p:cNvCxnSpPr>
          <p:nvPr/>
        </p:nvCxnSpPr>
        <p:spPr>
          <a:xfrm rot="10800000" flipV="1">
            <a:off x="1993824" y="2001927"/>
            <a:ext cx="2326042" cy="2820789"/>
          </a:xfrm>
          <a:prstGeom prst="bentConnector3">
            <a:avLst>
              <a:gd name="adj1" fmla="val 50000"/>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49" name="直線矢印コネクタ 48">
            <a:extLst>
              <a:ext uri="{FF2B5EF4-FFF2-40B4-BE49-F238E27FC236}">
                <a16:creationId xmlns:a16="http://schemas.microsoft.com/office/drawing/2014/main" id="{43607181-774B-B524-A880-137C54A529F7}"/>
              </a:ext>
            </a:extLst>
          </p:cNvPr>
          <p:cNvCxnSpPr>
            <a:cxnSpLocks/>
            <a:stCxn id="63" idx="2"/>
            <a:endCxn id="64" idx="0"/>
          </p:cNvCxnSpPr>
          <p:nvPr/>
        </p:nvCxnSpPr>
        <p:spPr>
          <a:xfrm>
            <a:off x="5580690" y="5457298"/>
            <a:ext cx="10122" cy="110029"/>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0" name="フローチャート : 磁気ディスク 309">
            <a:extLst>
              <a:ext uri="{FF2B5EF4-FFF2-40B4-BE49-F238E27FC236}">
                <a16:creationId xmlns:a16="http://schemas.microsoft.com/office/drawing/2014/main" id="{9CD2C6B2-F41F-6460-3EEF-03666F3637D5}"/>
              </a:ext>
            </a:extLst>
          </p:cNvPr>
          <p:cNvSpPr/>
          <p:nvPr/>
        </p:nvSpPr>
        <p:spPr>
          <a:xfrm>
            <a:off x="958789" y="5276560"/>
            <a:ext cx="1023829" cy="795614"/>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貸与品データ</a:t>
            </a:r>
          </a:p>
        </p:txBody>
      </p:sp>
      <p:cxnSp>
        <p:nvCxnSpPr>
          <p:cNvPr id="51" name="カギ線コネクタ 311">
            <a:extLst>
              <a:ext uri="{FF2B5EF4-FFF2-40B4-BE49-F238E27FC236}">
                <a16:creationId xmlns:a16="http://schemas.microsoft.com/office/drawing/2014/main" id="{E5B480CC-072B-06EB-FB2C-F638DA41E206}"/>
              </a:ext>
            </a:extLst>
          </p:cNvPr>
          <p:cNvCxnSpPr>
            <a:cxnSpLocks/>
            <a:stCxn id="9" idx="1"/>
            <a:endCxn id="50" idx="4"/>
          </p:cNvCxnSpPr>
          <p:nvPr/>
        </p:nvCxnSpPr>
        <p:spPr>
          <a:xfrm rot="10800000" flipV="1">
            <a:off x="1982618" y="2001927"/>
            <a:ext cx="2337248" cy="3672439"/>
          </a:xfrm>
          <a:prstGeom prst="bentConnector3">
            <a:avLst/>
          </a:prstGeom>
          <a:ln>
            <a:tailEnd type="arrow"/>
          </a:ln>
        </p:spPr>
        <p:style>
          <a:lnRef idx="1">
            <a:schemeClr val="dk1"/>
          </a:lnRef>
          <a:fillRef idx="0">
            <a:schemeClr val="dk1"/>
          </a:fillRef>
          <a:effectRef idx="0">
            <a:schemeClr val="dk1"/>
          </a:effectRef>
          <a:fontRef idx="minor">
            <a:schemeClr val="tx1"/>
          </a:fontRef>
        </p:style>
      </p:cxnSp>
      <p:cxnSp>
        <p:nvCxnSpPr>
          <p:cNvPr id="52" name="カギ線コネクタ 321">
            <a:extLst>
              <a:ext uri="{FF2B5EF4-FFF2-40B4-BE49-F238E27FC236}">
                <a16:creationId xmlns:a16="http://schemas.microsoft.com/office/drawing/2014/main" id="{103083E0-6A35-5213-940C-BB2E5AAB5FD6}"/>
              </a:ext>
            </a:extLst>
          </p:cNvPr>
          <p:cNvCxnSpPr>
            <a:cxnSpLocks/>
            <a:stCxn id="25" idx="3"/>
            <a:endCxn id="69" idx="2"/>
          </p:cNvCxnSpPr>
          <p:nvPr/>
        </p:nvCxnSpPr>
        <p:spPr>
          <a:xfrm flipV="1">
            <a:off x="6415355" y="1405453"/>
            <a:ext cx="4283711" cy="2949499"/>
          </a:xfrm>
          <a:prstGeom prst="bentConnector2">
            <a:avLst/>
          </a:prstGeom>
          <a:ln>
            <a:tailEnd type="arrow"/>
          </a:ln>
        </p:spPr>
        <p:style>
          <a:lnRef idx="1">
            <a:schemeClr val="dk1"/>
          </a:lnRef>
          <a:fillRef idx="0">
            <a:schemeClr val="dk1"/>
          </a:fillRef>
          <a:effectRef idx="0">
            <a:schemeClr val="dk1"/>
          </a:effectRef>
          <a:fontRef idx="minor">
            <a:schemeClr val="tx1"/>
          </a:fontRef>
        </p:style>
      </p:cxnSp>
      <p:sp>
        <p:nvSpPr>
          <p:cNvPr id="58" name="正方形/長方形 57">
            <a:extLst>
              <a:ext uri="{FF2B5EF4-FFF2-40B4-BE49-F238E27FC236}">
                <a16:creationId xmlns:a16="http://schemas.microsoft.com/office/drawing/2014/main" id="{D4E1F7C1-50F6-7783-45A7-81CAE4EAD2E3}"/>
              </a:ext>
            </a:extLst>
          </p:cNvPr>
          <p:cNvSpPr/>
          <p:nvPr/>
        </p:nvSpPr>
        <p:spPr>
          <a:xfrm>
            <a:off x="8616812" y="1478210"/>
            <a:ext cx="1633469" cy="525960"/>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帳票基盤</a:t>
            </a:r>
          </a:p>
        </p:txBody>
      </p:sp>
      <p:sp>
        <p:nvSpPr>
          <p:cNvPr id="69" name="正方形/長方形 68">
            <a:extLst>
              <a:ext uri="{FF2B5EF4-FFF2-40B4-BE49-F238E27FC236}">
                <a16:creationId xmlns:a16="http://schemas.microsoft.com/office/drawing/2014/main" id="{66235523-8708-7E27-929E-96886E6B1651}"/>
              </a:ext>
            </a:extLst>
          </p:cNvPr>
          <p:cNvSpPr/>
          <p:nvPr/>
        </p:nvSpPr>
        <p:spPr>
          <a:xfrm>
            <a:off x="9882331" y="879493"/>
            <a:ext cx="1633469" cy="525960"/>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メールサーバ</a:t>
            </a:r>
          </a:p>
        </p:txBody>
      </p:sp>
      <p:sp>
        <p:nvSpPr>
          <p:cNvPr id="92" name="正方形/長方形 91">
            <a:extLst>
              <a:ext uri="{FF2B5EF4-FFF2-40B4-BE49-F238E27FC236}">
                <a16:creationId xmlns:a16="http://schemas.microsoft.com/office/drawing/2014/main" id="{94385022-F665-9832-9B5B-CB9798B683BE}"/>
              </a:ext>
            </a:extLst>
          </p:cNvPr>
          <p:cNvSpPr/>
          <p:nvPr/>
        </p:nvSpPr>
        <p:spPr>
          <a:xfrm>
            <a:off x="3136348" y="1267533"/>
            <a:ext cx="1029104" cy="525960"/>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認証基盤</a:t>
            </a:r>
          </a:p>
        </p:txBody>
      </p:sp>
      <p:sp>
        <p:nvSpPr>
          <p:cNvPr id="101" name="テキスト ボックス 114">
            <a:extLst>
              <a:ext uri="{FF2B5EF4-FFF2-40B4-BE49-F238E27FC236}">
                <a16:creationId xmlns:a16="http://schemas.microsoft.com/office/drawing/2014/main" id="{AD67AF2A-0469-A981-231C-3EA9A30E5286}"/>
              </a:ext>
            </a:extLst>
          </p:cNvPr>
          <p:cNvSpPr txBox="1"/>
          <p:nvPr/>
        </p:nvSpPr>
        <p:spPr>
          <a:xfrm>
            <a:off x="4600002" y="5923073"/>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バッチモジュール</a:t>
            </a:r>
            <a:endParaRPr kumimoji="1" lang="en-US" altLang="ja-JP" sz="900"/>
          </a:p>
        </p:txBody>
      </p:sp>
      <p:sp>
        <p:nvSpPr>
          <p:cNvPr id="109" name="Rectangle 92">
            <a:extLst>
              <a:ext uri="{FF2B5EF4-FFF2-40B4-BE49-F238E27FC236}">
                <a16:creationId xmlns:a16="http://schemas.microsoft.com/office/drawing/2014/main" id="{7CC89809-0BFA-0DCB-0072-169E354AE50D}"/>
              </a:ext>
            </a:extLst>
          </p:cNvPr>
          <p:cNvSpPr>
            <a:spLocks noChangeArrowheads="1"/>
          </p:cNvSpPr>
          <p:nvPr/>
        </p:nvSpPr>
        <p:spPr bwMode="auto">
          <a:xfrm>
            <a:off x="7736260" y="5644372"/>
            <a:ext cx="1131795" cy="437031"/>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ＭＳ Ｐゴシック"/>
                <a:ea typeface="ＭＳ Ｐゴシック"/>
              </a:rPr>
              <a:t>後方支援</a:t>
            </a:r>
            <a:r>
              <a:rPr lang="en-US" altLang="ja-JP" sz="1100" b="1" i="0" u="none" strike="noStrike" baseline="0">
                <a:solidFill>
                  <a:srgbClr val="000000"/>
                </a:solidFill>
                <a:latin typeface="ＭＳ Ｐゴシック"/>
                <a:ea typeface="ＭＳ Ｐゴシック"/>
              </a:rPr>
              <a:t>PC</a:t>
            </a:r>
            <a:endParaRPr lang="ja-JP" altLang="en-US" sz="1100" b="1" i="0" u="none" strike="noStrike" baseline="0">
              <a:solidFill>
                <a:srgbClr val="000000"/>
              </a:solidFill>
              <a:latin typeface="ＭＳ Ｐゴシック"/>
              <a:ea typeface="ＭＳ Ｐゴシック"/>
            </a:endParaRPr>
          </a:p>
        </p:txBody>
      </p:sp>
      <p:sp>
        <p:nvSpPr>
          <p:cNvPr id="112" name="Rectangle 92">
            <a:extLst>
              <a:ext uri="{FF2B5EF4-FFF2-40B4-BE49-F238E27FC236}">
                <a16:creationId xmlns:a16="http://schemas.microsoft.com/office/drawing/2014/main" id="{8A39C870-D9EF-B108-6CF5-99EC043AFCED}"/>
              </a:ext>
            </a:extLst>
          </p:cNvPr>
          <p:cNvSpPr>
            <a:spLocks noChangeArrowheads="1"/>
          </p:cNvSpPr>
          <p:nvPr/>
        </p:nvSpPr>
        <p:spPr bwMode="auto">
          <a:xfrm>
            <a:off x="9147617" y="5657900"/>
            <a:ext cx="1120582" cy="437030"/>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ＭＳ Ｐゴシック"/>
                <a:ea typeface="ＭＳ Ｐゴシック"/>
              </a:rPr>
              <a:t>食堂</a:t>
            </a:r>
            <a:r>
              <a:rPr lang="en-US" altLang="ja-JP" sz="1100" b="1" i="0" u="none" strike="noStrike" baseline="0">
                <a:solidFill>
                  <a:srgbClr val="000000"/>
                </a:solidFill>
                <a:latin typeface="ＭＳ Ｐゴシック"/>
                <a:ea typeface="ＭＳ Ｐゴシック"/>
              </a:rPr>
              <a:t>POS</a:t>
            </a:r>
            <a:endParaRPr lang="ja-JP" altLang="en-US" sz="1100" b="1" i="0" u="none" strike="noStrike" baseline="0">
              <a:solidFill>
                <a:srgbClr val="000000"/>
              </a:solidFill>
              <a:latin typeface="ＭＳ Ｐゴシック"/>
              <a:ea typeface="ＭＳ Ｐゴシック"/>
            </a:endParaRPr>
          </a:p>
        </p:txBody>
      </p:sp>
      <p:sp>
        <p:nvSpPr>
          <p:cNvPr id="134" name="Rectangle 92">
            <a:extLst>
              <a:ext uri="{FF2B5EF4-FFF2-40B4-BE49-F238E27FC236}">
                <a16:creationId xmlns:a16="http://schemas.microsoft.com/office/drawing/2014/main" id="{4B9B1D7C-E84C-E69D-B296-181380121EAB}"/>
              </a:ext>
            </a:extLst>
          </p:cNvPr>
          <p:cNvSpPr>
            <a:spLocks noChangeArrowheads="1"/>
          </p:cNvSpPr>
          <p:nvPr/>
        </p:nvSpPr>
        <p:spPr bwMode="auto">
          <a:xfrm>
            <a:off x="7444376" y="4747592"/>
            <a:ext cx="1131795" cy="354106"/>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en-US" altLang="ja-JP" sz="1100" b="1" i="0" u="none" strike="noStrike" baseline="0">
                <a:solidFill>
                  <a:srgbClr val="000000"/>
                </a:solidFill>
                <a:latin typeface="+mn-ea"/>
              </a:rPr>
              <a:t>Azure NetApp Files</a:t>
            </a:r>
            <a:endParaRPr lang="ja-JP" altLang="en-US" sz="1100" b="1" i="0" u="none" strike="noStrike" baseline="0">
              <a:solidFill>
                <a:srgbClr val="000000"/>
              </a:solidFill>
              <a:latin typeface="+mn-ea"/>
            </a:endParaRPr>
          </a:p>
        </p:txBody>
      </p:sp>
      <p:cxnSp>
        <p:nvCxnSpPr>
          <p:cNvPr id="144" name="直線矢印コネクタ 143">
            <a:extLst>
              <a:ext uri="{FF2B5EF4-FFF2-40B4-BE49-F238E27FC236}">
                <a16:creationId xmlns:a16="http://schemas.microsoft.com/office/drawing/2014/main" id="{CE79798D-08CC-1FE0-9CA7-165A825D2F47}"/>
              </a:ext>
            </a:extLst>
          </p:cNvPr>
          <p:cNvCxnSpPr>
            <a:cxnSpLocks/>
            <a:stCxn id="112" idx="1"/>
            <a:endCxn id="109" idx="3"/>
          </p:cNvCxnSpPr>
          <p:nvPr/>
        </p:nvCxnSpPr>
        <p:spPr>
          <a:xfrm flipH="1" flipV="1">
            <a:off x="8868055" y="5862888"/>
            <a:ext cx="279562" cy="13527"/>
          </a:xfrm>
          <a:prstGeom prst="straightConnector1">
            <a:avLst/>
          </a:prstGeom>
          <a:ln>
            <a:headEnd type="arrow"/>
            <a:tailEnd type="arrow"/>
          </a:ln>
        </p:spPr>
        <p:style>
          <a:lnRef idx="1">
            <a:schemeClr val="dk1"/>
          </a:lnRef>
          <a:fillRef idx="0">
            <a:schemeClr val="dk1"/>
          </a:fillRef>
          <a:effectRef idx="0">
            <a:schemeClr val="dk1"/>
          </a:effectRef>
          <a:fontRef idx="minor">
            <a:schemeClr val="tx1"/>
          </a:fontRef>
        </p:style>
      </p:cxnSp>
      <p:sp>
        <p:nvSpPr>
          <p:cNvPr id="166" name="テキスト ボックス 82">
            <a:extLst>
              <a:ext uri="{FF2B5EF4-FFF2-40B4-BE49-F238E27FC236}">
                <a16:creationId xmlns:a16="http://schemas.microsoft.com/office/drawing/2014/main" id="{4C3DF4B2-71C0-5EC6-B48B-389EF0CE3CFC}"/>
              </a:ext>
            </a:extLst>
          </p:cNvPr>
          <p:cNvSpPr txBox="1"/>
          <p:nvPr/>
        </p:nvSpPr>
        <p:spPr>
          <a:xfrm>
            <a:off x="4696216" y="4960844"/>
            <a:ext cx="1591227" cy="334655"/>
          </a:xfrm>
          <a:prstGeom prst="rect">
            <a:avLst/>
          </a:prstGeom>
          <a:noFill/>
          <a:ln w="19050"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a:t>
            </a:r>
            <a:endParaRPr kumimoji="1" lang="en-US" altLang="ja-JP" sz="900"/>
          </a:p>
          <a:p>
            <a:pPr algn="ctr"/>
            <a:r>
              <a:rPr kumimoji="1" lang="ja-JP" altLang="en-US" sz="900"/>
              <a:t>・</a:t>
            </a:r>
            <a:endParaRPr kumimoji="1" lang="en-US" altLang="ja-JP" sz="900"/>
          </a:p>
          <a:p>
            <a:pPr algn="ctr"/>
            <a:r>
              <a:rPr kumimoji="1" lang="ja-JP" altLang="en-US" sz="900"/>
              <a:t>・</a:t>
            </a:r>
            <a:endParaRPr kumimoji="1" lang="en-US" altLang="ja-JP" sz="900"/>
          </a:p>
        </p:txBody>
      </p:sp>
      <p:cxnSp>
        <p:nvCxnSpPr>
          <p:cNvPr id="168" name="カギ線コネクタ 321">
            <a:extLst>
              <a:ext uri="{FF2B5EF4-FFF2-40B4-BE49-F238E27FC236}">
                <a16:creationId xmlns:a16="http://schemas.microsoft.com/office/drawing/2014/main" id="{8D589D3B-85FA-6EFE-A29E-2BD85AF44325}"/>
              </a:ext>
            </a:extLst>
          </p:cNvPr>
          <p:cNvCxnSpPr>
            <a:cxnSpLocks/>
            <a:stCxn id="24" idx="3"/>
            <a:endCxn id="134" idx="1"/>
          </p:cNvCxnSpPr>
          <p:nvPr/>
        </p:nvCxnSpPr>
        <p:spPr>
          <a:xfrm>
            <a:off x="6415355" y="4572638"/>
            <a:ext cx="1029021" cy="352007"/>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cxnSp>
        <p:nvCxnSpPr>
          <p:cNvPr id="171" name="カギ線コネクタ 321">
            <a:extLst>
              <a:ext uri="{FF2B5EF4-FFF2-40B4-BE49-F238E27FC236}">
                <a16:creationId xmlns:a16="http://schemas.microsoft.com/office/drawing/2014/main" id="{B0616520-1EFB-149A-3561-3B16AF6DF58C}"/>
              </a:ext>
            </a:extLst>
          </p:cNvPr>
          <p:cNvCxnSpPr>
            <a:cxnSpLocks/>
            <a:stCxn id="134" idx="3"/>
            <a:endCxn id="174" idx="1"/>
          </p:cNvCxnSpPr>
          <p:nvPr/>
        </p:nvCxnSpPr>
        <p:spPr>
          <a:xfrm flipV="1">
            <a:off x="8576171" y="4922341"/>
            <a:ext cx="1724496" cy="2304"/>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sp>
        <p:nvSpPr>
          <p:cNvPr id="174" name="Rectangle 92">
            <a:extLst>
              <a:ext uri="{FF2B5EF4-FFF2-40B4-BE49-F238E27FC236}">
                <a16:creationId xmlns:a16="http://schemas.microsoft.com/office/drawing/2014/main" id="{761AE20E-8C8E-C939-D27A-25AEC1C44AC9}"/>
              </a:ext>
            </a:extLst>
          </p:cNvPr>
          <p:cNvSpPr>
            <a:spLocks noChangeArrowheads="1"/>
          </p:cNvSpPr>
          <p:nvPr/>
        </p:nvSpPr>
        <p:spPr bwMode="auto">
          <a:xfrm>
            <a:off x="10300667" y="4703825"/>
            <a:ext cx="1131795" cy="437031"/>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b="1">
                <a:solidFill>
                  <a:srgbClr val="000000"/>
                </a:solidFill>
                <a:latin typeface="+mn-ea"/>
              </a:rPr>
              <a:t>出クレシステム</a:t>
            </a:r>
            <a:endParaRPr lang="ja-JP" altLang="en-US" sz="1100" b="1" i="0" u="none" strike="noStrike" baseline="0">
              <a:solidFill>
                <a:srgbClr val="000000"/>
              </a:solidFill>
              <a:latin typeface="+mn-ea"/>
            </a:endParaRPr>
          </a:p>
        </p:txBody>
      </p:sp>
      <p:sp>
        <p:nvSpPr>
          <p:cNvPr id="179" name="Rectangle 92">
            <a:extLst>
              <a:ext uri="{FF2B5EF4-FFF2-40B4-BE49-F238E27FC236}">
                <a16:creationId xmlns:a16="http://schemas.microsoft.com/office/drawing/2014/main" id="{07D5911B-1CD5-E4D8-4ED8-6AECC3C7281A}"/>
              </a:ext>
            </a:extLst>
          </p:cNvPr>
          <p:cNvSpPr>
            <a:spLocks noChangeArrowheads="1"/>
          </p:cNvSpPr>
          <p:nvPr/>
        </p:nvSpPr>
        <p:spPr bwMode="auto">
          <a:xfrm>
            <a:off x="7888660" y="5796772"/>
            <a:ext cx="1131795" cy="437031"/>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ＭＳ Ｐゴシック"/>
                <a:ea typeface="ＭＳ Ｐゴシック"/>
              </a:rPr>
              <a:t>後方支援</a:t>
            </a:r>
            <a:r>
              <a:rPr lang="en-US" altLang="ja-JP" sz="1100" b="1" i="0" u="none" strike="noStrike" baseline="0">
                <a:solidFill>
                  <a:srgbClr val="000000"/>
                </a:solidFill>
                <a:latin typeface="ＭＳ Ｐゴシック"/>
                <a:ea typeface="ＭＳ Ｐゴシック"/>
              </a:rPr>
              <a:t>PC</a:t>
            </a:r>
            <a:endParaRPr lang="ja-JP" altLang="en-US" sz="1100" b="1" i="0" u="none" strike="noStrike" baseline="0">
              <a:solidFill>
                <a:srgbClr val="000000"/>
              </a:solidFill>
              <a:latin typeface="ＭＳ Ｐゴシック"/>
              <a:ea typeface="ＭＳ Ｐゴシック"/>
            </a:endParaRPr>
          </a:p>
        </p:txBody>
      </p:sp>
      <p:sp>
        <p:nvSpPr>
          <p:cNvPr id="180" name="Rectangle 92">
            <a:extLst>
              <a:ext uri="{FF2B5EF4-FFF2-40B4-BE49-F238E27FC236}">
                <a16:creationId xmlns:a16="http://schemas.microsoft.com/office/drawing/2014/main" id="{A059EE11-965D-EA58-2CB6-11F5668C9CEB}"/>
              </a:ext>
            </a:extLst>
          </p:cNvPr>
          <p:cNvSpPr>
            <a:spLocks noChangeArrowheads="1"/>
          </p:cNvSpPr>
          <p:nvPr/>
        </p:nvSpPr>
        <p:spPr bwMode="auto">
          <a:xfrm>
            <a:off x="9300017" y="5810300"/>
            <a:ext cx="1120582" cy="437030"/>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ＭＳ Ｐゴシック"/>
                <a:ea typeface="ＭＳ Ｐゴシック"/>
              </a:rPr>
              <a:t>食堂</a:t>
            </a:r>
            <a:r>
              <a:rPr lang="en-US" altLang="ja-JP" sz="1100" b="1" i="0" u="none" strike="noStrike" baseline="0">
                <a:solidFill>
                  <a:srgbClr val="000000"/>
                </a:solidFill>
                <a:latin typeface="ＭＳ Ｐゴシック"/>
                <a:ea typeface="ＭＳ Ｐゴシック"/>
              </a:rPr>
              <a:t>POS</a:t>
            </a:r>
            <a:endParaRPr lang="ja-JP" altLang="en-US" sz="1100" b="1" i="0" u="none" strike="noStrike" baseline="0">
              <a:solidFill>
                <a:srgbClr val="000000"/>
              </a:solidFill>
              <a:latin typeface="ＭＳ Ｐゴシック"/>
              <a:ea typeface="ＭＳ Ｐゴシック"/>
            </a:endParaRPr>
          </a:p>
        </p:txBody>
      </p:sp>
      <p:cxnSp>
        <p:nvCxnSpPr>
          <p:cNvPr id="181" name="直線矢印コネクタ 180">
            <a:extLst>
              <a:ext uri="{FF2B5EF4-FFF2-40B4-BE49-F238E27FC236}">
                <a16:creationId xmlns:a16="http://schemas.microsoft.com/office/drawing/2014/main" id="{046D97D2-B8A4-44B8-D832-98BCF5941E1C}"/>
              </a:ext>
            </a:extLst>
          </p:cNvPr>
          <p:cNvCxnSpPr>
            <a:cxnSpLocks/>
            <a:stCxn id="180" idx="1"/>
            <a:endCxn id="179" idx="3"/>
          </p:cNvCxnSpPr>
          <p:nvPr/>
        </p:nvCxnSpPr>
        <p:spPr>
          <a:xfrm flipH="1" flipV="1">
            <a:off x="9020455" y="6015288"/>
            <a:ext cx="279562" cy="13527"/>
          </a:xfrm>
          <a:prstGeom prst="straightConnector1">
            <a:avLst/>
          </a:prstGeom>
          <a:ln>
            <a:headEnd type="arrow"/>
            <a:tailEnd type="arrow"/>
          </a:ln>
        </p:spPr>
        <p:style>
          <a:lnRef idx="1">
            <a:schemeClr val="dk1"/>
          </a:lnRef>
          <a:fillRef idx="0">
            <a:schemeClr val="dk1"/>
          </a:fillRef>
          <a:effectRef idx="0">
            <a:schemeClr val="dk1"/>
          </a:effectRef>
          <a:fontRef idx="minor">
            <a:schemeClr val="tx1"/>
          </a:fontRef>
        </p:style>
      </p:cxnSp>
      <p:sp>
        <p:nvSpPr>
          <p:cNvPr id="182" name="Rectangle 92">
            <a:extLst>
              <a:ext uri="{FF2B5EF4-FFF2-40B4-BE49-F238E27FC236}">
                <a16:creationId xmlns:a16="http://schemas.microsoft.com/office/drawing/2014/main" id="{7141A045-06E3-7AE2-4043-1C8EBE04EE24}"/>
              </a:ext>
            </a:extLst>
          </p:cNvPr>
          <p:cNvSpPr>
            <a:spLocks noChangeArrowheads="1"/>
          </p:cNvSpPr>
          <p:nvPr/>
        </p:nvSpPr>
        <p:spPr bwMode="auto">
          <a:xfrm>
            <a:off x="8041060" y="5949172"/>
            <a:ext cx="1131795" cy="437031"/>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mn-ea"/>
              </a:rPr>
              <a:t>後方支援</a:t>
            </a:r>
            <a:r>
              <a:rPr lang="en-US" altLang="ja-JP" sz="1100" b="1" i="0" u="none" strike="noStrike" baseline="0">
                <a:solidFill>
                  <a:srgbClr val="000000"/>
                </a:solidFill>
                <a:latin typeface="+mn-ea"/>
              </a:rPr>
              <a:t>PC</a:t>
            </a:r>
            <a:endParaRPr lang="ja-JP" altLang="en-US" sz="1100" b="1" i="0" u="none" strike="noStrike" baseline="0">
              <a:solidFill>
                <a:srgbClr val="000000"/>
              </a:solidFill>
              <a:latin typeface="+mn-ea"/>
            </a:endParaRPr>
          </a:p>
        </p:txBody>
      </p:sp>
      <p:sp>
        <p:nvSpPr>
          <p:cNvPr id="183" name="Rectangle 92">
            <a:extLst>
              <a:ext uri="{FF2B5EF4-FFF2-40B4-BE49-F238E27FC236}">
                <a16:creationId xmlns:a16="http://schemas.microsoft.com/office/drawing/2014/main" id="{A89E7070-691F-19F0-EF4B-1BCED7762B3B}"/>
              </a:ext>
            </a:extLst>
          </p:cNvPr>
          <p:cNvSpPr>
            <a:spLocks noChangeArrowheads="1"/>
          </p:cNvSpPr>
          <p:nvPr/>
        </p:nvSpPr>
        <p:spPr bwMode="auto">
          <a:xfrm>
            <a:off x="9452417" y="5962700"/>
            <a:ext cx="1120582" cy="437030"/>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mn-ea"/>
              </a:rPr>
              <a:t>食堂</a:t>
            </a:r>
            <a:r>
              <a:rPr lang="en-US" altLang="ja-JP" sz="1100" b="1" i="0" u="none" strike="noStrike" baseline="0">
                <a:solidFill>
                  <a:srgbClr val="000000"/>
                </a:solidFill>
                <a:latin typeface="+mn-ea"/>
              </a:rPr>
              <a:t>POS</a:t>
            </a:r>
            <a:endParaRPr lang="ja-JP" altLang="en-US" sz="1100" b="1" i="0" u="none" strike="noStrike" baseline="0">
              <a:solidFill>
                <a:srgbClr val="000000"/>
              </a:solidFill>
              <a:latin typeface="+mn-ea"/>
            </a:endParaRPr>
          </a:p>
        </p:txBody>
      </p:sp>
      <p:cxnSp>
        <p:nvCxnSpPr>
          <p:cNvPr id="184" name="直線矢印コネクタ 183">
            <a:extLst>
              <a:ext uri="{FF2B5EF4-FFF2-40B4-BE49-F238E27FC236}">
                <a16:creationId xmlns:a16="http://schemas.microsoft.com/office/drawing/2014/main" id="{FCA4A154-16A5-C9CB-905E-963E266737CC}"/>
              </a:ext>
            </a:extLst>
          </p:cNvPr>
          <p:cNvCxnSpPr>
            <a:cxnSpLocks/>
            <a:stCxn id="183" idx="1"/>
            <a:endCxn id="182" idx="3"/>
          </p:cNvCxnSpPr>
          <p:nvPr/>
        </p:nvCxnSpPr>
        <p:spPr>
          <a:xfrm flipH="1" flipV="1">
            <a:off x="9172855" y="6167688"/>
            <a:ext cx="279562" cy="13527"/>
          </a:xfrm>
          <a:prstGeom prst="straightConnector1">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185" name="カギ線コネクタ 321">
            <a:extLst>
              <a:ext uri="{FF2B5EF4-FFF2-40B4-BE49-F238E27FC236}">
                <a16:creationId xmlns:a16="http://schemas.microsoft.com/office/drawing/2014/main" id="{03B163DE-5749-65E4-D0D9-5DB8B1BB4769}"/>
              </a:ext>
            </a:extLst>
          </p:cNvPr>
          <p:cNvCxnSpPr>
            <a:cxnSpLocks/>
            <a:stCxn id="109" idx="1"/>
            <a:endCxn id="26" idx="3"/>
          </p:cNvCxnSpPr>
          <p:nvPr/>
        </p:nvCxnSpPr>
        <p:spPr>
          <a:xfrm rot="10800000">
            <a:off x="6415356" y="4807956"/>
            <a:ext cx="1320905" cy="1054932"/>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cxnSp>
        <p:nvCxnSpPr>
          <p:cNvPr id="189" name="カギ線コネクタ 321">
            <a:extLst>
              <a:ext uri="{FF2B5EF4-FFF2-40B4-BE49-F238E27FC236}">
                <a16:creationId xmlns:a16="http://schemas.microsoft.com/office/drawing/2014/main" id="{C39C8A22-4D24-B8F8-2C3A-BBEE69AAB580}"/>
              </a:ext>
            </a:extLst>
          </p:cNvPr>
          <p:cNvCxnSpPr>
            <a:cxnSpLocks/>
            <a:endCxn id="26" idx="3"/>
          </p:cNvCxnSpPr>
          <p:nvPr/>
        </p:nvCxnSpPr>
        <p:spPr>
          <a:xfrm rot="10800000">
            <a:off x="6415356" y="4807956"/>
            <a:ext cx="1473305" cy="1207332"/>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cxnSp>
        <p:nvCxnSpPr>
          <p:cNvPr id="193" name="カギ線コネクタ 321">
            <a:extLst>
              <a:ext uri="{FF2B5EF4-FFF2-40B4-BE49-F238E27FC236}">
                <a16:creationId xmlns:a16="http://schemas.microsoft.com/office/drawing/2014/main" id="{3F6E27B7-A3C8-D7E3-44E4-A4EC9C07F56C}"/>
              </a:ext>
            </a:extLst>
          </p:cNvPr>
          <p:cNvCxnSpPr>
            <a:cxnSpLocks/>
            <a:endCxn id="26" idx="3"/>
          </p:cNvCxnSpPr>
          <p:nvPr/>
        </p:nvCxnSpPr>
        <p:spPr>
          <a:xfrm rot="10800000">
            <a:off x="6415356" y="4807956"/>
            <a:ext cx="1625705" cy="1359732"/>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cxnSp>
        <p:nvCxnSpPr>
          <p:cNvPr id="4" name="カギ線コネクタ 91">
            <a:extLst>
              <a:ext uri="{FF2B5EF4-FFF2-40B4-BE49-F238E27FC236}">
                <a16:creationId xmlns:a16="http://schemas.microsoft.com/office/drawing/2014/main" id="{B9876616-74C0-0D5E-0000-3AAA4DF66333}"/>
              </a:ext>
            </a:extLst>
          </p:cNvPr>
          <p:cNvCxnSpPr>
            <a:cxnSpLocks/>
            <a:stCxn id="13" idx="3"/>
            <a:endCxn id="58" idx="2"/>
          </p:cNvCxnSpPr>
          <p:nvPr/>
        </p:nvCxnSpPr>
        <p:spPr>
          <a:xfrm flipV="1">
            <a:off x="6415355" y="2004170"/>
            <a:ext cx="3018192" cy="2153906"/>
          </a:xfrm>
          <a:prstGeom prst="bentConnector2">
            <a:avLst/>
          </a:prstGeom>
          <a:ln>
            <a:tailEnd type="arrow"/>
          </a:ln>
        </p:spPr>
        <p:style>
          <a:lnRef idx="1">
            <a:schemeClr val="dk1"/>
          </a:lnRef>
          <a:fillRef idx="0">
            <a:schemeClr val="dk1"/>
          </a:fillRef>
          <a:effectRef idx="0">
            <a:schemeClr val="dk1"/>
          </a:effectRef>
          <a:fontRef idx="minor">
            <a:schemeClr val="tx1"/>
          </a:fontRef>
        </p:style>
      </p:cxnSp>
      <p:sp>
        <p:nvSpPr>
          <p:cNvPr id="13" name="テキスト ボックス 115">
            <a:extLst>
              <a:ext uri="{FF2B5EF4-FFF2-40B4-BE49-F238E27FC236}">
                <a16:creationId xmlns:a16="http://schemas.microsoft.com/office/drawing/2014/main" id="{CB65CC15-A490-3398-E577-B6B6587C5AEE}"/>
              </a:ext>
            </a:extLst>
          </p:cNvPr>
          <p:cNvSpPr txBox="1"/>
          <p:nvPr/>
        </p:nvSpPr>
        <p:spPr>
          <a:xfrm>
            <a:off x="4600002" y="4085237"/>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帳票印刷</a:t>
            </a:r>
            <a:endParaRPr kumimoji="1" lang="en-US" altLang="ja-JP" sz="900"/>
          </a:p>
        </p:txBody>
      </p:sp>
      <p:cxnSp>
        <p:nvCxnSpPr>
          <p:cNvPr id="16" name="カギ線コネクタ 91">
            <a:extLst>
              <a:ext uri="{FF2B5EF4-FFF2-40B4-BE49-F238E27FC236}">
                <a16:creationId xmlns:a16="http://schemas.microsoft.com/office/drawing/2014/main" id="{EAD93759-9E74-130E-5DE6-B990344623C5}"/>
              </a:ext>
            </a:extLst>
          </p:cNvPr>
          <p:cNvCxnSpPr>
            <a:cxnSpLocks/>
            <a:endCxn id="58" idx="1"/>
          </p:cNvCxnSpPr>
          <p:nvPr/>
        </p:nvCxnSpPr>
        <p:spPr>
          <a:xfrm>
            <a:off x="6725641" y="1655297"/>
            <a:ext cx="1891171" cy="85893"/>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sp>
        <p:nvSpPr>
          <p:cNvPr id="30" name="正方形/長方形 29">
            <a:extLst>
              <a:ext uri="{FF2B5EF4-FFF2-40B4-BE49-F238E27FC236}">
                <a16:creationId xmlns:a16="http://schemas.microsoft.com/office/drawing/2014/main" id="{380A6D1C-6317-A8F7-0048-BB28B7592694}"/>
              </a:ext>
            </a:extLst>
          </p:cNvPr>
          <p:cNvSpPr/>
          <p:nvPr/>
        </p:nvSpPr>
        <p:spPr>
          <a:xfrm>
            <a:off x="7168750" y="2055739"/>
            <a:ext cx="1633469" cy="525960"/>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マクロ実行</a:t>
            </a:r>
            <a:endParaRPr lang="en-US" altLang="ja-JP" sz="1600" b="1">
              <a:solidFill>
                <a:schemeClr val="tx1"/>
              </a:solidFill>
            </a:endParaRPr>
          </a:p>
          <a:p>
            <a:pPr algn="ctr"/>
            <a:r>
              <a:rPr lang="ja-JP" altLang="en-US" sz="1600" b="1">
                <a:solidFill>
                  <a:schemeClr val="tx1"/>
                </a:solidFill>
              </a:rPr>
              <a:t>サーバ</a:t>
            </a:r>
          </a:p>
        </p:txBody>
      </p:sp>
      <p:sp>
        <p:nvSpPr>
          <p:cNvPr id="37" name="テキスト ボックス 115">
            <a:extLst>
              <a:ext uri="{FF2B5EF4-FFF2-40B4-BE49-F238E27FC236}">
                <a16:creationId xmlns:a16="http://schemas.microsoft.com/office/drawing/2014/main" id="{49D66C3C-5DAC-D5F7-8DE6-7EFB362A1815}"/>
              </a:ext>
            </a:extLst>
          </p:cNvPr>
          <p:cNvSpPr txBox="1"/>
          <p:nvPr/>
        </p:nvSpPr>
        <p:spPr>
          <a:xfrm>
            <a:off x="4600002" y="3870429"/>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利用者抽出・品名・要領等更新</a:t>
            </a:r>
            <a:endParaRPr kumimoji="1" lang="en-US" altLang="ja-JP" sz="900"/>
          </a:p>
        </p:txBody>
      </p:sp>
      <p:cxnSp>
        <p:nvCxnSpPr>
          <p:cNvPr id="38" name="カギ線コネクタ 91">
            <a:extLst>
              <a:ext uri="{FF2B5EF4-FFF2-40B4-BE49-F238E27FC236}">
                <a16:creationId xmlns:a16="http://schemas.microsoft.com/office/drawing/2014/main" id="{A4C7A58E-08F5-FEA6-7041-C72BC10EE8A8}"/>
              </a:ext>
            </a:extLst>
          </p:cNvPr>
          <p:cNvCxnSpPr>
            <a:cxnSpLocks/>
            <a:stCxn id="37" idx="3"/>
            <a:endCxn id="30" idx="2"/>
          </p:cNvCxnSpPr>
          <p:nvPr/>
        </p:nvCxnSpPr>
        <p:spPr>
          <a:xfrm flipV="1">
            <a:off x="6415355" y="2581699"/>
            <a:ext cx="1570130" cy="1361569"/>
          </a:xfrm>
          <a:prstGeom prst="bentConnector2">
            <a:avLst/>
          </a:prstGeom>
          <a:ln>
            <a:tailEnd type="arrow"/>
          </a:ln>
        </p:spPr>
        <p:style>
          <a:lnRef idx="1">
            <a:schemeClr val="dk1"/>
          </a:lnRef>
          <a:fillRef idx="0">
            <a:schemeClr val="dk1"/>
          </a:fillRef>
          <a:effectRef idx="0">
            <a:schemeClr val="dk1"/>
          </a:effectRef>
          <a:fontRef idx="minor">
            <a:schemeClr val="tx1"/>
          </a:fontRef>
        </p:style>
      </p:cxnSp>
      <p:sp>
        <p:nvSpPr>
          <p:cNvPr id="47" name="Rectangle 92">
            <a:extLst>
              <a:ext uri="{FF2B5EF4-FFF2-40B4-BE49-F238E27FC236}">
                <a16:creationId xmlns:a16="http://schemas.microsoft.com/office/drawing/2014/main" id="{C230E360-E7FE-11CA-1C4E-FA42B9426170}"/>
              </a:ext>
            </a:extLst>
          </p:cNvPr>
          <p:cNvSpPr>
            <a:spLocks noChangeArrowheads="1"/>
          </p:cNvSpPr>
          <p:nvPr/>
        </p:nvSpPr>
        <p:spPr bwMode="auto">
          <a:xfrm>
            <a:off x="8711490" y="4767539"/>
            <a:ext cx="1131795" cy="354106"/>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en-US" altLang="ja-JP" sz="1100" b="1" i="0" u="none" strike="noStrike" baseline="0" err="1">
                <a:solidFill>
                  <a:srgbClr val="000000"/>
                </a:solidFill>
                <a:latin typeface="+mn-ea"/>
              </a:rPr>
              <a:t>Waha</a:t>
            </a:r>
            <a:endParaRPr lang="ja-JP" altLang="en-US" sz="1100" b="1" i="0" u="none" strike="noStrike" baseline="0">
              <a:solidFill>
                <a:srgbClr val="000000"/>
              </a:solidFill>
              <a:latin typeface="+mn-ea"/>
            </a:endParaRPr>
          </a:p>
        </p:txBody>
      </p:sp>
      <p:sp>
        <p:nvSpPr>
          <p:cNvPr id="7" name="Slide Number Placeholder 6">
            <a:extLst>
              <a:ext uri="{FF2B5EF4-FFF2-40B4-BE49-F238E27FC236}">
                <a16:creationId xmlns:a16="http://schemas.microsoft.com/office/drawing/2014/main" id="{85C5B5BA-595F-A857-3B03-E22CE1BC3633}"/>
              </a:ext>
            </a:extLst>
          </p:cNvPr>
          <p:cNvSpPr>
            <a:spLocks noGrp="1"/>
          </p:cNvSpPr>
          <p:nvPr>
            <p:ph type="sldNum" sz="quarter" idx="11"/>
          </p:nvPr>
        </p:nvSpPr>
        <p:spPr>
          <a:xfrm>
            <a:off x="10752000" y="6552000"/>
            <a:ext cx="1440000" cy="216000"/>
          </a:xfrm>
        </p:spPr>
        <p:txBody>
          <a:bodyPr/>
          <a:lstStyle/>
          <a:p>
            <a:fld id="{26CA5134-5AAC-D342-B763-43605FECB385}" type="slidenum">
              <a:rPr kumimoji="1" lang="ja-JP" altLang="en-US" smtClean="0"/>
              <a:pPr/>
              <a:t>4</a:t>
            </a:fld>
            <a:endParaRPr lang="en-US"/>
          </a:p>
        </p:txBody>
      </p:sp>
      <p:sp>
        <p:nvSpPr>
          <p:cNvPr id="8" name="Rectangle 92">
            <a:extLst>
              <a:ext uri="{FF2B5EF4-FFF2-40B4-BE49-F238E27FC236}">
                <a16:creationId xmlns:a16="http://schemas.microsoft.com/office/drawing/2014/main" id="{892505CB-EB99-1284-4ED4-1E09A590C812}"/>
              </a:ext>
            </a:extLst>
          </p:cNvPr>
          <p:cNvSpPr>
            <a:spLocks noChangeArrowheads="1"/>
          </p:cNvSpPr>
          <p:nvPr/>
        </p:nvSpPr>
        <p:spPr bwMode="auto">
          <a:xfrm>
            <a:off x="8907481" y="1778495"/>
            <a:ext cx="1131795" cy="354106"/>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en-US" altLang="ja-JP" sz="1100" b="1" i="0" u="none" strike="noStrike" baseline="0">
                <a:solidFill>
                  <a:srgbClr val="000000"/>
                </a:solidFill>
                <a:latin typeface="+mn-ea"/>
              </a:rPr>
              <a:t>Azure NetApp Files</a:t>
            </a:r>
            <a:endParaRPr lang="ja-JP" altLang="en-US" sz="1100" b="1" i="0" u="none" strike="noStrike" baseline="0">
              <a:solidFill>
                <a:srgbClr val="000000"/>
              </a:solidFill>
              <a:latin typeface="+mn-ea"/>
            </a:endParaRPr>
          </a:p>
        </p:txBody>
      </p:sp>
    </p:spTree>
    <p:extLst>
      <p:ext uri="{BB962C8B-B14F-4D97-AF65-F5344CB8AC3E}">
        <p14:creationId xmlns:p14="http://schemas.microsoft.com/office/powerpoint/2010/main" val="15894122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61CC14-4C9C-442D-9221-913B3ACF3460}"/>
              </a:ext>
            </a:extLst>
          </p:cNvPr>
          <p:cNvSpPr>
            <a:spLocks noGrp="1"/>
          </p:cNvSpPr>
          <p:nvPr>
            <p:ph type="title"/>
          </p:nvPr>
        </p:nvSpPr>
        <p:spPr/>
        <p:txBody>
          <a:bodyPr/>
          <a:lstStyle/>
          <a:p>
            <a:r>
              <a:rPr lang="en-US" altLang="ja-JP">
                <a:latin typeface="游明朝"/>
                <a:ea typeface="游明朝"/>
              </a:rPr>
              <a:t>4</a:t>
            </a:r>
            <a:r>
              <a:rPr kumimoji="1" lang="en-US" altLang="ja-JP">
                <a:latin typeface="游明朝"/>
                <a:ea typeface="游明朝"/>
              </a:rPr>
              <a:t>. </a:t>
            </a:r>
            <a:r>
              <a:rPr kumimoji="1" lang="ja-JP" altLang="en-US">
                <a:latin typeface="游明朝"/>
                <a:ea typeface="游明朝"/>
              </a:rPr>
              <a:t>想定している</a:t>
            </a:r>
            <a:r>
              <a:rPr lang="ja-JP" altLang="en-US">
                <a:latin typeface="游明朝"/>
                <a:ea typeface="游明朝"/>
              </a:rPr>
              <a:t>作業内容と成果物</a:t>
            </a:r>
            <a:endParaRPr kumimoji="1" lang="ja-JP" altLang="en-US">
              <a:latin typeface="游明朝"/>
              <a:ea typeface="游明朝"/>
            </a:endParaRPr>
          </a:p>
        </p:txBody>
      </p:sp>
      <p:graphicFrame>
        <p:nvGraphicFramePr>
          <p:cNvPr id="7" name="表 6">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1481837375"/>
              </p:ext>
            </p:extLst>
          </p:nvPr>
        </p:nvGraphicFramePr>
        <p:xfrm>
          <a:off x="606000" y="936000"/>
          <a:ext cx="11158390" cy="4857313"/>
        </p:xfrm>
        <a:graphic>
          <a:graphicData uri="http://schemas.openxmlformats.org/drawingml/2006/table">
            <a:tbl>
              <a:tblPr firstRow="1" bandRow="1">
                <a:tableStyleId>{69012ECD-51FC-41F1-AA8D-1B2483CD663E}</a:tableStyleId>
              </a:tblPr>
              <a:tblGrid>
                <a:gridCol w="575786">
                  <a:extLst>
                    <a:ext uri="{9D8B030D-6E8A-4147-A177-3AD203B41FA5}">
                      <a16:colId xmlns:a16="http://schemas.microsoft.com/office/drawing/2014/main" val="820809534"/>
                    </a:ext>
                  </a:extLst>
                </a:gridCol>
                <a:gridCol w="1847164">
                  <a:extLst>
                    <a:ext uri="{9D8B030D-6E8A-4147-A177-3AD203B41FA5}">
                      <a16:colId xmlns:a16="http://schemas.microsoft.com/office/drawing/2014/main" val="2667349602"/>
                    </a:ext>
                  </a:extLst>
                </a:gridCol>
                <a:gridCol w="5502729">
                  <a:extLst>
                    <a:ext uri="{9D8B030D-6E8A-4147-A177-3AD203B41FA5}">
                      <a16:colId xmlns:a16="http://schemas.microsoft.com/office/drawing/2014/main" val="2117318705"/>
                    </a:ext>
                  </a:extLst>
                </a:gridCol>
                <a:gridCol w="3232711">
                  <a:extLst>
                    <a:ext uri="{9D8B030D-6E8A-4147-A177-3AD203B41FA5}">
                      <a16:colId xmlns:a16="http://schemas.microsoft.com/office/drawing/2014/main" val="852570537"/>
                    </a:ext>
                  </a:extLst>
                </a:gridCol>
              </a:tblGrid>
              <a:tr h="345793">
                <a:tc>
                  <a:txBody>
                    <a:bodyPr/>
                    <a:lstStyle/>
                    <a:p>
                      <a:pPr algn="ctr"/>
                      <a:r>
                        <a:rPr kumimoji="1" lang="en-US" altLang="ja-JP" sz="1600">
                          <a:solidFill>
                            <a:srgbClr val="FFFFFF"/>
                          </a:solidFill>
                          <a:latin typeface="游ゴシック"/>
                          <a:ea typeface="游ゴシック"/>
                        </a:rPr>
                        <a:t>No</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panose="020B0400000000000000" pitchFamily="50" charset="-128"/>
                          <a:ea typeface="游ゴシック" panose="020B0400000000000000" pitchFamily="50" charset="-128"/>
                        </a:rPr>
                        <a:t>工程</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作業内容</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ja-JP" altLang="en-US" sz="1600">
                          <a:solidFill>
                            <a:srgbClr val="FFFFFF"/>
                          </a:solidFill>
                          <a:latin typeface="游ゴシック"/>
                          <a:ea typeface="游ゴシック"/>
                        </a:rPr>
                        <a:t>主な成果物</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40000">
                <a:tc>
                  <a:txBody>
                    <a:bodyPr/>
                    <a:lstStyle/>
                    <a:p>
                      <a:pPr algn="ctr"/>
                      <a:r>
                        <a:rPr kumimoji="1" lang="en-US" altLang="ja-JP" sz="1400" kern="1200">
                          <a:solidFill>
                            <a:schemeClr val="dk1"/>
                          </a:solidFill>
                          <a:latin typeface="游ゴシック"/>
                          <a:ea typeface="游ゴシック"/>
                        </a:rPr>
                        <a:t>1</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400">
                          <a:solidFill>
                            <a:schemeClr val="tx1"/>
                          </a:solidFill>
                          <a:latin typeface="游ゴシック" panose="020B0400000000000000" pitchFamily="50" charset="-128"/>
                          <a:ea typeface="游ゴシック" panose="020B0400000000000000" pitchFamily="50" charset="-128"/>
                        </a:rPr>
                        <a:t>要件定義</a:t>
                      </a:r>
                      <a:endParaRPr kumimoji="1" lang="en-US" altLang="ja-JP" sz="14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游ゴシック"/>
                          <a:ea typeface="游ゴシック"/>
                        </a:rPr>
                        <a:t>改修範囲の確定及び移行計画を作成します。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lang="ja-JP" altLang="en-US" sz="1400">
                          <a:solidFill>
                            <a:schemeClr val="tx1"/>
                          </a:solidFill>
                          <a:latin typeface="游ゴシック"/>
                          <a:ea typeface="游ゴシック"/>
                        </a:rPr>
                        <a:t>移行計画書、</a:t>
                      </a:r>
                      <a:r>
                        <a:rPr kumimoji="1" lang="ja-JP" altLang="en-US" sz="1400">
                          <a:solidFill>
                            <a:schemeClr val="tx1"/>
                          </a:solidFill>
                          <a:latin typeface="游ゴシック"/>
                          <a:ea typeface="游ゴシック"/>
                        </a:rPr>
                        <a:t>システム全体図</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540000">
                <a:tc>
                  <a:txBody>
                    <a:bodyPr/>
                    <a:lstStyle/>
                    <a:p>
                      <a:pPr algn="ctr"/>
                      <a:r>
                        <a:rPr kumimoji="1" lang="en-US" altLang="ja-JP" sz="1400" kern="1200">
                          <a:solidFill>
                            <a:schemeClr val="dk1"/>
                          </a:solidFill>
                          <a:latin typeface="游ゴシック"/>
                          <a:ea typeface="游ゴシック"/>
                        </a:rPr>
                        <a:t>2</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游ゴシック" panose="020B0400000000000000" pitchFamily="50" charset="-128"/>
                          <a:ea typeface="游ゴシック" panose="020B0400000000000000" pitchFamily="50" charset="-128"/>
                        </a:rPr>
                        <a:t>基本設計</a:t>
                      </a:r>
                      <a:endParaRPr kumimoji="1" lang="en-US" altLang="ja-JP" sz="14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游ゴシック"/>
                          <a:ea typeface="游ゴシック"/>
                        </a:rPr>
                        <a:t>既存設計書の修正及び全体テストの計画を作成します。</a:t>
                      </a:r>
                      <a:endParaRPr kumimoji="1"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游ゴシック"/>
                          <a:ea typeface="游ゴシック"/>
                        </a:rPr>
                        <a:t>基本設計書、全体テスト計画</a:t>
                      </a:r>
                      <a:endParaRPr kumimoji="1"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540000">
                <a:tc>
                  <a:txBody>
                    <a:bodyPr/>
                    <a:lstStyle/>
                    <a:p>
                      <a:pPr algn="ctr"/>
                      <a:r>
                        <a:rPr kumimoji="1" lang="en-US" altLang="ja-JP" sz="1400" kern="1200">
                          <a:solidFill>
                            <a:schemeClr val="dk1"/>
                          </a:solidFill>
                          <a:latin typeface="游ゴシック"/>
                          <a:ea typeface="游ゴシック"/>
                        </a:rPr>
                        <a:t>3</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ja-JP" altLang="en-US" sz="1400">
                          <a:solidFill>
                            <a:schemeClr val="tx1"/>
                          </a:solidFill>
                          <a:latin typeface="游ゴシック"/>
                          <a:ea typeface="游ゴシック"/>
                        </a:rPr>
                        <a:t>開発</a:t>
                      </a:r>
                      <a:endParaRPr lang="ja-JP" sz="1400" b="0" i="0" u="none" strike="noStrike" noProof="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修正箇所のコーディング及び環境構築を実施します。</a:t>
                      </a:r>
                      <a:endParaRPr lang="en-US" altLang="ja-JP" sz="140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400">
                          <a:solidFill>
                            <a:schemeClr val="tx1"/>
                          </a:solidFill>
                          <a:latin typeface="游ゴシック"/>
                          <a:ea typeface="游ゴシック"/>
                        </a:rPr>
                        <a:t>※</a:t>
                      </a:r>
                      <a:r>
                        <a:rPr lang="ja-JP" altLang="en-US" sz="1400">
                          <a:solidFill>
                            <a:schemeClr val="tx1"/>
                          </a:solidFill>
                          <a:latin typeface="游ゴシック"/>
                          <a:ea typeface="游ゴシック"/>
                        </a:rPr>
                        <a:t>検証環境も含みます。</a:t>
                      </a:r>
                      <a:endParaRPr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プログラム一式</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540000">
                <a:tc>
                  <a:txBody>
                    <a:bodyPr/>
                    <a:lstStyle/>
                    <a:p>
                      <a:pPr marL="0" algn="ctr" defTabSz="914400" rtl="0" eaLnBrk="1" latinLnBrk="0" hangingPunct="1"/>
                      <a:r>
                        <a:rPr kumimoji="1" lang="en-US" altLang="ja-JP" sz="1400" kern="1200">
                          <a:solidFill>
                            <a:schemeClr val="dk1"/>
                          </a:solidFill>
                          <a:latin typeface="游ゴシック"/>
                          <a:ea typeface="游ゴシック"/>
                          <a:cs typeface="+mn-cs"/>
                        </a:rPr>
                        <a:t>4</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結合テスト</a:t>
                      </a:r>
                      <a:endParaRPr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u="none" strike="noStrike" kern="1200" cap="none" normalizeH="0" baseline="0">
                          <a:ln>
                            <a:noFill/>
                          </a:ln>
                          <a:solidFill>
                            <a:schemeClr val="tx1"/>
                          </a:solidFill>
                          <a:effectLst/>
                          <a:latin typeface="游ゴシック"/>
                          <a:ea typeface="游ゴシック"/>
                        </a:rPr>
                        <a:t>検証環境にて動作検証を実施します。</a:t>
                      </a:r>
                      <a:endParaRPr lang="en-US" altLang="ja-JP" sz="1400" u="none" strike="noStrike" kern="1200" cap="none" normalizeH="0" baseline="0">
                        <a:ln>
                          <a:noFill/>
                        </a:ln>
                        <a:solidFill>
                          <a:schemeClr val="tx1"/>
                        </a:solidFill>
                        <a:effectLst/>
                        <a:latin typeface="游ゴシック"/>
                        <a:ea typeface="游ゴシック"/>
                      </a:endParaRPr>
                    </a:p>
                    <a:p>
                      <a:pPr marL="0" marR="0" lvl="0" indent="0" algn="l" defTabSz="914400" rtl="0">
                        <a:lnSpc>
                          <a:spcPct val="100000"/>
                        </a:lnSpc>
                        <a:spcBef>
                          <a:spcPts val="0"/>
                        </a:spcBef>
                        <a:spcAft>
                          <a:spcPts val="0"/>
                        </a:spcAft>
                        <a:buClrTx/>
                        <a:buSzTx/>
                        <a:buFont typeface="Arial" pitchFamily="34" charset="0"/>
                        <a:buNone/>
                        <a:tabLst/>
                        <a:defRPr/>
                      </a:pPr>
                      <a:r>
                        <a:rPr lang="en-US" altLang="ja-JP" sz="1400" u="none" strike="noStrike" kern="1200" cap="none" normalizeH="0" baseline="0">
                          <a:ln>
                            <a:noFill/>
                          </a:ln>
                          <a:solidFill>
                            <a:schemeClr val="tx1"/>
                          </a:solidFill>
                          <a:effectLst/>
                          <a:latin typeface="游ゴシック"/>
                          <a:ea typeface="游ゴシック"/>
                        </a:rPr>
                        <a:t>※</a:t>
                      </a:r>
                      <a:r>
                        <a:rPr lang="ja-JP" altLang="en-US" sz="1400" u="none" strike="noStrike" kern="1200" cap="none" normalizeH="0" baseline="0">
                          <a:ln>
                            <a:noFill/>
                          </a:ln>
                          <a:solidFill>
                            <a:schemeClr val="tx1"/>
                          </a:solidFill>
                          <a:effectLst/>
                          <a:latin typeface="游ゴシック"/>
                          <a:ea typeface="游ゴシック"/>
                        </a:rPr>
                        <a:t>テスト仕様書は各機能のチェックリストベースとします。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u="none" strike="noStrike" kern="1200" cap="none" normalizeH="0" baseline="0">
                          <a:ln>
                            <a:noFill/>
                          </a:ln>
                          <a:solidFill>
                            <a:schemeClr val="tx1"/>
                          </a:solidFill>
                          <a:effectLst/>
                          <a:latin typeface="游ゴシック"/>
                          <a:ea typeface="游ゴシック"/>
                        </a:rPr>
                        <a:t>結合テスト仕様書、エビデンス</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684699"/>
                  </a:ext>
                </a:extLst>
              </a:tr>
              <a:tr h="540000">
                <a:tc>
                  <a:txBody>
                    <a:bodyPr/>
                    <a:lstStyle/>
                    <a:p>
                      <a:pPr marL="0" algn="ctr" defTabSz="914400" rtl="0" eaLnBrk="1" latinLnBrk="0" hangingPunct="1"/>
                      <a:r>
                        <a:rPr kumimoji="1" lang="en-US" altLang="ja-JP" sz="1400" kern="1200">
                          <a:solidFill>
                            <a:schemeClr val="dk1"/>
                          </a:solidFill>
                          <a:latin typeface="游ゴシック"/>
                          <a:ea typeface="游ゴシック"/>
                          <a:cs typeface="+mn-cs"/>
                        </a:rPr>
                        <a:t>5</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システムテスト</a:t>
                      </a:r>
                      <a:endParaRPr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kumimoji="0" lang="ja-JP" altLang="en-US" sz="1400" u="none" strike="noStrike" kern="1200" cap="none" normalizeH="0" baseline="0">
                          <a:ln>
                            <a:noFill/>
                          </a:ln>
                          <a:solidFill>
                            <a:schemeClr val="tx1"/>
                          </a:solidFill>
                          <a:effectLst/>
                          <a:latin typeface="游ゴシック"/>
                          <a:ea typeface="游ゴシック"/>
                          <a:cs typeface="Meiryo UI" pitchFamily="50" charset="-128"/>
                        </a:rPr>
                        <a:t>本番環境にて</a:t>
                      </a:r>
                      <a:r>
                        <a:rPr lang="ja-JP" altLang="en-US" sz="1400">
                          <a:solidFill>
                            <a:srgbClr val="000000"/>
                          </a:solidFill>
                        </a:rPr>
                        <a:t>その他共通基盤との連携の確認を実施します。</a:t>
                      </a:r>
                      <a:endParaRPr kumimoji="0" lang="ja-JP" altLang="en-US" sz="1400" u="none" strike="noStrike" kern="1200" cap="none" normalizeH="0" baseline="0">
                        <a:ln>
                          <a:noFill/>
                        </a:ln>
                        <a:solidFill>
                          <a:schemeClr val="tx1"/>
                        </a:solidFill>
                        <a:effectLst/>
                        <a:latin typeface="游ゴシック"/>
                        <a:ea typeface="游ゴシック"/>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u="none" strike="noStrike" kern="1200" cap="none" normalizeH="0" baseline="0">
                          <a:ln>
                            <a:noFill/>
                          </a:ln>
                          <a:solidFill>
                            <a:schemeClr val="tx1"/>
                          </a:solidFill>
                          <a:effectLst/>
                          <a:latin typeface="游ゴシック"/>
                          <a:ea typeface="游ゴシック"/>
                        </a:rPr>
                        <a:t>システム</a:t>
                      </a:r>
                      <a:r>
                        <a:rPr kumimoji="0" lang="ja-JP" altLang="en-US" sz="1400" u="none" strike="noStrike" kern="1200" cap="none" normalizeH="0" baseline="0">
                          <a:ln>
                            <a:noFill/>
                          </a:ln>
                          <a:solidFill>
                            <a:schemeClr val="tx1"/>
                          </a:solidFill>
                          <a:effectLst/>
                          <a:latin typeface="游ゴシック"/>
                          <a:ea typeface="游ゴシック"/>
                        </a:rPr>
                        <a:t>テスト仕様書、エビデンス</a:t>
                      </a:r>
                      <a:endParaRPr kumimoji="0" lang="ja-JP" altLang="en-US" sz="1400" u="none" strike="noStrike" kern="1200" cap="none" normalizeH="0" baseline="0">
                        <a:ln>
                          <a:noFill/>
                        </a:ln>
                        <a:solidFill>
                          <a:schemeClr val="tx1"/>
                        </a:solidFill>
                        <a:effectLst/>
                        <a:latin typeface="游ゴシック"/>
                        <a:ea typeface="游ゴシック"/>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5442570"/>
                  </a:ext>
                </a:extLst>
              </a:tr>
              <a:tr h="540000">
                <a:tc>
                  <a:txBody>
                    <a:bodyPr/>
                    <a:lstStyle/>
                    <a:p>
                      <a:pPr marL="0" algn="ctr" defTabSz="914400" rtl="0" eaLnBrk="1" latinLnBrk="0" hangingPunct="1"/>
                      <a:r>
                        <a:rPr kumimoji="1" lang="en-US" altLang="ja-JP" sz="1400" kern="1200">
                          <a:solidFill>
                            <a:schemeClr val="dk1"/>
                          </a:solidFill>
                          <a:latin typeface="游ゴシック"/>
                          <a:ea typeface="游ゴシック"/>
                          <a:cs typeface="+mn-cs"/>
                        </a:rPr>
                        <a:t>6</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運用テスト</a:t>
                      </a:r>
                      <a:endParaRPr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kumimoji="0" lang="ja-JP" altLang="en-US" sz="1400" u="none" strike="noStrike" kern="1200" cap="none" normalizeH="0" baseline="0">
                          <a:ln>
                            <a:noFill/>
                          </a:ln>
                          <a:solidFill>
                            <a:schemeClr val="tx1"/>
                          </a:solidFill>
                          <a:effectLst/>
                          <a:latin typeface="游ゴシック"/>
                          <a:ea typeface="游ゴシック"/>
                          <a:cs typeface="Meiryo UI" pitchFamily="50" charset="-128"/>
                        </a:rPr>
                        <a:t>現場利用ユーザにてシステムの動作検証を実施いただきます。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問題管理表</a:t>
                      </a:r>
                      <a:endParaRPr kumimoji="0" lang="ja-JP" altLang="en-US" sz="1400" u="none" strike="noStrike" kern="1200" cap="none" normalizeH="0" baseline="0">
                        <a:ln>
                          <a:noFill/>
                        </a:ln>
                        <a:solidFill>
                          <a:schemeClr val="tx1"/>
                        </a:solidFill>
                        <a:effectLst/>
                        <a:latin typeface="游ゴシック"/>
                        <a:ea typeface="游ゴシック"/>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46000745"/>
                  </a:ext>
                </a:extLst>
              </a:tr>
              <a:tr h="540000">
                <a:tc>
                  <a:txBody>
                    <a:bodyPr/>
                    <a:lstStyle/>
                    <a:p>
                      <a:pPr marL="0" algn="ctr" defTabSz="914400" rtl="0" eaLnBrk="1" latinLnBrk="0" hangingPunct="1"/>
                      <a:r>
                        <a:rPr kumimoji="1" lang="en-US" altLang="ja-JP" sz="1400" kern="1200">
                          <a:solidFill>
                            <a:schemeClr val="dk1"/>
                          </a:solidFill>
                          <a:latin typeface="游ゴシック"/>
                          <a:ea typeface="游ゴシック"/>
                          <a:cs typeface="+mn-cs"/>
                        </a:rPr>
                        <a:t>7</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本番移行</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ja-JP" altLang="en-US" sz="1400">
                          <a:solidFill>
                            <a:schemeClr val="tx1"/>
                          </a:solidFill>
                          <a:latin typeface="游ゴシック"/>
                          <a:ea typeface="游ゴシック"/>
                        </a:rPr>
                        <a:t>本番環境にてアプリケーションの導入を実施します。</a:t>
                      </a:r>
                      <a:endParaRPr kumimoji="0" lang="en-US" altLang="ja-JP" sz="1400">
                        <a:solidFill>
                          <a:schemeClr val="tx1"/>
                        </a:solidFill>
                        <a:latin typeface="游ゴシック"/>
                        <a:ea typeface="游ゴシック"/>
                      </a:endParaRPr>
                    </a:p>
                    <a:p>
                      <a:pPr marL="0" marR="0" lvl="0" indent="0" algn="l" defTabSz="914400">
                        <a:lnSpc>
                          <a:spcPct val="100000"/>
                        </a:lnSpc>
                        <a:spcBef>
                          <a:spcPts val="0"/>
                        </a:spcBef>
                        <a:spcAft>
                          <a:spcPts val="0"/>
                        </a:spcAft>
                        <a:buClrTx/>
                        <a:buSzTx/>
                        <a:buFont typeface="Arial" pitchFamily="34" charset="0"/>
                        <a:buNone/>
                        <a:tabLst/>
                        <a:defRPr/>
                      </a:pPr>
                      <a:r>
                        <a:rPr kumimoji="0" lang="ja-JP" altLang="en-US" sz="1400">
                          <a:solidFill>
                            <a:schemeClr val="tx1"/>
                          </a:solidFill>
                          <a:latin typeface="游ゴシック"/>
                          <a:ea typeface="游ゴシック"/>
                        </a:rPr>
                        <a:t>バッチ基盤上の</a:t>
                      </a:r>
                      <a:r>
                        <a:rPr kumimoji="0" lang="en-US" altLang="ja-JP" sz="1400">
                          <a:solidFill>
                            <a:schemeClr val="tx1"/>
                          </a:solidFill>
                          <a:latin typeface="游ゴシック"/>
                          <a:ea typeface="游ゴシック"/>
                        </a:rPr>
                        <a:t>JOB</a:t>
                      </a:r>
                      <a:r>
                        <a:rPr kumimoji="0" lang="ja-JP" altLang="en-US" sz="1400">
                          <a:solidFill>
                            <a:schemeClr val="tx1"/>
                          </a:solidFill>
                          <a:latin typeface="游ゴシック"/>
                          <a:ea typeface="游ゴシック"/>
                        </a:rPr>
                        <a:t>を現新で切り替えます。</a:t>
                      </a:r>
                      <a:endParaRPr kumimoji="0" lang="en-US" altLang="ja-JP" sz="1400">
                        <a:solidFill>
                          <a:schemeClr val="tx1"/>
                        </a:solidFill>
                        <a:latin typeface="游ゴシック"/>
                        <a:ea typeface="游ゴシック"/>
                      </a:endParaRPr>
                    </a:p>
                    <a:p>
                      <a:pPr marL="0" marR="0" lvl="0" indent="0" algn="l" defTabSz="914400">
                        <a:lnSpc>
                          <a:spcPct val="100000"/>
                        </a:lnSpc>
                        <a:spcBef>
                          <a:spcPts val="0"/>
                        </a:spcBef>
                        <a:spcAft>
                          <a:spcPts val="0"/>
                        </a:spcAft>
                        <a:buClrTx/>
                        <a:buSzTx/>
                        <a:buFont typeface="Arial" pitchFamily="34" charset="0"/>
                        <a:buNone/>
                        <a:tabLst/>
                        <a:defRPr/>
                      </a:pPr>
                      <a:r>
                        <a:rPr kumimoji="0" lang="en-US" altLang="ja-JP" sz="1400">
                          <a:solidFill>
                            <a:schemeClr val="tx1"/>
                          </a:solidFill>
                          <a:latin typeface="游ゴシック"/>
                          <a:ea typeface="游ゴシック"/>
                        </a:rPr>
                        <a:t>※</a:t>
                      </a:r>
                      <a:r>
                        <a:rPr kumimoji="0" lang="ja-JP" altLang="en-US" sz="1400">
                          <a:solidFill>
                            <a:schemeClr val="tx1"/>
                          </a:solidFill>
                          <a:latin typeface="游ゴシック"/>
                          <a:ea typeface="游ゴシック"/>
                        </a:rPr>
                        <a:t>データ移行は貴社にてご対応お願い致します。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移行手順書</a:t>
                      </a:r>
                      <a:endParaRPr kumimoji="0" lang="ja-JP" altLang="en-US"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66628359"/>
                  </a:ext>
                </a:extLst>
              </a:tr>
              <a:tr h="540000">
                <a:tc>
                  <a:txBody>
                    <a:bodyPr/>
                    <a:lstStyle/>
                    <a:p>
                      <a:pPr marL="0" lvl="0" algn="ctr" defTabSz="914400" rtl="0">
                        <a:buNone/>
                      </a:pPr>
                      <a:r>
                        <a:rPr kumimoji="1" lang="en-US" altLang="ja-JP" sz="1400" kern="1200">
                          <a:solidFill>
                            <a:schemeClr val="dk1"/>
                          </a:solidFill>
                          <a:latin typeface="游ゴシック"/>
                          <a:ea typeface="游ゴシック"/>
                          <a:cs typeface="+mn-cs"/>
                        </a:rPr>
                        <a:t>8</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初期流動</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ja-JP" altLang="en-US" sz="1400">
                          <a:solidFill>
                            <a:schemeClr val="tx1"/>
                          </a:solidFill>
                          <a:latin typeface="游ゴシック"/>
                          <a:ea typeface="游ゴシック"/>
                        </a:rPr>
                        <a:t>システム稼働後の初期流動対応を実施します。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問題管理表</a:t>
                      </a:r>
                      <a:endParaRPr kumimoji="0" lang="ja-JP" altLang="en-US"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21585072"/>
                  </a:ext>
                </a:extLst>
              </a:tr>
            </a:tbl>
          </a:graphicData>
        </a:graphic>
      </p:graphicFrame>
      <p:sp>
        <p:nvSpPr>
          <p:cNvPr id="4" name="スライド番号プレースホルダー 3">
            <a:extLst>
              <a:ext uri="{FF2B5EF4-FFF2-40B4-BE49-F238E27FC236}">
                <a16:creationId xmlns:a16="http://schemas.microsoft.com/office/drawing/2014/main" id="{C4588E05-9E85-DF98-0F18-7121F235FA86}"/>
              </a:ext>
            </a:extLst>
          </p:cNvPr>
          <p:cNvSpPr>
            <a:spLocks noGrp="1"/>
          </p:cNvSpPr>
          <p:nvPr>
            <p:ph type="sldNum" sz="quarter" idx="15"/>
          </p:nvPr>
        </p:nvSpPr>
        <p:spPr>
          <a:xfrm>
            <a:off x="10752000" y="6552000"/>
            <a:ext cx="1440000" cy="216000"/>
          </a:xfrm>
        </p:spPr>
        <p:txBody>
          <a:bodyPr/>
          <a:lstStyle/>
          <a:p>
            <a:fld id="{26CA5134-5AAC-D342-B763-43605FECB385}" type="slidenum">
              <a:rPr kumimoji="1" lang="ja-JP" altLang="en-US" smtClean="0"/>
              <a:pPr/>
              <a:t>5</a:t>
            </a:fld>
            <a:endParaRPr kumimoji="1" lang="ja-JP" altLang="en-US" sz="700"/>
          </a:p>
        </p:txBody>
      </p:sp>
      <p:sp>
        <p:nvSpPr>
          <p:cNvPr id="5" name="正方形/長方形 4">
            <a:extLst>
              <a:ext uri="{FF2B5EF4-FFF2-40B4-BE49-F238E27FC236}">
                <a16:creationId xmlns:a16="http://schemas.microsoft.com/office/drawing/2014/main" id="{60EBC0F6-BA69-437D-A84B-FDA25ECB71D6}"/>
              </a:ext>
            </a:extLst>
          </p:cNvPr>
          <p:cNvSpPr/>
          <p:nvPr/>
        </p:nvSpPr>
        <p:spPr>
          <a:xfrm>
            <a:off x="576000" y="2312894"/>
            <a:ext cx="11188390" cy="3480419"/>
          </a:xfrm>
          <a:prstGeom prst="rect">
            <a:avLst/>
          </a:prstGeom>
          <a:no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5FE7CE61-4E23-4E16-8736-515436460738}"/>
              </a:ext>
            </a:extLst>
          </p:cNvPr>
          <p:cNvSpPr/>
          <p:nvPr/>
        </p:nvSpPr>
        <p:spPr>
          <a:xfrm>
            <a:off x="8704729" y="5829173"/>
            <a:ext cx="3059661" cy="571628"/>
          </a:xfrm>
          <a:prstGeom prst="rect">
            <a:avLst/>
          </a:prstGeom>
          <a:no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ja-JP" altLang="en-US">
                <a:solidFill>
                  <a:srgbClr val="FF0000"/>
                </a:solidFill>
              </a:rPr>
              <a:t>本御見積対象範囲</a:t>
            </a:r>
          </a:p>
        </p:txBody>
      </p:sp>
    </p:spTree>
    <p:extLst>
      <p:ext uri="{BB962C8B-B14F-4D97-AF65-F5344CB8AC3E}">
        <p14:creationId xmlns:p14="http://schemas.microsoft.com/office/powerpoint/2010/main" val="13954389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3321EC-2147-45BB-B770-D5BC2C3DDA15}"/>
              </a:ext>
            </a:extLst>
          </p:cNvPr>
          <p:cNvSpPr>
            <a:spLocks noGrp="1"/>
          </p:cNvSpPr>
          <p:nvPr>
            <p:ph type="title"/>
          </p:nvPr>
        </p:nvSpPr>
        <p:spPr/>
        <p:txBody>
          <a:bodyPr/>
          <a:lstStyle/>
          <a:p>
            <a:r>
              <a:rPr lang="en-US" altLang="ja-JP">
                <a:latin typeface="游明朝"/>
                <a:ea typeface="游明朝"/>
              </a:rPr>
              <a:t>5</a:t>
            </a:r>
            <a:r>
              <a:rPr kumimoji="1" lang="en-US" altLang="ja-JP">
                <a:latin typeface="游明朝"/>
                <a:ea typeface="游明朝"/>
              </a:rPr>
              <a:t>. </a:t>
            </a:r>
            <a:r>
              <a:rPr lang="ja-JP" altLang="en-US">
                <a:latin typeface="游明朝"/>
                <a:ea typeface="游明朝"/>
              </a:rPr>
              <a:t>機能数と作業範囲</a:t>
            </a:r>
            <a:endParaRPr kumimoji="1" lang="ja-JP" altLang="en-US">
              <a:latin typeface="游明朝"/>
              <a:ea typeface="游明朝"/>
            </a:endParaRPr>
          </a:p>
        </p:txBody>
      </p:sp>
      <p:sp>
        <p:nvSpPr>
          <p:cNvPr id="4" name="スライド番号プレースホルダー 3">
            <a:extLst>
              <a:ext uri="{FF2B5EF4-FFF2-40B4-BE49-F238E27FC236}">
                <a16:creationId xmlns:a16="http://schemas.microsoft.com/office/drawing/2014/main" id="{3C1429CC-0904-7287-60DD-EC2572B0CED5}"/>
              </a:ext>
            </a:extLst>
          </p:cNvPr>
          <p:cNvSpPr>
            <a:spLocks noGrp="1"/>
          </p:cNvSpPr>
          <p:nvPr>
            <p:ph type="sldNum" sz="quarter" idx="11"/>
          </p:nvPr>
        </p:nvSpPr>
        <p:spPr>
          <a:xfrm>
            <a:off x="10752000" y="6552000"/>
            <a:ext cx="1440000" cy="216000"/>
          </a:xfrm>
        </p:spPr>
        <p:txBody>
          <a:bodyPr/>
          <a:lstStyle/>
          <a:p>
            <a:fld id="{26CA5134-5AAC-D342-B763-43605FECB385}" type="slidenum">
              <a:rPr kumimoji="1" lang="ja-JP" altLang="en-US" smtClean="0"/>
              <a:pPr/>
              <a:t>6</a:t>
            </a:fld>
            <a:endParaRPr kumimoji="1" lang="ja-JP" altLang="en-US" sz="700"/>
          </a:p>
        </p:txBody>
      </p:sp>
      <p:graphicFrame>
        <p:nvGraphicFramePr>
          <p:cNvPr id="9" name="表 8">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1423913944"/>
              </p:ext>
            </p:extLst>
          </p:nvPr>
        </p:nvGraphicFramePr>
        <p:xfrm>
          <a:off x="606000" y="936000"/>
          <a:ext cx="11006988" cy="5213216"/>
        </p:xfrm>
        <a:graphic>
          <a:graphicData uri="http://schemas.openxmlformats.org/drawingml/2006/table">
            <a:tbl>
              <a:tblPr firstRow="1" bandRow="1">
                <a:tableStyleId>{69012ECD-51FC-41F1-AA8D-1B2483CD663E}</a:tableStyleId>
              </a:tblPr>
              <a:tblGrid>
                <a:gridCol w="360000">
                  <a:extLst>
                    <a:ext uri="{9D8B030D-6E8A-4147-A177-3AD203B41FA5}">
                      <a16:colId xmlns:a16="http://schemas.microsoft.com/office/drawing/2014/main" val="820809534"/>
                    </a:ext>
                  </a:extLst>
                </a:gridCol>
                <a:gridCol w="926988">
                  <a:extLst>
                    <a:ext uri="{9D8B030D-6E8A-4147-A177-3AD203B41FA5}">
                      <a16:colId xmlns:a16="http://schemas.microsoft.com/office/drawing/2014/main" val="2667349602"/>
                    </a:ext>
                  </a:extLst>
                </a:gridCol>
                <a:gridCol w="1512000">
                  <a:extLst>
                    <a:ext uri="{9D8B030D-6E8A-4147-A177-3AD203B41FA5}">
                      <a16:colId xmlns:a16="http://schemas.microsoft.com/office/drawing/2014/main" val="944581160"/>
                    </a:ext>
                  </a:extLst>
                </a:gridCol>
                <a:gridCol w="5040000">
                  <a:extLst>
                    <a:ext uri="{9D8B030D-6E8A-4147-A177-3AD203B41FA5}">
                      <a16:colId xmlns:a16="http://schemas.microsoft.com/office/drawing/2014/main" val="2117318705"/>
                    </a:ext>
                  </a:extLst>
                </a:gridCol>
                <a:gridCol w="3168000">
                  <a:extLst>
                    <a:ext uri="{9D8B030D-6E8A-4147-A177-3AD203B41FA5}">
                      <a16:colId xmlns:a16="http://schemas.microsoft.com/office/drawing/2014/main" val="852570537"/>
                    </a:ext>
                  </a:extLst>
                </a:gridCol>
              </a:tblGrid>
              <a:tr h="733254">
                <a:tc>
                  <a:txBody>
                    <a:bodyPr/>
                    <a:lstStyle/>
                    <a:p>
                      <a:pPr algn="ctr"/>
                      <a:r>
                        <a:rPr kumimoji="1" lang="en-US" altLang="ja-JP" sz="1600">
                          <a:solidFill>
                            <a:srgbClr val="FFFFFF"/>
                          </a:solidFill>
                          <a:latin typeface="游ゴシック"/>
                          <a:ea typeface="游ゴシック"/>
                        </a:rPr>
                        <a:t>No</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panose="020B0400000000000000" pitchFamily="50" charset="-128"/>
                          <a:ea typeface="游ゴシック" panose="020B0400000000000000" pitchFamily="50" charset="-128"/>
                        </a:rPr>
                        <a:t>分類</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機能数</a:t>
                      </a:r>
                      <a:endParaRPr kumimoji="1" lang="en-US" altLang="ja-JP" sz="1600">
                        <a:solidFill>
                          <a:srgbClr val="FFFFFF"/>
                        </a:solidFill>
                        <a:latin typeface="游ゴシック"/>
                        <a:ea typeface="游ゴシック"/>
                      </a:endParaRPr>
                    </a:p>
                    <a:p>
                      <a:pPr algn="ctr"/>
                      <a:r>
                        <a:rPr kumimoji="1" lang="ja-JP" altLang="en-US" sz="1600">
                          <a:solidFill>
                            <a:srgbClr val="FFFFFF"/>
                          </a:solidFill>
                          <a:latin typeface="游ゴシック"/>
                          <a:ea typeface="游ゴシック"/>
                        </a:rPr>
                        <a:t>（テスト対象）</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作業範囲</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作業対象外</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1140889">
                <a:tc>
                  <a:txBody>
                    <a:bodyPr/>
                    <a:lstStyle/>
                    <a:p>
                      <a:pPr algn="ctr"/>
                      <a:r>
                        <a:rPr kumimoji="1" lang="en-US" altLang="ja-JP" sz="1400" kern="1200">
                          <a:solidFill>
                            <a:schemeClr val="dk1"/>
                          </a:solidFill>
                          <a:latin typeface="游ゴシック"/>
                          <a:ea typeface="游ゴシック"/>
                        </a:rPr>
                        <a:t>1</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400">
                          <a:solidFill>
                            <a:schemeClr val="tx1"/>
                          </a:solidFill>
                          <a:latin typeface="游ゴシック" panose="020B0400000000000000" pitchFamily="50" charset="-128"/>
                          <a:ea typeface="游ゴシック" panose="020B0400000000000000" pitchFamily="50" charset="-128"/>
                        </a:rPr>
                        <a:t>画面</a:t>
                      </a:r>
                      <a:endParaRPr kumimoji="1" lang="en-US" altLang="ja-JP" sz="14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en-US" altLang="ja-JP" sz="1400">
                          <a:solidFill>
                            <a:schemeClr val="tx1"/>
                          </a:solidFill>
                          <a:latin typeface="游ゴシック"/>
                          <a:ea typeface="游ゴシック"/>
                        </a:rPr>
                        <a:t>54</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游ゴシック"/>
                          <a:ea typeface="游ゴシック"/>
                        </a:rPr>
                        <a:t>事務管理システム内の全画面を確認し、初期画面の描画や</a:t>
                      </a:r>
                      <a:endParaRPr kumimoji="1" lang="en-US" altLang="ja-JP" sz="1400">
                        <a:solidFill>
                          <a:schemeClr val="tx1"/>
                        </a:solidFill>
                        <a:latin typeface="游ゴシック"/>
                        <a:ea typeface="游ゴシック"/>
                      </a:endParaRPr>
                    </a:p>
                    <a:p>
                      <a:pPr marL="0" indent="0">
                        <a:buFont typeface="Arial" pitchFamily="34" charset="0"/>
                        <a:buNone/>
                      </a:pPr>
                      <a:r>
                        <a:rPr kumimoji="1" lang="ja-JP" altLang="en-US" sz="1400">
                          <a:solidFill>
                            <a:schemeClr val="tx1"/>
                          </a:solidFill>
                          <a:latin typeface="游ゴシック"/>
                          <a:ea typeface="游ゴシック"/>
                        </a:rPr>
                        <a:t>正常系の動作に問題がないことを確認します。</a:t>
                      </a:r>
                      <a:endParaRPr kumimoji="1" lang="en-US" altLang="ja-JP" sz="1400">
                        <a:solidFill>
                          <a:schemeClr val="tx1"/>
                        </a:solidFill>
                        <a:latin typeface="游ゴシック"/>
                        <a:ea typeface="游ゴシック"/>
                      </a:endParaRPr>
                    </a:p>
                    <a:p>
                      <a:pPr marL="0" indent="0">
                        <a:buFont typeface="Arial" pitchFamily="34" charset="0"/>
                        <a:buNone/>
                      </a:pPr>
                      <a:r>
                        <a:rPr kumimoji="1" lang="ja-JP" altLang="en-US" sz="1400">
                          <a:solidFill>
                            <a:schemeClr val="tx1"/>
                          </a:solidFill>
                          <a:latin typeface="游ゴシック"/>
                          <a:ea typeface="游ゴシック"/>
                        </a:rPr>
                        <a:t>・データベースの参照・登録</a:t>
                      </a:r>
                      <a:endParaRPr kumimoji="1" lang="en-US" altLang="ja-JP" sz="1400">
                        <a:solidFill>
                          <a:schemeClr val="tx1"/>
                        </a:solidFill>
                        <a:latin typeface="游ゴシック"/>
                        <a:ea typeface="游ゴシック"/>
                      </a:endParaRPr>
                    </a:p>
                    <a:p>
                      <a:pPr marL="0" indent="0">
                        <a:buFont typeface="Arial" pitchFamily="34" charset="0"/>
                        <a:buNone/>
                      </a:pPr>
                      <a:r>
                        <a:rPr kumimoji="1" lang="ja-JP" altLang="en-US" sz="1400">
                          <a:solidFill>
                            <a:schemeClr val="tx1"/>
                          </a:solidFill>
                          <a:latin typeface="游ゴシック"/>
                          <a:ea typeface="游ゴシック"/>
                        </a:rPr>
                        <a:t>・画面遷移</a:t>
                      </a:r>
                      <a:endParaRPr kumimoji="1" lang="en-US" altLang="ja-JP" sz="140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400">
                          <a:solidFill>
                            <a:schemeClr val="tx1"/>
                          </a:solidFill>
                          <a:latin typeface="游ゴシック"/>
                          <a:ea typeface="游ゴシック"/>
                        </a:rPr>
                        <a:t>・ボタン押下　等</a:t>
                      </a:r>
                      <a:endParaRPr kumimoji="1"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游ゴシック"/>
                          <a:ea typeface="游ゴシック"/>
                        </a:rPr>
                        <a:t>・全機能の確認（ボタン等）</a:t>
                      </a:r>
                      <a:endParaRPr kumimoji="1" lang="en-US" altLang="ja-JP" sz="1400">
                        <a:solidFill>
                          <a:schemeClr val="tx1"/>
                        </a:solidFill>
                        <a:latin typeface="游ゴシック"/>
                        <a:ea typeface="游ゴシック"/>
                      </a:endParaRPr>
                    </a:p>
                    <a:p>
                      <a:pPr marL="0" indent="0">
                        <a:buFont typeface="Arial" pitchFamily="34" charset="0"/>
                        <a:buNone/>
                      </a:pPr>
                      <a:r>
                        <a:rPr kumimoji="1" lang="ja-JP" altLang="en-US" sz="1400">
                          <a:solidFill>
                            <a:schemeClr val="tx1"/>
                          </a:solidFill>
                          <a:latin typeface="游ゴシック"/>
                          <a:ea typeface="游ゴシック"/>
                        </a:rPr>
                        <a:t>・業務パターンのシナリオテスト</a:t>
                      </a:r>
                      <a:endParaRPr kumimoji="1"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843566">
                <a:tc>
                  <a:txBody>
                    <a:bodyPr/>
                    <a:lstStyle/>
                    <a:p>
                      <a:pPr algn="ctr"/>
                      <a:r>
                        <a:rPr kumimoji="1" lang="en-US" altLang="ja-JP" sz="1400" kern="1200">
                          <a:solidFill>
                            <a:schemeClr val="dk1"/>
                          </a:solidFill>
                          <a:latin typeface="游ゴシック"/>
                          <a:ea typeface="游ゴシック"/>
                        </a:rPr>
                        <a:t>2</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游ゴシック" panose="020B0400000000000000" pitchFamily="50" charset="-128"/>
                          <a:ea typeface="游ゴシック" panose="020B0400000000000000" pitchFamily="50" charset="-128"/>
                        </a:rPr>
                        <a:t>帳票</a:t>
                      </a:r>
                      <a:endParaRPr kumimoji="1" lang="en-US" altLang="ja-JP" sz="14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游ゴシック"/>
                          <a:ea typeface="游ゴシック"/>
                        </a:rPr>
                        <a:t>全体：</a:t>
                      </a:r>
                      <a:r>
                        <a:rPr kumimoji="1" lang="en-US" altLang="ja-JP" sz="1400">
                          <a:solidFill>
                            <a:schemeClr val="tx1"/>
                          </a:solidFill>
                          <a:latin typeface="游ゴシック"/>
                          <a:ea typeface="游ゴシック"/>
                        </a:rPr>
                        <a:t>81</a:t>
                      </a:r>
                    </a:p>
                    <a:p>
                      <a:pPr marL="0" indent="0">
                        <a:buFont typeface="Arial" pitchFamily="34" charset="0"/>
                        <a:buNone/>
                      </a:pPr>
                      <a:r>
                        <a:rPr kumimoji="1" lang="ja-JP" altLang="en-US" sz="1400">
                          <a:solidFill>
                            <a:srgbClr val="FF0000"/>
                          </a:solidFill>
                          <a:latin typeface="游ゴシック"/>
                          <a:ea typeface="游ゴシック"/>
                        </a:rPr>
                        <a:t>対象：</a:t>
                      </a:r>
                      <a:r>
                        <a:rPr kumimoji="1" lang="en-US" altLang="ja-JP" sz="1400">
                          <a:solidFill>
                            <a:srgbClr val="FF0000"/>
                          </a:solidFill>
                          <a:latin typeface="游ゴシック"/>
                          <a:ea typeface="游ゴシック"/>
                        </a:rPr>
                        <a:t>28</a:t>
                      </a:r>
                    </a:p>
                    <a:p>
                      <a:pPr marL="0" indent="0">
                        <a:buFont typeface="Arial" pitchFamily="34" charset="0"/>
                        <a:buNone/>
                      </a:pPr>
                      <a:r>
                        <a:rPr kumimoji="1" lang="ja-JP" altLang="en-US" sz="1400">
                          <a:solidFill>
                            <a:schemeClr val="tx1"/>
                          </a:solidFill>
                          <a:latin typeface="游ゴシック"/>
                          <a:ea typeface="游ゴシック"/>
                        </a:rPr>
                        <a:t>対象外：</a:t>
                      </a:r>
                      <a:r>
                        <a:rPr kumimoji="1" lang="en-US" altLang="ja-JP" sz="1400">
                          <a:solidFill>
                            <a:schemeClr val="tx1"/>
                          </a:solidFill>
                          <a:latin typeface="游ゴシック"/>
                          <a:ea typeface="游ゴシック"/>
                        </a:rPr>
                        <a:t>53</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游ゴシック"/>
                          <a:ea typeface="游ゴシック"/>
                        </a:rPr>
                        <a:t>帳票を印刷し、帳票機能に問題ないことを確認します。</a:t>
                      </a:r>
                    </a:p>
                    <a:p>
                      <a:pPr marL="0" lvl="0" indent="0">
                        <a:buFont typeface="Arial" pitchFamily="34" charset="0"/>
                        <a:buNone/>
                      </a:pPr>
                      <a:r>
                        <a:rPr lang="ja-JP" altLang="en-US" sz="1400">
                          <a:solidFill>
                            <a:schemeClr val="tx1"/>
                          </a:solidFill>
                          <a:latin typeface="游ゴシック"/>
                          <a:ea typeface="游ゴシック"/>
                        </a:rPr>
                        <a:t>※サンプリングで数本の実施を想定しています。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游ゴシック"/>
                          <a:ea typeface="游ゴシック"/>
                        </a:rPr>
                        <a:t>・帳票内の全項目の印字</a:t>
                      </a:r>
                      <a:endParaRPr kumimoji="1" lang="en-US" altLang="ja-JP" sz="1400">
                        <a:solidFill>
                          <a:schemeClr val="tx1"/>
                        </a:solidFill>
                        <a:latin typeface="游ゴシック"/>
                        <a:ea typeface="游ゴシック"/>
                      </a:endParaRPr>
                    </a:p>
                    <a:p>
                      <a:pPr marL="0" indent="0">
                        <a:buFont typeface="Arial" pitchFamily="34" charset="0"/>
                        <a:buNone/>
                      </a:pPr>
                      <a:r>
                        <a:rPr kumimoji="1" lang="ja-JP" altLang="en-US" sz="1400">
                          <a:solidFill>
                            <a:schemeClr val="tx1"/>
                          </a:solidFill>
                          <a:latin typeface="游ゴシック"/>
                          <a:ea typeface="游ゴシック"/>
                        </a:rPr>
                        <a:t>・複数ページ印刷</a:t>
                      </a:r>
                      <a:endParaRPr kumimoji="1" lang="en-US" altLang="ja-JP" sz="1400">
                        <a:solidFill>
                          <a:schemeClr val="tx1"/>
                        </a:solidFill>
                        <a:latin typeface="游ゴシック"/>
                        <a:ea typeface="游ゴシック"/>
                      </a:endParaRPr>
                    </a:p>
                    <a:p>
                      <a:pPr marL="0" indent="0">
                        <a:buFont typeface="Arial" pitchFamily="34" charset="0"/>
                        <a:buNone/>
                      </a:pPr>
                      <a:r>
                        <a:rPr kumimoji="1" lang="ja-JP" altLang="en-US" sz="1400">
                          <a:solidFill>
                            <a:schemeClr val="tx1"/>
                          </a:solidFill>
                          <a:latin typeface="游ゴシック"/>
                          <a:ea typeface="游ゴシック"/>
                        </a:rPr>
                        <a:t>・業務パターンのシナリオテスト</a:t>
                      </a:r>
                      <a:endParaRPr kumimoji="1"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1239078">
                <a:tc>
                  <a:txBody>
                    <a:bodyPr/>
                    <a:lstStyle/>
                    <a:p>
                      <a:pPr algn="ctr"/>
                      <a:r>
                        <a:rPr kumimoji="1" lang="en-US" altLang="ja-JP" sz="1400" kern="1200">
                          <a:solidFill>
                            <a:schemeClr val="dk1"/>
                          </a:solidFill>
                          <a:latin typeface="游ゴシック"/>
                          <a:ea typeface="游ゴシック"/>
                        </a:rPr>
                        <a:t>3</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en-US" altLang="ja-JP" sz="1400" b="0" i="0" u="none" strike="noStrike" noProof="0">
                          <a:solidFill>
                            <a:schemeClr val="tx1"/>
                          </a:solidFill>
                          <a:latin typeface="游ゴシック"/>
                          <a:ea typeface="游ゴシック"/>
                        </a:rPr>
                        <a:t>I/F</a:t>
                      </a:r>
                      <a:endParaRPr lang="ja-JP" sz="1400" b="0" i="0" u="none" strike="noStrike" noProof="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全体：</a:t>
                      </a:r>
                      <a:r>
                        <a:rPr lang="en-US" altLang="ja-JP" sz="1400">
                          <a:solidFill>
                            <a:schemeClr val="tx1"/>
                          </a:solidFill>
                          <a:latin typeface="游ゴシック"/>
                          <a:ea typeface="游ゴシック"/>
                        </a:rPr>
                        <a:t>13</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rgbClr val="FF0000"/>
                          </a:solidFill>
                          <a:latin typeface="游ゴシック"/>
                          <a:ea typeface="游ゴシック"/>
                        </a:rPr>
                        <a:t>対象：</a:t>
                      </a:r>
                      <a:r>
                        <a:rPr lang="en-US" altLang="ja-JP" sz="1400">
                          <a:solidFill>
                            <a:srgbClr val="FF0000"/>
                          </a:solidFill>
                          <a:latin typeface="游ゴシック"/>
                          <a:ea typeface="游ゴシック"/>
                        </a:rPr>
                        <a:t>7</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対象外：</a:t>
                      </a:r>
                      <a:r>
                        <a:rPr lang="en-US" altLang="ja-JP" sz="1400">
                          <a:solidFill>
                            <a:schemeClr val="tx1"/>
                          </a:solidFill>
                          <a:latin typeface="游ゴシック"/>
                          <a:ea typeface="游ゴシック"/>
                        </a:rPr>
                        <a:t>6</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各周辺システムとのデータ連携を検証環境にて実施します。</a:t>
                      </a:r>
                      <a:endParaRPr lang="en-US" altLang="ja-JP" sz="140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各連携が正常に動作することを確認します。</a:t>
                      </a:r>
                      <a:endParaRPr lang="en-US" altLang="ja-JP" sz="140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altLang="ja-JP" sz="140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400">
                          <a:solidFill>
                            <a:schemeClr val="tx1"/>
                          </a:solidFill>
                          <a:latin typeface="游ゴシック"/>
                          <a:ea typeface="游ゴシック"/>
                        </a:rPr>
                        <a:t>※</a:t>
                      </a:r>
                      <a:r>
                        <a:rPr lang="ja-JP" altLang="en-US" sz="1400">
                          <a:solidFill>
                            <a:schemeClr val="tx1"/>
                          </a:solidFill>
                          <a:latin typeface="游ゴシック"/>
                          <a:ea typeface="游ゴシック"/>
                        </a:rPr>
                        <a:t>本番環境については、疎通テストとし、各システムごとに</a:t>
                      </a:r>
                      <a:br>
                        <a:rPr lang="en-US" altLang="ja-JP" sz="1400">
                          <a:solidFill>
                            <a:srgbClr val="323232"/>
                          </a:solidFill>
                          <a:latin typeface="游ゴシック"/>
                          <a:ea typeface="游ゴシック"/>
                        </a:rPr>
                      </a:br>
                      <a:r>
                        <a:rPr lang="ja-JP" altLang="en-US" sz="1400">
                          <a:solidFill>
                            <a:schemeClr val="tx1"/>
                          </a:solidFill>
                          <a:latin typeface="游ゴシック"/>
                          <a:ea typeface="游ゴシック"/>
                        </a:rPr>
                        <a:t>　</a:t>
                      </a:r>
                      <a:r>
                        <a:rPr lang="en-US" altLang="ja-JP" sz="1400">
                          <a:solidFill>
                            <a:schemeClr val="tx1"/>
                          </a:solidFill>
                          <a:latin typeface="游ゴシック"/>
                          <a:ea typeface="游ゴシック"/>
                        </a:rPr>
                        <a:t>1</a:t>
                      </a:r>
                      <a:r>
                        <a:rPr lang="ja-JP" altLang="en-US" sz="1400">
                          <a:solidFill>
                            <a:schemeClr val="tx1"/>
                          </a:solidFill>
                          <a:latin typeface="游ゴシック"/>
                          <a:ea typeface="游ゴシック"/>
                        </a:rPr>
                        <a:t>連携を想定します。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a:t>
                      </a:r>
                      <a:r>
                        <a:rPr lang="en-US" altLang="ja-JP" sz="1400">
                          <a:solidFill>
                            <a:schemeClr val="tx1"/>
                          </a:solidFill>
                          <a:latin typeface="游ゴシック"/>
                          <a:ea typeface="游ゴシック"/>
                        </a:rPr>
                        <a:t>I/F</a:t>
                      </a:r>
                      <a:r>
                        <a:rPr lang="ja-JP" altLang="en-US" sz="1400">
                          <a:solidFill>
                            <a:schemeClr val="tx1"/>
                          </a:solidFill>
                          <a:latin typeface="游ゴシック"/>
                          <a:ea typeface="游ゴシック"/>
                        </a:rPr>
                        <a:t>項目の全項目テスト</a:t>
                      </a:r>
                      <a:br>
                        <a:rPr lang="en-US" altLang="ja-JP" sz="1400">
                          <a:solidFill>
                            <a:srgbClr val="323232"/>
                          </a:solidFill>
                          <a:latin typeface="游ゴシック"/>
                          <a:ea typeface="游ゴシック"/>
                        </a:rPr>
                      </a:br>
                      <a:r>
                        <a:rPr lang="ja-JP" altLang="en-US" sz="1400">
                          <a:solidFill>
                            <a:schemeClr val="tx1"/>
                          </a:solidFill>
                          <a:latin typeface="游ゴシック"/>
                          <a:ea typeface="游ゴシック"/>
                        </a:rPr>
                        <a:t>・業務パターンのシナリオテスト</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1239078">
                <a:tc>
                  <a:txBody>
                    <a:bodyPr/>
                    <a:lstStyle/>
                    <a:p>
                      <a:pPr algn="ctr"/>
                      <a:r>
                        <a:rPr kumimoji="1" lang="en-US" altLang="ja-JP" sz="1400" kern="1200">
                          <a:solidFill>
                            <a:schemeClr val="dk1"/>
                          </a:solidFill>
                          <a:latin typeface="游ゴシック"/>
                          <a:ea typeface="游ゴシック"/>
                          <a:cs typeface="+mn-cs"/>
                        </a:rPr>
                        <a:t>4</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en-US" altLang="ja-JP" sz="1400" b="0" i="0" u="none" strike="noStrike" noProof="0">
                          <a:solidFill>
                            <a:srgbClr val="323232"/>
                          </a:solidFill>
                          <a:latin typeface="游ゴシック"/>
                          <a:ea typeface="游ゴシック"/>
                        </a:rPr>
                        <a:t>JOB</a:t>
                      </a:r>
                      <a:endParaRPr lang="ja-JP" sz="1400" b="0" i="0" u="none" strike="noStrike" noProof="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全体：50</a:t>
                      </a:r>
                      <a:endParaRPr lang="en-US" altLang="ja-JP" sz="140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rgbClr val="FF0000"/>
                          </a:solidFill>
                          <a:latin typeface="游ゴシック"/>
                          <a:ea typeface="游ゴシック"/>
                        </a:rPr>
                        <a:t>対象：</a:t>
                      </a:r>
                      <a:r>
                        <a:rPr lang="en-US" altLang="ja-JP" sz="1400">
                          <a:solidFill>
                            <a:srgbClr val="FF0000"/>
                          </a:solidFill>
                          <a:latin typeface="游ゴシック"/>
                          <a:ea typeface="游ゴシック"/>
                        </a:rPr>
                        <a:t>21</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対象外：</a:t>
                      </a:r>
                      <a:r>
                        <a:rPr lang="en-US" altLang="ja-JP" sz="1400">
                          <a:solidFill>
                            <a:schemeClr val="tx1"/>
                          </a:solidFill>
                          <a:latin typeface="游ゴシック"/>
                          <a:ea typeface="游ゴシック"/>
                        </a:rPr>
                        <a:t>29</a:t>
                      </a:r>
                      <a:endParaRPr lang="ja-JP" altLang="en-US"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400">
                          <a:solidFill>
                            <a:schemeClr val="tx1"/>
                          </a:solidFill>
                          <a:latin typeface="游ゴシック"/>
                          <a:ea typeface="游ゴシック"/>
                        </a:rPr>
                        <a:t>JOB</a:t>
                      </a:r>
                      <a:r>
                        <a:rPr lang="ja-JP" altLang="en-US" sz="1400">
                          <a:solidFill>
                            <a:schemeClr val="tx1"/>
                          </a:solidFill>
                          <a:latin typeface="游ゴシック"/>
                          <a:ea typeface="游ゴシック"/>
                        </a:rPr>
                        <a:t>の実行確認を実施します。</a:t>
                      </a:r>
                      <a:endParaRPr lang="en-US" altLang="ja-JP" sz="140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400">
                          <a:solidFill>
                            <a:schemeClr val="tx1"/>
                          </a:solidFill>
                          <a:latin typeface="游ゴシック"/>
                          <a:ea typeface="游ゴシック"/>
                        </a:rPr>
                        <a:t>※</a:t>
                      </a:r>
                      <a:r>
                        <a:rPr lang="ja-JP" altLang="en-US" sz="1400">
                          <a:solidFill>
                            <a:schemeClr val="tx1"/>
                          </a:solidFill>
                          <a:latin typeface="游ゴシック"/>
                          <a:ea typeface="游ゴシック"/>
                        </a:rPr>
                        <a:t>基本的には手動での実行を想定しています。</a:t>
                      </a:r>
                    </a:p>
                    <a:p>
                      <a:pPr marL="0" marR="0" lvl="0" indent="0" algn="l">
                        <a:lnSpc>
                          <a:spcPct val="100000"/>
                        </a:lnSpc>
                        <a:spcBef>
                          <a:spcPts val="0"/>
                        </a:spcBef>
                        <a:spcAft>
                          <a:spcPts val="0"/>
                        </a:spcAft>
                        <a:buClrTx/>
                        <a:buSzTx/>
                        <a:buFont typeface="Arial" pitchFamily="34" charset="0"/>
                        <a:buNone/>
                      </a:pPr>
                      <a:r>
                        <a:rPr lang="ja-JP" altLang="en-US" sz="1400">
                          <a:solidFill>
                            <a:schemeClr val="tx1"/>
                          </a:solidFill>
                          <a:latin typeface="游ゴシック"/>
                          <a:ea typeface="游ゴシック"/>
                        </a:rPr>
                        <a:t>※各所毎のJOBは代表1本のみの確認とします。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・異常系のテスト</a:t>
                      </a:r>
                      <a:endParaRPr lang="en-US" altLang="ja-JP" sz="140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・繰り返しのテスト</a:t>
                      </a:r>
                      <a:endParaRPr lang="en-US" altLang="ja-JP" sz="140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・定期起動の確認</a:t>
                      </a:r>
                      <a:endParaRPr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77410183"/>
                  </a:ext>
                </a:extLst>
              </a:tr>
            </a:tbl>
          </a:graphicData>
        </a:graphic>
      </p:graphicFrame>
    </p:spTree>
    <p:extLst>
      <p:ext uri="{BB962C8B-B14F-4D97-AF65-F5344CB8AC3E}">
        <p14:creationId xmlns:p14="http://schemas.microsoft.com/office/powerpoint/2010/main" val="35606063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160FE1C1-CFD6-3436-3F23-42EC735280F7}"/>
              </a:ext>
            </a:extLst>
          </p:cNvPr>
          <p:cNvSpPr/>
          <p:nvPr/>
        </p:nvSpPr>
        <p:spPr>
          <a:xfrm>
            <a:off x="683470" y="1167611"/>
            <a:ext cx="3708000" cy="4814537"/>
          </a:xfrm>
          <a:prstGeom prst="rect">
            <a:avLst/>
          </a:prstGeom>
          <a:solidFill>
            <a:sysClr val="window" lastClr="FFFFFF">
              <a:lumMod val="95000"/>
            </a:sysClr>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2" name="タイトル 1"/>
          <p:cNvSpPr>
            <a:spLocks noGrp="1"/>
          </p:cNvSpPr>
          <p:nvPr>
            <p:ph type="title"/>
          </p:nvPr>
        </p:nvSpPr>
        <p:spPr/>
        <p:txBody>
          <a:bodyPr/>
          <a:lstStyle/>
          <a:p>
            <a:r>
              <a:rPr lang="en-US" altLang="ja-JP">
                <a:latin typeface="游明朝"/>
                <a:ea typeface="游明朝"/>
              </a:rPr>
              <a:t>6. </a:t>
            </a:r>
            <a:r>
              <a:rPr lang="ja-JP" altLang="en-US">
                <a:latin typeface="游明朝"/>
                <a:ea typeface="游明朝"/>
              </a:rPr>
              <a:t>体制</a:t>
            </a:r>
            <a:endParaRPr kumimoji="1" lang="ja-JP" altLang="en-US">
              <a:latin typeface="游明朝"/>
              <a:ea typeface="游明朝"/>
            </a:endParaRPr>
          </a:p>
        </p:txBody>
      </p:sp>
      <p:sp>
        <p:nvSpPr>
          <p:cNvPr id="11" name="正方形/長方形 10">
            <a:extLst>
              <a:ext uri="{FF2B5EF4-FFF2-40B4-BE49-F238E27FC236}">
                <a16:creationId xmlns:a16="http://schemas.microsoft.com/office/drawing/2014/main" id="{C13C1A20-C252-799B-F8A0-29E661C219E7}"/>
              </a:ext>
            </a:extLst>
          </p:cNvPr>
          <p:cNvSpPr/>
          <p:nvPr/>
        </p:nvSpPr>
        <p:spPr>
          <a:xfrm>
            <a:off x="4476001" y="1167611"/>
            <a:ext cx="7019999" cy="4814537"/>
          </a:xfrm>
          <a:prstGeom prst="rect">
            <a:avLst/>
          </a:prstGeom>
          <a:solidFill>
            <a:sysClr val="window" lastClr="FFFFFF">
              <a:lumMod val="95000"/>
            </a:sysClr>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15" name="正方形/長方形 14">
            <a:extLst>
              <a:ext uri="{FF2B5EF4-FFF2-40B4-BE49-F238E27FC236}">
                <a16:creationId xmlns:a16="http://schemas.microsoft.com/office/drawing/2014/main" id="{F960B8D2-831B-8D4C-DEBB-621591C492FD}"/>
              </a:ext>
            </a:extLst>
          </p:cNvPr>
          <p:cNvSpPr/>
          <p:nvPr/>
        </p:nvSpPr>
        <p:spPr>
          <a:xfrm>
            <a:off x="4476001" y="819413"/>
            <a:ext cx="7019999" cy="360000"/>
          </a:xfrm>
          <a:prstGeom prst="rect">
            <a:avLst/>
          </a:prstGeom>
          <a:solidFill>
            <a:srgbClr val="A01D45"/>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システムエグゼ</a:t>
            </a:r>
          </a:p>
        </p:txBody>
      </p:sp>
      <p:cxnSp>
        <p:nvCxnSpPr>
          <p:cNvPr id="16" name="直線コネクタ 15">
            <a:extLst>
              <a:ext uri="{FF2B5EF4-FFF2-40B4-BE49-F238E27FC236}">
                <a16:creationId xmlns:a16="http://schemas.microsoft.com/office/drawing/2014/main" id="{A189C288-EA60-B222-B80F-882125DAEF80}"/>
              </a:ext>
            </a:extLst>
          </p:cNvPr>
          <p:cNvCxnSpPr>
            <a:cxnSpLocks/>
            <a:stCxn id="19" idx="2"/>
            <a:endCxn id="22" idx="3"/>
          </p:cNvCxnSpPr>
          <p:nvPr/>
        </p:nvCxnSpPr>
        <p:spPr>
          <a:xfrm flipH="1">
            <a:off x="2581170" y="2259479"/>
            <a:ext cx="4831" cy="1516768"/>
          </a:xfrm>
          <a:prstGeom prst="line">
            <a:avLst/>
          </a:prstGeom>
          <a:noFill/>
          <a:ln w="28575" cap="flat" cmpd="sng" algn="ctr">
            <a:solidFill>
              <a:schemeClr val="bg1">
                <a:lumMod val="75000"/>
              </a:schemeClr>
            </a:solidFill>
            <a:prstDash val="solid"/>
            <a:miter lim="800000"/>
          </a:ln>
          <a:effectLst/>
        </p:spPr>
      </p:cxnSp>
      <p:grpSp>
        <p:nvGrpSpPr>
          <p:cNvPr id="17" name="グループ化 16">
            <a:extLst>
              <a:ext uri="{FF2B5EF4-FFF2-40B4-BE49-F238E27FC236}">
                <a16:creationId xmlns:a16="http://schemas.microsoft.com/office/drawing/2014/main" id="{7D6E0C23-69C7-6A70-C9ED-9BC927D3D9DC}"/>
              </a:ext>
            </a:extLst>
          </p:cNvPr>
          <p:cNvGrpSpPr/>
          <p:nvPr/>
        </p:nvGrpSpPr>
        <p:grpSpPr>
          <a:xfrm>
            <a:off x="1218001" y="1539479"/>
            <a:ext cx="2736000" cy="720000"/>
            <a:chOff x="1218001" y="2016000"/>
            <a:chExt cx="2736000" cy="720000"/>
          </a:xfrm>
        </p:grpSpPr>
        <p:sp>
          <p:nvSpPr>
            <p:cNvPr id="18" name="片側の 2 つの角を丸めた四角形 13">
              <a:extLst>
                <a:ext uri="{FF2B5EF4-FFF2-40B4-BE49-F238E27FC236}">
                  <a16:creationId xmlns:a16="http://schemas.microsoft.com/office/drawing/2014/main" id="{73CEE1EB-F62F-136A-B1FF-0C11EEA1EC64}"/>
                </a:ext>
              </a:extLst>
            </p:cNvPr>
            <p:cNvSpPr/>
            <p:nvPr/>
          </p:nvSpPr>
          <p:spPr>
            <a:xfrm>
              <a:off x="1218001" y="201600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プロジェクト責任者</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19" name="正方形/長方形 18">
              <a:extLst>
                <a:ext uri="{FF2B5EF4-FFF2-40B4-BE49-F238E27FC236}">
                  <a16:creationId xmlns:a16="http://schemas.microsoft.com/office/drawing/2014/main" id="{BC9B272A-446A-3576-A0E6-D8B79CB959CA}"/>
                </a:ext>
              </a:extLst>
            </p:cNvPr>
            <p:cNvSpPr/>
            <p:nvPr/>
          </p:nvSpPr>
          <p:spPr>
            <a:xfrm>
              <a:off x="1218001" y="230400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tIns="45720" rIns="36000" bIns="45720" rtlCol="0" anchor="ctr"/>
            <a:lstStyle/>
            <a:p>
              <a:pPr algn="ctr" defTabSz="914400">
                <a:defRPr/>
              </a:pPr>
              <a:r>
                <a:rPr kumimoji="1" lang="ja-JP" sz="1600" kern="0">
                  <a:solidFill>
                    <a:prstClr val="black"/>
                  </a:solidFill>
                  <a:latin typeface="游ゴシック"/>
                  <a:ea typeface="游ゴシック"/>
                </a:rPr>
                <a:t>澤田 陽哉</a:t>
              </a:r>
              <a:r>
                <a:rPr kumimoji="1" lang="ja-JP" altLang="en-US" sz="1600" b="0" i="0" u="none" strike="noStrike" kern="0" cap="none" spc="0" normalizeH="0" baseline="0" noProof="0">
                  <a:ln>
                    <a:noFill/>
                  </a:ln>
                  <a:solidFill>
                    <a:prstClr val="black"/>
                  </a:solidFill>
                  <a:effectLst/>
                  <a:uLnTx/>
                  <a:uFillTx/>
                  <a:latin typeface="游ゴシック"/>
                  <a:ea typeface="游ゴシック"/>
                </a:rPr>
                <a:t>様</a:t>
              </a:r>
              <a:endParaRPr lang="en-US">
                <a:solidFill>
                  <a:prstClr val="black"/>
                </a:solidFill>
              </a:endParaRPr>
            </a:p>
          </p:txBody>
        </p:sp>
      </p:grpSp>
      <p:grpSp>
        <p:nvGrpSpPr>
          <p:cNvPr id="21" name="グループ化 20">
            <a:extLst>
              <a:ext uri="{FF2B5EF4-FFF2-40B4-BE49-F238E27FC236}">
                <a16:creationId xmlns:a16="http://schemas.microsoft.com/office/drawing/2014/main" id="{B29105FC-9B1C-512E-94BC-6ABA4C93EEAF}"/>
              </a:ext>
            </a:extLst>
          </p:cNvPr>
          <p:cNvGrpSpPr/>
          <p:nvPr/>
        </p:nvGrpSpPr>
        <p:grpSpPr>
          <a:xfrm>
            <a:off x="1213170" y="3776247"/>
            <a:ext cx="2736000" cy="1080066"/>
            <a:chOff x="1213170" y="3826430"/>
            <a:chExt cx="2736000" cy="1080066"/>
          </a:xfrm>
        </p:grpSpPr>
        <p:sp>
          <p:nvSpPr>
            <p:cNvPr id="22" name="片側の 2 つの角を丸めた四角形 15">
              <a:extLst>
                <a:ext uri="{FF2B5EF4-FFF2-40B4-BE49-F238E27FC236}">
                  <a16:creationId xmlns:a16="http://schemas.microsoft.com/office/drawing/2014/main" id="{3F738138-83BD-2487-7AF9-D1C1133A3FF9}"/>
                </a:ext>
              </a:extLst>
            </p:cNvPr>
            <p:cNvSpPr/>
            <p:nvPr/>
          </p:nvSpPr>
          <p:spPr>
            <a:xfrm>
              <a:off x="1213170" y="382643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プロジェクトメンバー</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26" name="正方形/長方形 25">
              <a:extLst>
                <a:ext uri="{FF2B5EF4-FFF2-40B4-BE49-F238E27FC236}">
                  <a16:creationId xmlns:a16="http://schemas.microsoft.com/office/drawing/2014/main" id="{2739018C-A453-9633-6AC1-CD6144A1460D}"/>
                </a:ext>
              </a:extLst>
            </p:cNvPr>
            <p:cNvSpPr/>
            <p:nvPr/>
          </p:nvSpPr>
          <p:spPr>
            <a:xfrm>
              <a:off x="1213170" y="4114430"/>
              <a:ext cx="2736000" cy="792066"/>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0" i="0" u="none" strike="noStrike" kern="0" cap="none" spc="0" normalizeH="0" baseline="0" noProof="0">
                  <a:ln>
                    <a:noFill/>
                  </a:ln>
                  <a:solidFill>
                    <a:prstClr val="black"/>
                  </a:solidFill>
                  <a:effectLst/>
                  <a:uLnTx/>
                  <a:uFillTx/>
                  <a:latin typeface="+mn-ea"/>
                </a:rPr>
                <a:t>横田 昌彦様</a:t>
              </a:r>
              <a:endParaRPr kumimoji="1" lang="en-US" altLang="ja-JP" sz="1600" b="0" i="0" u="none" strike="noStrike" kern="0" cap="none" spc="0" normalizeH="0" baseline="0" noProof="0">
                <a:ln>
                  <a:noFill/>
                </a:ln>
                <a:solidFill>
                  <a:prstClr val="black"/>
                </a:solidFill>
                <a:effectLst/>
                <a:uLnTx/>
                <a:uFillTx/>
                <a:latin typeface="+mn-ea"/>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kern="0">
                  <a:solidFill>
                    <a:prstClr val="black"/>
                  </a:solidFill>
                  <a:latin typeface="+mn-ea"/>
                </a:rPr>
                <a:t>福田 大河様</a:t>
              </a:r>
              <a:endParaRPr kumimoji="1" lang="en-US" altLang="ja-JP" sz="1600" kern="0">
                <a:solidFill>
                  <a:prstClr val="black"/>
                </a:solidFill>
                <a:latin typeface="+mn-ea"/>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0" i="0" u="none" strike="noStrike" kern="0" cap="none" spc="0" normalizeH="0" baseline="0" noProof="0">
                  <a:ln>
                    <a:noFill/>
                  </a:ln>
                  <a:solidFill>
                    <a:prstClr val="black"/>
                  </a:solidFill>
                  <a:effectLst/>
                  <a:uLnTx/>
                  <a:uFillTx/>
                  <a:latin typeface="+mn-ea"/>
                </a:rPr>
                <a:t>河名 美則様</a:t>
              </a:r>
              <a:endParaRPr kumimoji="1" lang="en-US" altLang="ja-JP" sz="1600" b="0" i="0" u="none" strike="noStrike" kern="0" cap="none" spc="0" normalizeH="0" baseline="0" noProof="0">
                <a:ln>
                  <a:noFill/>
                </a:ln>
                <a:solidFill>
                  <a:prstClr val="black"/>
                </a:solidFill>
                <a:effectLst/>
                <a:uLnTx/>
                <a:uFillTx/>
                <a:latin typeface="+mn-ea"/>
              </a:endParaRPr>
            </a:p>
          </p:txBody>
        </p:sp>
      </p:grpSp>
      <p:sp>
        <p:nvSpPr>
          <p:cNvPr id="27" name="正方形/長方形 26">
            <a:extLst>
              <a:ext uri="{FF2B5EF4-FFF2-40B4-BE49-F238E27FC236}">
                <a16:creationId xmlns:a16="http://schemas.microsoft.com/office/drawing/2014/main" id="{71F0CA8E-3321-9653-F38B-173211AD17F5}"/>
              </a:ext>
            </a:extLst>
          </p:cNvPr>
          <p:cNvSpPr/>
          <p:nvPr/>
        </p:nvSpPr>
        <p:spPr>
          <a:xfrm>
            <a:off x="683470" y="819413"/>
            <a:ext cx="3708000" cy="360000"/>
          </a:xfrm>
          <a:prstGeom prst="rect">
            <a:avLst/>
          </a:prstGeom>
          <a:solidFill>
            <a:srgbClr val="FF0000"/>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出光興産様</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28" name="正方形/長方形 27">
            <a:extLst>
              <a:ext uri="{FF2B5EF4-FFF2-40B4-BE49-F238E27FC236}">
                <a16:creationId xmlns:a16="http://schemas.microsoft.com/office/drawing/2014/main" id="{87AEB705-9D44-4043-5619-0DF9929425CE}"/>
              </a:ext>
            </a:extLst>
          </p:cNvPr>
          <p:cNvSpPr/>
          <p:nvPr/>
        </p:nvSpPr>
        <p:spPr>
          <a:xfrm>
            <a:off x="4476001" y="6048000"/>
            <a:ext cx="7020000" cy="72000"/>
          </a:xfrm>
          <a:prstGeom prst="rect">
            <a:avLst/>
          </a:prstGeom>
          <a:solidFill>
            <a:srgbClr val="A01D45"/>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29" name="正方形/長方形 28">
            <a:extLst>
              <a:ext uri="{FF2B5EF4-FFF2-40B4-BE49-F238E27FC236}">
                <a16:creationId xmlns:a16="http://schemas.microsoft.com/office/drawing/2014/main" id="{44566B70-2084-F03F-F06C-5138A9F10D49}"/>
              </a:ext>
            </a:extLst>
          </p:cNvPr>
          <p:cNvSpPr/>
          <p:nvPr/>
        </p:nvSpPr>
        <p:spPr>
          <a:xfrm>
            <a:off x="696001" y="6048000"/>
            <a:ext cx="3708000" cy="72000"/>
          </a:xfrm>
          <a:prstGeom prst="rect">
            <a:avLst/>
          </a:prstGeom>
          <a:solidFill>
            <a:srgbClr val="FF0000"/>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grpSp>
        <p:nvGrpSpPr>
          <p:cNvPr id="53" name="グループ化 52">
            <a:extLst>
              <a:ext uri="{FF2B5EF4-FFF2-40B4-BE49-F238E27FC236}">
                <a16:creationId xmlns:a16="http://schemas.microsoft.com/office/drawing/2014/main" id="{A0CC927F-9C1B-D647-66D3-8BB8B2462AB3}"/>
              </a:ext>
            </a:extLst>
          </p:cNvPr>
          <p:cNvGrpSpPr/>
          <p:nvPr/>
        </p:nvGrpSpPr>
        <p:grpSpPr>
          <a:xfrm>
            <a:off x="1218001" y="2653398"/>
            <a:ext cx="2736000" cy="728930"/>
            <a:chOff x="8524839" y="4231002"/>
            <a:chExt cx="2736000" cy="728930"/>
          </a:xfrm>
        </p:grpSpPr>
        <p:sp>
          <p:nvSpPr>
            <p:cNvPr id="54" name="片側の 2 つの角を丸めた四角形 29">
              <a:extLst>
                <a:ext uri="{FF2B5EF4-FFF2-40B4-BE49-F238E27FC236}">
                  <a16:creationId xmlns:a16="http://schemas.microsoft.com/office/drawing/2014/main" id="{CAFC556B-5BEE-8B1E-E45B-5A87AF158B0F}"/>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プロジェクト管理者</a:t>
              </a:r>
            </a:p>
          </p:txBody>
        </p:sp>
        <p:sp>
          <p:nvSpPr>
            <p:cNvPr id="55" name="正方形/長方形 54">
              <a:extLst>
                <a:ext uri="{FF2B5EF4-FFF2-40B4-BE49-F238E27FC236}">
                  <a16:creationId xmlns:a16="http://schemas.microsoft.com/office/drawing/2014/main" id="{D0A35059-8416-A539-CCAD-988529B59C1A}"/>
                </a:ext>
              </a:extLst>
            </p:cNvPr>
            <p:cNvSpPr/>
            <p:nvPr/>
          </p:nvSpPr>
          <p:spPr>
            <a:xfrm>
              <a:off x="8524839" y="4527932"/>
              <a:ext cx="2736000" cy="432000"/>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0" i="0" u="none" strike="noStrike" kern="0" cap="none" spc="0" normalizeH="0" baseline="0" noProof="0">
                  <a:ln>
                    <a:noFill/>
                  </a:ln>
                  <a:solidFill>
                    <a:prstClr val="black"/>
                  </a:solidFill>
                  <a:effectLst/>
                  <a:uLnTx/>
                  <a:uFillTx/>
                  <a:latin typeface="+mn-ea"/>
                </a:rPr>
                <a:t>山本 将也様</a:t>
              </a:r>
              <a:endParaRPr kumimoji="0" lang="en-US" altLang="ja-JP" sz="1600" b="0" i="0" u="none" strike="noStrike" kern="0" cap="none" spc="0" normalizeH="0" baseline="0" noProof="0">
                <a:ln>
                  <a:noFill/>
                </a:ln>
                <a:solidFill>
                  <a:prstClr val="black"/>
                </a:solidFill>
                <a:effectLst/>
                <a:uLnTx/>
                <a:uFillTx/>
                <a:latin typeface="+mn-ea"/>
              </a:endParaRPr>
            </a:p>
          </p:txBody>
        </p:sp>
      </p:grpSp>
      <p:sp>
        <p:nvSpPr>
          <p:cNvPr id="10" name="テキスト ボックス 9">
            <a:extLst>
              <a:ext uri="{FF2B5EF4-FFF2-40B4-BE49-F238E27FC236}">
                <a16:creationId xmlns:a16="http://schemas.microsoft.com/office/drawing/2014/main" id="{B74C51C4-5DA2-6837-A56D-17C90B51E159}"/>
              </a:ext>
            </a:extLst>
          </p:cNvPr>
          <p:cNvSpPr txBox="1"/>
          <p:nvPr/>
        </p:nvSpPr>
        <p:spPr>
          <a:xfrm>
            <a:off x="4480073" y="6131060"/>
            <a:ext cx="7134413" cy="406156"/>
          </a:xfrm>
          <a:prstGeom prst="rect">
            <a:avLst/>
          </a:prstGeom>
          <a:noFill/>
        </p:spPr>
        <p:txBody>
          <a:bodyPr wrap="square" lIns="91440" tIns="45720" rIns="91440" bIns="45720" rtlCol="0" anchor="t">
            <a:noAutofit/>
          </a:bodyPr>
          <a:lstStyle/>
          <a:p>
            <a:pPr marL="171450" indent="-171450">
              <a:buFont typeface="游ゴシック" panose="020B0400000000000000" pitchFamily="50" charset="-128"/>
              <a:buChar char="※"/>
            </a:pPr>
            <a:r>
              <a:rPr lang="ja-JP" altLang="en-US" sz="1400">
                <a:latin typeface="游ゴシック"/>
                <a:ea typeface="游ゴシック"/>
                <a:cs typeface="メイリオ" pitchFamily="50" charset="-128"/>
              </a:rPr>
              <a:t>体制については、ご契約のタイミング状況により変更となる場合がございます。</a:t>
            </a:r>
            <a:endParaRPr lang="en-US" altLang="ja-JP" sz="1400">
              <a:latin typeface="游ゴシック"/>
              <a:ea typeface="游ゴシック"/>
              <a:cs typeface="メイリオ" pitchFamily="50" charset="-128"/>
            </a:endParaRPr>
          </a:p>
        </p:txBody>
      </p:sp>
      <p:sp>
        <p:nvSpPr>
          <p:cNvPr id="23" name="片側の 2 つの角を丸めた四角形 15">
            <a:extLst>
              <a:ext uri="{FF2B5EF4-FFF2-40B4-BE49-F238E27FC236}">
                <a16:creationId xmlns:a16="http://schemas.microsoft.com/office/drawing/2014/main" id="{C4C74907-76BB-E547-7A42-36F13F58EC35}"/>
              </a:ext>
            </a:extLst>
          </p:cNvPr>
          <p:cNvSpPr/>
          <p:nvPr/>
        </p:nvSpPr>
        <p:spPr>
          <a:xfrm>
            <a:off x="1670060" y="5082730"/>
            <a:ext cx="227911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24" name="正方形/長方形 23">
            <a:extLst>
              <a:ext uri="{FF2B5EF4-FFF2-40B4-BE49-F238E27FC236}">
                <a16:creationId xmlns:a16="http://schemas.microsoft.com/office/drawing/2014/main" id="{DC1E26E9-FFEC-98F2-12D5-BC286628CEA0}"/>
              </a:ext>
            </a:extLst>
          </p:cNvPr>
          <p:cNvSpPr/>
          <p:nvPr/>
        </p:nvSpPr>
        <p:spPr>
          <a:xfrm>
            <a:off x="1670060" y="5370730"/>
            <a:ext cx="227911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0" i="0" u="none" strike="noStrike" kern="0" cap="none" spc="0" normalizeH="0" baseline="0" noProof="0">
                <a:ln>
                  <a:noFill/>
                </a:ln>
                <a:solidFill>
                  <a:prstClr val="black"/>
                </a:solidFill>
                <a:effectLst/>
                <a:uLnTx/>
                <a:uFillTx/>
                <a:latin typeface="+mn-ea"/>
              </a:rPr>
              <a:t>現場利用者様</a:t>
            </a:r>
            <a:endParaRPr kumimoji="1" lang="en-US" altLang="ja-JP" sz="1600" b="0" i="0" u="none" strike="noStrike" kern="0" cap="none" spc="0" normalizeH="0" baseline="0" noProof="0">
              <a:ln>
                <a:noFill/>
              </a:ln>
              <a:solidFill>
                <a:prstClr val="black"/>
              </a:solidFill>
              <a:effectLst/>
              <a:uLnTx/>
              <a:uFillTx/>
              <a:latin typeface="+mn-ea"/>
            </a:endParaRPr>
          </a:p>
        </p:txBody>
      </p:sp>
      <p:cxnSp>
        <p:nvCxnSpPr>
          <p:cNvPr id="42" name="コネクタ: カギ線 41">
            <a:extLst>
              <a:ext uri="{FF2B5EF4-FFF2-40B4-BE49-F238E27FC236}">
                <a16:creationId xmlns:a16="http://schemas.microsoft.com/office/drawing/2014/main" id="{F1A966ED-94A3-BF90-314B-96016280AE02}"/>
              </a:ext>
            </a:extLst>
          </p:cNvPr>
          <p:cNvCxnSpPr>
            <a:cxnSpLocks/>
            <a:endCxn id="24" idx="1"/>
          </p:cNvCxnSpPr>
          <p:nvPr/>
        </p:nvCxnSpPr>
        <p:spPr>
          <a:xfrm rot="16200000" flipH="1">
            <a:off x="1178694" y="5095363"/>
            <a:ext cx="730415" cy="252318"/>
          </a:xfrm>
          <a:prstGeom prst="bentConnector2">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 name="スライド番号プレースホルダー 8"/>
          <p:cNvSpPr>
            <a:spLocks noGrp="1"/>
          </p:cNvSpPr>
          <p:nvPr>
            <p:ph type="sldNum" sz="quarter" idx="11"/>
          </p:nvPr>
        </p:nvSpPr>
        <p:spPr>
          <a:xfrm>
            <a:off x="10752000" y="6552000"/>
            <a:ext cx="1440000" cy="216000"/>
          </a:xfrm>
        </p:spPr>
        <p:txBody>
          <a:bodyPr/>
          <a:lstStyle/>
          <a:p>
            <a:fld id="{26CA5134-5AAC-D342-B763-43605FECB385}" type="slidenum">
              <a:rPr kumimoji="1" lang="ja-JP" altLang="en-US" smtClean="0"/>
              <a:pPr/>
              <a:t>7</a:t>
            </a:fld>
            <a:endParaRPr kumimoji="1" lang="ja-JP" altLang="en-US" sz="700"/>
          </a:p>
        </p:txBody>
      </p:sp>
      <p:grpSp>
        <p:nvGrpSpPr>
          <p:cNvPr id="5" name="グループ化 4">
            <a:extLst>
              <a:ext uri="{FF2B5EF4-FFF2-40B4-BE49-F238E27FC236}">
                <a16:creationId xmlns:a16="http://schemas.microsoft.com/office/drawing/2014/main" id="{EE2E3150-6ACF-7CB6-4DDD-9BE64200EB8C}"/>
              </a:ext>
            </a:extLst>
          </p:cNvPr>
          <p:cNvGrpSpPr/>
          <p:nvPr/>
        </p:nvGrpSpPr>
        <p:grpSpPr>
          <a:xfrm>
            <a:off x="5448941" y="1404012"/>
            <a:ext cx="2736000" cy="720000"/>
            <a:chOff x="6852000" y="1800000"/>
            <a:chExt cx="2736000" cy="720000"/>
          </a:xfrm>
        </p:grpSpPr>
        <p:sp>
          <p:nvSpPr>
            <p:cNvPr id="6" name="片側の 2 つの角を丸めた四角形 8">
              <a:extLst>
                <a:ext uri="{FF2B5EF4-FFF2-40B4-BE49-F238E27FC236}">
                  <a16:creationId xmlns:a16="http://schemas.microsoft.com/office/drawing/2014/main" id="{2561BF20-71D3-A881-A8B3-608654C168F7}"/>
                </a:ext>
              </a:extLst>
            </p:cNvPr>
            <p:cNvSpPr/>
            <p:nvPr/>
          </p:nvSpPr>
          <p:spPr>
            <a:xfrm>
              <a:off x="6852000" y="180000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プロジェクト責任者</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7" name="正方形/長方形 6">
              <a:extLst>
                <a:ext uri="{FF2B5EF4-FFF2-40B4-BE49-F238E27FC236}">
                  <a16:creationId xmlns:a16="http://schemas.microsoft.com/office/drawing/2014/main" id="{E11B061B-E430-98FC-EC2C-DDD5576488AF}"/>
                </a:ext>
              </a:extLst>
            </p:cNvPr>
            <p:cNvSpPr/>
            <p:nvPr/>
          </p:nvSpPr>
          <p:spPr>
            <a:xfrm>
              <a:off x="6852000" y="208800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ja-JP" altLang="en-US" sz="1600" kern="0">
                  <a:solidFill>
                    <a:prstClr val="black"/>
                  </a:solidFill>
                  <a:latin typeface="+mn-ea"/>
                </a:rPr>
                <a:t>野村 康二</a:t>
              </a:r>
              <a:endParaRPr kumimoji="0" lang="ja-JP" altLang="en-US" sz="1600" b="0" i="0" u="none" strike="noStrike" kern="0" cap="none" spc="0" normalizeH="0" baseline="0" noProof="0">
                <a:ln>
                  <a:noFill/>
                </a:ln>
                <a:solidFill>
                  <a:prstClr val="black"/>
                </a:solidFill>
                <a:effectLst/>
                <a:uLnTx/>
                <a:uFillTx/>
                <a:latin typeface="+mn-ea"/>
              </a:endParaRPr>
            </a:p>
          </p:txBody>
        </p:sp>
      </p:grpSp>
      <p:cxnSp>
        <p:nvCxnSpPr>
          <p:cNvPr id="12" name="直線コネクタ 11">
            <a:extLst>
              <a:ext uri="{FF2B5EF4-FFF2-40B4-BE49-F238E27FC236}">
                <a16:creationId xmlns:a16="http://schemas.microsoft.com/office/drawing/2014/main" id="{E8CB1D8F-AA13-4826-8923-16851E504D84}"/>
              </a:ext>
            </a:extLst>
          </p:cNvPr>
          <p:cNvCxnSpPr>
            <a:cxnSpLocks/>
          </p:cNvCxnSpPr>
          <p:nvPr/>
        </p:nvCxnSpPr>
        <p:spPr>
          <a:xfrm>
            <a:off x="6816941" y="2124012"/>
            <a:ext cx="0" cy="2818452"/>
          </a:xfrm>
          <a:prstGeom prst="line">
            <a:avLst/>
          </a:prstGeom>
          <a:noFill/>
          <a:ln w="28575" cap="flat" cmpd="sng" algn="ctr">
            <a:solidFill>
              <a:sysClr val="window" lastClr="FFFFFF">
                <a:lumMod val="75000"/>
              </a:sysClr>
            </a:solidFill>
            <a:prstDash val="solid"/>
            <a:miter lim="800000"/>
          </a:ln>
          <a:effectLst/>
        </p:spPr>
      </p:cxnSp>
      <p:grpSp>
        <p:nvGrpSpPr>
          <p:cNvPr id="13" name="グループ化 12">
            <a:extLst>
              <a:ext uri="{FF2B5EF4-FFF2-40B4-BE49-F238E27FC236}">
                <a16:creationId xmlns:a16="http://schemas.microsoft.com/office/drawing/2014/main" id="{F6911C65-186B-6AC0-DDDD-E69F7F7DF96E}"/>
              </a:ext>
            </a:extLst>
          </p:cNvPr>
          <p:cNvGrpSpPr/>
          <p:nvPr/>
        </p:nvGrpSpPr>
        <p:grpSpPr>
          <a:xfrm>
            <a:off x="5437423" y="4684387"/>
            <a:ext cx="2736000" cy="1118343"/>
            <a:chOff x="6852000" y="5532583"/>
            <a:chExt cx="2736000" cy="555891"/>
          </a:xfrm>
        </p:grpSpPr>
        <p:sp>
          <p:nvSpPr>
            <p:cNvPr id="14" name="片側の 2 つの角を丸めた四角形 21">
              <a:extLst>
                <a:ext uri="{FF2B5EF4-FFF2-40B4-BE49-F238E27FC236}">
                  <a16:creationId xmlns:a16="http://schemas.microsoft.com/office/drawing/2014/main" id="{DB6C7046-FAAB-215B-8C6D-E8B0772FB554}"/>
                </a:ext>
              </a:extLst>
            </p:cNvPr>
            <p:cNvSpPr/>
            <p:nvPr/>
          </p:nvSpPr>
          <p:spPr>
            <a:xfrm>
              <a:off x="6852000" y="5532583"/>
              <a:ext cx="2736000" cy="195349"/>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プロジェクトメンバー</a:t>
              </a:r>
            </a:p>
          </p:txBody>
        </p:sp>
        <p:sp>
          <p:nvSpPr>
            <p:cNvPr id="20" name="正方形/長方形 19">
              <a:extLst>
                <a:ext uri="{FF2B5EF4-FFF2-40B4-BE49-F238E27FC236}">
                  <a16:creationId xmlns:a16="http://schemas.microsoft.com/office/drawing/2014/main" id="{A221841D-DBE2-150B-1D11-DA688BFC1AE2}"/>
                </a:ext>
              </a:extLst>
            </p:cNvPr>
            <p:cNvSpPr/>
            <p:nvPr/>
          </p:nvSpPr>
          <p:spPr>
            <a:xfrm>
              <a:off x="6852000" y="5727938"/>
              <a:ext cx="2736000" cy="360536"/>
            </a:xfrm>
            <a:prstGeom prst="rect">
              <a:avLst/>
            </a:prstGeom>
            <a:solidFill>
              <a:sysClr val="window" lastClr="FFFFFF"/>
            </a:solidFill>
            <a:ln w="12700" cap="flat" cmpd="sng" algn="ctr">
              <a:solidFill>
                <a:srgbClr val="A5A5A5"/>
              </a:solidFill>
              <a:prstDash val="solid"/>
              <a:miter lim="800000"/>
            </a:ln>
            <a:effectLst/>
          </p:spPr>
          <p:txBody>
            <a:bodyPr lIns="72000" tIns="108000" rIns="72000" bIns="45720" rtlCol="0" anchor="ctr" anchorCtr="0"/>
            <a:lstStyle/>
            <a:p>
              <a:pPr lvl="0" algn="ctr" defTabSz="914400">
                <a:defRPr/>
              </a:pPr>
              <a:r>
                <a:rPr lang="ja-JP" altLang="en-US" sz="1600" b="0" i="0">
                  <a:solidFill>
                    <a:srgbClr val="333333"/>
                  </a:solidFill>
                  <a:effectLst/>
                  <a:latin typeface="游ゴシック"/>
                  <a:ea typeface="游ゴシック"/>
                </a:rPr>
                <a:t>崔</a:t>
              </a:r>
              <a:endParaRPr lang="en-US" altLang="ja-JP" sz="1600" b="0" i="0">
                <a:solidFill>
                  <a:srgbClr val="333333"/>
                </a:solidFill>
                <a:effectLst/>
                <a:latin typeface="游ゴシック"/>
                <a:ea typeface="游ゴシック"/>
              </a:endParaRPr>
            </a:p>
            <a:p>
              <a:pPr lvl="0" algn="ctr" defTabSz="914400">
                <a:defRPr/>
              </a:pPr>
              <a:r>
                <a:rPr lang="ja-JP" altLang="en-US" sz="1600" b="0" i="0">
                  <a:solidFill>
                    <a:srgbClr val="333333"/>
                  </a:solidFill>
                  <a:effectLst/>
                  <a:latin typeface="游ゴシック"/>
                  <a:ea typeface="游ゴシック"/>
                </a:rPr>
                <a:t>河野</a:t>
              </a:r>
            </a:p>
          </p:txBody>
        </p:sp>
      </p:grpSp>
      <p:cxnSp>
        <p:nvCxnSpPr>
          <p:cNvPr id="25" name="直線コネクタ 24">
            <a:extLst>
              <a:ext uri="{FF2B5EF4-FFF2-40B4-BE49-F238E27FC236}">
                <a16:creationId xmlns:a16="http://schemas.microsoft.com/office/drawing/2014/main" id="{A16D3BE5-7BD7-D262-672A-CF4C5FA53A30}"/>
              </a:ext>
            </a:extLst>
          </p:cNvPr>
          <p:cNvCxnSpPr>
            <a:cxnSpLocks/>
          </p:cNvCxnSpPr>
          <p:nvPr/>
        </p:nvCxnSpPr>
        <p:spPr>
          <a:xfrm flipH="1">
            <a:off x="6805423" y="2941398"/>
            <a:ext cx="1513909" cy="0"/>
          </a:xfrm>
          <a:prstGeom prst="line">
            <a:avLst/>
          </a:prstGeom>
          <a:noFill/>
          <a:ln w="28575" cap="flat" cmpd="sng" algn="ctr">
            <a:solidFill>
              <a:sysClr val="window" lastClr="FFFFFF">
                <a:lumMod val="75000"/>
              </a:sysClr>
            </a:solidFill>
            <a:prstDash val="solid"/>
            <a:miter lim="800000"/>
          </a:ln>
          <a:effectLst/>
        </p:spPr>
      </p:cxnSp>
      <p:grpSp>
        <p:nvGrpSpPr>
          <p:cNvPr id="38" name="グループ化 37">
            <a:extLst>
              <a:ext uri="{FF2B5EF4-FFF2-40B4-BE49-F238E27FC236}">
                <a16:creationId xmlns:a16="http://schemas.microsoft.com/office/drawing/2014/main" id="{C3F8AD94-D721-A9BA-614D-FB29EAAD5DE6}"/>
              </a:ext>
            </a:extLst>
          </p:cNvPr>
          <p:cNvGrpSpPr/>
          <p:nvPr/>
        </p:nvGrpSpPr>
        <p:grpSpPr>
          <a:xfrm>
            <a:off x="5448941" y="3311319"/>
            <a:ext cx="2736000" cy="711533"/>
            <a:chOff x="6852000" y="2538555"/>
            <a:chExt cx="2736000" cy="711533"/>
          </a:xfrm>
        </p:grpSpPr>
        <p:sp>
          <p:nvSpPr>
            <p:cNvPr id="39" name="片側の 2 つの角を丸めた四角形 8">
              <a:extLst>
                <a:ext uri="{FF2B5EF4-FFF2-40B4-BE49-F238E27FC236}">
                  <a16:creationId xmlns:a16="http://schemas.microsoft.com/office/drawing/2014/main" id="{8FF1C8A5-0170-1D51-8292-3C9D791ECB65}"/>
                </a:ext>
              </a:extLst>
            </p:cNvPr>
            <p:cNvSpPr/>
            <p:nvPr/>
          </p:nvSpPr>
          <p:spPr>
            <a:xfrm>
              <a:off x="6852000" y="2538555"/>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プロジェクトマネージャー</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40" name="正方形/長方形 39">
              <a:extLst>
                <a:ext uri="{FF2B5EF4-FFF2-40B4-BE49-F238E27FC236}">
                  <a16:creationId xmlns:a16="http://schemas.microsoft.com/office/drawing/2014/main" id="{95EB6CD8-C68D-04BA-5641-3A773E84EB0D}"/>
                </a:ext>
              </a:extLst>
            </p:cNvPr>
            <p:cNvSpPr/>
            <p:nvPr/>
          </p:nvSpPr>
          <p:spPr>
            <a:xfrm>
              <a:off x="6852000" y="2818088"/>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tIns="45720" rIns="36000" bIns="45720" rtlCol="0" anchor="ctr"/>
            <a:lstStyle/>
            <a:p>
              <a:pPr lvl="0" algn="ctr" defTabSz="914400">
                <a:defRPr/>
              </a:pPr>
              <a:r>
                <a:rPr lang="ja-JP" altLang="en-US" sz="1600" kern="0">
                  <a:solidFill>
                    <a:prstClr val="black"/>
                  </a:solidFill>
                  <a:latin typeface="+mn-ea"/>
                </a:rPr>
                <a:t>東条 美佳</a:t>
              </a:r>
              <a:endParaRPr lang="en-US" altLang="ja-JP" sz="1600" kern="0">
                <a:solidFill>
                  <a:prstClr val="black"/>
                </a:solidFill>
                <a:latin typeface="+mn-ea"/>
              </a:endParaRPr>
            </a:p>
          </p:txBody>
        </p:sp>
      </p:grpSp>
      <p:grpSp>
        <p:nvGrpSpPr>
          <p:cNvPr id="41" name="グループ化 40">
            <a:extLst>
              <a:ext uri="{FF2B5EF4-FFF2-40B4-BE49-F238E27FC236}">
                <a16:creationId xmlns:a16="http://schemas.microsoft.com/office/drawing/2014/main" id="{66137411-7E45-B994-6A1A-BDEFBCBA0975}"/>
              </a:ext>
            </a:extLst>
          </p:cNvPr>
          <p:cNvGrpSpPr/>
          <p:nvPr/>
        </p:nvGrpSpPr>
        <p:grpSpPr>
          <a:xfrm>
            <a:off x="8319332" y="2497316"/>
            <a:ext cx="2736000" cy="728930"/>
            <a:chOff x="8524839" y="4231002"/>
            <a:chExt cx="2736000" cy="728930"/>
          </a:xfrm>
        </p:grpSpPr>
        <p:sp>
          <p:nvSpPr>
            <p:cNvPr id="43" name="片側の 2 つの角を丸めた四角形 29">
              <a:extLst>
                <a:ext uri="{FF2B5EF4-FFF2-40B4-BE49-F238E27FC236}">
                  <a16:creationId xmlns:a16="http://schemas.microsoft.com/office/drawing/2014/main" id="{AFD8279B-0F53-3F86-811D-2160236910E4}"/>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営業</a:t>
              </a:r>
            </a:p>
          </p:txBody>
        </p:sp>
        <p:sp>
          <p:nvSpPr>
            <p:cNvPr id="47" name="正方形/長方形 46">
              <a:extLst>
                <a:ext uri="{FF2B5EF4-FFF2-40B4-BE49-F238E27FC236}">
                  <a16:creationId xmlns:a16="http://schemas.microsoft.com/office/drawing/2014/main" id="{A8B6557D-1136-7119-B63F-256D7F03A9FE}"/>
                </a:ext>
              </a:extLst>
            </p:cNvPr>
            <p:cNvSpPr/>
            <p:nvPr/>
          </p:nvSpPr>
          <p:spPr>
            <a:xfrm>
              <a:off x="8524839" y="4527932"/>
              <a:ext cx="2736000" cy="432000"/>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0" i="0" u="none" strike="noStrike" kern="0" cap="none" spc="0" normalizeH="0" baseline="0" noProof="0">
                  <a:ln>
                    <a:noFill/>
                  </a:ln>
                  <a:solidFill>
                    <a:prstClr val="black"/>
                  </a:solidFill>
                  <a:effectLst/>
                  <a:uLnTx/>
                  <a:uFillTx/>
                  <a:latin typeface="+mn-ea"/>
                </a:rPr>
                <a:t>髙浦 祐朗</a:t>
              </a:r>
              <a:endParaRPr kumimoji="0" lang="en-US" altLang="ja-JP" sz="1600" b="0" i="0" u="none" strike="noStrike" kern="0" cap="none" spc="0" normalizeH="0" baseline="0" noProof="0">
                <a:ln>
                  <a:noFill/>
                </a:ln>
                <a:solidFill>
                  <a:prstClr val="black"/>
                </a:solidFill>
                <a:effectLst/>
                <a:uLnTx/>
                <a:uFillTx/>
                <a:latin typeface="+mn-ea"/>
              </a:endParaRPr>
            </a:p>
          </p:txBody>
        </p:sp>
      </p:grpSp>
      <p:grpSp>
        <p:nvGrpSpPr>
          <p:cNvPr id="48" name="グループ化 47">
            <a:extLst>
              <a:ext uri="{FF2B5EF4-FFF2-40B4-BE49-F238E27FC236}">
                <a16:creationId xmlns:a16="http://schemas.microsoft.com/office/drawing/2014/main" id="{38AFE58B-AB1D-EB9E-368C-4214DA09182E}"/>
              </a:ext>
            </a:extLst>
          </p:cNvPr>
          <p:cNvGrpSpPr/>
          <p:nvPr/>
        </p:nvGrpSpPr>
        <p:grpSpPr>
          <a:xfrm>
            <a:off x="8310152" y="4183367"/>
            <a:ext cx="2745180" cy="1068616"/>
            <a:chOff x="8515659" y="4231002"/>
            <a:chExt cx="2745180" cy="1068616"/>
          </a:xfrm>
        </p:grpSpPr>
        <p:sp>
          <p:nvSpPr>
            <p:cNvPr id="49" name="片側の 2 つの角を丸めた四角形 29">
              <a:extLst>
                <a:ext uri="{FF2B5EF4-FFF2-40B4-BE49-F238E27FC236}">
                  <a16:creationId xmlns:a16="http://schemas.microsoft.com/office/drawing/2014/main" id="{409BB09A-4745-7292-CC8A-1D1E62EE68F3}"/>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kern="0">
                  <a:solidFill>
                    <a:prstClr val="white"/>
                  </a:solidFill>
                  <a:latin typeface="+mn-ea"/>
                </a:rPr>
                <a:t>保守サポート</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56" name="正方形/長方形 55">
              <a:extLst>
                <a:ext uri="{FF2B5EF4-FFF2-40B4-BE49-F238E27FC236}">
                  <a16:creationId xmlns:a16="http://schemas.microsoft.com/office/drawing/2014/main" id="{B6730360-ED82-C2C7-602A-B52FEC06F6A2}"/>
                </a:ext>
              </a:extLst>
            </p:cNvPr>
            <p:cNvSpPr/>
            <p:nvPr/>
          </p:nvSpPr>
          <p:spPr>
            <a:xfrm>
              <a:off x="8515659" y="4518752"/>
              <a:ext cx="2745180" cy="780866"/>
            </a:xfrm>
            <a:prstGeom prst="rect">
              <a:avLst/>
            </a:prstGeom>
            <a:solidFill>
              <a:sysClr val="window" lastClr="FFFFFF"/>
            </a:solidFill>
            <a:ln w="12700" cap="flat" cmpd="sng" algn="ctr">
              <a:solidFill>
                <a:srgbClr val="A5A5A5"/>
              </a:solidFill>
              <a:prstDash val="solid"/>
              <a:miter lim="800000"/>
            </a:ln>
            <a:effectLst/>
          </p:spPr>
          <p:txBody>
            <a:bodyPr lIns="72000" tIns="108000" rIns="72000" bIns="45720" rtlCol="0" anchor="ctr" anchorCtr="0"/>
            <a:lstStyle/>
            <a:p>
              <a:pPr algn="ctr" defTabSz="914400">
                <a:defRPr/>
              </a:pPr>
              <a:r>
                <a:rPr lang="ja-JP" altLang="en-US" sz="1600" kern="0">
                  <a:solidFill>
                    <a:prstClr val="black"/>
                  </a:solidFill>
                  <a:latin typeface="游ゴシック"/>
                  <a:ea typeface="游ゴシック"/>
                </a:rPr>
                <a:t>伊達 翔互</a:t>
              </a:r>
            </a:p>
            <a:p>
              <a:pPr marL="0" marR="0" lvl="0" indent="0" algn="ctr" defTabSz="914400" eaLnBrk="1" fontAlgn="auto" latinLnBrk="0" hangingPunct="1">
                <a:lnSpc>
                  <a:spcPct val="100000"/>
                </a:lnSpc>
                <a:spcBef>
                  <a:spcPts val="0"/>
                </a:spcBef>
                <a:spcAft>
                  <a:spcPts val="0"/>
                </a:spcAft>
                <a:buClrTx/>
                <a:buSzTx/>
                <a:buFontTx/>
                <a:buNone/>
                <a:tabLst/>
                <a:defRPr/>
              </a:pPr>
              <a:r>
                <a:rPr lang="ja-JP" altLang="en-US" sz="1600" kern="0">
                  <a:solidFill>
                    <a:prstClr val="black"/>
                  </a:solidFill>
                  <a:latin typeface="+mn-ea"/>
                </a:rPr>
                <a:t>篠塚 正裕</a:t>
              </a:r>
              <a:endParaRPr kumimoji="0" lang="en-US" altLang="ja-JP" sz="1600" b="0" i="0" u="none" strike="noStrike" kern="0" cap="none" spc="0" normalizeH="0" baseline="0" noProof="0">
                <a:ln>
                  <a:noFill/>
                </a:ln>
                <a:solidFill>
                  <a:prstClr val="black"/>
                </a:solidFill>
                <a:effectLst/>
                <a:uLnTx/>
                <a:uFillTx/>
                <a:latin typeface="+mn-ea"/>
              </a:endParaRPr>
            </a:p>
          </p:txBody>
        </p:sp>
      </p:grpSp>
      <p:cxnSp>
        <p:nvCxnSpPr>
          <p:cNvPr id="57" name="直線コネクタ 56">
            <a:extLst>
              <a:ext uri="{FF2B5EF4-FFF2-40B4-BE49-F238E27FC236}">
                <a16:creationId xmlns:a16="http://schemas.microsoft.com/office/drawing/2014/main" id="{888358D9-7F91-7189-3C7F-6851F47AFA2C}"/>
              </a:ext>
            </a:extLst>
          </p:cNvPr>
          <p:cNvCxnSpPr>
            <a:cxnSpLocks/>
          </p:cNvCxnSpPr>
          <p:nvPr/>
        </p:nvCxnSpPr>
        <p:spPr>
          <a:xfrm flipH="1">
            <a:off x="6797496" y="4512843"/>
            <a:ext cx="1513909" cy="0"/>
          </a:xfrm>
          <a:prstGeom prst="line">
            <a:avLst/>
          </a:prstGeom>
          <a:noFill/>
          <a:ln w="28575" cap="flat" cmpd="sng" algn="ctr">
            <a:solidFill>
              <a:sysClr val="window" lastClr="FFFFFF">
                <a:lumMod val="75000"/>
              </a:sysClr>
            </a:solidFill>
            <a:prstDash val="solid"/>
            <a:miter lim="800000"/>
          </a:ln>
          <a:effectLst/>
        </p:spPr>
      </p:cxnSp>
    </p:spTree>
    <p:extLst>
      <p:ext uri="{BB962C8B-B14F-4D97-AF65-F5344CB8AC3E}">
        <p14:creationId xmlns:p14="http://schemas.microsoft.com/office/powerpoint/2010/main" val="28544063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3321EC-2147-45BB-B770-D5BC2C3DDA15}"/>
              </a:ext>
            </a:extLst>
          </p:cNvPr>
          <p:cNvSpPr>
            <a:spLocks noGrp="1"/>
          </p:cNvSpPr>
          <p:nvPr>
            <p:ph type="title"/>
          </p:nvPr>
        </p:nvSpPr>
        <p:spPr/>
        <p:txBody>
          <a:bodyPr/>
          <a:lstStyle/>
          <a:p>
            <a:r>
              <a:rPr lang="en-US" altLang="ja-JP">
                <a:latin typeface="游明朝"/>
                <a:ea typeface="游明朝"/>
              </a:rPr>
              <a:t>7</a:t>
            </a:r>
            <a:r>
              <a:rPr kumimoji="1" lang="en-US" altLang="ja-JP">
                <a:latin typeface="游明朝"/>
                <a:ea typeface="游明朝"/>
              </a:rPr>
              <a:t>. </a:t>
            </a:r>
            <a:r>
              <a:rPr kumimoji="1" lang="ja-JP" altLang="en-US">
                <a:latin typeface="游明朝"/>
                <a:ea typeface="游明朝"/>
              </a:rPr>
              <a:t>スケジュール</a:t>
            </a:r>
          </a:p>
        </p:txBody>
      </p:sp>
      <p:graphicFrame>
        <p:nvGraphicFramePr>
          <p:cNvPr id="10" name="表 9">
            <a:extLst>
              <a:ext uri="{FF2B5EF4-FFF2-40B4-BE49-F238E27FC236}">
                <a16:creationId xmlns:a16="http://schemas.microsoft.com/office/drawing/2014/main" id="{1B9651D0-1C8B-452E-8B2F-91E497A82D84}"/>
              </a:ext>
            </a:extLst>
          </p:cNvPr>
          <p:cNvGraphicFramePr>
            <a:graphicFrameLocks noGrp="1"/>
          </p:cNvGraphicFramePr>
          <p:nvPr>
            <p:extLst>
              <p:ext uri="{D42A27DB-BD31-4B8C-83A1-F6EECF244321}">
                <p14:modId xmlns:p14="http://schemas.microsoft.com/office/powerpoint/2010/main" val="3838329023"/>
              </p:ext>
            </p:extLst>
          </p:nvPr>
        </p:nvGraphicFramePr>
        <p:xfrm>
          <a:off x="576000" y="936002"/>
          <a:ext cx="11041199" cy="3327880"/>
        </p:xfrm>
        <a:graphic>
          <a:graphicData uri="http://schemas.openxmlformats.org/drawingml/2006/table">
            <a:tbl>
              <a:tblPr firstRow="1">
                <a:tableStyleId>{69012ECD-51FC-41F1-AA8D-1B2483CD663E}</a:tableStyleId>
              </a:tblPr>
              <a:tblGrid>
                <a:gridCol w="2315090">
                  <a:extLst>
                    <a:ext uri="{9D8B030D-6E8A-4147-A177-3AD203B41FA5}">
                      <a16:colId xmlns:a16="http://schemas.microsoft.com/office/drawing/2014/main" val="20001"/>
                    </a:ext>
                  </a:extLst>
                </a:gridCol>
                <a:gridCol w="1246587">
                  <a:extLst>
                    <a:ext uri="{9D8B030D-6E8A-4147-A177-3AD203B41FA5}">
                      <a16:colId xmlns:a16="http://schemas.microsoft.com/office/drawing/2014/main" val="332361526"/>
                    </a:ext>
                  </a:extLst>
                </a:gridCol>
                <a:gridCol w="1246587">
                  <a:extLst>
                    <a:ext uri="{9D8B030D-6E8A-4147-A177-3AD203B41FA5}">
                      <a16:colId xmlns:a16="http://schemas.microsoft.com/office/drawing/2014/main" val="1301509302"/>
                    </a:ext>
                  </a:extLst>
                </a:gridCol>
                <a:gridCol w="1246587">
                  <a:extLst>
                    <a:ext uri="{9D8B030D-6E8A-4147-A177-3AD203B41FA5}">
                      <a16:colId xmlns:a16="http://schemas.microsoft.com/office/drawing/2014/main" val="2064698816"/>
                    </a:ext>
                  </a:extLst>
                </a:gridCol>
                <a:gridCol w="1246587">
                  <a:extLst>
                    <a:ext uri="{9D8B030D-6E8A-4147-A177-3AD203B41FA5}">
                      <a16:colId xmlns:a16="http://schemas.microsoft.com/office/drawing/2014/main" val="1049139473"/>
                    </a:ext>
                  </a:extLst>
                </a:gridCol>
                <a:gridCol w="1246587">
                  <a:extLst>
                    <a:ext uri="{9D8B030D-6E8A-4147-A177-3AD203B41FA5}">
                      <a16:colId xmlns:a16="http://schemas.microsoft.com/office/drawing/2014/main" val="581626291"/>
                    </a:ext>
                  </a:extLst>
                </a:gridCol>
                <a:gridCol w="1246587">
                  <a:extLst>
                    <a:ext uri="{9D8B030D-6E8A-4147-A177-3AD203B41FA5}">
                      <a16:colId xmlns:a16="http://schemas.microsoft.com/office/drawing/2014/main" val="1794734865"/>
                    </a:ext>
                  </a:extLst>
                </a:gridCol>
                <a:gridCol w="1246587">
                  <a:extLst>
                    <a:ext uri="{9D8B030D-6E8A-4147-A177-3AD203B41FA5}">
                      <a16:colId xmlns:a16="http://schemas.microsoft.com/office/drawing/2014/main" val="3533700286"/>
                    </a:ext>
                  </a:extLst>
                </a:gridCol>
              </a:tblGrid>
              <a:tr h="453716">
                <a:tc rowSpan="2">
                  <a:txBody>
                    <a:bodyPr/>
                    <a:lstStyle/>
                    <a:p>
                      <a:pPr algn="ctr"/>
                      <a:endParaRPr kumimoji="1" lang="ja-JP" altLang="en-US" sz="1200" b="0">
                        <a:solidFill>
                          <a:srgbClr val="FFFFFF"/>
                        </a:solidFill>
                        <a:latin typeface="+mn-ea"/>
                        <a:ea typeface="+mn-ea"/>
                        <a:cs typeface="Meiryo UI"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gridSpan="4">
                  <a:txBody>
                    <a:bodyPr/>
                    <a:lstStyle/>
                    <a:p>
                      <a:r>
                        <a:rPr kumimoji="1" lang="en-US" altLang="ja-JP">
                          <a:latin typeface="+mn-ea"/>
                          <a:ea typeface="+mn-ea"/>
                        </a:rPr>
                        <a:t>2025</a:t>
                      </a:r>
                      <a:r>
                        <a:rPr kumimoji="1" lang="ja-JP" altLang="en-US">
                          <a:latin typeface="+mn-ea"/>
                          <a:ea typeface="+mn-ea"/>
                        </a:rPr>
                        <a:t>年</a:t>
                      </a:r>
                    </a:p>
                  </a:txBody>
                  <a:tcP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hMerge="1">
                  <a:txBody>
                    <a:bodyPr/>
                    <a:lstStyle/>
                    <a:p>
                      <a:endParaRPr kumimoji="1" lang="ja-JP" altLang="en-US"/>
                    </a:p>
                  </a:txBody>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gridSpan="3">
                  <a:txBody>
                    <a:bodyPr/>
                    <a:lstStyle/>
                    <a:p>
                      <a:r>
                        <a:rPr kumimoji="1" lang="en-US" altLang="ja-JP">
                          <a:latin typeface="+mn-ea"/>
                          <a:ea typeface="+mn-ea"/>
                        </a:rPr>
                        <a:t>2026</a:t>
                      </a:r>
                      <a:r>
                        <a:rPr kumimoji="1" lang="ja-JP" altLang="en-US">
                          <a:latin typeface="+mn-ea"/>
                          <a:ea typeface="+mn-ea"/>
                        </a:rPr>
                        <a:t>年</a:t>
                      </a:r>
                    </a:p>
                  </a:txBody>
                  <a:tcP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h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tcPr>
                </a:tc>
                <a:tc h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0"/>
                  </a:ext>
                </a:extLst>
              </a:tr>
              <a:tr h="618650">
                <a:tc vMerge="1">
                  <a:txBody>
                    <a:bodyPr/>
                    <a:lstStyle/>
                    <a:p>
                      <a:endParaRPr kumimoji="1" lang="ja-JP" altLang="en-US" sz="1400">
                        <a:latin typeface="Meiryo UI" pitchFamily="50" charset="-128"/>
                        <a:ea typeface="Meiryo UI" pitchFamily="50" charset="-128"/>
                        <a:cs typeface="Meiryo UI" pitchFamily="50" charset="-128"/>
                      </a:endParaRP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kumimoji="1" lang="en-US" altLang="ja-JP" sz="1400" b="0">
                          <a:solidFill>
                            <a:srgbClr val="FFFFFF"/>
                          </a:solidFill>
                          <a:latin typeface="+mn-ea"/>
                          <a:ea typeface="+mn-ea"/>
                        </a:rPr>
                        <a:t>9</a:t>
                      </a:r>
                    </a:p>
                    <a:p>
                      <a:pPr algn="ctr"/>
                      <a:r>
                        <a:rPr kumimoji="1" lang="ja-JP" altLang="en-US" sz="1400" b="0">
                          <a:solidFill>
                            <a:srgbClr val="FFFFFF"/>
                          </a:solidFill>
                          <a:latin typeface="+mn-ea"/>
                          <a:ea typeface="+mn-ea"/>
                        </a:rPr>
                        <a:t>月</a:t>
                      </a:r>
                      <a:endParaRPr kumimoji="1" lang="ja-JP" altLang="en-US" sz="1400" b="0">
                        <a:solidFill>
                          <a:srgbClr val="FFFFFF"/>
                        </a:solidFill>
                        <a:latin typeface="+mn-ea"/>
                        <a:ea typeface="+mn-ea"/>
                        <a:cs typeface="Meiryo UI"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mn-ea"/>
                          <a:ea typeface="+mn-ea"/>
                        </a:rPr>
                        <a:t>10</a:t>
                      </a:r>
                    </a:p>
                    <a:p>
                      <a:pPr algn="ctr"/>
                      <a:r>
                        <a:rPr kumimoji="1" lang="ja-JP" altLang="en-US" sz="1400" b="0">
                          <a:solidFill>
                            <a:srgbClr val="FFFFFF"/>
                          </a:solidFill>
                          <a:latin typeface="+mn-ea"/>
                          <a:ea typeface="+mn-ea"/>
                        </a:rPr>
                        <a:t>月</a:t>
                      </a:r>
                      <a:endParaRPr kumimoji="1" lang="ja-JP" altLang="en-US" sz="1400" b="0">
                        <a:solidFill>
                          <a:srgbClr val="FFFFFF"/>
                        </a:solidFill>
                        <a:latin typeface="+mn-ea"/>
                        <a:ea typeface="+mn-ea"/>
                        <a:cs typeface="Meiryo UI"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mn-ea"/>
                          <a:ea typeface="+mn-ea"/>
                        </a:rPr>
                        <a:t>11</a:t>
                      </a:r>
                    </a:p>
                    <a:p>
                      <a:pPr algn="ctr"/>
                      <a:r>
                        <a:rPr kumimoji="1" lang="ja-JP" altLang="en-US" sz="1400" b="0">
                          <a:solidFill>
                            <a:srgbClr val="FFFFFF"/>
                          </a:solidFill>
                          <a:latin typeface="+mn-ea"/>
                          <a:ea typeface="+mn-ea"/>
                        </a:rPr>
                        <a:t>月</a:t>
                      </a:r>
                      <a:endParaRPr kumimoji="1" lang="ja-JP" altLang="en-US" sz="1400" b="0">
                        <a:solidFill>
                          <a:srgbClr val="FFFFFF"/>
                        </a:solidFill>
                        <a:latin typeface="+mn-ea"/>
                        <a:ea typeface="+mn-ea"/>
                        <a:cs typeface="Meiryo UI"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mn-ea"/>
                          <a:ea typeface="+mn-ea"/>
                        </a:rPr>
                        <a:t>12</a:t>
                      </a:r>
                    </a:p>
                    <a:p>
                      <a:pPr algn="ctr"/>
                      <a:r>
                        <a:rPr kumimoji="1" lang="ja-JP" altLang="en-US" sz="1400" b="0">
                          <a:solidFill>
                            <a:srgbClr val="FFFFFF"/>
                          </a:solidFill>
                          <a:latin typeface="+mn-ea"/>
                          <a:ea typeface="+mn-ea"/>
                        </a:rPr>
                        <a:t>月</a:t>
                      </a:r>
                      <a:endParaRPr kumimoji="1" lang="ja-JP" altLang="en-US" sz="1400" b="0">
                        <a:solidFill>
                          <a:srgbClr val="FFFFFF"/>
                        </a:solidFill>
                        <a:latin typeface="+mn-ea"/>
                        <a:ea typeface="+mn-ea"/>
                        <a:cs typeface="Meiryo UI"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mn-ea"/>
                          <a:ea typeface="+mn-ea"/>
                        </a:rPr>
                        <a:t>1</a:t>
                      </a:r>
                    </a:p>
                    <a:p>
                      <a:pPr algn="ctr"/>
                      <a:r>
                        <a:rPr kumimoji="1" lang="ja-JP" altLang="en-US" sz="1400" b="0">
                          <a:solidFill>
                            <a:srgbClr val="FFFFFF"/>
                          </a:solidFill>
                          <a:latin typeface="+mn-ea"/>
                          <a:ea typeface="+mn-ea"/>
                        </a:rPr>
                        <a:t>月</a:t>
                      </a:r>
                      <a:endParaRPr kumimoji="1" lang="ja-JP" altLang="en-US" sz="1400" b="0">
                        <a:solidFill>
                          <a:srgbClr val="FFFFFF"/>
                        </a:solidFill>
                        <a:latin typeface="+mn-ea"/>
                        <a:ea typeface="+mn-ea"/>
                        <a:cs typeface="Meiryo UI"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mn-ea"/>
                          <a:ea typeface="+mn-ea"/>
                        </a:rPr>
                        <a:t>2</a:t>
                      </a:r>
                    </a:p>
                    <a:p>
                      <a:pPr algn="ctr"/>
                      <a:r>
                        <a:rPr kumimoji="1" lang="ja-JP" altLang="en-US" sz="1400" b="0">
                          <a:solidFill>
                            <a:srgbClr val="FFFFFF"/>
                          </a:solidFill>
                          <a:latin typeface="+mn-ea"/>
                          <a:ea typeface="+mn-ea"/>
                        </a:rPr>
                        <a:t>月</a:t>
                      </a:r>
                      <a:endParaRPr kumimoji="1" lang="ja-JP" altLang="en-US" sz="1400" b="0">
                        <a:solidFill>
                          <a:srgbClr val="FFFFFF"/>
                        </a:solidFill>
                        <a:latin typeface="+mn-ea"/>
                        <a:ea typeface="+mn-ea"/>
                        <a:cs typeface="Meiryo UI"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mn-ea"/>
                          <a:ea typeface="+mn-ea"/>
                          <a:cs typeface="Meiryo UI" pitchFamily="50" charset="-128"/>
                        </a:rPr>
                        <a:t>3</a:t>
                      </a:r>
                    </a:p>
                    <a:p>
                      <a:pPr algn="ctr"/>
                      <a:r>
                        <a:rPr kumimoji="1" lang="ja-JP" altLang="en-US" sz="1400" b="0">
                          <a:solidFill>
                            <a:srgbClr val="FFFFFF"/>
                          </a:solidFill>
                          <a:latin typeface="+mn-ea"/>
                          <a:ea typeface="+mn-ea"/>
                          <a:cs typeface="Meiryo UI" pitchFamily="50" charset="-128"/>
                        </a:rPr>
                        <a:t>月</a:t>
                      </a: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1"/>
                  </a:ext>
                </a:extLst>
              </a:tr>
              <a:tr h="815514">
                <a:tc>
                  <a:txBody>
                    <a:bodyPr/>
                    <a:lstStyle/>
                    <a:p>
                      <a:pPr algn="l"/>
                      <a:r>
                        <a:rPr kumimoji="1" lang="ja-JP" altLang="en-US" sz="1200" b="0">
                          <a:latin typeface="+mn-ea"/>
                          <a:ea typeface="+mn-ea"/>
                          <a:cs typeface="Meiryo UI" pitchFamily="50" charset="-128"/>
                        </a:rPr>
                        <a:t>マイルストン</a:t>
                      </a:r>
                      <a:endParaRPr kumimoji="1" lang="en-US" altLang="ja-JP" sz="1200" b="0">
                        <a:latin typeface="+mn-ea"/>
                        <a:ea typeface="+mn-ea"/>
                        <a:cs typeface="Meiryo UI" pitchFamily="50" charset="-128"/>
                      </a:endParaRPr>
                    </a:p>
                  </a:txBody>
                  <a:tcPr marL="7200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mn-ea"/>
                        <a:ea typeface="+mn-ea"/>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mn-ea"/>
                        <a:ea typeface="+mn-ea"/>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mn-ea"/>
                        <a:ea typeface="+mn-ea"/>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mn-ea"/>
                        <a:ea typeface="+mn-ea"/>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mn-ea"/>
                        <a:ea typeface="+mn-ea"/>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mn-ea"/>
                        <a:ea typeface="+mn-ea"/>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mn-ea"/>
                        <a:ea typeface="+mn-ea"/>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31077566"/>
                  </a:ext>
                </a:extLst>
              </a:tr>
              <a:tr h="1440000">
                <a:tc>
                  <a:txBody>
                    <a:bodyPr/>
                    <a:lstStyle/>
                    <a:p>
                      <a:pPr algn="l"/>
                      <a:r>
                        <a:rPr kumimoji="1" lang="ja-JP" altLang="en-US" sz="1200" b="0">
                          <a:latin typeface="+mn-ea"/>
                          <a:ea typeface="+mn-ea"/>
                          <a:cs typeface="Meiryo UI" pitchFamily="50" charset="-128"/>
                        </a:rPr>
                        <a:t>① 縮小版共通基盤へのシステム資産移行</a:t>
                      </a:r>
                    </a:p>
                  </a:txBody>
                  <a:tcPr marL="7200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mn-ea"/>
                        <a:ea typeface="+mn-ea"/>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mn-ea"/>
                        <a:ea typeface="+mn-ea"/>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mn-ea"/>
                        <a:ea typeface="+mn-ea"/>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mn-ea"/>
                        <a:ea typeface="+mn-ea"/>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mn-ea"/>
                        <a:ea typeface="+mn-ea"/>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mn-ea"/>
                        <a:ea typeface="+mn-ea"/>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mn-ea"/>
                        <a:ea typeface="+mn-ea"/>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20133689"/>
                  </a:ext>
                </a:extLst>
              </a:tr>
            </a:tbl>
          </a:graphicData>
        </a:graphic>
      </p:graphicFrame>
      <p:sp>
        <p:nvSpPr>
          <p:cNvPr id="11" name="ホームベース 30">
            <a:extLst>
              <a:ext uri="{FF2B5EF4-FFF2-40B4-BE49-F238E27FC236}">
                <a16:creationId xmlns:a16="http://schemas.microsoft.com/office/drawing/2014/main" id="{3B57EEC6-A848-4914-BC9B-95C84C7B6637}"/>
              </a:ext>
            </a:extLst>
          </p:cNvPr>
          <p:cNvSpPr/>
          <p:nvPr/>
        </p:nvSpPr>
        <p:spPr>
          <a:xfrm>
            <a:off x="7712719" y="5531384"/>
            <a:ext cx="1260000" cy="360000"/>
          </a:xfrm>
          <a:prstGeom prst="homePlate">
            <a:avLst>
              <a:gd name="adj" fmla="val 0"/>
            </a:avLst>
          </a:prstGeom>
          <a:solidFill>
            <a:schemeClr val="accent2">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貴社</a:t>
            </a:r>
          </a:p>
        </p:txBody>
      </p:sp>
      <p:sp>
        <p:nvSpPr>
          <p:cNvPr id="12" name="ホームベース 31">
            <a:extLst>
              <a:ext uri="{FF2B5EF4-FFF2-40B4-BE49-F238E27FC236}">
                <a16:creationId xmlns:a16="http://schemas.microsoft.com/office/drawing/2014/main" id="{2BED1E46-0D50-4D21-A77D-92FC258B00B7}"/>
              </a:ext>
            </a:extLst>
          </p:cNvPr>
          <p:cNvSpPr/>
          <p:nvPr/>
        </p:nvSpPr>
        <p:spPr>
          <a:xfrm>
            <a:off x="9004619" y="5531384"/>
            <a:ext cx="1260000" cy="360000"/>
          </a:xfrm>
          <a:prstGeom prst="homePlate">
            <a:avLst>
              <a:gd name="adj" fmla="val 0"/>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弊社</a:t>
            </a:r>
          </a:p>
        </p:txBody>
      </p:sp>
      <p:sp>
        <p:nvSpPr>
          <p:cNvPr id="13" name="ホームベース 32">
            <a:extLst>
              <a:ext uri="{FF2B5EF4-FFF2-40B4-BE49-F238E27FC236}">
                <a16:creationId xmlns:a16="http://schemas.microsoft.com/office/drawing/2014/main" id="{C37584D3-7DC1-4AF5-821B-4EB0B466578A}"/>
              </a:ext>
            </a:extLst>
          </p:cNvPr>
          <p:cNvSpPr/>
          <p:nvPr/>
        </p:nvSpPr>
        <p:spPr>
          <a:xfrm>
            <a:off x="10296518" y="5531384"/>
            <a:ext cx="1260000" cy="360000"/>
          </a:xfrm>
          <a:prstGeom prst="homePlate">
            <a:avLst>
              <a:gd name="adj" fmla="val 0"/>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rIns="0" rtlCol="0" anchor="ctr"/>
          <a:lstStyle/>
          <a:p>
            <a:pPr algn="ctr"/>
            <a:r>
              <a:rPr lang="ja-JP" altLang="en-US" sz="1200">
                <a:solidFill>
                  <a:schemeClr val="tx1"/>
                </a:solidFill>
                <a:latin typeface="游ゴシック" panose="020B0400000000000000" pitchFamily="50" charset="-128"/>
                <a:ea typeface="游ゴシック" panose="020B0400000000000000" pitchFamily="50" charset="-128"/>
              </a:rPr>
              <a:t>貴社・弊社共同</a:t>
            </a:r>
            <a:endParaRPr kumimoji="1" lang="ja-JP" altLang="en-US" sz="1200">
              <a:solidFill>
                <a:schemeClr val="tx1"/>
              </a:solidFill>
              <a:latin typeface="游ゴシック" panose="020B0400000000000000" pitchFamily="50" charset="-128"/>
              <a:ea typeface="游ゴシック" panose="020B0400000000000000" pitchFamily="50" charset="-128"/>
            </a:endParaRPr>
          </a:p>
        </p:txBody>
      </p:sp>
      <p:sp>
        <p:nvSpPr>
          <p:cNvPr id="14" name="角丸四角形 33">
            <a:extLst>
              <a:ext uri="{FF2B5EF4-FFF2-40B4-BE49-F238E27FC236}">
                <a16:creationId xmlns:a16="http://schemas.microsoft.com/office/drawing/2014/main" id="{5E7C7353-36D9-4E13-AE62-C6438FB175BA}"/>
              </a:ext>
            </a:extLst>
          </p:cNvPr>
          <p:cNvSpPr/>
          <p:nvPr/>
        </p:nvSpPr>
        <p:spPr>
          <a:xfrm>
            <a:off x="7637682" y="5456686"/>
            <a:ext cx="4014837" cy="509396"/>
          </a:xfrm>
          <a:prstGeom prst="roundRect">
            <a:avLst/>
          </a:prstGeom>
          <a:noFill/>
          <a:ln w="19050">
            <a:solidFill>
              <a:schemeClr val="accent1"/>
            </a:solidFill>
            <a:prstDash val="solid"/>
            <a:headEnd/>
            <a:tailEnd/>
          </a:ln>
        </p:spPr>
        <p:style>
          <a:lnRef idx="2">
            <a:schemeClr val="accent3"/>
          </a:lnRef>
          <a:fillRef idx="1">
            <a:schemeClr val="lt1"/>
          </a:fillRef>
          <a:effectRef idx="0">
            <a:schemeClr val="accent3"/>
          </a:effectRef>
          <a:fontRef idx="minor">
            <a:schemeClr val="dk1"/>
          </a:fontRef>
        </p:style>
        <p:txBody>
          <a:bodyPr vert="eaVert" rtlCol="0" anchor="b"/>
          <a:lstStyle/>
          <a:p>
            <a:pPr algn="ctr">
              <a:defRPr/>
            </a:pPr>
            <a:endParaRPr kumimoji="0" lang="ja-JP" altLang="en-US" sz="1000">
              <a:solidFill>
                <a:schemeClr val="tx1"/>
              </a:solidFill>
              <a:latin typeface="游ゴシック" panose="020B0400000000000000" pitchFamily="50" charset="-128"/>
              <a:ea typeface="游ゴシック" panose="020B0400000000000000" pitchFamily="50" charset="-128"/>
              <a:cs typeface="Meiryo UI" pitchFamily="50" charset="-128"/>
            </a:endParaRPr>
          </a:p>
        </p:txBody>
      </p:sp>
      <p:sp>
        <p:nvSpPr>
          <p:cNvPr id="15" name="正方形/長方形 14">
            <a:extLst>
              <a:ext uri="{FF2B5EF4-FFF2-40B4-BE49-F238E27FC236}">
                <a16:creationId xmlns:a16="http://schemas.microsoft.com/office/drawing/2014/main" id="{9C526A88-681C-4A44-BFD9-AF76E9622DCF}"/>
              </a:ext>
            </a:extLst>
          </p:cNvPr>
          <p:cNvSpPr/>
          <p:nvPr/>
        </p:nvSpPr>
        <p:spPr>
          <a:xfrm>
            <a:off x="4136576" y="3510717"/>
            <a:ext cx="604618" cy="540000"/>
          </a:xfrm>
          <a:prstGeom prst="rect">
            <a:avLst/>
          </a:prstGeom>
          <a:solidFill>
            <a:schemeClr val="accent1">
              <a:lumMod val="60000"/>
              <a:lumOff val="40000"/>
            </a:schemeClr>
          </a:solidFill>
          <a:ln>
            <a:solidFill>
              <a:schemeClr val="tx1">
                <a:lumMod val="75000"/>
                <a:lumOff val="25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ja-JP" altLang="en-US" sz="1100">
                <a:solidFill>
                  <a:schemeClr val="tx1"/>
                </a:solidFill>
                <a:latin typeface="游ゴシック" panose="020B0400000000000000" pitchFamily="50" charset="-128"/>
                <a:ea typeface="游ゴシック" panose="020B0400000000000000" pitchFamily="50" charset="-128"/>
              </a:rPr>
              <a:t>要件</a:t>
            </a:r>
            <a:endParaRPr lang="en-US" altLang="ja-JP" sz="1100">
              <a:solidFill>
                <a:schemeClr val="tx1"/>
              </a:solidFill>
              <a:latin typeface="游ゴシック" panose="020B0400000000000000" pitchFamily="50" charset="-128"/>
              <a:ea typeface="游ゴシック" panose="020B0400000000000000" pitchFamily="50" charset="-128"/>
            </a:endParaRPr>
          </a:p>
          <a:p>
            <a:pPr algn="ctr"/>
            <a:r>
              <a:rPr lang="ja-JP" altLang="en-US" sz="1100">
                <a:solidFill>
                  <a:schemeClr val="tx1"/>
                </a:solidFill>
                <a:latin typeface="游ゴシック" panose="020B0400000000000000" pitchFamily="50" charset="-128"/>
                <a:ea typeface="游ゴシック" panose="020B0400000000000000" pitchFamily="50" charset="-128"/>
              </a:rPr>
              <a:t>定義</a:t>
            </a:r>
          </a:p>
        </p:txBody>
      </p:sp>
      <p:sp>
        <p:nvSpPr>
          <p:cNvPr id="21" name="正方形/長方形 20">
            <a:extLst>
              <a:ext uri="{FF2B5EF4-FFF2-40B4-BE49-F238E27FC236}">
                <a16:creationId xmlns:a16="http://schemas.microsoft.com/office/drawing/2014/main" id="{D288673B-1B1E-4C6E-BA69-E5F1FEDB27ED}"/>
              </a:ext>
            </a:extLst>
          </p:cNvPr>
          <p:cNvSpPr/>
          <p:nvPr/>
        </p:nvSpPr>
        <p:spPr>
          <a:xfrm>
            <a:off x="7871011" y="3510717"/>
            <a:ext cx="900000" cy="540000"/>
          </a:xfrm>
          <a:prstGeom prst="rect">
            <a:avLst/>
          </a:prstGeom>
          <a:solidFill>
            <a:schemeClr val="accent1">
              <a:lumMod val="60000"/>
              <a:lumOff val="40000"/>
            </a:schemeClr>
          </a:solidFill>
          <a:ln>
            <a:solidFill>
              <a:schemeClr val="tx1">
                <a:lumMod val="75000"/>
                <a:lumOff val="25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a:solidFill>
                  <a:schemeClr val="tx1"/>
                </a:solidFill>
                <a:latin typeface="游ゴシック" panose="020B0400000000000000" pitchFamily="50" charset="-128"/>
                <a:ea typeface="游ゴシック" panose="020B0400000000000000" pitchFamily="50" charset="-128"/>
              </a:rPr>
              <a:t>システム</a:t>
            </a:r>
            <a:endParaRPr lang="en-US" altLang="ja-JP" sz="1100">
              <a:solidFill>
                <a:schemeClr val="tx1"/>
              </a:solidFill>
              <a:latin typeface="游ゴシック" panose="020B0400000000000000" pitchFamily="50" charset="-128"/>
              <a:ea typeface="游ゴシック" panose="020B0400000000000000" pitchFamily="50" charset="-128"/>
            </a:endParaRPr>
          </a:p>
          <a:p>
            <a:pPr algn="ctr"/>
            <a:r>
              <a:rPr lang="ja-JP" altLang="en-US" sz="1100">
                <a:solidFill>
                  <a:schemeClr val="tx1"/>
                </a:solidFill>
                <a:latin typeface="游ゴシック" panose="020B0400000000000000" pitchFamily="50" charset="-128"/>
                <a:ea typeface="游ゴシック" panose="020B0400000000000000" pitchFamily="50" charset="-128"/>
              </a:rPr>
              <a:t>テスト</a:t>
            </a:r>
          </a:p>
        </p:txBody>
      </p:sp>
      <p:sp>
        <p:nvSpPr>
          <p:cNvPr id="22" name="正方形/長方形 21">
            <a:extLst>
              <a:ext uri="{FF2B5EF4-FFF2-40B4-BE49-F238E27FC236}">
                <a16:creationId xmlns:a16="http://schemas.microsoft.com/office/drawing/2014/main" id="{BF31360D-FAB3-4C87-B7AB-B502DDFDA9EC}"/>
              </a:ext>
            </a:extLst>
          </p:cNvPr>
          <p:cNvSpPr/>
          <p:nvPr/>
        </p:nvSpPr>
        <p:spPr>
          <a:xfrm>
            <a:off x="4732586" y="3510717"/>
            <a:ext cx="648000" cy="540000"/>
          </a:xfrm>
          <a:prstGeom prst="rect">
            <a:avLst/>
          </a:prstGeom>
          <a:solidFill>
            <a:schemeClr val="accent1">
              <a:lumMod val="60000"/>
              <a:lumOff val="40000"/>
            </a:schemeClr>
          </a:solidFill>
          <a:ln>
            <a:solidFill>
              <a:schemeClr val="tx1">
                <a:lumMod val="75000"/>
                <a:lumOff val="25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ja-JP" altLang="en-US" sz="1100">
                <a:solidFill>
                  <a:schemeClr val="tx1"/>
                </a:solidFill>
                <a:latin typeface="游ゴシック" panose="020B0400000000000000" pitchFamily="50" charset="-128"/>
                <a:ea typeface="游ゴシック" panose="020B0400000000000000" pitchFamily="50" charset="-128"/>
              </a:rPr>
              <a:t>基本</a:t>
            </a:r>
            <a:endParaRPr lang="en-US" altLang="ja-JP" sz="1100">
              <a:solidFill>
                <a:schemeClr val="tx1"/>
              </a:solidFill>
              <a:latin typeface="游ゴシック" panose="020B0400000000000000" pitchFamily="50" charset="-128"/>
              <a:ea typeface="游ゴシック" panose="020B0400000000000000" pitchFamily="50" charset="-128"/>
            </a:endParaRPr>
          </a:p>
          <a:p>
            <a:pPr algn="ctr"/>
            <a:r>
              <a:rPr lang="ja-JP" altLang="en-US" sz="1100">
                <a:solidFill>
                  <a:schemeClr val="tx1"/>
                </a:solidFill>
                <a:latin typeface="游ゴシック" panose="020B0400000000000000" pitchFamily="50" charset="-128"/>
                <a:ea typeface="游ゴシック" panose="020B0400000000000000" pitchFamily="50" charset="-128"/>
              </a:rPr>
              <a:t>設計</a:t>
            </a:r>
          </a:p>
        </p:txBody>
      </p:sp>
      <p:sp>
        <p:nvSpPr>
          <p:cNvPr id="23" name="正方形/長方形 22">
            <a:extLst>
              <a:ext uri="{FF2B5EF4-FFF2-40B4-BE49-F238E27FC236}">
                <a16:creationId xmlns:a16="http://schemas.microsoft.com/office/drawing/2014/main" id="{60BE86B4-B849-422B-8758-4720CC34871C}"/>
              </a:ext>
            </a:extLst>
          </p:cNvPr>
          <p:cNvSpPr/>
          <p:nvPr/>
        </p:nvSpPr>
        <p:spPr>
          <a:xfrm>
            <a:off x="6266444" y="3510717"/>
            <a:ext cx="1604209" cy="540000"/>
          </a:xfrm>
          <a:prstGeom prst="rect">
            <a:avLst/>
          </a:prstGeom>
          <a:solidFill>
            <a:schemeClr val="accent3">
              <a:lumMod val="60000"/>
              <a:lumOff val="40000"/>
            </a:schemeClr>
          </a:solidFill>
          <a:ln>
            <a:solidFill>
              <a:schemeClr val="tx1">
                <a:lumMod val="75000"/>
                <a:lumOff val="25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a:solidFill>
                  <a:schemeClr val="tx1"/>
                </a:solidFill>
                <a:latin typeface="游ゴシック" panose="020B0400000000000000" pitchFamily="50" charset="-128"/>
                <a:ea typeface="游ゴシック" panose="020B0400000000000000" pitchFamily="50" charset="-128"/>
              </a:rPr>
              <a:t>結合テスト</a:t>
            </a:r>
          </a:p>
        </p:txBody>
      </p:sp>
      <p:sp>
        <p:nvSpPr>
          <p:cNvPr id="24" name="正方形/長方形 23">
            <a:extLst>
              <a:ext uri="{FF2B5EF4-FFF2-40B4-BE49-F238E27FC236}">
                <a16:creationId xmlns:a16="http://schemas.microsoft.com/office/drawing/2014/main" id="{D2FFFA7C-8485-4FB5-B3FC-30EC4188DB9D}"/>
              </a:ext>
            </a:extLst>
          </p:cNvPr>
          <p:cNvSpPr/>
          <p:nvPr/>
        </p:nvSpPr>
        <p:spPr>
          <a:xfrm>
            <a:off x="9571864" y="3510717"/>
            <a:ext cx="792000" cy="540000"/>
          </a:xfrm>
          <a:prstGeom prst="rect">
            <a:avLst/>
          </a:prstGeom>
          <a:solidFill>
            <a:schemeClr val="accent1">
              <a:lumMod val="60000"/>
              <a:lumOff val="40000"/>
            </a:schemeClr>
          </a:solidFill>
          <a:ln>
            <a:solidFill>
              <a:schemeClr val="tx1">
                <a:lumMod val="75000"/>
                <a:lumOff val="25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a:solidFill>
                  <a:schemeClr val="tx1"/>
                </a:solidFill>
                <a:latin typeface="游ゴシック"/>
                <a:ea typeface="游ゴシック"/>
              </a:rPr>
              <a:t>本番移行</a:t>
            </a:r>
            <a:endParaRPr lang="en-US" altLang="ja-JP" sz="1100">
              <a:solidFill>
                <a:schemeClr val="tx1"/>
              </a:solidFill>
              <a:latin typeface="游ゴシック"/>
              <a:ea typeface="游ゴシック"/>
            </a:endParaRPr>
          </a:p>
          <a:p>
            <a:pPr algn="ctr"/>
            <a:r>
              <a:rPr lang="ja-JP" altLang="en-US" sz="1100">
                <a:solidFill>
                  <a:schemeClr val="tx1"/>
                </a:solidFill>
                <a:latin typeface="游ゴシック"/>
                <a:ea typeface="游ゴシック"/>
              </a:rPr>
              <a:t>初期流動</a:t>
            </a:r>
          </a:p>
        </p:txBody>
      </p:sp>
      <p:sp>
        <p:nvSpPr>
          <p:cNvPr id="4" name="正方形/長方形 3">
            <a:extLst>
              <a:ext uri="{FF2B5EF4-FFF2-40B4-BE49-F238E27FC236}">
                <a16:creationId xmlns:a16="http://schemas.microsoft.com/office/drawing/2014/main" id="{A1B67386-AD83-3967-5D45-C866A13904CF}"/>
              </a:ext>
            </a:extLst>
          </p:cNvPr>
          <p:cNvSpPr/>
          <p:nvPr/>
        </p:nvSpPr>
        <p:spPr>
          <a:xfrm>
            <a:off x="8756870" y="3510717"/>
            <a:ext cx="814637" cy="540000"/>
          </a:xfrm>
          <a:prstGeom prst="rect">
            <a:avLst/>
          </a:prstGeom>
          <a:solidFill>
            <a:schemeClr val="accent1">
              <a:lumMod val="60000"/>
              <a:lumOff val="40000"/>
            </a:schemeClr>
          </a:solidFill>
          <a:ln>
            <a:solidFill>
              <a:schemeClr val="tx1">
                <a:lumMod val="75000"/>
                <a:lumOff val="25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a:solidFill>
                  <a:schemeClr val="tx1"/>
                </a:solidFill>
                <a:latin typeface="游ゴシック" panose="020B0400000000000000" pitchFamily="50" charset="-128"/>
                <a:ea typeface="游ゴシック" panose="020B0400000000000000" pitchFamily="50" charset="-128"/>
              </a:rPr>
              <a:t>運用</a:t>
            </a:r>
            <a:endParaRPr lang="en-US" altLang="ja-JP" sz="1100">
              <a:solidFill>
                <a:schemeClr val="tx1"/>
              </a:solidFill>
              <a:latin typeface="游ゴシック" panose="020B0400000000000000" pitchFamily="50" charset="-128"/>
              <a:ea typeface="游ゴシック" panose="020B0400000000000000" pitchFamily="50" charset="-128"/>
            </a:endParaRPr>
          </a:p>
          <a:p>
            <a:pPr algn="ctr"/>
            <a:r>
              <a:rPr lang="ja-JP" altLang="en-US" sz="1100">
                <a:solidFill>
                  <a:schemeClr val="tx1"/>
                </a:solidFill>
                <a:latin typeface="游ゴシック" panose="020B0400000000000000" pitchFamily="50" charset="-128"/>
                <a:ea typeface="游ゴシック" panose="020B0400000000000000" pitchFamily="50" charset="-128"/>
              </a:rPr>
              <a:t>テスト</a:t>
            </a:r>
          </a:p>
        </p:txBody>
      </p:sp>
      <p:sp>
        <p:nvSpPr>
          <p:cNvPr id="5" name="テキスト ボックス 4">
            <a:extLst>
              <a:ext uri="{FF2B5EF4-FFF2-40B4-BE49-F238E27FC236}">
                <a16:creationId xmlns:a16="http://schemas.microsoft.com/office/drawing/2014/main" id="{4C383857-658A-27E0-C87F-6186580943F2}"/>
              </a:ext>
            </a:extLst>
          </p:cNvPr>
          <p:cNvSpPr txBox="1"/>
          <p:nvPr/>
        </p:nvSpPr>
        <p:spPr>
          <a:xfrm>
            <a:off x="5129398" y="2033680"/>
            <a:ext cx="2583321" cy="261610"/>
          </a:xfrm>
          <a:prstGeom prst="rect">
            <a:avLst/>
          </a:prstGeom>
          <a:noFill/>
        </p:spPr>
        <p:txBody>
          <a:bodyPr wrap="square" rtlCol="0">
            <a:spAutoFit/>
          </a:bodyPr>
          <a:lstStyle/>
          <a:p>
            <a:r>
              <a:rPr kumimoji="1" lang="ja-JP" altLang="en-US" sz="1100">
                <a:latin typeface="游ゴシック" panose="020B0400000000000000" pitchFamily="50" charset="-128"/>
                <a:ea typeface="游ゴシック" panose="020B0400000000000000" pitchFamily="50" charset="-128"/>
              </a:rPr>
              <a:t>★検証環境構築（</a:t>
            </a:r>
            <a:r>
              <a:rPr kumimoji="1" lang="en-US" altLang="ja-JP" sz="1100">
                <a:latin typeface="游ゴシック" panose="020B0400000000000000" pitchFamily="50" charset="-128"/>
                <a:ea typeface="游ゴシック" panose="020B0400000000000000" pitchFamily="50" charset="-128"/>
              </a:rPr>
              <a:t>AP</a:t>
            </a:r>
            <a:r>
              <a:rPr kumimoji="1" lang="ja-JP" altLang="en-US" sz="1100">
                <a:latin typeface="游ゴシック" panose="020B0400000000000000" pitchFamily="50" charset="-128"/>
                <a:ea typeface="游ゴシック" panose="020B0400000000000000" pitchFamily="50" charset="-128"/>
              </a:rPr>
              <a:t>・</a:t>
            </a:r>
            <a:r>
              <a:rPr kumimoji="1" lang="en-US" altLang="ja-JP" sz="1100">
                <a:latin typeface="游ゴシック" panose="020B0400000000000000" pitchFamily="50" charset="-128"/>
                <a:ea typeface="游ゴシック" panose="020B0400000000000000" pitchFamily="50" charset="-128"/>
              </a:rPr>
              <a:t>DB</a:t>
            </a:r>
            <a:r>
              <a:rPr kumimoji="1" lang="ja-JP" altLang="en-US" sz="1100">
                <a:latin typeface="游ゴシック" panose="020B0400000000000000" pitchFamily="50" charset="-128"/>
                <a:ea typeface="游ゴシック" panose="020B0400000000000000" pitchFamily="50" charset="-128"/>
              </a:rPr>
              <a:t>・バッチ）</a:t>
            </a:r>
          </a:p>
        </p:txBody>
      </p:sp>
      <p:sp>
        <p:nvSpPr>
          <p:cNvPr id="9" name="テキスト ボックス 8">
            <a:extLst>
              <a:ext uri="{FF2B5EF4-FFF2-40B4-BE49-F238E27FC236}">
                <a16:creationId xmlns:a16="http://schemas.microsoft.com/office/drawing/2014/main" id="{95E9508C-14AD-4227-AFB2-DA670F343CD0}"/>
              </a:ext>
            </a:extLst>
          </p:cNvPr>
          <p:cNvSpPr txBox="1"/>
          <p:nvPr/>
        </p:nvSpPr>
        <p:spPr>
          <a:xfrm>
            <a:off x="6214341" y="2389458"/>
            <a:ext cx="2583321" cy="261610"/>
          </a:xfrm>
          <a:prstGeom prst="rect">
            <a:avLst/>
          </a:prstGeom>
          <a:noFill/>
        </p:spPr>
        <p:txBody>
          <a:bodyPr wrap="square" rtlCol="0">
            <a:spAutoFit/>
          </a:bodyPr>
          <a:lstStyle/>
          <a:p>
            <a:r>
              <a:rPr kumimoji="1" lang="ja-JP" altLang="en-US" sz="1100">
                <a:latin typeface="游ゴシック" panose="020B0400000000000000" pitchFamily="50" charset="-128"/>
                <a:ea typeface="游ゴシック" panose="020B0400000000000000" pitchFamily="50" charset="-128"/>
              </a:rPr>
              <a:t>★本番環境構築（</a:t>
            </a:r>
            <a:r>
              <a:rPr kumimoji="1" lang="en-US" altLang="ja-JP" sz="1100">
                <a:latin typeface="游ゴシック" panose="020B0400000000000000" pitchFamily="50" charset="-128"/>
                <a:ea typeface="游ゴシック" panose="020B0400000000000000" pitchFamily="50" charset="-128"/>
              </a:rPr>
              <a:t>AP</a:t>
            </a:r>
            <a:r>
              <a:rPr kumimoji="1" lang="ja-JP" altLang="en-US" sz="1100">
                <a:latin typeface="游ゴシック" panose="020B0400000000000000" pitchFamily="50" charset="-128"/>
                <a:ea typeface="游ゴシック" panose="020B0400000000000000" pitchFamily="50" charset="-128"/>
              </a:rPr>
              <a:t>・</a:t>
            </a:r>
            <a:r>
              <a:rPr kumimoji="1" lang="en-US" altLang="ja-JP" sz="1100">
                <a:latin typeface="游ゴシック" panose="020B0400000000000000" pitchFamily="50" charset="-128"/>
                <a:ea typeface="游ゴシック" panose="020B0400000000000000" pitchFamily="50" charset="-128"/>
              </a:rPr>
              <a:t>DB</a:t>
            </a:r>
            <a:r>
              <a:rPr kumimoji="1" lang="ja-JP" altLang="en-US" sz="1100">
                <a:latin typeface="游ゴシック" panose="020B0400000000000000" pitchFamily="50" charset="-128"/>
                <a:ea typeface="游ゴシック" panose="020B0400000000000000" pitchFamily="50" charset="-128"/>
              </a:rPr>
              <a:t>・バッチ）</a:t>
            </a:r>
          </a:p>
        </p:txBody>
      </p:sp>
      <p:sp>
        <p:nvSpPr>
          <p:cNvPr id="16" name="テキスト ボックス 15">
            <a:extLst>
              <a:ext uri="{FF2B5EF4-FFF2-40B4-BE49-F238E27FC236}">
                <a16:creationId xmlns:a16="http://schemas.microsoft.com/office/drawing/2014/main" id="{5C58B4E0-435A-97E7-B757-B0DE17C1F398}"/>
              </a:ext>
            </a:extLst>
          </p:cNvPr>
          <p:cNvSpPr txBox="1"/>
          <p:nvPr/>
        </p:nvSpPr>
        <p:spPr>
          <a:xfrm>
            <a:off x="9803396" y="2033680"/>
            <a:ext cx="1123122" cy="261610"/>
          </a:xfrm>
          <a:prstGeom prst="rect">
            <a:avLst/>
          </a:prstGeom>
          <a:noFill/>
        </p:spPr>
        <p:txBody>
          <a:bodyPr wrap="square" rtlCol="0">
            <a:spAutoFit/>
          </a:bodyPr>
          <a:lstStyle/>
          <a:p>
            <a:r>
              <a:rPr kumimoji="1" lang="ja-JP" altLang="en-US" sz="1100">
                <a:latin typeface="游ゴシック" panose="020B0400000000000000" pitchFamily="50" charset="-128"/>
                <a:ea typeface="游ゴシック" panose="020B0400000000000000" pitchFamily="50" charset="-128"/>
              </a:rPr>
              <a:t>★①本番切替</a:t>
            </a:r>
          </a:p>
        </p:txBody>
      </p:sp>
      <p:sp>
        <p:nvSpPr>
          <p:cNvPr id="6" name="Slide Number Placeholder 5">
            <a:extLst>
              <a:ext uri="{FF2B5EF4-FFF2-40B4-BE49-F238E27FC236}">
                <a16:creationId xmlns:a16="http://schemas.microsoft.com/office/drawing/2014/main" id="{FCB654B0-232F-0B8C-AD6C-A67A98497A4C}"/>
              </a:ext>
            </a:extLst>
          </p:cNvPr>
          <p:cNvSpPr>
            <a:spLocks noGrp="1"/>
          </p:cNvSpPr>
          <p:nvPr>
            <p:ph type="sldNum" sz="quarter" idx="11"/>
          </p:nvPr>
        </p:nvSpPr>
        <p:spPr>
          <a:xfrm>
            <a:off x="10752000" y="6552000"/>
            <a:ext cx="1440000" cy="216000"/>
          </a:xfrm>
        </p:spPr>
        <p:txBody>
          <a:bodyPr/>
          <a:lstStyle/>
          <a:p>
            <a:fld id="{26CA5134-5AAC-D342-B763-43605FECB385}" type="slidenum">
              <a:rPr kumimoji="1" lang="ja-JP" altLang="en-US" smtClean="0"/>
              <a:pPr/>
              <a:t>8</a:t>
            </a:fld>
            <a:endParaRPr lang="en-US"/>
          </a:p>
        </p:txBody>
      </p:sp>
      <p:sp>
        <p:nvSpPr>
          <p:cNvPr id="8" name="矢印: 左右 7">
            <a:extLst>
              <a:ext uri="{FF2B5EF4-FFF2-40B4-BE49-F238E27FC236}">
                <a16:creationId xmlns:a16="http://schemas.microsoft.com/office/drawing/2014/main" id="{EE71303A-190E-DC83-D7A8-7F863FFBEC07}"/>
              </a:ext>
            </a:extLst>
          </p:cNvPr>
          <p:cNvSpPr/>
          <p:nvPr/>
        </p:nvSpPr>
        <p:spPr>
          <a:xfrm>
            <a:off x="4136576" y="3021021"/>
            <a:ext cx="1238150" cy="458917"/>
          </a:xfrm>
          <a:prstGeom prst="leftRightArrow">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kumimoji="1" lang="ja-JP" altLang="en-US" sz="1400">
                <a:solidFill>
                  <a:schemeClr val="tx1"/>
                </a:solidFill>
                <a:ea typeface="游ゴシック"/>
              </a:rPr>
              <a:t>契約①</a:t>
            </a:r>
          </a:p>
        </p:txBody>
      </p:sp>
      <p:sp>
        <p:nvSpPr>
          <p:cNvPr id="17" name="矢印: 左右 16">
            <a:extLst>
              <a:ext uri="{FF2B5EF4-FFF2-40B4-BE49-F238E27FC236}">
                <a16:creationId xmlns:a16="http://schemas.microsoft.com/office/drawing/2014/main" id="{4A65D611-AB6C-7F27-69C8-9C603A0332F2}"/>
              </a:ext>
            </a:extLst>
          </p:cNvPr>
          <p:cNvSpPr/>
          <p:nvPr/>
        </p:nvSpPr>
        <p:spPr>
          <a:xfrm>
            <a:off x="5374726" y="3008322"/>
            <a:ext cx="4989138" cy="484317"/>
          </a:xfrm>
          <a:prstGeom prst="leftRightArrow">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solidFill>
                  <a:schemeClr val="tx1"/>
                </a:solidFill>
              </a:rPr>
              <a:t>契約②</a:t>
            </a:r>
          </a:p>
        </p:txBody>
      </p:sp>
      <p:sp>
        <p:nvSpPr>
          <p:cNvPr id="20" name="正方形/長方形 19">
            <a:extLst>
              <a:ext uri="{FF2B5EF4-FFF2-40B4-BE49-F238E27FC236}">
                <a16:creationId xmlns:a16="http://schemas.microsoft.com/office/drawing/2014/main" id="{F552483D-B47E-4672-AAB8-B1378D36B674}"/>
              </a:ext>
            </a:extLst>
          </p:cNvPr>
          <p:cNvSpPr/>
          <p:nvPr/>
        </p:nvSpPr>
        <p:spPr>
          <a:xfrm>
            <a:off x="5374726" y="3510717"/>
            <a:ext cx="891360" cy="540000"/>
          </a:xfrm>
          <a:prstGeom prst="rect">
            <a:avLst/>
          </a:prstGeom>
          <a:solidFill>
            <a:schemeClr val="accent3">
              <a:lumMod val="60000"/>
              <a:lumOff val="40000"/>
            </a:schemeClr>
          </a:solidFill>
          <a:ln>
            <a:solidFill>
              <a:schemeClr val="tx1">
                <a:lumMod val="75000"/>
                <a:lumOff val="25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a:solidFill>
                  <a:schemeClr val="tx1"/>
                </a:solidFill>
                <a:latin typeface="游ゴシック" panose="020B0400000000000000" pitchFamily="50" charset="-128"/>
                <a:ea typeface="游ゴシック" panose="020B0400000000000000" pitchFamily="50" charset="-128"/>
              </a:rPr>
              <a:t>開発</a:t>
            </a:r>
          </a:p>
        </p:txBody>
      </p:sp>
      <p:sp>
        <p:nvSpPr>
          <p:cNvPr id="25" name="正方形/長方形 24">
            <a:extLst>
              <a:ext uri="{FF2B5EF4-FFF2-40B4-BE49-F238E27FC236}">
                <a16:creationId xmlns:a16="http://schemas.microsoft.com/office/drawing/2014/main" id="{52F3D286-FDE4-4EA5-A219-D7AC3DDF0E54}"/>
              </a:ext>
            </a:extLst>
          </p:cNvPr>
          <p:cNvSpPr/>
          <p:nvPr/>
        </p:nvSpPr>
        <p:spPr>
          <a:xfrm>
            <a:off x="5374726" y="2972119"/>
            <a:ext cx="4989138" cy="1366462"/>
          </a:xfrm>
          <a:prstGeom prst="rect">
            <a:avLst/>
          </a:prstGeom>
          <a:no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正方形/長方形 25">
            <a:extLst>
              <a:ext uri="{FF2B5EF4-FFF2-40B4-BE49-F238E27FC236}">
                <a16:creationId xmlns:a16="http://schemas.microsoft.com/office/drawing/2014/main" id="{D036B7CF-8BCF-47C9-AAD1-E5C5DD76A21B}"/>
              </a:ext>
            </a:extLst>
          </p:cNvPr>
          <p:cNvSpPr/>
          <p:nvPr/>
        </p:nvSpPr>
        <p:spPr>
          <a:xfrm>
            <a:off x="8115478" y="4540098"/>
            <a:ext cx="2248386" cy="324389"/>
          </a:xfrm>
          <a:prstGeom prst="rect">
            <a:avLst/>
          </a:prstGeom>
          <a:no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ja-JP" altLang="en-US">
                <a:solidFill>
                  <a:srgbClr val="FF0000"/>
                </a:solidFill>
              </a:rPr>
              <a:t>本御見積対象範囲</a:t>
            </a:r>
          </a:p>
        </p:txBody>
      </p:sp>
    </p:spTree>
    <p:extLst>
      <p:ext uri="{BB962C8B-B14F-4D97-AF65-F5344CB8AC3E}">
        <p14:creationId xmlns:p14="http://schemas.microsoft.com/office/powerpoint/2010/main" val="21360271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3321EC-2147-45BB-B770-D5BC2C3DDA15}"/>
              </a:ext>
            </a:extLst>
          </p:cNvPr>
          <p:cNvSpPr>
            <a:spLocks noGrp="1"/>
          </p:cNvSpPr>
          <p:nvPr>
            <p:ph type="title"/>
          </p:nvPr>
        </p:nvSpPr>
        <p:spPr/>
        <p:txBody>
          <a:bodyPr/>
          <a:lstStyle/>
          <a:p>
            <a:r>
              <a:rPr kumimoji="1" lang="en-US" altLang="ja-JP">
                <a:latin typeface="游明朝"/>
                <a:ea typeface="游明朝"/>
              </a:rPr>
              <a:t>8.</a:t>
            </a:r>
            <a:r>
              <a:rPr lang="ja-JP" altLang="en-US">
                <a:latin typeface="游明朝"/>
                <a:ea typeface="游明朝"/>
              </a:rPr>
              <a:t>想定している会議体</a:t>
            </a:r>
            <a:endParaRPr kumimoji="1" lang="ja-JP" altLang="en-US">
              <a:latin typeface="游明朝"/>
              <a:ea typeface="游明朝"/>
            </a:endParaRPr>
          </a:p>
        </p:txBody>
      </p:sp>
      <p:sp>
        <p:nvSpPr>
          <p:cNvPr id="4" name="スライド番号プレースホルダー 3">
            <a:extLst>
              <a:ext uri="{FF2B5EF4-FFF2-40B4-BE49-F238E27FC236}">
                <a16:creationId xmlns:a16="http://schemas.microsoft.com/office/drawing/2014/main" id="{3C1429CC-0904-7287-60DD-EC2572B0CED5}"/>
              </a:ext>
            </a:extLst>
          </p:cNvPr>
          <p:cNvSpPr>
            <a:spLocks noGrp="1"/>
          </p:cNvSpPr>
          <p:nvPr>
            <p:ph type="sldNum" sz="quarter" idx="11"/>
          </p:nvPr>
        </p:nvSpPr>
        <p:spPr>
          <a:xfrm>
            <a:off x="10752000" y="6552000"/>
            <a:ext cx="1440000" cy="216000"/>
          </a:xfrm>
        </p:spPr>
        <p:txBody>
          <a:bodyPr/>
          <a:lstStyle/>
          <a:p>
            <a:fld id="{26CA5134-5AAC-D342-B763-43605FECB385}" type="slidenum">
              <a:rPr kumimoji="1" lang="ja-JP" altLang="en-US" smtClean="0"/>
              <a:pPr/>
              <a:t>9</a:t>
            </a:fld>
            <a:endParaRPr kumimoji="1" lang="ja-JP" altLang="en-US" sz="700"/>
          </a:p>
        </p:txBody>
      </p:sp>
      <p:sp>
        <p:nvSpPr>
          <p:cNvPr id="7" name="テキスト ボックス 6">
            <a:extLst>
              <a:ext uri="{FF2B5EF4-FFF2-40B4-BE49-F238E27FC236}">
                <a16:creationId xmlns:a16="http://schemas.microsoft.com/office/drawing/2014/main" id="{ABC8AA5A-10BD-4D38-B3F4-DE12131249F5}"/>
              </a:ext>
            </a:extLst>
          </p:cNvPr>
          <p:cNvSpPr txBox="1"/>
          <p:nvPr/>
        </p:nvSpPr>
        <p:spPr>
          <a:xfrm>
            <a:off x="576000" y="788894"/>
            <a:ext cx="10961576" cy="338554"/>
          </a:xfrm>
          <a:prstGeom prst="rect">
            <a:avLst/>
          </a:prstGeom>
          <a:noFill/>
        </p:spPr>
        <p:txBody>
          <a:bodyPr wrap="square" rtlCol="0">
            <a:spAutoFit/>
          </a:bodyPr>
          <a:lstStyle/>
          <a:p>
            <a:r>
              <a:rPr kumimoji="1" lang="ja-JP" altLang="en-US" sz="1600">
                <a:latin typeface="游ゴシック" panose="020B0400000000000000" pitchFamily="50" charset="-128"/>
                <a:ea typeface="游ゴシック" panose="020B0400000000000000" pitchFamily="50" charset="-128"/>
              </a:rPr>
              <a:t>開発フェーズ以降で想定している会議体となります。</a:t>
            </a:r>
          </a:p>
        </p:txBody>
      </p:sp>
      <p:graphicFrame>
        <p:nvGraphicFramePr>
          <p:cNvPr id="8" name="表 7">
            <a:extLst>
              <a:ext uri="{FF2B5EF4-FFF2-40B4-BE49-F238E27FC236}">
                <a16:creationId xmlns:a16="http://schemas.microsoft.com/office/drawing/2014/main" id="{59E87056-BFCA-4F79-814E-450EDD5EA42B}"/>
              </a:ext>
            </a:extLst>
          </p:cNvPr>
          <p:cNvGraphicFramePr>
            <a:graphicFrameLocks noGrp="1"/>
          </p:cNvGraphicFramePr>
          <p:nvPr>
            <p:extLst>
              <p:ext uri="{D42A27DB-BD31-4B8C-83A1-F6EECF244321}">
                <p14:modId xmlns:p14="http://schemas.microsoft.com/office/powerpoint/2010/main" val="3691444635"/>
              </p:ext>
            </p:extLst>
          </p:nvPr>
        </p:nvGraphicFramePr>
        <p:xfrm>
          <a:off x="576000" y="1478563"/>
          <a:ext cx="11158372" cy="1504033"/>
        </p:xfrm>
        <a:graphic>
          <a:graphicData uri="http://schemas.openxmlformats.org/drawingml/2006/table">
            <a:tbl>
              <a:tblPr firstRow="1" bandRow="1">
                <a:tableStyleId>{69012ECD-51FC-41F1-AA8D-1B2483CD663E}</a:tableStyleId>
              </a:tblPr>
              <a:tblGrid>
                <a:gridCol w="458473">
                  <a:extLst>
                    <a:ext uri="{9D8B030D-6E8A-4147-A177-3AD203B41FA5}">
                      <a16:colId xmlns:a16="http://schemas.microsoft.com/office/drawing/2014/main" val="820809534"/>
                    </a:ext>
                  </a:extLst>
                </a:gridCol>
                <a:gridCol w="1734492">
                  <a:extLst>
                    <a:ext uri="{9D8B030D-6E8A-4147-A177-3AD203B41FA5}">
                      <a16:colId xmlns:a16="http://schemas.microsoft.com/office/drawing/2014/main" val="2667349602"/>
                    </a:ext>
                  </a:extLst>
                </a:gridCol>
                <a:gridCol w="2218671">
                  <a:extLst>
                    <a:ext uri="{9D8B030D-6E8A-4147-A177-3AD203B41FA5}">
                      <a16:colId xmlns:a16="http://schemas.microsoft.com/office/drawing/2014/main" val="610294435"/>
                    </a:ext>
                  </a:extLst>
                </a:gridCol>
                <a:gridCol w="1440873">
                  <a:extLst>
                    <a:ext uri="{9D8B030D-6E8A-4147-A177-3AD203B41FA5}">
                      <a16:colId xmlns:a16="http://schemas.microsoft.com/office/drawing/2014/main" val="3248297098"/>
                    </a:ext>
                  </a:extLst>
                </a:gridCol>
                <a:gridCol w="5305863">
                  <a:extLst>
                    <a:ext uri="{9D8B030D-6E8A-4147-A177-3AD203B41FA5}">
                      <a16:colId xmlns:a16="http://schemas.microsoft.com/office/drawing/2014/main" val="852570537"/>
                    </a:ext>
                  </a:extLst>
                </a:gridCol>
              </a:tblGrid>
              <a:tr h="345793">
                <a:tc>
                  <a:txBody>
                    <a:bodyPr/>
                    <a:lstStyle/>
                    <a:p>
                      <a:pPr algn="ctr"/>
                      <a:r>
                        <a:rPr kumimoji="1" lang="en-US" altLang="ja-JP" sz="1600">
                          <a:solidFill>
                            <a:srgbClr val="FFFFFF"/>
                          </a:solidFill>
                          <a:latin typeface="游ゴシック"/>
                          <a:ea typeface="游ゴシック"/>
                        </a:rPr>
                        <a:t>No</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ja-JP" altLang="en-US" sz="1600">
                          <a:solidFill>
                            <a:srgbClr val="FFFFFF"/>
                          </a:solidFill>
                          <a:latin typeface="游ゴシック"/>
                          <a:ea typeface="游ゴシック"/>
                        </a:rPr>
                        <a:t>会議名</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lvl="0" algn="ctr">
                        <a:buNone/>
                      </a:pPr>
                      <a:r>
                        <a:rPr lang="ja-JP" altLang="en-US" sz="1600">
                          <a:solidFill>
                            <a:srgbClr val="FFFFFF"/>
                          </a:solidFill>
                          <a:latin typeface="游ゴシック"/>
                          <a:ea typeface="游ゴシック"/>
                        </a:rPr>
                        <a:t>時期</a:t>
                      </a:r>
                      <a:endParaRPr kumimoji="1" lang="ja-JP" altLang="en-US" sz="1600">
                        <a:solidFill>
                          <a:srgbClr val="FFFFFF"/>
                        </a:solidFill>
                        <a:latin typeface="游ゴシック"/>
                        <a:ea typeface="游ゴシック"/>
                      </a:endParaRPr>
                    </a:p>
                  </a:txBody>
                  <a:tcPr marL="36000" marR="36000" marT="36000" marB="36000"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solidFill>
                      <a:schemeClr val="accent1"/>
                    </a:solidFill>
                  </a:tcPr>
                </a:tc>
                <a:tc>
                  <a:txBody>
                    <a:bodyPr/>
                    <a:lstStyle/>
                    <a:p>
                      <a:pPr lvl="0" algn="ctr">
                        <a:buNone/>
                      </a:pPr>
                      <a:r>
                        <a:rPr lang="ja-JP" altLang="en-US" sz="1600">
                          <a:solidFill>
                            <a:srgbClr val="FFFFFF"/>
                          </a:solidFill>
                          <a:latin typeface="游ゴシック"/>
                          <a:ea typeface="游ゴシック"/>
                        </a:rPr>
                        <a:t>参加者</a:t>
                      </a:r>
                      <a:endParaRPr kumimoji="1" lang="ja-JP" altLang="en-US" sz="1600">
                        <a:solidFill>
                          <a:srgbClr val="FFFFFF"/>
                        </a:solidFill>
                        <a:latin typeface="游ゴシック"/>
                        <a:ea typeface="游ゴシック"/>
                      </a:endParaRPr>
                    </a:p>
                  </a:txBody>
                  <a:tcPr marL="36000" marR="36000" marT="36000" marB="36000"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solidFill>
                      <a:schemeClr val="accent1"/>
                    </a:solidFill>
                  </a:tcPr>
                </a:tc>
                <a:tc>
                  <a:txBody>
                    <a:bodyPr/>
                    <a:lstStyle/>
                    <a:p>
                      <a:pPr algn="ctr"/>
                      <a:r>
                        <a:rPr lang="ja-JP" altLang="en-US" sz="1600">
                          <a:solidFill>
                            <a:srgbClr val="FFFFFF"/>
                          </a:solidFill>
                          <a:latin typeface="游ゴシック"/>
                          <a:ea typeface="游ゴシック"/>
                        </a:rPr>
                        <a:t>議題</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40000">
                <a:tc>
                  <a:txBody>
                    <a:bodyPr/>
                    <a:lstStyle/>
                    <a:p>
                      <a:pPr algn="ctr"/>
                      <a:r>
                        <a:rPr kumimoji="1" lang="en-US" altLang="ja-JP" sz="1600" kern="1200">
                          <a:solidFill>
                            <a:schemeClr val="dk1"/>
                          </a:solidFill>
                          <a:latin typeface="游ゴシック"/>
                          <a:ea typeface="游ゴシック"/>
                          <a:cs typeface="+mn-cs"/>
                        </a:rPr>
                        <a:t>1</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lang="ja-JP" altLang="en-US" sz="1600">
                          <a:solidFill>
                            <a:schemeClr val="tx1"/>
                          </a:solidFill>
                          <a:latin typeface="游ゴシック"/>
                          <a:ea typeface="游ゴシック"/>
                        </a:rPr>
                        <a:t>週次報告</a:t>
                      </a:r>
                      <a:endParaRPr kumimoji="1" lang="ja-JP" altLang="en-US"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None/>
                      </a:pPr>
                      <a:r>
                        <a:rPr lang="ja-JP" altLang="en-US" sz="1600">
                          <a:solidFill>
                            <a:schemeClr val="tx1"/>
                          </a:solidFill>
                          <a:latin typeface="游ゴシック"/>
                          <a:ea typeface="游ゴシック"/>
                        </a:rPr>
                        <a:t>毎週金曜</a:t>
                      </a:r>
                      <a:endParaRPr lang="en-US" altLang="ja-JP" sz="1600">
                        <a:solidFill>
                          <a:schemeClr val="tx1"/>
                        </a:solidFill>
                        <a:latin typeface="游ゴシック"/>
                        <a:ea typeface="游ゴシック"/>
                      </a:endParaRPr>
                    </a:p>
                    <a:p>
                      <a:pPr marL="0" lvl="0" indent="0">
                        <a:buNone/>
                      </a:pPr>
                      <a:r>
                        <a:rPr lang="en-US" altLang="ja-JP" sz="1600">
                          <a:solidFill>
                            <a:schemeClr val="tx1"/>
                          </a:solidFill>
                          <a:latin typeface="游ゴシック"/>
                          <a:ea typeface="游ゴシック"/>
                        </a:rPr>
                        <a:t>11</a:t>
                      </a:r>
                      <a:r>
                        <a:rPr lang="ja-JP" altLang="en-US" sz="1600">
                          <a:solidFill>
                            <a:schemeClr val="tx1"/>
                          </a:solidFill>
                          <a:latin typeface="游ゴシック"/>
                          <a:ea typeface="游ゴシック"/>
                        </a:rPr>
                        <a:t>時～</a:t>
                      </a:r>
                      <a:r>
                        <a:rPr lang="en-US" altLang="ja-JP" sz="1600">
                          <a:solidFill>
                            <a:schemeClr val="tx1"/>
                          </a:solidFill>
                          <a:latin typeface="游ゴシック"/>
                          <a:ea typeface="游ゴシック"/>
                        </a:rPr>
                        <a:t>12</a:t>
                      </a:r>
                      <a:r>
                        <a:rPr lang="ja-JP" altLang="en-US" sz="1600">
                          <a:solidFill>
                            <a:schemeClr val="tx1"/>
                          </a:solidFill>
                          <a:latin typeface="游ゴシック"/>
                          <a:ea typeface="游ゴシック"/>
                        </a:rPr>
                        <a:t>時</a:t>
                      </a:r>
                      <a:endParaRPr lang="en-US" altLang="ja-JP"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a:solidFill>
                        <a:schemeClr val="bg1">
                          <a:lumMod val="65000"/>
                        </a:schemeClr>
                      </a:solidFill>
                    </a:lnB>
                    <a:lnTlToBr w="0">
                      <a:noFill/>
                    </a:lnTlToBr>
                    <a:lnBlToTr w="0">
                      <a:noFill/>
                    </a:lnBlToTr>
                  </a:tcPr>
                </a:tc>
                <a:tc>
                  <a:txBody>
                    <a:bodyPr/>
                    <a:lstStyle/>
                    <a:p>
                      <a:pPr marL="0" lvl="0" indent="0">
                        <a:buNone/>
                      </a:pPr>
                      <a:r>
                        <a:rPr lang="ja-JP" sz="1600" b="0" i="0" u="none" strike="noStrike" noProof="0">
                          <a:solidFill>
                            <a:schemeClr val="tx1"/>
                          </a:solidFill>
                          <a:latin typeface="游ゴシック"/>
                          <a:ea typeface="游ゴシック"/>
                        </a:rPr>
                        <a:t>四課様、EXE</a:t>
                      </a:r>
                      <a:endParaRPr kumimoji="1" lang="en-US" altLang="ja-JP"/>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a:solidFill>
                        <a:schemeClr val="bg1">
                          <a:lumMod val="65000"/>
                        </a:schemeClr>
                      </a:solidFill>
                    </a:lnB>
                    <a:lnTlToBr w="0">
                      <a:noFill/>
                    </a:lnTlToBr>
                    <a:lnBlToTr w="0">
                      <a:noFill/>
                    </a:lnBlToTr>
                  </a:tcPr>
                </a:tc>
                <a:tc>
                  <a:txBody>
                    <a:bodyPr/>
                    <a:lstStyle/>
                    <a:p>
                      <a:pPr marL="0" indent="0">
                        <a:buFont typeface="Arial" pitchFamily="34" charset="0"/>
                        <a:buNone/>
                      </a:pPr>
                      <a:r>
                        <a:rPr lang="ja-JP" altLang="en-US" sz="1600">
                          <a:solidFill>
                            <a:schemeClr val="tx1"/>
                          </a:solidFill>
                          <a:latin typeface="游ゴシック"/>
                          <a:ea typeface="游ゴシック"/>
                        </a:rPr>
                        <a:t>プロジェクトの進捗、課題の報告をいたします。</a:t>
                      </a:r>
                      <a:endParaRPr kumimoji="1" lang="ja-JP" altLang="en-US"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540000">
                <a:tc>
                  <a:txBody>
                    <a:bodyPr/>
                    <a:lstStyle/>
                    <a:p>
                      <a:pPr algn="ctr"/>
                      <a:r>
                        <a:rPr kumimoji="1" lang="en-US" altLang="ja-JP" sz="1600" kern="1200">
                          <a:solidFill>
                            <a:schemeClr val="dk1"/>
                          </a:solidFill>
                          <a:latin typeface="游ゴシック"/>
                          <a:ea typeface="游ゴシック"/>
                          <a:cs typeface="+mn-cs"/>
                        </a:rPr>
                        <a:t>2</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ja-JP" altLang="en-US" sz="1600">
                          <a:solidFill>
                            <a:schemeClr val="tx1"/>
                          </a:solidFill>
                          <a:latin typeface="游ゴシック"/>
                          <a:ea typeface="游ゴシック"/>
                        </a:rPr>
                        <a:t>成果物レビュー</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l" defTabSz="914400">
                        <a:lnSpc>
                          <a:spcPct val="100000"/>
                        </a:lnSpc>
                        <a:spcBef>
                          <a:spcPts val="0"/>
                        </a:spcBef>
                        <a:spcAft>
                          <a:spcPts val="0"/>
                        </a:spcAft>
                        <a:buNone/>
                        <a:tabLst/>
                        <a:defRPr/>
                      </a:pPr>
                      <a:r>
                        <a:rPr lang="ja-JP" altLang="en-US" sz="1600" b="0" i="0" u="none" strike="noStrike" noProof="0">
                          <a:solidFill>
                            <a:schemeClr val="tx1"/>
                          </a:solidFill>
                          <a:latin typeface="游ゴシック"/>
                          <a:ea typeface="游ゴシック"/>
                        </a:rPr>
                        <a:t>各成果物の作成完了時</a:t>
                      </a:r>
                      <a:endParaRPr lang="en-US" altLang="ja-JP" sz="1600" b="0" i="0" u="none" strike="noStrike" noProof="0">
                        <a:solidFill>
                          <a:schemeClr val="tx1"/>
                        </a:solidFill>
                        <a:latin typeface="游ゴシック"/>
                        <a:ea typeface="游ゴシック"/>
                      </a:endParaRPr>
                    </a:p>
                    <a:p>
                      <a:pPr marL="0" lvl="0" indent="0" algn="l" defTabSz="914400">
                        <a:lnSpc>
                          <a:spcPct val="100000"/>
                        </a:lnSpc>
                        <a:spcBef>
                          <a:spcPts val="0"/>
                        </a:spcBef>
                        <a:spcAft>
                          <a:spcPts val="0"/>
                        </a:spcAft>
                        <a:buNone/>
                        <a:tabLst/>
                        <a:defRPr/>
                      </a:pPr>
                      <a:r>
                        <a:rPr lang="en-US" altLang="ja-JP" sz="1600" b="0" i="0" u="none" strike="noStrike" noProof="0">
                          <a:solidFill>
                            <a:schemeClr val="tx1"/>
                          </a:solidFill>
                          <a:latin typeface="游ゴシック"/>
                          <a:ea typeface="游ゴシック"/>
                        </a:rPr>
                        <a:t>1</a:t>
                      </a:r>
                      <a:r>
                        <a:rPr lang="ja-JP" altLang="en-US" sz="1600" b="0" i="0" u="none" strike="noStrike" noProof="0">
                          <a:solidFill>
                            <a:schemeClr val="tx1"/>
                          </a:solidFill>
                          <a:latin typeface="游ゴシック"/>
                          <a:ea typeface="游ゴシック"/>
                        </a:rPr>
                        <a:t>時間程度</a:t>
                      </a:r>
                    </a:p>
                  </a:txBody>
                  <a:tcPr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tcPr>
                </a:tc>
                <a:tc>
                  <a:txBody>
                    <a:bodyPr/>
                    <a:lstStyle/>
                    <a:p>
                      <a:pPr marL="0" lvl="0" indent="0" algn="l" defTabSz="914400">
                        <a:lnSpc>
                          <a:spcPct val="100000"/>
                        </a:lnSpc>
                        <a:spcBef>
                          <a:spcPts val="0"/>
                        </a:spcBef>
                        <a:spcAft>
                          <a:spcPts val="0"/>
                        </a:spcAft>
                        <a:buNone/>
                        <a:tabLst/>
                        <a:defRPr/>
                      </a:pPr>
                      <a:r>
                        <a:rPr lang="ja-JP" sz="1600" b="0" i="0" u="none" strike="noStrike" noProof="0">
                          <a:solidFill>
                            <a:schemeClr val="tx1"/>
                          </a:solidFill>
                          <a:latin typeface="游ゴシック"/>
                          <a:ea typeface="游ゴシック"/>
                        </a:rPr>
                        <a:t>四課様、EXE</a:t>
                      </a:r>
                      <a:endParaRPr lang="en-US" altLang="ja-JP"/>
                    </a:p>
                  </a:txBody>
                  <a:tcPr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テスト仕様、リリース手順について</a:t>
                      </a:r>
                      <a:r>
                        <a:rPr lang="ja-JP" altLang="en-US" sz="1600" u="none" strike="noStrike" kern="1200" cap="none" normalizeH="0" baseline="0">
                          <a:ln>
                            <a:noFill/>
                          </a:ln>
                          <a:solidFill>
                            <a:schemeClr val="tx1"/>
                          </a:solidFill>
                          <a:effectLst/>
                          <a:latin typeface="游ゴシック"/>
                          <a:ea typeface="游ゴシック"/>
                        </a:rPr>
                        <a:t>レビューを頂きます。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bl>
          </a:graphicData>
        </a:graphic>
      </p:graphicFrame>
    </p:spTree>
    <p:extLst>
      <p:ext uri="{BB962C8B-B14F-4D97-AF65-F5344CB8AC3E}">
        <p14:creationId xmlns:p14="http://schemas.microsoft.com/office/powerpoint/2010/main" val="25826184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37277-C62D-4F59-323C-41FB2DBB5FC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F1B3D1D-7E85-617E-AC69-3C98014F1C6D}"/>
              </a:ext>
            </a:extLst>
          </p:cNvPr>
          <p:cNvSpPr>
            <a:spLocks noGrp="1"/>
          </p:cNvSpPr>
          <p:nvPr>
            <p:ph type="title"/>
          </p:nvPr>
        </p:nvSpPr>
        <p:spPr/>
        <p:txBody>
          <a:bodyPr/>
          <a:lstStyle/>
          <a:p>
            <a:r>
              <a:rPr lang="en-US" altLang="ja-JP">
                <a:latin typeface="游明朝"/>
                <a:ea typeface="游明朝"/>
              </a:rPr>
              <a:t>9. </a:t>
            </a:r>
            <a:r>
              <a:rPr lang="ja-JP" altLang="en-US">
                <a:latin typeface="游明朝"/>
                <a:ea typeface="游明朝"/>
              </a:rPr>
              <a:t>お見積もり</a:t>
            </a:r>
            <a:endParaRPr kumimoji="1" lang="ja-JP" altLang="en-US" sz="2000">
              <a:latin typeface="游明朝"/>
              <a:ea typeface="游明朝"/>
            </a:endParaRPr>
          </a:p>
        </p:txBody>
      </p:sp>
      <p:sp>
        <p:nvSpPr>
          <p:cNvPr id="4" name="スライド番号プレースホルダー 3">
            <a:extLst>
              <a:ext uri="{FF2B5EF4-FFF2-40B4-BE49-F238E27FC236}">
                <a16:creationId xmlns:a16="http://schemas.microsoft.com/office/drawing/2014/main" id="{B6EDFBB4-85D2-C7DB-88A3-8C326CAECAC5}"/>
              </a:ext>
            </a:extLst>
          </p:cNvPr>
          <p:cNvSpPr>
            <a:spLocks noGrp="1"/>
          </p:cNvSpPr>
          <p:nvPr>
            <p:ph type="sldNum" sz="quarter" idx="15"/>
          </p:nvPr>
        </p:nvSpPr>
        <p:spPr>
          <a:xfrm>
            <a:off x="10752000" y="6552000"/>
            <a:ext cx="1440000" cy="216000"/>
          </a:xfrm>
        </p:spPr>
        <p:txBody>
          <a:bodyPr/>
          <a:lstStyle/>
          <a:p>
            <a:fld id="{26CA5134-5AAC-D342-B763-43605FECB385}" type="slidenum">
              <a:rPr kumimoji="1" lang="ja-JP" altLang="en-US" smtClean="0"/>
              <a:pPr/>
              <a:t>10</a:t>
            </a:fld>
            <a:endParaRPr kumimoji="1" lang="ja-JP" altLang="en-US" sz="700"/>
          </a:p>
        </p:txBody>
      </p:sp>
      <p:sp>
        <p:nvSpPr>
          <p:cNvPr id="8" name="テキスト ボックス 7">
            <a:extLst>
              <a:ext uri="{FF2B5EF4-FFF2-40B4-BE49-F238E27FC236}">
                <a16:creationId xmlns:a16="http://schemas.microsoft.com/office/drawing/2014/main" id="{453955C1-0D61-FE82-6F40-7F3B27DB02AD}"/>
              </a:ext>
            </a:extLst>
          </p:cNvPr>
          <p:cNvSpPr txBox="1"/>
          <p:nvPr/>
        </p:nvSpPr>
        <p:spPr>
          <a:xfrm>
            <a:off x="516000" y="866864"/>
            <a:ext cx="7595218" cy="345057"/>
          </a:xfrm>
          <a:prstGeom prst="rect">
            <a:avLst/>
          </a:prstGeom>
          <a:noFill/>
        </p:spPr>
        <p:txBody>
          <a:bodyPr wrap="square" rtlCol="0">
            <a:noAutofit/>
          </a:bodyPr>
          <a:lstStyle/>
          <a:p>
            <a:r>
              <a:rPr lang="ja-JP" altLang="en-US" sz="1600">
                <a:latin typeface="+mn-ea"/>
                <a:cs typeface="メイリオ" pitchFamily="50" charset="-128"/>
              </a:rPr>
              <a:t>作業期間は、</a:t>
            </a:r>
            <a:r>
              <a:rPr lang="en-US" altLang="ja-JP" sz="1600">
                <a:latin typeface="+mn-ea"/>
                <a:cs typeface="メイリオ" pitchFamily="50" charset="-128"/>
              </a:rPr>
              <a:t>2025/10/1</a:t>
            </a:r>
            <a:r>
              <a:rPr lang="ja-JP" altLang="en-US" sz="1600">
                <a:latin typeface="+mn-ea"/>
                <a:cs typeface="メイリオ" pitchFamily="50" charset="-128"/>
              </a:rPr>
              <a:t>～</a:t>
            </a:r>
            <a:r>
              <a:rPr lang="en-US" altLang="ja-JP" sz="1600">
                <a:latin typeface="+mn-ea"/>
                <a:cs typeface="メイリオ" pitchFamily="50" charset="-128"/>
              </a:rPr>
              <a:t>2026/2/28</a:t>
            </a:r>
            <a:r>
              <a:rPr lang="ja-JP" altLang="en-US" sz="1600" err="1">
                <a:latin typeface="+mn-ea"/>
                <a:cs typeface="メイリオ" pitchFamily="50" charset="-128"/>
              </a:rPr>
              <a:t>までの</a:t>
            </a:r>
            <a:r>
              <a:rPr lang="en-US" altLang="ja-JP" sz="1600">
                <a:latin typeface="+mn-ea"/>
                <a:cs typeface="メイリオ" pitchFamily="50" charset="-128"/>
              </a:rPr>
              <a:t>5</a:t>
            </a:r>
            <a:r>
              <a:rPr lang="ja-JP" altLang="en-US" sz="1600">
                <a:latin typeface="+mn-ea"/>
                <a:cs typeface="メイリオ" pitchFamily="50" charset="-128"/>
              </a:rPr>
              <a:t>ヶ月を想定しております。</a:t>
            </a:r>
            <a:endParaRPr lang="en-US" altLang="ja-JP" sz="1600">
              <a:latin typeface="+mn-ea"/>
              <a:cs typeface="メイリオ" pitchFamily="50" charset="-128"/>
            </a:endParaRPr>
          </a:p>
        </p:txBody>
      </p:sp>
      <p:graphicFrame>
        <p:nvGraphicFramePr>
          <p:cNvPr id="9" name="表 8">
            <a:extLst>
              <a:ext uri="{FF2B5EF4-FFF2-40B4-BE49-F238E27FC236}">
                <a16:creationId xmlns:a16="http://schemas.microsoft.com/office/drawing/2014/main" id="{BBA8B256-12B2-6E8C-50F9-31564ECC0266}"/>
              </a:ext>
            </a:extLst>
          </p:cNvPr>
          <p:cNvGraphicFramePr>
            <a:graphicFrameLocks noGrp="1"/>
          </p:cNvGraphicFramePr>
          <p:nvPr>
            <p:extLst>
              <p:ext uri="{D42A27DB-BD31-4B8C-83A1-F6EECF244321}">
                <p14:modId xmlns:p14="http://schemas.microsoft.com/office/powerpoint/2010/main" val="3097168945"/>
              </p:ext>
            </p:extLst>
          </p:nvPr>
        </p:nvGraphicFramePr>
        <p:xfrm>
          <a:off x="516000" y="1394785"/>
          <a:ext cx="11160000" cy="3180920"/>
        </p:xfrm>
        <a:graphic>
          <a:graphicData uri="http://schemas.openxmlformats.org/drawingml/2006/table">
            <a:tbl>
              <a:tblPr firstRow="1" bandRow="1">
                <a:tableStyleId>{2D5ABB26-0587-4C30-8999-92F81FD0307C}</a:tableStyleId>
              </a:tblPr>
              <a:tblGrid>
                <a:gridCol w="418500">
                  <a:extLst>
                    <a:ext uri="{9D8B030D-6E8A-4147-A177-3AD203B41FA5}">
                      <a16:colId xmlns:a16="http://schemas.microsoft.com/office/drawing/2014/main" val="233225342"/>
                    </a:ext>
                  </a:extLst>
                </a:gridCol>
                <a:gridCol w="976500">
                  <a:extLst>
                    <a:ext uri="{9D8B030D-6E8A-4147-A177-3AD203B41FA5}">
                      <a16:colId xmlns:a16="http://schemas.microsoft.com/office/drawing/2014/main" val="3410166423"/>
                    </a:ext>
                  </a:extLst>
                </a:gridCol>
                <a:gridCol w="976500">
                  <a:extLst>
                    <a:ext uri="{9D8B030D-6E8A-4147-A177-3AD203B41FA5}">
                      <a16:colId xmlns:a16="http://schemas.microsoft.com/office/drawing/2014/main" val="568014644"/>
                    </a:ext>
                  </a:extLst>
                </a:gridCol>
                <a:gridCol w="697500">
                  <a:extLst>
                    <a:ext uri="{9D8B030D-6E8A-4147-A177-3AD203B41FA5}">
                      <a16:colId xmlns:a16="http://schemas.microsoft.com/office/drawing/2014/main" val="2247639322"/>
                    </a:ext>
                  </a:extLst>
                </a:gridCol>
                <a:gridCol w="1232097">
                  <a:extLst>
                    <a:ext uri="{9D8B030D-6E8A-4147-A177-3AD203B41FA5}">
                      <a16:colId xmlns:a16="http://schemas.microsoft.com/office/drawing/2014/main" val="4260495519"/>
                    </a:ext>
                  </a:extLst>
                </a:gridCol>
                <a:gridCol w="1649691">
                  <a:extLst>
                    <a:ext uri="{9D8B030D-6E8A-4147-A177-3AD203B41FA5}">
                      <a16:colId xmlns:a16="http://schemas.microsoft.com/office/drawing/2014/main" val="3343664097"/>
                    </a:ext>
                  </a:extLst>
                </a:gridCol>
                <a:gridCol w="1489435">
                  <a:extLst>
                    <a:ext uri="{9D8B030D-6E8A-4147-A177-3AD203B41FA5}">
                      <a16:colId xmlns:a16="http://schemas.microsoft.com/office/drawing/2014/main" val="3289193583"/>
                    </a:ext>
                  </a:extLst>
                </a:gridCol>
                <a:gridCol w="1781666">
                  <a:extLst>
                    <a:ext uri="{9D8B030D-6E8A-4147-A177-3AD203B41FA5}">
                      <a16:colId xmlns:a16="http://schemas.microsoft.com/office/drawing/2014/main" val="419565712"/>
                    </a:ext>
                  </a:extLst>
                </a:gridCol>
                <a:gridCol w="1938111">
                  <a:extLst>
                    <a:ext uri="{9D8B030D-6E8A-4147-A177-3AD203B41FA5}">
                      <a16:colId xmlns:a16="http://schemas.microsoft.com/office/drawing/2014/main" val="2912004341"/>
                    </a:ext>
                  </a:extLst>
                </a:gridCol>
              </a:tblGrid>
              <a:tr h="397615">
                <a:tc>
                  <a:txBody>
                    <a:bodyPr/>
                    <a:lstStyle/>
                    <a:p>
                      <a:pPr algn="ctr" rtl="0" fontAlgn="ctr"/>
                      <a:r>
                        <a:rPr lang="en-US" sz="1600" b="1" i="0" u="none" strike="noStrike">
                          <a:solidFill>
                            <a:srgbClr val="FFFFFF"/>
                          </a:solidFill>
                          <a:effectLst/>
                          <a:latin typeface="游ゴシック"/>
                          <a:ea typeface="游ゴシック"/>
                        </a:rPr>
                        <a:t>No.</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フェーズ</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契約種別</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区分</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a:ea typeface="游ゴシック"/>
                        </a:rPr>
                        <a:t>作業者</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rtl="0" fontAlgn="ctr"/>
                      <a:r>
                        <a:rPr lang="zh-CN" altLang="en-US" sz="1600" b="1" i="0" u="none" strike="noStrike">
                          <a:solidFill>
                            <a:srgbClr val="FFFFFF"/>
                          </a:solidFill>
                          <a:effectLst/>
                          <a:latin typeface="游ゴシック"/>
                          <a:ea typeface="游ゴシック"/>
                        </a:rPr>
                        <a:t>工数/月（人月）</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lvl="0" algn="ctr">
                        <a:buNone/>
                      </a:pPr>
                      <a:r>
                        <a:rPr lang="ja-JP" altLang="en-US" sz="1600" b="1" i="0" u="none" strike="noStrike">
                          <a:solidFill>
                            <a:srgbClr val="FFFFFF"/>
                          </a:solidFill>
                          <a:effectLst/>
                          <a:latin typeface="游ゴシック"/>
                          <a:ea typeface="游ゴシック"/>
                        </a:rPr>
                        <a:t>期間</a:t>
                      </a:r>
                    </a:p>
                  </a:txBody>
                  <a:tcPr marL="7620" marR="7620" marT="7620" marB="0" anchor="ct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lvl="0" algn="ctr">
                        <a:buNone/>
                      </a:pPr>
                      <a:r>
                        <a:rPr lang="ja-JP" altLang="en-US" sz="1600" b="1" i="0" u="none" strike="noStrike">
                          <a:solidFill>
                            <a:srgbClr val="FFFFFF"/>
                          </a:solidFill>
                          <a:effectLst/>
                          <a:latin typeface="游ゴシック"/>
                          <a:ea typeface="游ゴシック"/>
                        </a:rPr>
                        <a:t>合計工数</a:t>
                      </a:r>
                      <a:r>
                        <a:rPr lang="zh-CN" altLang="en-US" sz="1600" b="1" i="0" u="none" strike="noStrike">
                          <a:solidFill>
                            <a:srgbClr val="FFFFFF"/>
                          </a:solidFill>
                          <a:effectLst/>
                          <a:latin typeface="游ゴシック"/>
                          <a:ea typeface="游ゴシック"/>
                        </a:rPr>
                        <a:t>（人月）</a:t>
                      </a:r>
                      <a:endParaRPr lang="ja-JP" altLang="en-US" sz="1600" b="1" i="0" u="none" strike="noStrike">
                        <a:solidFill>
                          <a:srgbClr val="FFFFFF"/>
                        </a:solidFill>
                        <a:effectLst/>
                        <a:latin typeface="游ゴシック"/>
                        <a:ea typeface="游ゴシック"/>
                      </a:endParaRPr>
                    </a:p>
                  </a:txBody>
                  <a:tcPr marL="7620" marR="7620" marT="7620" marB="0"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金額（税抜き）</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424401785"/>
                  </a:ext>
                </a:extLst>
              </a:tr>
              <a:tr h="397615">
                <a:tc rowSpan="3">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１</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rowSpan="3">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要件定義・設計</a:t>
                      </a: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rowSpan="3">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準委任</a:t>
                      </a: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rowSpan="3">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正式</a:t>
                      </a:r>
                      <a:endParaRPr lang="en-US" altLang="ja-JP" sz="1600" b="0" i="0" u="none" strike="noStrike">
                        <a:solidFill>
                          <a:schemeClr val="tx1"/>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a:ea typeface="游ゴシック"/>
                        </a:rPr>
                        <a:t>作業者</a:t>
                      </a:r>
                    </a:p>
                  </a:txBody>
                  <a:tcPr marL="72000" marR="72000" marT="36000" marB="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a:ea typeface="游ゴシック"/>
                        </a:rPr>
                        <a:t>1.8</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rowSpan="2">
                  <a:txBody>
                    <a:bodyPr/>
                    <a:lstStyle/>
                    <a:p>
                      <a:pPr lvl="0" algn="r">
                        <a:buNone/>
                      </a:pPr>
                      <a:r>
                        <a:rPr lang="en-US" altLang="ja-JP" sz="1600" b="0" i="0" u="none" strike="noStrike">
                          <a:solidFill>
                            <a:srgbClr val="000000"/>
                          </a:solidFill>
                          <a:effectLst/>
                          <a:latin typeface="游ゴシック"/>
                          <a:ea typeface="游ゴシック"/>
                        </a:rPr>
                        <a:t>2025/10/1</a:t>
                      </a:r>
                      <a:r>
                        <a:rPr lang="ja-JP" altLang="en-US" sz="1600" b="0" i="0" u="none" strike="noStrike">
                          <a:solidFill>
                            <a:srgbClr val="000000"/>
                          </a:solidFill>
                          <a:effectLst/>
                          <a:latin typeface="游ゴシック"/>
                          <a:ea typeface="游ゴシック"/>
                        </a:rPr>
                        <a:t>～</a:t>
                      </a:r>
                      <a:r>
                        <a:rPr lang="en-US" altLang="ja-JP" sz="1600" b="0" i="0" u="none" strike="noStrike">
                          <a:solidFill>
                            <a:srgbClr val="000000"/>
                          </a:solidFill>
                          <a:effectLst/>
                          <a:latin typeface="游ゴシック"/>
                          <a:ea typeface="游ゴシック"/>
                        </a:rPr>
                        <a:t>2025/10/31</a:t>
                      </a:r>
                    </a:p>
                    <a:p>
                      <a:pPr lvl="0" algn="r">
                        <a:buNone/>
                      </a:pPr>
                      <a:r>
                        <a:rPr lang="ja-JP" altLang="en-US" sz="1600" b="0" i="0" u="none" strike="noStrike">
                          <a:solidFill>
                            <a:srgbClr val="000000"/>
                          </a:solidFill>
                          <a:effectLst/>
                          <a:latin typeface="游ゴシック"/>
                          <a:ea typeface="游ゴシック"/>
                        </a:rPr>
                        <a:t>（</a:t>
                      </a:r>
                      <a:r>
                        <a:rPr lang="en-US" altLang="ja-JP" sz="1600" b="0" i="0" u="none" strike="noStrike">
                          <a:solidFill>
                            <a:srgbClr val="000000"/>
                          </a:solidFill>
                          <a:effectLst/>
                          <a:latin typeface="游ゴシック"/>
                          <a:ea typeface="游ゴシック"/>
                        </a:rPr>
                        <a:t>1</a:t>
                      </a:r>
                      <a:r>
                        <a:rPr lang="ja-JP" altLang="en-US" sz="1600" b="0" i="0" u="none" strike="noStrike">
                          <a:solidFill>
                            <a:srgbClr val="000000"/>
                          </a:solidFill>
                          <a:effectLst/>
                          <a:latin typeface="游ゴシック"/>
                          <a:ea typeface="游ゴシック"/>
                        </a:rPr>
                        <a:t>か月）</a:t>
                      </a:r>
                      <a:endParaRPr lang="en-US" altLang="ja-JP" sz="1600" b="0" i="0" u="none" strike="noStrike">
                        <a:solidFill>
                          <a:srgbClr val="000000"/>
                        </a:solidFill>
                        <a:effectLst/>
                        <a:latin typeface="游ゴシック"/>
                        <a:ea typeface="游ゴシック"/>
                      </a:endParaRPr>
                    </a:p>
                  </a:txBody>
                  <a:tcPr marL="6350" marR="72000" marT="6350" marB="0" anchor="ct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lgn="r">
                        <a:buNone/>
                      </a:pPr>
                      <a:r>
                        <a:rPr lang="en-US" altLang="ja-JP" sz="1600" b="0" i="0" u="none" strike="noStrike">
                          <a:solidFill>
                            <a:srgbClr val="000000"/>
                          </a:solidFill>
                          <a:effectLst/>
                          <a:latin typeface="游ゴシック"/>
                          <a:ea typeface="游ゴシック"/>
                        </a:rPr>
                        <a:t>1.8</a:t>
                      </a:r>
                    </a:p>
                  </a:txBody>
                  <a:tcPr marL="6350" marR="72000" marT="6350" marB="0"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algn="r" rtl="0" fontAlgn="ctr"/>
                      <a:r>
                        <a:rPr lang="en-US" altLang="ja-JP" sz="1600" b="0" i="0" u="none" strike="noStrike">
                          <a:solidFill>
                            <a:srgbClr val="000000"/>
                          </a:solidFill>
                          <a:effectLst/>
                          <a:latin typeface="游ゴシック"/>
                          <a:ea typeface="游ゴシック"/>
                        </a:rPr>
                        <a:t>1,800,000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712587978"/>
                  </a:ext>
                </a:extLst>
              </a:tr>
              <a:tr h="397615">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a:ea typeface="游ゴシック"/>
                        </a:rPr>
                        <a:t>管理者</a:t>
                      </a:r>
                    </a:p>
                  </a:txBody>
                  <a:tcPr marL="72000" marR="72000" marT="36000" marB="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a:ea typeface="游ゴシック"/>
                        </a:rPr>
                        <a:t>0.2</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vMerge="1">
                  <a:txBody>
                    <a:bodyPr/>
                    <a:lstStyle/>
                    <a:p>
                      <a:pPr lvl="0" algn="r">
                        <a:buNone/>
                      </a:pPr>
                      <a:endParaRPr lang="en-US" altLang="ja-JP" sz="1600" b="0" i="0" u="none" strike="noStrike">
                        <a:solidFill>
                          <a:srgbClr val="000000"/>
                        </a:solidFill>
                        <a:effectLst/>
                        <a:latin typeface="游ゴシック"/>
                        <a:ea typeface="游ゴシック"/>
                      </a:endParaRPr>
                    </a:p>
                  </a:txBody>
                  <a:tcPr marL="6350" marR="72000" marT="6350" marB="0" anchor="ct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lgn="r">
                        <a:buNone/>
                      </a:pPr>
                      <a:r>
                        <a:rPr lang="en-US" altLang="ja-JP" sz="1600" b="0" i="0" u="none" strike="noStrike">
                          <a:solidFill>
                            <a:srgbClr val="000000"/>
                          </a:solidFill>
                          <a:effectLst/>
                          <a:latin typeface="游ゴシック"/>
                          <a:ea typeface="游ゴシック"/>
                        </a:rPr>
                        <a:t>0.2</a:t>
                      </a:r>
                    </a:p>
                  </a:txBody>
                  <a:tcPr marL="6350" marR="72000" marT="6350" marB="0"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algn="r" rtl="0" fontAlgn="ctr"/>
                      <a:r>
                        <a:rPr lang="en-US" altLang="ja-JP" sz="1600" b="0" i="0" u="none" strike="noStrike">
                          <a:solidFill>
                            <a:srgbClr val="000000"/>
                          </a:solidFill>
                          <a:effectLst/>
                          <a:latin typeface="游ゴシック"/>
                          <a:ea typeface="游ゴシック"/>
                        </a:rPr>
                        <a:t>280,000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45517169"/>
                  </a:ext>
                </a:extLst>
              </a:tr>
              <a:tr h="397615">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a:txBody>
                    <a:bodyPr/>
                    <a:lstStyle/>
                    <a:p>
                      <a:pPr algn="r" rtl="0" fontAlgn="ctr"/>
                      <a:r>
                        <a:rPr lang="ja-JP" altLang="en-US" sz="1600" b="1" i="0" u="none" strike="noStrike">
                          <a:solidFill>
                            <a:srgbClr val="000000"/>
                          </a:solidFill>
                          <a:effectLst/>
                          <a:latin typeface="游ゴシック"/>
                          <a:ea typeface="游ゴシック"/>
                        </a:rPr>
                        <a:t>小計</a:t>
                      </a:r>
                    </a:p>
                  </a:txBody>
                  <a:tcPr marL="7620" marR="72000" marT="7620" marB="0" anchor="ctr">
                    <a:lnL w="6350" cap="flat" cmpd="sng" algn="ctr">
                      <a:solidFill>
                        <a:schemeClr val="accent3"/>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a:ea typeface="游ゴシック"/>
                        </a:rPr>
                        <a:t>2.0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lvl="0" algn="r">
                        <a:buNone/>
                      </a:pPr>
                      <a:endParaRPr lang="en-US" altLang="ja-JP" sz="1600" b="1" i="0" u="none" strike="noStrike">
                        <a:solidFill>
                          <a:srgbClr val="000000"/>
                        </a:solidFill>
                        <a:effectLst/>
                        <a:latin typeface="游ゴシック"/>
                        <a:ea typeface="游ゴシック"/>
                      </a:endParaRP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lvl="0" algn="r">
                        <a:buNone/>
                      </a:pPr>
                      <a:r>
                        <a:rPr lang="en-US" altLang="ja-JP" sz="1600" b="1" i="0" u="none" strike="noStrike">
                          <a:solidFill>
                            <a:srgbClr val="000000"/>
                          </a:solidFill>
                          <a:effectLst/>
                          <a:latin typeface="游ゴシック"/>
                          <a:ea typeface="游ゴシック"/>
                        </a:rPr>
                        <a:t>2.0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a:ea typeface="游ゴシック"/>
                        </a:rPr>
                        <a:t>2,080,000</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952203023"/>
                  </a:ext>
                </a:extLst>
              </a:tr>
              <a:tr h="397615">
                <a:tc rowSpan="3">
                  <a:txBody>
                    <a:bodyPr/>
                    <a:lstStyle/>
                    <a:p>
                      <a:pPr algn="ct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2</a:t>
                      </a:r>
                    </a:p>
                  </a:txBody>
                  <a:tcPr marL="0" marR="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rowSpan="3">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開発・</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移行</a:t>
                      </a: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rowSpan="3">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準委任</a:t>
                      </a: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rowSpan="3">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正式</a:t>
                      </a:r>
                      <a:endParaRPr lang="en-US" altLang="ja-JP" sz="1600" b="0" i="0" u="none" strike="noStrike">
                        <a:solidFill>
                          <a:schemeClr val="tx1"/>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75000"/>
                        </a:schemeClr>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a:ea typeface="游ゴシック"/>
                        </a:rPr>
                        <a:t>作業者</a:t>
                      </a:r>
                    </a:p>
                  </a:txBody>
                  <a:tcPr marL="72000" marR="72000" marT="36000" marB="36000" anchor="ctr">
                    <a:lnL w="6350" cap="flat" cmpd="sng" algn="ctr">
                      <a:solidFill>
                        <a:schemeClr val="accent3"/>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rtl="0" fontAlgn="ctr"/>
                      <a:r>
                        <a:rPr lang="en-US" altLang="ja-JP" sz="1600" b="0" i="0" u="none" strike="noStrike">
                          <a:solidFill>
                            <a:srgbClr val="000000"/>
                          </a:solidFill>
                          <a:effectLst/>
                          <a:latin typeface="游ゴシック"/>
                          <a:ea typeface="游ゴシック"/>
                        </a:rPr>
                        <a:t>1.8</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rowSpan="2">
                  <a:txBody>
                    <a:bodyPr/>
                    <a:lstStyle/>
                    <a:p>
                      <a:pPr lvl="0" algn="r">
                        <a:buNone/>
                      </a:pPr>
                      <a:r>
                        <a:rPr lang="en-US" altLang="ja-JP" sz="1600" b="0" i="0" u="none" strike="noStrike">
                          <a:solidFill>
                            <a:srgbClr val="000000"/>
                          </a:solidFill>
                          <a:effectLst/>
                          <a:latin typeface="游ゴシック"/>
                          <a:ea typeface="游ゴシック"/>
                        </a:rPr>
                        <a:t>2025/11/1</a:t>
                      </a:r>
                      <a:r>
                        <a:rPr lang="ja-JP" altLang="en-US" sz="1600" b="0" i="0" u="none" strike="noStrike">
                          <a:solidFill>
                            <a:srgbClr val="000000"/>
                          </a:solidFill>
                          <a:effectLst/>
                          <a:latin typeface="游ゴシック"/>
                          <a:ea typeface="游ゴシック"/>
                        </a:rPr>
                        <a:t>～</a:t>
                      </a:r>
                      <a:r>
                        <a:rPr lang="en-US" altLang="ja-JP" sz="1600" b="0" i="0" u="none" strike="noStrike">
                          <a:solidFill>
                            <a:srgbClr val="000000"/>
                          </a:solidFill>
                          <a:effectLst/>
                          <a:latin typeface="游ゴシック"/>
                          <a:ea typeface="游ゴシック"/>
                        </a:rPr>
                        <a:t>2026/2/28</a:t>
                      </a:r>
                    </a:p>
                    <a:p>
                      <a:pPr marL="0" marR="0" lvl="0" indent="0" algn="r" defTabSz="914400" rtl="0" eaLnBrk="1" fontAlgn="auto" latinLnBrk="0" hangingPunct="1">
                        <a:lnSpc>
                          <a:spcPct val="100000"/>
                        </a:lnSpc>
                        <a:spcBef>
                          <a:spcPts val="0"/>
                        </a:spcBef>
                        <a:spcAft>
                          <a:spcPts val="0"/>
                        </a:spcAft>
                        <a:buClrTx/>
                        <a:buSzTx/>
                        <a:buFontTx/>
                        <a:buNone/>
                        <a:tabLst/>
                        <a:defRPr/>
                      </a:pPr>
                      <a:r>
                        <a:rPr lang="ja-JP" altLang="en-US" sz="1600" b="0" i="0" u="none" strike="noStrike">
                          <a:solidFill>
                            <a:srgbClr val="000000"/>
                          </a:solidFill>
                          <a:effectLst/>
                          <a:latin typeface="游ゴシック"/>
                          <a:ea typeface="游ゴシック"/>
                        </a:rPr>
                        <a:t>（4か月）</a:t>
                      </a:r>
                      <a:endParaRPr lang="en-US" altLang="ja-JP" sz="1600" b="0" i="0" u="none" strike="noStrike">
                        <a:solidFill>
                          <a:srgbClr val="000000"/>
                        </a:solidFill>
                        <a:effectLst/>
                        <a:latin typeface="游ゴシック"/>
                        <a:ea typeface="游ゴシック"/>
                      </a:endParaRP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lvl="0" algn="r">
                        <a:buNone/>
                      </a:pPr>
                      <a:r>
                        <a:rPr lang="en-US" altLang="ja-JP" sz="1600" b="0" i="0" u="none" strike="noStrike">
                          <a:solidFill>
                            <a:srgbClr val="000000"/>
                          </a:solidFill>
                          <a:effectLst/>
                          <a:latin typeface="游ゴシック"/>
                          <a:ea typeface="游ゴシック"/>
                        </a:rPr>
                        <a:t>7.2</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rtl="0" fontAlgn="ctr"/>
                      <a:r>
                        <a:rPr lang="en-US" altLang="ja-JP" sz="1600" b="0" i="0" u="none" strike="noStrike">
                          <a:solidFill>
                            <a:srgbClr val="000000"/>
                          </a:solidFill>
                          <a:effectLst/>
                          <a:latin typeface="游ゴシック"/>
                          <a:ea typeface="游ゴシック"/>
                        </a:rPr>
                        <a:t>7,200,000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2394450184"/>
                  </a:ext>
                </a:extLst>
              </a:tr>
              <a:tr h="397615">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a:ea typeface="游ゴシック"/>
                        </a:rPr>
                        <a:t>管理者</a:t>
                      </a:r>
                    </a:p>
                  </a:txBody>
                  <a:tcPr marL="72000" marR="72000" marT="36000" marB="36000" anchor="ctr">
                    <a:lnL w="6350" cap="flat" cmpd="sng" algn="ctr">
                      <a:solidFill>
                        <a:schemeClr val="accent3"/>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rtl="0" fontAlgn="ctr"/>
                      <a:r>
                        <a:rPr lang="en-US" altLang="ja-JP" sz="1600" b="0" i="0" u="none" strike="noStrike">
                          <a:solidFill>
                            <a:srgbClr val="000000"/>
                          </a:solidFill>
                          <a:effectLst/>
                          <a:latin typeface="游ゴシック"/>
                          <a:ea typeface="游ゴシック"/>
                        </a:rPr>
                        <a:t>0.2</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vMerge="1">
                  <a:txBody>
                    <a:bodyPr/>
                    <a:lstStyle/>
                    <a:p>
                      <a:pPr lvl="0" algn="r">
                        <a:buNone/>
                      </a:pPr>
                      <a:endParaRPr lang="en-US" altLang="ja-JP" sz="1600" b="0" i="0" u="none" strike="noStrike">
                        <a:solidFill>
                          <a:srgbClr val="000000"/>
                        </a:solidFill>
                        <a:effectLst/>
                        <a:latin typeface="游ゴシック"/>
                        <a:ea typeface="游ゴシック"/>
                      </a:endParaRP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lvl="0" algn="r">
                        <a:buNone/>
                      </a:pPr>
                      <a:r>
                        <a:rPr lang="en-US" altLang="ja-JP" sz="1600" b="0" i="0" u="none" strike="noStrike">
                          <a:solidFill>
                            <a:srgbClr val="000000"/>
                          </a:solidFill>
                          <a:effectLst/>
                          <a:latin typeface="游ゴシック"/>
                          <a:ea typeface="游ゴシック"/>
                        </a:rPr>
                        <a:t>0.8</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rtl="0" fontAlgn="ctr"/>
                      <a:r>
                        <a:rPr lang="en-US" altLang="ja-JP" sz="1600" b="0" i="0" u="none" strike="noStrike">
                          <a:solidFill>
                            <a:srgbClr val="000000"/>
                          </a:solidFill>
                          <a:effectLst/>
                          <a:latin typeface="游ゴシック"/>
                          <a:ea typeface="游ゴシック"/>
                        </a:rPr>
                        <a:t>1,120,000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3254259302"/>
                  </a:ext>
                </a:extLst>
              </a:tr>
              <a:tr h="397615">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游ゴシック"/>
                          <a:ea typeface="游ゴシック"/>
                        </a:rPr>
                        <a:t>小計</a:t>
                      </a:r>
                    </a:p>
                  </a:txBody>
                  <a:tcPr marL="7620" marR="72000" marT="7620" marB="0" anchor="ctr">
                    <a:lnL w="6350" cap="flat" cmpd="sng" algn="ctr">
                      <a:solidFill>
                        <a:schemeClr val="accent3"/>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a:ea typeface="游ゴシック"/>
                        </a:rPr>
                        <a:t>2.0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lvl="0" algn="r">
                        <a:buNone/>
                      </a:pPr>
                      <a:endParaRPr lang="en-US" altLang="ja-JP" sz="1600" b="1" i="0" u="none" strike="noStrike">
                        <a:solidFill>
                          <a:srgbClr val="000000"/>
                        </a:solidFill>
                        <a:effectLst/>
                        <a:latin typeface="游ゴシック"/>
                        <a:ea typeface="游ゴシック"/>
                      </a:endParaRP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lvl="0" algn="r">
                        <a:buNone/>
                      </a:pPr>
                      <a:r>
                        <a:rPr lang="en-US" altLang="ja-JP" sz="1600" b="1" i="0" u="none" strike="noStrike">
                          <a:solidFill>
                            <a:srgbClr val="000000"/>
                          </a:solidFill>
                          <a:effectLst/>
                          <a:latin typeface="游ゴシック"/>
                          <a:ea typeface="游ゴシック"/>
                        </a:rPr>
                        <a:t>8.0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a:ea typeface="游ゴシック"/>
                        </a:rPr>
                        <a:t>8,320,000</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71832122"/>
                  </a:ext>
                </a:extLst>
              </a:tr>
              <a:tr h="397615">
                <a:tc gridSpan="6">
                  <a:txBody>
                    <a:bodyPr/>
                    <a:lstStyle/>
                    <a:p>
                      <a:pPr algn="r" rtl="0" fontAlgn="ctr"/>
                      <a:r>
                        <a:rPr kumimoji="1" lang="ja-JP" altLang="en-US" sz="1600" b="1" i="0" u="none" strike="noStrike" kern="1200">
                          <a:solidFill>
                            <a:srgbClr val="000000"/>
                          </a:solidFill>
                          <a:effectLst/>
                          <a:latin typeface="游ゴシック"/>
                          <a:ea typeface="游ゴシック"/>
                          <a:cs typeface="+mn-cs"/>
                        </a:rPr>
                        <a:t>合計</a:t>
                      </a:r>
                      <a:endParaRPr kumimoji="1" lang="en-US" altLang="ja-JP" sz="1600" b="1" i="0" u="none" strike="noStrike" kern="1200">
                        <a:solidFill>
                          <a:srgbClr val="000000"/>
                        </a:solidFill>
                        <a:effectLst/>
                        <a:latin typeface="游ゴシック"/>
                        <a:ea typeface="游ゴシック"/>
                        <a:cs typeface="+mn-cs"/>
                      </a:endParaRPr>
                    </a:p>
                  </a:txBody>
                  <a:tcPr marL="0" marR="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hMerge="1">
                  <a:txBody>
                    <a:bodyPr/>
                    <a:lstStyle/>
                    <a:p>
                      <a:pPr algn="ctr" rtl="0" fontAlgn="ct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hMerge="1">
                  <a:txBody>
                    <a:bodyPr/>
                    <a:lstStyle/>
                    <a:p>
                      <a:pPr algn="ctr" rtl="0" fontAlgn="ct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hMerge="1">
                  <a:txBody>
                    <a:bodyPr/>
                    <a:lstStyle/>
                    <a:p>
                      <a:pPr algn="ctr" rtl="0" fontAlgn="ctr"/>
                      <a:endParaRPr lang="en-US" altLang="ja-JP" sz="1600" b="0" i="0" u="none" strike="noStrike">
                        <a:solidFill>
                          <a:schemeClr val="tx1"/>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75000"/>
                        </a:schemeClr>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hMerge="1">
                  <a:txBody>
                    <a:bodyPr/>
                    <a:lstStyle/>
                    <a:p>
                      <a:pPr algn="r" rtl="0" fontAlgn="ctr"/>
                      <a:endParaRPr lang="ja-JP" altLang="en-US" sz="1600" b="1" i="0" u="none" strike="noStrike">
                        <a:solidFill>
                          <a:srgbClr val="000000"/>
                        </a:solidFill>
                        <a:effectLst/>
                        <a:latin typeface="游ゴシック"/>
                        <a:ea typeface="游ゴシック"/>
                      </a:endParaRPr>
                    </a:p>
                  </a:txBody>
                  <a:tcPr marL="7620" marR="72000" marT="7620" marB="0" anchor="ctr">
                    <a:lnL w="6350" cap="flat" cmpd="sng" algn="ctr">
                      <a:solidFill>
                        <a:schemeClr val="accent3"/>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hMerge="1">
                  <a:txBody>
                    <a:bodyPr/>
                    <a:lstStyle/>
                    <a:p>
                      <a:pPr algn="r" rtl="0" fontAlgn="ctr"/>
                      <a:endParaRPr lang="en-US" altLang="ja-JP" sz="1600" b="1" i="0" u="none" strike="noStrike">
                        <a:solidFill>
                          <a:srgbClr val="000000"/>
                        </a:solidFill>
                        <a:effectLst/>
                        <a:latin typeface="游ゴシック"/>
                        <a:ea typeface="游ゴシック"/>
                      </a:endParaRP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lvl="0" algn="r">
                        <a:buNone/>
                      </a:pPr>
                      <a:endParaRPr lang="en-US" altLang="ja-JP" sz="1600" b="1" i="0" u="none" strike="noStrike">
                        <a:solidFill>
                          <a:srgbClr val="000000"/>
                        </a:solidFill>
                        <a:effectLst/>
                        <a:latin typeface="游ゴシック"/>
                        <a:ea typeface="游ゴシック"/>
                      </a:endParaRP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a:solidFill>
                        <a:schemeClr val="bg1">
                          <a:lumMod val="75000"/>
                        </a:schemeClr>
                      </a:solidFill>
                    </a:lnB>
                    <a:solidFill>
                      <a:schemeClr val="accent1">
                        <a:lumMod val="20000"/>
                        <a:lumOff val="80000"/>
                      </a:schemeClr>
                    </a:solidFill>
                  </a:tcPr>
                </a:tc>
                <a:tc>
                  <a:txBody>
                    <a:bodyPr/>
                    <a:lstStyle/>
                    <a:p>
                      <a:pPr lvl="0" algn="r">
                        <a:buNone/>
                      </a:pPr>
                      <a:r>
                        <a:rPr lang="en-US" altLang="ja-JP" sz="1600" b="1" i="0" u="none" strike="noStrike">
                          <a:solidFill>
                            <a:srgbClr val="000000"/>
                          </a:solidFill>
                          <a:effectLst/>
                          <a:latin typeface="游ゴシック"/>
                          <a:ea typeface="游ゴシック"/>
                        </a:rPr>
                        <a:t>10.0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a:solidFill>
                        <a:schemeClr val="bg1">
                          <a:lumMod val="75000"/>
                        </a:schemeClr>
                      </a:solidFill>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a:ea typeface="游ゴシック"/>
                        </a:rPr>
                        <a:t>10,400,000</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73092215"/>
                  </a:ext>
                </a:extLst>
              </a:tr>
            </a:tbl>
          </a:graphicData>
        </a:graphic>
      </p:graphicFrame>
      <p:sp>
        <p:nvSpPr>
          <p:cNvPr id="7" name="正方形/長方形 6">
            <a:extLst>
              <a:ext uri="{FF2B5EF4-FFF2-40B4-BE49-F238E27FC236}">
                <a16:creationId xmlns:a16="http://schemas.microsoft.com/office/drawing/2014/main" id="{E167BA46-D481-4A41-88B9-C36D17773702}"/>
              </a:ext>
            </a:extLst>
          </p:cNvPr>
          <p:cNvSpPr/>
          <p:nvPr/>
        </p:nvSpPr>
        <p:spPr>
          <a:xfrm>
            <a:off x="516000" y="2972119"/>
            <a:ext cx="11160000" cy="1205434"/>
          </a:xfrm>
          <a:prstGeom prst="rect">
            <a:avLst/>
          </a:prstGeom>
          <a:no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4BE11B4D-80F0-44BF-8EA5-C62141DB215A}"/>
              </a:ext>
            </a:extLst>
          </p:cNvPr>
          <p:cNvSpPr/>
          <p:nvPr/>
        </p:nvSpPr>
        <p:spPr>
          <a:xfrm>
            <a:off x="9368814" y="4764185"/>
            <a:ext cx="2248386" cy="324389"/>
          </a:xfrm>
          <a:prstGeom prst="rect">
            <a:avLst/>
          </a:prstGeom>
          <a:no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ja-JP" altLang="en-US">
                <a:solidFill>
                  <a:srgbClr val="FF0000"/>
                </a:solidFill>
              </a:rPr>
              <a:t>本御見積対象範囲</a:t>
            </a:r>
          </a:p>
        </p:txBody>
      </p:sp>
    </p:spTree>
    <p:extLst>
      <p:ext uri="{BB962C8B-B14F-4D97-AF65-F5344CB8AC3E}">
        <p14:creationId xmlns:p14="http://schemas.microsoft.com/office/powerpoint/2010/main" val="24534056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7EAB47-04C7-45A7-AD57-B693B92CF23D}"/>
              </a:ext>
            </a:extLst>
          </p:cNvPr>
          <p:cNvSpPr>
            <a:spLocks noGrp="1"/>
          </p:cNvSpPr>
          <p:nvPr>
            <p:ph type="title"/>
          </p:nvPr>
        </p:nvSpPr>
        <p:spPr/>
        <p:txBody>
          <a:bodyPr/>
          <a:lstStyle/>
          <a:p>
            <a:r>
              <a:rPr lang="en-US" altLang="ja-JP">
                <a:latin typeface="游明朝"/>
                <a:ea typeface="游明朝"/>
              </a:rPr>
              <a:t>10.</a:t>
            </a:r>
            <a:r>
              <a:rPr lang="ja-JP" altLang="en-US">
                <a:latin typeface="游明朝"/>
                <a:ea typeface="游明朝"/>
              </a:rPr>
              <a:t> お見積もり前提条件</a:t>
            </a:r>
            <a:endParaRPr kumimoji="1" lang="ja-JP" altLang="en-US">
              <a:latin typeface="游明朝"/>
              <a:ea typeface="游明朝"/>
            </a:endParaRPr>
          </a:p>
        </p:txBody>
      </p:sp>
      <p:sp>
        <p:nvSpPr>
          <p:cNvPr id="5" name="テキスト プレースホルダー 4">
            <a:extLst>
              <a:ext uri="{FF2B5EF4-FFF2-40B4-BE49-F238E27FC236}">
                <a16:creationId xmlns:a16="http://schemas.microsoft.com/office/drawing/2014/main" id="{97E6FBE8-190C-40F0-AA01-14695A77D734}"/>
              </a:ext>
            </a:extLst>
          </p:cNvPr>
          <p:cNvSpPr>
            <a:spLocks noGrp="1"/>
          </p:cNvSpPr>
          <p:nvPr>
            <p:ph type="body" sz="quarter" idx="13"/>
          </p:nvPr>
        </p:nvSpPr>
        <p:spPr>
          <a:xfrm>
            <a:off x="576000" y="936000"/>
            <a:ext cx="11320436" cy="5350500"/>
          </a:xfrm>
        </p:spPr>
        <p:txBody>
          <a:bodyPr vert="horz" lIns="91440" tIns="45720" rIns="91440" bIns="45720" rtlCol="0" anchor="t">
            <a:normAutofit fontScale="92500" lnSpcReduction="20000"/>
          </a:bodyPr>
          <a:lstStyle/>
          <a:p>
            <a:r>
              <a:rPr kumimoji="1" lang="ja-JP" altLang="en-US" b="0" u="none"/>
              <a:t>本資料記載の金額は全て税抜となります。</a:t>
            </a:r>
            <a:endParaRPr kumimoji="1" lang="en-US" altLang="ja-JP" b="0" u="none"/>
          </a:p>
          <a:p>
            <a:r>
              <a:rPr lang="ja-JP" altLang="en-US" b="0" u="none">
                <a:solidFill>
                  <a:srgbClr val="0000FF"/>
                </a:solidFill>
              </a:rPr>
              <a:t>本お見積もりの契約形態は準委任契約（成果完成型）を想定しております。</a:t>
            </a:r>
            <a:endParaRPr lang="en-US" altLang="ja-JP" b="0" u="none">
              <a:solidFill>
                <a:srgbClr val="0000FF"/>
              </a:solidFill>
            </a:endParaRPr>
          </a:p>
          <a:p>
            <a:r>
              <a:rPr lang="ja-JP" altLang="en-US" b="0" u="none">
                <a:solidFill>
                  <a:srgbClr val="0000FF"/>
                </a:solidFill>
                <a:latin typeface="游ゴシック"/>
                <a:ea typeface="游ゴシック"/>
              </a:rPr>
              <a:t>お支払いにつきましては、「２月末締、翌月末現金支払」を想定しております。</a:t>
            </a:r>
            <a:endParaRPr lang="en-US" altLang="ja-JP" b="0" u="none">
              <a:solidFill>
                <a:srgbClr val="0000FF"/>
              </a:solidFill>
            </a:endParaRPr>
          </a:p>
          <a:p>
            <a:r>
              <a:rPr kumimoji="1" lang="ja-JP" altLang="en-US" b="0" u="none">
                <a:latin typeface="游ゴシック"/>
                <a:ea typeface="游ゴシック"/>
              </a:rPr>
              <a:t>本お見積もりの作業内容は、「</a:t>
            </a:r>
            <a:r>
              <a:rPr kumimoji="1" lang="en-US" altLang="ja-JP" b="0" u="none">
                <a:latin typeface="游ゴシック"/>
                <a:ea typeface="游ゴシック"/>
              </a:rPr>
              <a:t>4.</a:t>
            </a:r>
            <a:r>
              <a:rPr kumimoji="1" lang="ja-JP" altLang="en-US" b="0" u="none">
                <a:latin typeface="游ゴシック"/>
                <a:ea typeface="游ゴシック"/>
              </a:rPr>
              <a:t> </a:t>
            </a:r>
            <a:r>
              <a:rPr lang="ja-JP" altLang="en-US" b="0" u="none">
                <a:latin typeface="游ゴシック"/>
                <a:ea typeface="游ゴシック"/>
              </a:rPr>
              <a:t>想定している作業内容と成果物」に基づいてお見積もりしております。</a:t>
            </a:r>
            <a:br>
              <a:rPr lang="ja-JP" altLang="en-US" b="0" u="none">
                <a:latin typeface="游ゴシック"/>
                <a:ea typeface="游ゴシック"/>
              </a:rPr>
            </a:br>
            <a:r>
              <a:rPr lang="ja-JP" altLang="en-US" b="0" u="none">
                <a:latin typeface="游ゴシック"/>
                <a:ea typeface="游ゴシック"/>
              </a:rPr>
              <a:t>上記以外の対応が発生した場合は別途ご相談の上、決定させていただきます。</a:t>
            </a:r>
            <a:endParaRPr lang="en-US" altLang="ja-JP" b="0" u="none"/>
          </a:p>
          <a:p>
            <a:r>
              <a:rPr lang="ja-JP" altLang="en-US" b="0" u="none"/>
              <a:t>本お見積もりは縮小版共通基盤への単純移行を想定しております。</a:t>
            </a:r>
            <a:endParaRPr lang="en-US" altLang="ja-JP" b="0" u="none"/>
          </a:p>
          <a:p>
            <a:r>
              <a:rPr lang="ja-JP" altLang="en-US" b="0" u="none"/>
              <a:t>作業場所は原則弊社オフィス内とします。弊社オフィス内には在宅での勤務を含みます。</a:t>
            </a:r>
            <a:endParaRPr lang="en-US" altLang="ja-JP" b="0" u="none"/>
          </a:p>
          <a:p>
            <a:r>
              <a:rPr lang="ja-JP" altLang="en-US" b="0" u="none">
                <a:latin typeface="游ゴシック"/>
                <a:ea typeface="游ゴシック"/>
              </a:rPr>
              <a:t>アプリケーション、ミドルウェアのライセンスやインストールは貴社にてご対応をお願いいたします。</a:t>
            </a:r>
            <a:endParaRPr lang="en-US" altLang="ja-JP" b="0" u="none">
              <a:latin typeface="游ゴシック"/>
              <a:ea typeface="游ゴシック"/>
            </a:endParaRPr>
          </a:p>
          <a:p>
            <a:r>
              <a:rPr kumimoji="1" lang="ja-JP" altLang="en-US" b="0" u="none"/>
              <a:t>インフラ環境の</a:t>
            </a:r>
            <a:r>
              <a:rPr lang="ja-JP" altLang="en-US" b="0" u="none"/>
              <a:t>調達・</a:t>
            </a:r>
            <a:r>
              <a:rPr kumimoji="1" lang="ja-JP" altLang="en-US" b="0" u="none"/>
              <a:t>構築は含まれておりません。</a:t>
            </a:r>
            <a:endParaRPr kumimoji="1" lang="en-US" altLang="ja-JP" b="0" u="none"/>
          </a:p>
          <a:p>
            <a:r>
              <a:rPr kumimoji="1" lang="en-US" altLang="ja-JP" b="0" u="none">
                <a:latin typeface="游ゴシック"/>
                <a:ea typeface="游ゴシック"/>
              </a:rPr>
              <a:t>DB</a:t>
            </a:r>
            <a:r>
              <a:rPr kumimoji="1" lang="ja-JP" altLang="en-US" b="0" u="none">
                <a:latin typeface="游ゴシック"/>
                <a:ea typeface="游ゴシック"/>
              </a:rPr>
              <a:t>の移行先は</a:t>
            </a:r>
            <a:r>
              <a:rPr kumimoji="1" lang="en-US" altLang="ja-JP" b="0" u="none">
                <a:latin typeface="游ゴシック"/>
                <a:ea typeface="游ゴシック"/>
              </a:rPr>
              <a:t>Oracle</a:t>
            </a:r>
            <a:r>
              <a:rPr kumimoji="1" lang="ja-JP" altLang="en-US" b="0" u="none">
                <a:latin typeface="游ゴシック"/>
                <a:ea typeface="游ゴシック"/>
              </a:rPr>
              <a:t> </a:t>
            </a:r>
            <a:r>
              <a:rPr lang="en-US" altLang="ja-JP" b="0" u="none">
                <a:latin typeface="游ゴシック"/>
                <a:ea typeface="游ゴシック"/>
              </a:rPr>
              <a:t>Database</a:t>
            </a:r>
            <a:r>
              <a:rPr kumimoji="1" lang="ja-JP" altLang="en-US" b="0" u="none">
                <a:latin typeface="游ゴシック"/>
                <a:ea typeface="游ゴシック"/>
              </a:rPr>
              <a:t>を想定しております。</a:t>
            </a:r>
            <a:endParaRPr kumimoji="1" lang="en-US" altLang="ja-JP" b="0" u="none">
              <a:latin typeface="游ゴシック"/>
              <a:ea typeface="游ゴシック"/>
            </a:endParaRPr>
          </a:p>
          <a:p>
            <a:r>
              <a:rPr lang="ja-JP" altLang="en-US" b="0" u="none">
                <a:latin typeface="游ゴシック"/>
                <a:ea typeface="游ゴシック"/>
              </a:rPr>
              <a:t>DB移行に関する費用は含まれておりません。</a:t>
            </a:r>
            <a:endParaRPr lang="en-US" altLang="ja-JP" b="0" u="none">
              <a:latin typeface="游ゴシック"/>
              <a:ea typeface="游ゴシック"/>
            </a:endParaRPr>
          </a:p>
          <a:p>
            <a:r>
              <a:rPr lang="ja-JP" b="0" u="none">
                <a:latin typeface="游ゴシック"/>
                <a:ea typeface="游ゴシック"/>
                <a:cs typeface="+mn-ea"/>
              </a:rPr>
              <a:t>Azureのサーバ等は、案件開始時点で必要数分を</a:t>
            </a:r>
            <a:r>
              <a:rPr lang="ja-JP" altLang="en-US" b="0" u="none">
                <a:latin typeface="游ゴシック"/>
                <a:ea typeface="游ゴシック"/>
                <a:cs typeface="+mn-ea"/>
              </a:rPr>
              <a:t>貴社にて</a:t>
            </a:r>
            <a:r>
              <a:rPr lang="ja-JP" b="0" u="none">
                <a:latin typeface="游ゴシック"/>
                <a:ea typeface="游ゴシック"/>
                <a:cs typeface="+mn-ea"/>
              </a:rPr>
              <a:t>ご用意をお願いいたします</a:t>
            </a:r>
            <a:r>
              <a:rPr lang="ja-JP" altLang="en-US" b="0" u="none">
                <a:latin typeface="游ゴシック"/>
                <a:ea typeface="游ゴシック"/>
                <a:cs typeface="+mn-ea"/>
              </a:rPr>
              <a:t>。</a:t>
            </a:r>
            <a:endParaRPr lang="en-US" altLang="ja-JP" b="0" u="none">
              <a:latin typeface="游ゴシック"/>
              <a:ea typeface="游ゴシック"/>
            </a:endParaRPr>
          </a:p>
          <a:p>
            <a:r>
              <a:rPr lang="ja-JP" b="0" u="none">
                <a:latin typeface="游ゴシック"/>
                <a:ea typeface="游ゴシック"/>
                <a:cs typeface="+mn-ea"/>
              </a:rPr>
              <a:t>非互換対応</a:t>
            </a:r>
            <a:r>
              <a:rPr lang="ja-JP" altLang="en-US" b="0" u="none">
                <a:latin typeface="游ゴシック"/>
                <a:ea typeface="游ゴシック"/>
                <a:cs typeface="+mn-ea"/>
              </a:rPr>
              <a:t>や業務変更などのプログラム改修は想定していません。</a:t>
            </a:r>
            <a:endParaRPr lang="ja-JP" altLang="en-US" b="0" u="none">
              <a:latin typeface="游ゴシック"/>
              <a:ea typeface="游ゴシック"/>
            </a:endParaRPr>
          </a:p>
          <a:p>
            <a:r>
              <a:rPr lang="ja-JP" altLang="en-US" b="0" u="none">
                <a:latin typeface="游ゴシック"/>
                <a:ea typeface="游ゴシック"/>
                <a:cs typeface="+mn-ea"/>
              </a:rPr>
              <a:t>汎用徴収と上下水道システム（</a:t>
            </a:r>
            <a:r>
              <a:rPr lang="en-US" altLang="ja-JP" b="0" u="none">
                <a:latin typeface="游ゴシック"/>
                <a:ea typeface="游ゴシック"/>
                <a:cs typeface="+mn-ea"/>
              </a:rPr>
              <a:t>Excel</a:t>
            </a:r>
            <a:r>
              <a:rPr lang="ja-JP" altLang="en-US" b="0" u="none">
                <a:latin typeface="游ゴシック"/>
                <a:ea typeface="游ゴシック"/>
                <a:cs typeface="+mn-ea"/>
              </a:rPr>
              <a:t>）は本御見積対象外となります。</a:t>
            </a:r>
            <a:endParaRPr lang="en-US" altLang="ja-JP" b="0" u="none">
              <a:latin typeface="游ゴシック"/>
              <a:ea typeface="游ゴシック"/>
              <a:cs typeface="+mn-ea"/>
            </a:endParaRPr>
          </a:p>
          <a:p>
            <a:r>
              <a:rPr lang="ja-JP" altLang="en-US" b="0" u="none">
                <a:latin typeface="游ゴシック"/>
                <a:ea typeface="游ゴシック"/>
              </a:rPr>
              <a:t>出クレ送信処理については、事務管理⇒連携</a:t>
            </a:r>
            <a:r>
              <a:rPr lang="en-US" altLang="ja-JP" b="0" u="none">
                <a:latin typeface="游ゴシック"/>
                <a:ea typeface="游ゴシック"/>
              </a:rPr>
              <a:t>NAS</a:t>
            </a:r>
            <a:r>
              <a:rPr lang="ja-JP" altLang="en-US" b="0" u="none">
                <a:latin typeface="游ゴシック"/>
                <a:ea typeface="游ゴシック"/>
              </a:rPr>
              <a:t>間の移行のみ対象となります。</a:t>
            </a:r>
            <a:br>
              <a:rPr lang="en-US" altLang="ja-JP" b="0" u="none">
                <a:latin typeface="游ゴシック"/>
                <a:ea typeface="游ゴシック"/>
              </a:rPr>
            </a:br>
            <a:r>
              <a:rPr lang="ja-JP" altLang="en-US" b="0" u="none">
                <a:latin typeface="游ゴシック"/>
                <a:ea typeface="游ゴシック"/>
              </a:rPr>
              <a:t>後続処理（</a:t>
            </a:r>
            <a:r>
              <a:rPr lang="en-US" altLang="ja-JP" b="0" u="none" err="1">
                <a:latin typeface="游ゴシック"/>
                <a:ea typeface="游ゴシック"/>
              </a:rPr>
              <a:t>Waha</a:t>
            </a:r>
            <a:r>
              <a:rPr lang="ja-JP" altLang="en-US" b="0" u="none">
                <a:latin typeface="游ゴシック"/>
                <a:ea typeface="游ゴシック"/>
              </a:rPr>
              <a:t>変換、出クレシステムへの送信）は貴社にてご対応お願いします。</a:t>
            </a:r>
          </a:p>
          <a:p>
            <a:r>
              <a:rPr lang="ja-JP" altLang="en-US" b="0" u="none">
                <a:latin typeface="游ゴシック"/>
                <a:ea typeface="游ゴシック"/>
              </a:rPr>
              <a:t>初期流動期間（</a:t>
            </a:r>
            <a:r>
              <a:rPr lang="en-US" altLang="ja-JP" b="0" u="none">
                <a:latin typeface="游ゴシック"/>
                <a:ea typeface="游ゴシック"/>
              </a:rPr>
              <a:t>2026/2/28</a:t>
            </a:r>
            <a:r>
              <a:rPr lang="ja-JP" altLang="en-US" b="0" u="none">
                <a:latin typeface="游ゴシック"/>
                <a:ea typeface="游ゴシック"/>
              </a:rPr>
              <a:t>まで）の対応が完了しない場合は、別途ご発注とさせていただきます。</a:t>
            </a:r>
            <a:endParaRPr lang="en-US" altLang="ja-JP" b="0" u="none">
              <a:latin typeface="游ゴシック"/>
              <a:ea typeface="游ゴシック"/>
            </a:endParaRPr>
          </a:p>
          <a:p>
            <a:r>
              <a:rPr kumimoji="1" lang="ja-JP" altLang="en-US" b="0" u="none"/>
              <a:t>上記に記載のない諸条件につきましては、別途ご相談の上、決定させていただきます。</a:t>
            </a:r>
          </a:p>
        </p:txBody>
      </p:sp>
      <p:sp>
        <p:nvSpPr>
          <p:cNvPr id="4" name="スライド番号プレースホルダー 3">
            <a:extLst>
              <a:ext uri="{FF2B5EF4-FFF2-40B4-BE49-F238E27FC236}">
                <a16:creationId xmlns:a16="http://schemas.microsoft.com/office/drawing/2014/main" id="{9727429A-C023-892D-7F62-63C0A818E404}"/>
              </a:ext>
            </a:extLst>
          </p:cNvPr>
          <p:cNvSpPr>
            <a:spLocks noGrp="1"/>
          </p:cNvSpPr>
          <p:nvPr>
            <p:ph type="sldNum" sz="quarter" idx="15"/>
          </p:nvPr>
        </p:nvSpPr>
        <p:spPr>
          <a:xfrm>
            <a:off x="10752000" y="6552000"/>
            <a:ext cx="1440000" cy="216000"/>
          </a:xfrm>
        </p:spPr>
        <p:txBody>
          <a:bodyPr/>
          <a:lstStyle/>
          <a:p>
            <a:fld id="{26CA5134-5AAC-D342-B763-43605FECB385}" type="slidenum">
              <a:rPr kumimoji="1" lang="ja-JP" altLang="en-US" smtClean="0"/>
              <a:pPr/>
              <a:t>11</a:t>
            </a:fld>
            <a:endParaRPr kumimoji="1" lang="ja-JP" altLang="en-US" sz="700"/>
          </a:p>
        </p:txBody>
      </p:sp>
    </p:spTree>
    <p:extLst>
      <p:ext uri="{BB962C8B-B14F-4D97-AF65-F5344CB8AC3E}">
        <p14:creationId xmlns:p14="http://schemas.microsoft.com/office/powerpoint/2010/main" val="24103749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98BBBA1E-94AB-4E3B-9E77-B45E577B51A5}"/>
              </a:ext>
            </a:extLst>
          </p:cNvPr>
          <p:cNvSpPr>
            <a:spLocks noGrp="1"/>
          </p:cNvSpPr>
          <p:nvPr>
            <p:ph type="body" sz="quarter" idx="13"/>
          </p:nvPr>
        </p:nvSpPr>
        <p:spPr/>
        <p:txBody>
          <a:bodyPr/>
          <a:lstStyle/>
          <a:p>
            <a:r>
              <a:rPr kumimoji="1" lang="ja-JP" altLang="en-US"/>
              <a:t>株式会社システムエグゼ</a:t>
            </a:r>
          </a:p>
        </p:txBody>
      </p:sp>
      <p:sp>
        <p:nvSpPr>
          <p:cNvPr id="5" name="テキスト プレースホルダー 4">
            <a:extLst>
              <a:ext uri="{FF2B5EF4-FFF2-40B4-BE49-F238E27FC236}">
                <a16:creationId xmlns:a16="http://schemas.microsoft.com/office/drawing/2014/main" id="{7F991670-34BF-469F-8779-F7AF8FF3751B}"/>
              </a:ext>
            </a:extLst>
          </p:cNvPr>
          <p:cNvSpPr>
            <a:spLocks noGrp="1"/>
          </p:cNvSpPr>
          <p:nvPr>
            <p:ph type="body" sz="quarter" idx="14"/>
          </p:nvPr>
        </p:nvSpPr>
        <p:spPr>
          <a:xfrm>
            <a:off x="1920000" y="3086684"/>
            <a:ext cx="3936000" cy="432000"/>
          </a:xfrm>
        </p:spPr>
        <p:txBody>
          <a:bodyPr/>
          <a:lstStyle/>
          <a:p>
            <a:r>
              <a:rPr kumimoji="1" lang="ja-JP" altLang="en-US">
                <a:latin typeface="游ゴシック"/>
                <a:ea typeface="游ゴシック"/>
              </a:rPr>
              <a:t>担当：</a:t>
            </a:r>
            <a:r>
              <a:rPr lang="ja-JP" altLang="en-US">
                <a:latin typeface="游ゴシック"/>
                <a:ea typeface="游ゴシック"/>
              </a:rPr>
              <a:t>東条</a:t>
            </a:r>
            <a:r>
              <a:rPr kumimoji="1" lang="ja-JP" altLang="en-US">
                <a:latin typeface="游ゴシック"/>
                <a:ea typeface="游ゴシック"/>
              </a:rPr>
              <a:t>美佳</a:t>
            </a:r>
            <a:r>
              <a:rPr lang="ja-JP" altLang="en-US">
                <a:latin typeface="游ゴシック"/>
                <a:ea typeface="游ゴシック"/>
              </a:rPr>
              <a:t>、髙浦祐朗</a:t>
            </a:r>
            <a:endParaRPr kumimoji="1" lang="ja-JP" altLang="en-US">
              <a:latin typeface="游ゴシック"/>
              <a:ea typeface="游ゴシック"/>
            </a:endParaRPr>
          </a:p>
        </p:txBody>
      </p:sp>
      <p:sp>
        <p:nvSpPr>
          <p:cNvPr id="6" name="テキスト プレースホルダー 5">
            <a:extLst>
              <a:ext uri="{FF2B5EF4-FFF2-40B4-BE49-F238E27FC236}">
                <a16:creationId xmlns:a16="http://schemas.microsoft.com/office/drawing/2014/main" id="{FE4390D4-3234-4341-AB1E-4ED43D45D25C}"/>
              </a:ext>
            </a:extLst>
          </p:cNvPr>
          <p:cNvSpPr>
            <a:spLocks noGrp="1"/>
          </p:cNvSpPr>
          <p:nvPr>
            <p:ph type="body" sz="quarter" idx="15"/>
          </p:nvPr>
        </p:nvSpPr>
        <p:spPr/>
        <p:txBody>
          <a:bodyPr/>
          <a:lstStyle/>
          <a:p>
            <a:r>
              <a:rPr kumimoji="1" lang="en-US" altLang="ja-JP"/>
              <a:t>TEL</a:t>
            </a:r>
            <a:r>
              <a:rPr kumimoji="1" lang="ja-JP" altLang="en-US"/>
              <a:t>：</a:t>
            </a:r>
            <a:r>
              <a:rPr kumimoji="1" lang="en-US" altLang="ja-JP"/>
              <a:t>03-5299-5351</a:t>
            </a:r>
            <a:endParaRPr kumimoji="1" lang="ja-JP" altLang="en-US"/>
          </a:p>
        </p:txBody>
      </p:sp>
      <p:sp>
        <p:nvSpPr>
          <p:cNvPr id="7" name="テキスト プレースホルダー 6">
            <a:extLst>
              <a:ext uri="{FF2B5EF4-FFF2-40B4-BE49-F238E27FC236}">
                <a16:creationId xmlns:a16="http://schemas.microsoft.com/office/drawing/2014/main" id="{13DC9859-5929-4710-A8F2-FBBA9210DDDD}"/>
              </a:ext>
            </a:extLst>
          </p:cNvPr>
          <p:cNvSpPr>
            <a:spLocks noGrp="1"/>
          </p:cNvSpPr>
          <p:nvPr>
            <p:ph type="body" sz="quarter" idx="16"/>
          </p:nvPr>
        </p:nvSpPr>
        <p:spPr>
          <a:xfrm>
            <a:off x="1920000" y="4011757"/>
            <a:ext cx="3936000" cy="422683"/>
          </a:xfrm>
        </p:spPr>
        <p:txBody>
          <a:bodyPr/>
          <a:lstStyle/>
          <a:p>
            <a:r>
              <a:rPr kumimoji="1" lang="en-US" altLang="ja-JP">
                <a:latin typeface="游ゴシック"/>
                <a:ea typeface="游ゴシック"/>
              </a:rPr>
              <a:t>Mail</a:t>
            </a:r>
            <a:r>
              <a:rPr kumimoji="1" lang="ja-JP" altLang="en-US">
                <a:latin typeface="游ゴシック"/>
                <a:ea typeface="游ゴシック"/>
              </a:rPr>
              <a:t>：</a:t>
            </a:r>
            <a:r>
              <a:rPr kumimoji="1" lang="en-US" altLang="ja-JP">
                <a:latin typeface="游ゴシック"/>
                <a:ea typeface="游ゴシック"/>
              </a:rPr>
              <a:t>mika.tojo@system-exe.jp</a:t>
            </a:r>
          </a:p>
          <a:p>
            <a:r>
              <a:rPr lang="ja-JP" altLang="en-US">
                <a:latin typeface="游ゴシック"/>
                <a:ea typeface="游ゴシック"/>
              </a:rPr>
              <a:t>　　　</a:t>
            </a:r>
            <a:r>
              <a:rPr lang="en-US" altLang="ja-JP">
                <a:latin typeface="游ゴシック"/>
                <a:ea typeface="游ゴシック"/>
              </a:rPr>
              <a:t>masaaki.takaura@system-exe.jp</a:t>
            </a:r>
            <a:endParaRPr kumimoji="1" lang="ja-JP" altLang="en-US">
              <a:latin typeface="游ゴシック"/>
              <a:ea typeface="游ゴシック"/>
            </a:endParaRPr>
          </a:p>
        </p:txBody>
      </p:sp>
      <p:sp>
        <p:nvSpPr>
          <p:cNvPr id="8" name="テキスト プレースホルダー 7">
            <a:extLst>
              <a:ext uri="{FF2B5EF4-FFF2-40B4-BE49-F238E27FC236}">
                <a16:creationId xmlns:a16="http://schemas.microsoft.com/office/drawing/2014/main" id="{00A413B6-8F7C-48BB-9D71-4076EBB30EB9}"/>
              </a:ext>
            </a:extLst>
          </p:cNvPr>
          <p:cNvSpPr>
            <a:spLocks noGrp="1"/>
          </p:cNvSpPr>
          <p:nvPr>
            <p:ph type="body" sz="quarter" idx="17"/>
          </p:nvPr>
        </p:nvSpPr>
        <p:spPr/>
        <p:txBody>
          <a:bodyPr/>
          <a:lstStyle/>
          <a:p>
            <a:r>
              <a:rPr kumimoji="1" lang="en-US" altLang="ja-JP"/>
              <a:t>URL</a:t>
            </a:r>
            <a:r>
              <a:rPr kumimoji="1" lang="ja-JP" altLang="en-US"/>
              <a:t>：</a:t>
            </a:r>
            <a:r>
              <a:rPr kumimoji="1" lang="en-US" altLang="ja-JP"/>
              <a:t>https://www.system-exe.co.jp</a:t>
            </a:r>
            <a:endParaRPr kumimoji="1" lang="ja-JP" altLang="en-US"/>
          </a:p>
        </p:txBody>
      </p:sp>
      <p:sp>
        <p:nvSpPr>
          <p:cNvPr id="9" name="テキスト プレースホルダー 8">
            <a:extLst>
              <a:ext uri="{FF2B5EF4-FFF2-40B4-BE49-F238E27FC236}">
                <a16:creationId xmlns:a16="http://schemas.microsoft.com/office/drawing/2014/main" id="{1A1339C8-3BE8-4E1B-83AE-6CA3E2BCCEB3}"/>
              </a:ext>
            </a:extLst>
          </p:cNvPr>
          <p:cNvSpPr>
            <a:spLocks noGrp="1"/>
          </p:cNvSpPr>
          <p:nvPr>
            <p:ph type="body" sz="quarter" idx="18"/>
          </p:nvPr>
        </p:nvSpPr>
        <p:spPr>
          <a:xfrm>
            <a:off x="1920000" y="4824000"/>
            <a:ext cx="3936000" cy="570036"/>
          </a:xfrm>
        </p:spPr>
        <p:txBody>
          <a:bodyPr/>
          <a:lstStyle/>
          <a:p>
            <a:r>
              <a:rPr kumimoji="1" lang="ja-JP" altLang="en-US"/>
              <a:t>〒</a:t>
            </a:r>
            <a:r>
              <a:rPr lang="en-US" altLang="ja-JP"/>
              <a:t>103-0022</a:t>
            </a:r>
            <a:endParaRPr kumimoji="1" lang="en-US" altLang="ja-JP"/>
          </a:p>
          <a:p>
            <a:r>
              <a:rPr kumimoji="1" lang="ja-JP" altLang="en-US"/>
              <a:t>東京都中央区日本橋室町</a:t>
            </a:r>
            <a:r>
              <a:rPr kumimoji="1" lang="en-US" altLang="ja-JP"/>
              <a:t>3-4-4 OVOL</a:t>
            </a:r>
            <a:r>
              <a:rPr kumimoji="1" lang="ja-JP" altLang="en-US"/>
              <a:t>日本橋ビル</a:t>
            </a:r>
            <a:r>
              <a:rPr kumimoji="1" lang="en-US" altLang="ja-JP"/>
              <a:t>7</a:t>
            </a:r>
            <a:r>
              <a:rPr lang="en-US" altLang="ja-JP"/>
              <a:t>F</a:t>
            </a:r>
            <a:endParaRPr kumimoji="1" lang="en-US" altLang="ja-JP"/>
          </a:p>
        </p:txBody>
      </p:sp>
      <p:sp>
        <p:nvSpPr>
          <p:cNvPr id="3" name="スライド番号プレースホルダー 2">
            <a:extLst>
              <a:ext uri="{FF2B5EF4-FFF2-40B4-BE49-F238E27FC236}">
                <a16:creationId xmlns:a16="http://schemas.microsoft.com/office/drawing/2014/main" id="{D2AC980A-9628-92BB-20DA-EB1F38EE5911}"/>
              </a:ext>
            </a:extLst>
          </p:cNvPr>
          <p:cNvSpPr>
            <a:spLocks noGrp="1"/>
          </p:cNvSpPr>
          <p:nvPr>
            <p:ph type="sldNum" sz="quarter" idx="20"/>
          </p:nvPr>
        </p:nvSpPr>
        <p:spPr>
          <a:xfrm>
            <a:off x="10752000" y="6552000"/>
            <a:ext cx="1440000" cy="216000"/>
          </a:xfrm>
        </p:spPr>
        <p:txBody>
          <a:bodyPr/>
          <a:lstStyle/>
          <a:p>
            <a:fld id="{26CA5134-5AAC-D342-B763-43605FECB385}" type="slidenum">
              <a:rPr kumimoji="1" lang="ja-JP" altLang="en-US" smtClean="0"/>
              <a:pPr/>
              <a:t>12</a:t>
            </a:fld>
            <a:endParaRPr kumimoji="1" lang="ja-JP" altLang="en-US" sz="533"/>
          </a:p>
        </p:txBody>
      </p:sp>
    </p:spTree>
    <p:extLst>
      <p:ext uri="{BB962C8B-B14F-4D97-AF65-F5344CB8AC3E}">
        <p14:creationId xmlns:p14="http://schemas.microsoft.com/office/powerpoint/2010/main" val="3325638293"/>
      </p:ext>
    </p:extLst>
  </p:cSld>
  <p:clrMapOvr>
    <a:masterClrMapping/>
  </p:clrMapOvr>
</p:sld>
</file>

<file path=ppt/theme/theme1.xml><?xml version="1.0" encoding="utf-8"?>
<a:theme xmlns:a="http://schemas.openxmlformats.org/drawingml/2006/main" name="Office テーマ">
  <a:themeElements>
    <a:clrScheme name="ユーザー定義 1">
      <a:dk1>
        <a:srgbClr val="323232"/>
      </a:dk1>
      <a:lt1>
        <a:srgbClr val="FFFFFF"/>
      </a:lt1>
      <a:dk2>
        <a:srgbClr val="4B4B4B"/>
      </a:dk2>
      <a:lt2>
        <a:srgbClr val="A0A095"/>
      </a:lt2>
      <a:accent1>
        <a:srgbClr val="9A3B5D"/>
      </a:accent1>
      <a:accent2>
        <a:srgbClr val="86CEFA"/>
      </a:accent2>
      <a:accent3>
        <a:srgbClr val="3D9599"/>
      </a:accent3>
      <a:accent4>
        <a:srgbClr val="CC6600"/>
      </a:accent4>
      <a:accent5>
        <a:srgbClr val="6666FF"/>
      </a:accent5>
      <a:accent6>
        <a:srgbClr val="FFFFFF"/>
      </a:accent6>
      <a:hlink>
        <a:srgbClr val="0070C0"/>
      </a:hlink>
      <a:folHlink>
        <a:srgbClr val="0070C0"/>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defRPr kumimoji="1" sz="1600" dirty="0" smtClean="0">
            <a:latin typeface="游ゴシック" panose="020B0400000000000000" pitchFamily="50" charset="-128"/>
            <a:ea typeface="游ゴシック" panose="020B0400000000000000" pitchFamily="50" charset="-128"/>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8B207C222D4A704392DD812ABE7F848A" ma:contentTypeVersion="10" ma:contentTypeDescription="新しいドキュメントを作成します。" ma:contentTypeScope="" ma:versionID="69aef985f427d6df22868eedf41448bf">
  <xsd:schema xmlns:xsd="http://www.w3.org/2001/XMLSchema" xmlns:xs="http://www.w3.org/2001/XMLSchema" xmlns:p="http://schemas.microsoft.com/office/2006/metadata/properties" xmlns:ns2="2fd442da-66a9-4fa6-ba31-eb0d54ad1381" targetNamespace="http://schemas.microsoft.com/office/2006/metadata/properties" ma:root="true" ma:fieldsID="5ea8d7fed5e91ecceba9cbd3c6ab47c3" ns2:_="">
    <xsd:import namespace="2fd442da-66a9-4fa6-ba31-eb0d54ad138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d442da-66a9-4fa6-ba31-eb0d54ad13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a5fcdd6f-42ce-4fb7-9ce2-d9614ea932c1"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fd442da-66a9-4fa6-ba31-eb0d54ad1381">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AE332BF2-0A3C-4B34-A48C-16084CC4E11C}">
  <ds:schemaRefs>
    <ds:schemaRef ds:uri="http://schemas.microsoft.com/sharepoint/v3/contenttype/forms"/>
  </ds:schemaRefs>
</ds:datastoreItem>
</file>

<file path=customXml/itemProps2.xml><?xml version="1.0" encoding="utf-8"?>
<ds:datastoreItem xmlns:ds="http://schemas.openxmlformats.org/officeDocument/2006/customXml" ds:itemID="{6D8262E6-A4A2-4E8A-8AA5-A4BEF4991A11}">
  <ds:schemaRefs>
    <ds:schemaRef ds:uri="2fd442da-66a9-4fa6-ba31-eb0d54ad138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04C728C5-B22A-42B4-8163-E4A5D49941FF}">
  <ds:schemaRefs>
    <ds:schemaRef ds:uri="2fd442da-66a9-4fa6-ba31-eb0d54ad138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13</Slides>
  <Notes>4</Notes>
  <HiddenSlides>0</HiddenSlide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テーマ</vt:lpstr>
      <vt:lpstr>正式お見積もり(第1.1版）</vt:lpstr>
      <vt:lpstr>１. プロジェクトの背景と目的</vt:lpstr>
      <vt:lpstr>２. お見積り範囲</vt:lpstr>
      <vt:lpstr>3. システム構成（AsIs）</vt:lpstr>
      <vt:lpstr>3. システム構成（ToBe） ① 縮小版共通基盤へのシステム資産移行</vt:lpstr>
      <vt:lpstr>4. 想定している作業内容と成果物</vt:lpstr>
      <vt:lpstr>5. 機能数と作業範囲</vt:lpstr>
      <vt:lpstr>6. 体制</vt:lpstr>
      <vt:lpstr>7. スケジュール</vt:lpstr>
      <vt:lpstr>8.想定している会議体</vt:lpstr>
      <vt:lpstr>9. お見積もり</vt:lpstr>
      <vt:lpstr>10. お見積もり前提条件</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田村 晃</dc:creator>
  <cp:revision>1</cp:revision>
  <dcterms:created xsi:type="dcterms:W3CDTF">2021-02-05T06:36:21Z</dcterms:created>
  <dcterms:modified xsi:type="dcterms:W3CDTF">2025-10-24T06:37:48Z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0x0101008B207C222D4A704392DD812ABE7F848A</vt:lpwstr>
  </property>
  <property fmtid="{D5CDD505-2E9C-101B-9397-08002B2CF9AE}" pid="3" name="MediaServiceImageTags">
    <vt:lpwstr/>
  </property>
</Properties>
</file>