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70" r:id="rId4"/>
  </p:sldMasterIdLst>
  <p:notesMasterIdLst>
    <p:notesMasterId r:id="rId21"/>
  </p:notesMasterIdLst>
  <p:handoutMasterIdLst>
    <p:handoutMasterId r:id="rId22"/>
  </p:handoutMasterIdLst>
  <p:sldIdLst>
    <p:sldId id="714" r:id="rId5"/>
    <p:sldId id="756" r:id="rId6"/>
    <p:sldId id="757" r:id="rId7"/>
    <p:sldId id="936" r:id="rId8"/>
    <p:sldId id="933" r:id="rId9"/>
    <p:sldId id="934" r:id="rId10"/>
    <p:sldId id="935" r:id="rId11"/>
    <p:sldId id="766" r:id="rId12"/>
    <p:sldId id="765" r:id="rId13"/>
    <p:sldId id="937" r:id="rId14"/>
    <p:sldId id="932" r:id="rId15"/>
    <p:sldId id="930" r:id="rId16"/>
    <p:sldId id="938" r:id="rId17"/>
    <p:sldId id="923" r:id="rId18"/>
    <p:sldId id="767" r:id="rId19"/>
    <p:sldId id="749"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2D4"/>
    <a:srgbClr val="787878"/>
    <a:srgbClr val="FDEDDA"/>
    <a:srgbClr val="FFFFFF"/>
    <a:srgbClr val="0000FF"/>
    <a:srgbClr val="9A3B5D"/>
    <a:srgbClr val="F2F2F2"/>
    <a:srgbClr val="EDEDED"/>
    <a:srgbClr val="4B4B4B"/>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652890-B0AA-6468-7B83-3435AA2B46C1}" v="113" dt="2025-04-07T02:23:23.273"/>
    <p1510:client id="{E2D8972E-51B9-4075-91DB-BC97132C436C}" v="37" dt="2025-04-07T02:23:27.246"/>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淡色スタイル 3 - アクセント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吉田諒" userId="S::ryou.yoshida@system-exe.jp::48113613-5467-405d-9628-39cdc2d8c52c" providerId="AD" clId="Web-{6F78E665-246F-42CA-866C-0099ABCE2C58}"/>
    <pc:docChg chg="delSld modSld">
      <pc:chgData name="吉田諒" userId="S::ryou.yoshida@system-exe.jp::48113613-5467-405d-9628-39cdc2d8c52c" providerId="AD" clId="Web-{6F78E665-246F-42CA-866C-0099ABCE2C58}" dt="2024-01-29T11:07:36.996" v="10" actId="20577"/>
      <pc:docMkLst>
        <pc:docMk/>
      </pc:docMkLst>
      <pc:sldChg chg="delSp">
        <pc:chgData name="吉田諒" userId="S::ryou.yoshida@system-exe.jp::48113613-5467-405d-9628-39cdc2d8c52c" providerId="AD" clId="Web-{6F78E665-246F-42CA-866C-0099ABCE2C58}" dt="2024-01-29T11:07:03.230" v="5"/>
        <pc:sldMkLst>
          <pc:docMk/>
          <pc:sldMk cId="3660799615" sldId="757"/>
        </pc:sldMkLst>
      </pc:sldChg>
      <pc:sldChg chg="del">
        <pc:chgData name="吉田諒" userId="S::ryou.yoshida@system-exe.jp::48113613-5467-405d-9628-39cdc2d8c52c" providerId="AD" clId="Web-{6F78E665-246F-42CA-866C-0099ABCE2C58}" dt="2024-01-29T11:07:24.449" v="6"/>
        <pc:sldMkLst>
          <pc:docMk/>
          <pc:sldMk cId="3320396632" sldId="759"/>
        </pc:sldMkLst>
      </pc:sldChg>
      <pc:sldChg chg="modSp">
        <pc:chgData name="吉田諒" userId="S::ryou.yoshida@system-exe.jp::48113613-5467-405d-9628-39cdc2d8c52c" providerId="AD" clId="Web-{6F78E665-246F-42CA-866C-0099ABCE2C58}" dt="2024-01-29T11:07:36.996" v="10" actId="20577"/>
        <pc:sldMkLst>
          <pc:docMk/>
          <pc:sldMk cId="160659096" sldId="761"/>
        </pc:sldMkLst>
      </pc:sldChg>
    </pc:docChg>
  </pc:docChgLst>
  <pc:docChgLst>
    <pc:chgData name="福田一希" userId="S::kazuki.fukuda@system-exe.jp::fdfbe5ba-eec8-4756-aa2a-cf5b9de944cd" providerId="AD" clId="Web-{29A1F692-9BF9-46EC-BE2F-379679354E24}"/>
    <pc:docChg chg="modSld">
      <pc:chgData name="福田一希" userId="S::kazuki.fukuda@system-exe.jp::fdfbe5ba-eec8-4756-aa2a-cf5b9de944cd" providerId="AD" clId="Web-{29A1F692-9BF9-46EC-BE2F-379679354E24}" dt="2024-11-22T06:11:18.319" v="269"/>
      <pc:docMkLst>
        <pc:docMk/>
      </pc:docMkLst>
      <pc:sldChg chg="modSp">
        <pc:chgData name="福田一希" userId="S::kazuki.fukuda@system-exe.jp::fdfbe5ba-eec8-4756-aa2a-cf5b9de944cd" providerId="AD" clId="Web-{29A1F692-9BF9-46EC-BE2F-379679354E24}" dt="2024-11-22T06:11:18.319" v="269"/>
        <pc:sldMkLst>
          <pc:docMk/>
          <pc:sldMk cId="1471803207" sldId="929"/>
        </pc:sldMkLst>
      </pc:sldChg>
    </pc:docChg>
  </pc:docChgLst>
  <pc:docChgLst>
    <pc:chgData name="髙浦祐朗" userId="d6d860fe-bc64-411b-9605-a16d1ba875f6" providerId="ADAL" clId="{323F0030-19E0-4DF4-B283-8DAD5225AAD3}"/>
    <pc:docChg chg="modSld">
      <pc:chgData name="髙浦祐朗" userId="d6d860fe-bc64-411b-9605-a16d1ba875f6" providerId="ADAL" clId="{323F0030-19E0-4DF4-B283-8DAD5225AAD3}" dt="2025-01-28T03:41:31.468" v="6"/>
      <pc:docMkLst>
        <pc:docMk/>
      </pc:docMkLst>
      <pc:sldChg chg="modSp mod">
        <pc:chgData name="髙浦祐朗" userId="d6d860fe-bc64-411b-9605-a16d1ba875f6" providerId="ADAL" clId="{323F0030-19E0-4DF4-B283-8DAD5225AAD3}" dt="2025-01-28T03:41:31.468" v="6"/>
        <pc:sldMkLst>
          <pc:docMk/>
          <pc:sldMk cId="1851614100" sldId="930"/>
        </pc:sldMkLst>
        <pc:spChg chg="mod">
          <ac:chgData name="髙浦祐朗" userId="d6d860fe-bc64-411b-9605-a16d1ba875f6" providerId="ADAL" clId="{323F0030-19E0-4DF4-B283-8DAD5225AAD3}" dt="2025-01-28T03:41:31.468" v="6"/>
          <ac:spMkLst>
            <pc:docMk/>
            <pc:sldMk cId="1851614100" sldId="930"/>
            <ac:spMk id="26" creationId="{2739018C-A453-9633-6AC1-CD6144A1460D}"/>
          </ac:spMkLst>
        </pc:spChg>
        <pc:spChg chg="mod">
          <ac:chgData name="髙浦祐朗" userId="d6d860fe-bc64-411b-9605-a16d1ba875f6" providerId="ADAL" clId="{323F0030-19E0-4DF4-B283-8DAD5225AAD3}" dt="2025-01-28T03:41:04.985" v="2" actId="20577"/>
          <ac:spMkLst>
            <pc:docMk/>
            <pc:sldMk cId="1851614100" sldId="930"/>
            <ac:spMk id="55" creationId="{D0A35059-8416-A539-CCAD-988529B59C1A}"/>
          </ac:spMkLst>
        </pc:spChg>
      </pc:sldChg>
    </pc:docChg>
  </pc:docChgLst>
  <pc:docChgLst>
    <pc:chgData name="吉田諒" userId="S::ryou.yoshida@system-exe.jp::48113613-5467-405d-9628-39cdc2d8c52c" providerId="AD" clId="Web-{F86F8821-50EF-48AC-B316-4E4303A74403}"/>
    <pc:docChg chg="addSld delSld modSld">
      <pc:chgData name="吉田諒" userId="S::ryou.yoshida@system-exe.jp::48113613-5467-405d-9628-39cdc2d8c52c" providerId="AD" clId="Web-{F86F8821-50EF-48AC-B316-4E4303A74403}" dt="2024-01-29T12:27:50.702" v="1079" actId="20577"/>
      <pc:docMkLst>
        <pc:docMk/>
      </pc:docMkLst>
      <pc:sldChg chg="modSp">
        <pc:chgData name="吉田諒" userId="S::ryou.yoshida@system-exe.jp::48113613-5467-405d-9628-39cdc2d8c52c" providerId="AD" clId="Web-{F86F8821-50EF-48AC-B316-4E4303A74403}" dt="2024-01-29T11:24:46.573" v="261" actId="20577"/>
        <pc:sldMkLst>
          <pc:docMk/>
          <pc:sldMk cId="5311539" sldId="752"/>
        </pc:sldMkLst>
      </pc:sldChg>
      <pc:sldChg chg="modSp">
        <pc:chgData name="吉田諒" userId="S::ryou.yoshida@system-exe.jp::48113613-5467-405d-9628-39cdc2d8c52c" providerId="AD" clId="Web-{F86F8821-50EF-48AC-B316-4E4303A74403}" dt="2024-01-29T12:24:30.104" v="1033"/>
        <pc:sldMkLst>
          <pc:docMk/>
          <pc:sldMk cId="1072167564" sldId="754"/>
        </pc:sldMkLst>
      </pc:sldChg>
      <pc:sldChg chg="addSp delSp modSp">
        <pc:chgData name="吉田諒" userId="S::ryou.yoshida@system-exe.jp::48113613-5467-405d-9628-39cdc2d8c52c" providerId="AD" clId="Web-{F86F8821-50EF-48AC-B316-4E4303A74403}" dt="2024-01-29T11:21:12.225" v="147" actId="20577"/>
        <pc:sldMkLst>
          <pc:docMk/>
          <pc:sldMk cId="3660799615" sldId="757"/>
        </pc:sldMkLst>
      </pc:sldChg>
      <pc:sldChg chg="del">
        <pc:chgData name="吉田諒" userId="S::ryou.yoshida@system-exe.jp::48113613-5467-405d-9628-39cdc2d8c52c" providerId="AD" clId="Web-{F86F8821-50EF-48AC-B316-4E4303A74403}" dt="2024-01-29T11:18:32.504" v="124"/>
        <pc:sldMkLst>
          <pc:docMk/>
          <pc:sldMk cId="3830098465" sldId="758"/>
        </pc:sldMkLst>
      </pc:sldChg>
      <pc:sldChg chg="del">
        <pc:chgData name="吉田諒" userId="S::ryou.yoshida@system-exe.jp::48113613-5467-405d-9628-39cdc2d8c52c" providerId="AD" clId="Web-{F86F8821-50EF-48AC-B316-4E4303A74403}" dt="2024-01-29T11:21:26.272" v="150"/>
        <pc:sldMkLst>
          <pc:docMk/>
          <pc:sldMk cId="160659096" sldId="761"/>
        </pc:sldMkLst>
      </pc:sldChg>
      <pc:sldChg chg="add del">
        <pc:chgData name="吉田諒" userId="S::ryou.yoshida@system-exe.jp::48113613-5467-405d-9628-39cdc2d8c52c" providerId="AD" clId="Web-{F86F8821-50EF-48AC-B316-4E4303A74403}" dt="2024-01-29T11:22:06.929" v="165"/>
        <pc:sldMkLst>
          <pc:docMk/>
          <pc:sldMk cId="4225344044" sldId="762"/>
        </pc:sldMkLst>
      </pc:sldChg>
      <pc:sldChg chg="add del">
        <pc:chgData name="吉田諒" userId="S::ryou.yoshida@system-exe.jp::48113613-5467-405d-9628-39cdc2d8c52c" providerId="AD" clId="Web-{F86F8821-50EF-48AC-B316-4E4303A74403}" dt="2024-01-29T11:22:06.929" v="164"/>
        <pc:sldMkLst>
          <pc:docMk/>
          <pc:sldMk cId="3581102778" sldId="763"/>
        </pc:sldMkLst>
      </pc:sldChg>
      <pc:sldChg chg="add del">
        <pc:chgData name="吉田諒" userId="S::ryou.yoshida@system-exe.jp::48113613-5467-405d-9628-39cdc2d8c52c" providerId="AD" clId="Web-{F86F8821-50EF-48AC-B316-4E4303A74403}" dt="2024-01-29T11:22:06.913" v="163"/>
        <pc:sldMkLst>
          <pc:docMk/>
          <pc:sldMk cId="23999133" sldId="764"/>
        </pc:sldMkLst>
      </pc:sldChg>
      <pc:sldChg chg="modSp add del">
        <pc:chgData name="吉田諒" userId="S::ryou.yoshida@system-exe.jp::48113613-5467-405d-9628-39cdc2d8c52c" providerId="AD" clId="Web-{F86F8821-50EF-48AC-B316-4E4303A74403}" dt="2024-01-29T11:24:34.775" v="259"/>
        <pc:sldMkLst>
          <pc:docMk/>
          <pc:sldMk cId="1395438993" sldId="765"/>
        </pc:sldMkLst>
      </pc:sldChg>
      <pc:sldChg chg="delSp modSp">
        <pc:chgData name="吉田諒" userId="S::ryou.yoshida@system-exe.jp::48113613-5467-405d-9628-39cdc2d8c52c" providerId="AD" clId="Web-{F86F8821-50EF-48AC-B316-4E4303A74403}" dt="2024-01-29T11:27:47.716" v="321"/>
        <pc:sldMkLst>
          <pc:docMk/>
          <pc:sldMk cId="3560606343" sldId="766"/>
        </pc:sldMkLst>
      </pc:sldChg>
      <pc:sldChg chg="modSp">
        <pc:chgData name="吉田諒" userId="S::ryou.yoshida@system-exe.jp::48113613-5467-405d-9628-39cdc2d8c52c" providerId="AD" clId="Web-{F86F8821-50EF-48AC-B316-4E4303A74403}" dt="2024-01-29T12:27:50.702" v="1079" actId="20577"/>
        <pc:sldMkLst>
          <pc:docMk/>
          <pc:sldMk cId="2410374903" sldId="767"/>
        </pc:sldMkLst>
      </pc:sldChg>
      <pc:sldChg chg="modSp add replId">
        <pc:chgData name="吉田諒" userId="S::ryou.yoshida@system-exe.jp::48113613-5467-405d-9628-39cdc2d8c52c" providerId="AD" clId="Web-{F86F8821-50EF-48AC-B316-4E4303A74403}" dt="2024-01-29T11:21:15.741" v="149" actId="20577"/>
        <pc:sldMkLst>
          <pc:docMk/>
          <pc:sldMk cId="729124589" sldId="768"/>
        </pc:sldMkLst>
      </pc:sldChg>
      <pc:sldChg chg="modSp add replId">
        <pc:chgData name="吉田諒" userId="S::ryou.yoshida@system-exe.jp::48113613-5467-405d-9628-39cdc2d8c52c" providerId="AD" clId="Web-{F86F8821-50EF-48AC-B316-4E4303A74403}" dt="2024-01-29T12:22:05.132" v="1007"/>
        <pc:sldMkLst>
          <pc:docMk/>
          <pc:sldMk cId="3692000709" sldId="769"/>
        </pc:sldMkLst>
      </pc:sldChg>
    </pc:docChg>
  </pc:docChgLst>
  <pc:docChgLst>
    <pc:chgData name="髙浦祐朗" userId="d6d860fe-bc64-411b-9605-a16d1ba875f6" providerId="ADAL" clId="{29F6109C-37E8-45B4-A7F0-ED8F64050743}"/>
    <pc:docChg chg="undo custSel modSld">
      <pc:chgData name="髙浦祐朗" userId="d6d860fe-bc64-411b-9605-a16d1ba875f6" providerId="ADAL" clId="{29F6109C-37E8-45B4-A7F0-ED8F64050743}" dt="2024-11-22T07:53:46.100" v="135" actId="1076"/>
      <pc:docMkLst>
        <pc:docMk/>
      </pc:docMkLst>
      <pc:sldChg chg="modSp mod">
        <pc:chgData name="髙浦祐朗" userId="d6d860fe-bc64-411b-9605-a16d1ba875f6" providerId="ADAL" clId="{29F6109C-37E8-45B4-A7F0-ED8F64050743}" dt="2024-11-22T07:53:46.100" v="135" actId="1076"/>
        <pc:sldMkLst>
          <pc:docMk/>
          <pc:sldMk cId="3201888243" sldId="714"/>
        </pc:sldMkLst>
      </pc:sldChg>
      <pc:sldChg chg="modSp mod">
        <pc:chgData name="髙浦祐朗" userId="d6d860fe-bc64-411b-9605-a16d1ba875f6" providerId="ADAL" clId="{29F6109C-37E8-45B4-A7F0-ED8F64050743}" dt="2024-11-22T07:50:43.995" v="116"/>
        <pc:sldMkLst>
          <pc:docMk/>
          <pc:sldMk cId="3660799615" sldId="757"/>
        </pc:sldMkLst>
      </pc:sldChg>
      <pc:sldChg chg="modSp mod">
        <pc:chgData name="髙浦祐朗" userId="d6d860fe-bc64-411b-9605-a16d1ba875f6" providerId="ADAL" clId="{29F6109C-37E8-45B4-A7F0-ED8F64050743}" dt="2024-11-22T07:50:50.205" v="118"/>
        <pc:sldMkLst>
          <pc:docMk/>
          <pc:sldMk cId="2453405637" sldId="923"/>
        </pc:sldMkLst>
      </pc:sldChg>
      <pc:sldChg chg="modSp mod">
        <pc:chgData name="髙浦祐朗" userId="d6d860fe-bc64-411b-9605-a16d1ba875f6" providerId="ADAL" clId="{29F6109C-37E8-45B4-A7F0-ED8F64050743}" dt="2024-11-22T07:50:51.754" v="120"/>
        <pc:sldMkLst>
          <pc:docMk/>
          <pc:sldMk cId="1471803207" sldId="929"/>
        </pc:sldMkLst>
      </pc:sldChg>
      <pc:sldChg chg="modSp mod">
        <pc:chgData name="髙浦祐朗" userId="d6d860fe-bc64-411b-9605-a16d1ba875f6" providerId="ADAL" clId="{29F6109C-37E8-45B4-A7F0-ED8F64050743}" dt="2024-11-22T07:51:33.168" v="122" actId="1076"/>
        <pc:sldMkLst>
          <pc:docMk/>
          <pc:sldMk cId="1851614100" sldId="930"/>
        </pc:sldMkLst>
      </pc:sldChg>
    </pc:docChg>
  </pc:docChgLst>
  <pc:docChgLst>
    <pc:chgData name="野村康二" userId="S::kouji.nomura@system-exe.jp::acaa808a-f809-4ef9-8028-a2ce14b82415" providerId="AD" clId="Web-{A1FA4B7A-7D7D-21B1-DE34-5D7562EFA945}"/>
    <pc:docChg chg="modSld">
      <pc:chgData name="野村康二" userId="S::kouji.nomura@system-exe.jp::acaa808a-f809-4ef9-8028-a2ce14b82415" providerId="AD" clId="Web-{A1FA4B7A-7D7D-21B1-DE34-5D7562EFA945}" dt="2024-02-08T04:49:05.615" v="10" actId="1076"/>
      <pc:docMkLst>
        <pc:docMk/>
      </pc:docMkLst>
      <pc:sldChg chg="addSp delSp modSp">
        <pc:chgData name="野村康二" userId="S::kouji.nomura@system-exe.jp::acaa808a-f809-4ef9-8028-a2ce14b82415" providerId="AD" clId="Web-{A1FA4B7A-7D7D-21B1-DE34-5D7562EFA945}" dt="2024-02-08T04:49:05.615" v="10" actId="1076"/>
        <pc:sldMkLst>
          <pc:docMk/>
          <pc:sldMk cId="3560606343" sldId="766"/>
        </pc:sldMkLst>
      </pc:sldChg>
    </pc:docChg>
  </pc:docChgLst>
  <pc:docChgLst>
    <pc:chgData name="髙浦祐朗" userId="d6d860fe-bc64-411b-9605-a16d1ba875f6" providerId="ADAL" clId="{7CAA7045-2BC6-4F13-8909-735798C0D3C7}"/>
    <pc:docChg chg="undo custSel modSld">
      <pc:chgData name="髙浦祐朗" userId="d6d860fe-bc64-411b-9605-a16d1ba875f6" providerId="ADAL" clId="{7CAA7045-2BC6-4F13-8909-735798C0D3C7}" dt="2024-01-29T11:54:07.527" v="550" actId="113"/>
      <pc:docMkLst>
        <pc:docMk/>
      </pc:docMkLst>
      <pc:sldChg chg="modSp mod">
        <pc:chgData name="髙浦祐朗" userId="d6d860fe-bc64-411b-9605-a16d1ba875f6" providerId="ADAL" clId="{7CAA7045-2BC6-4F13-8909-735798C0D3C7}" dt="2024-01-29T10:51:00.638" v="148"/>
        <pc:sldMkLst>
          <pc:docMk/>
          <pc:sldMk cId="3325638293" sldId="749"/>
        </pc:sldMkLst>
      </pc:sldChg>
      <pc:sldChg chg="modSp mod">
        <pc:chgData name="髙浦祐朗" userId="d6d860fe-bc64-411b-9605-a16d1ba875f6" providerId="ADAL" clId="{7CAA7045-2BC6-4F13-8909-735798C0D3C7}" dt="2024-01-29T11:36:03.475" v="226"/>
        <pc:sldMkLst>
          <pc:docMk/>
          <pc:sldMk cId="5311539" sldId="752"/>
        </pc:sldMkLst>
      </pc:sldChg>
      <pc:sldChg chg="modSp mod">
        <pc:chgData name="髙浦祐朗" userId="d6d860fe-bc64-411b-9605-a16d1ba875f6" providerId="ADAL" clId="{7CAA7045-2BC6-4F13-8909-735798C0D3C7}" dt="2024-01-29T11:53:49.834" v="548"/>
        <pc:sldMkLst>
          <pc:docMk/>
          <pc:sldMk cId="1072167564" sldId="754"/>
        </pc:sldMkLst>
      </pc:sldChg>
      <pc:sldChg chg="modSp mod">
        <pc:chgData name="髙浦祐朗" userId="d6d860fe-bc64-411b-9605-a16d1ba875f6" providerId="ADAL" clId="{7CAA7045-2BC6-4F13-8909-735798C0D3C7}" dt="2024-01-29T11:54:07.527" v="550" actId="113"/>
        <pc:sldMkLst>
          <pc:docMk/>
          <pc:sldMk cId="3773316736" sldId="756"/>
        </pc:sldMkLst>
      </pc:sldChg>
      <pc:sldChg chg="modSp mod">
        <pc:chgData name="髙浦祐朗" userId="d6d860fe-bc64-411b-9605-a16d1ba875f6" providerId="ADAL" clId="{7CAA7045-2BC6-4F13-8909-735798C0D3C7}" dt="2024-01-29T11:42:51.068" v="427" actId="20577"/>
        <pc:sldMkLst>
          <pc:docMk/>
          <pc:sldMk cId="3660799615" sldId="757"/>
        </pc:sldMkLst>
      </pc:sldChg>
      <pc:sldChg chg="modSp mod">
        <pc:chgData name="髙浦祐朗" userId="d6d860fe-bc64-411b-9605-a16d1ba875f6" providerId="ADAL" clId="{7CAA7045-2BC6-4F13-8909-735798C0D3C7}" dt="2024-01-29T11:35:20.220" v="215" actId="14734"/>
        <pc:sldMkLst>
          <pc:docMk/>
          <pc:sldMk cId="1395438993" sldId="765"/>
        </pc:sldMkLst>
      </pc:sldChg>
      <pc:sldChg chg="modSp mod">
        <pc:chgData name="髙浦祐朗" userId="d6d860fe-bc64-411b-9605-a16d1ba875f6" providerId="ADAL" clId="{7CAA7045-2BC6-4F13-8909-735798C0D3C7}" dt="2024-01-29T11:50:18.117" v="455" actId="20577"/>
        <pc:sldMkLst>
          <pc:docMk/>
          <pc:sldMk cId="3560606343" sldId="766"/>
        </pc:sldMkLst>
      </pc:sldChg>
      <pc:sldChg chg="modSp mod">
        <pc:chgData name="髙浦祐朗" userId="d6d860fe-bc64-411b-9605-a16d1ba875f6" providerId="ADAL" clId="{7CAA7045-2BC6-4F13-8909-735798C0D3C7}" dt="2024-01-29T11:51:09.599" v="456" actId="20577"/>
        <pc:sldMkLst>
          <pc:docMk/>
          <pc:sldMk cId="2410374903" sldId="767"/>
        </pc:sldMkLst>
      </pc:sldChg>
      <pc:sldChg chg="modSp mod">
        <pc:chgData name="髙浦祐朗" userId="d6d860fe-bc64-411b-9605-a16d1ba875f6" providerId="ADAL" clId="{7CAA7045-2BC6-4F13-8909-735798C0D3C7}" dt="2024-01-29T11:43:08.505" v="431"/>
        <pc:sldMkLst>
          <pc:docMk/>
          <pc:sldMk cId="729124589" sldId="768"/>
        </pc:sldMkLst>
      </pc:sldChg>
    </pc:docChg>
  </pc:docChgLst>
  <pc:docChgLst>
    <pc:chgData name="野村康二" userId="S::kouji.nomura@system-exe.jp::acaa808a-f809-4ef9-8028-a2ce14b82415" providerId="AD" clId="Web-{27652890-B0AA-6468-7B83-3435AA2B46C1}"/>
    <pc:docChg chg="addSld modSld">
      <pc:chgData name="野村康二" userId="S::kouji.nomura@system-exe.jp::acaa808a-f809-4ef9-8028-a2ce14b82415" providerId="AD" clId="Web-{27652890-B0AA-6468-7B83-3435AA2B46C1}" dt="2025-04-07T02:23:23.273" v="97" actId="1076"/>
      <pc:docMkLst>
        <pc:docMk/>
      </pc:docMkLst>
      <pc:sldChg chg="modSp">
        <pc:chgData name="野村康二" userId="S::kouji.nomura@system-exe.jp::acaa808a-f809-4ef9-8028-a2ce14b82415" providerId="AD" clId="Web-{27652890-B0AA-6468-7B83-3435AA2B46C1}" dt="2025-04-07T02:09:13.403" v="14" actId="20577"/>
        <pc:sldMkLst>
          <pc:docMk/>
          <pc:sldMk cId="1851614100" sldId="930"/>
        </pc:sldMkLst>
        <pc:spChg chg="mod">
          <ac:chgData name="野村康二" userId="S::kouji.nomura@system-exe.jp::acaa808a-f809-4ef9-8028-a2ce14b82415" providerId="AD" clId="Web-{27652890-B0AA-6468-7B83-3435AA2B46C1}" dt="2025-04-07T02:08:33.886" v="7" actId="20577"/>
          <ac:spMkLst>
            <pc:docMk/>
            <pc:sldMk cId="1851614100" sldId="930"/>
            <ac:spMk id="2" creationId="{00000000-0000-0000-0000-000000000000}"/>
          </ac:spMkLst>
        </pc:spChg>
        <pc:spChg chg="mod">
          <ac:chgData name="野村康二" userId="S::kouji.nomura@system-exe.jp::acaa808a-f809-4ef9-8028-a2ce14b82415" providerId="AD" clId="Web-{27652890-B0AA-6468-7B83-3435AA2B46C1}" dt="2025-04-07T02:08:43.058" v="9" actId="20577"/>
          <ac:spMkLst>
            <pc:docMk/>
            <pc:sldMk cId="1851614100" sldId="930"/>
            <ac:spMk id="36" creationId="{10B0CD7D-A6F3-7E6D-328C-5A37E0631B7A}"/>
          </ac:spMkLst>
        </pc:spChg>
        <pc:spChg chg="mod">
          <ac:chgData name="野村康二" userId="S::kouji.nomura@system-exe.jp::acaa808a-f809-4ef9-8028-a2ce14b82415" providerId="AD" clId="Web-{27652890-B0AA-6468-7B83-3435AA2B46C1}" dt="2025-04-07T02:09:13.403" v="14" actId="20577"/>
          <ac:spMkLst>
            <pc:docMk/>
            <pc:sldMk cId="1851614100" sldId="930"/>
            <ac:spMk id="46" creationId="{EF3BD81A-10F5-3D21-B2FF-F7CAC42BB4A9}"/>
          </ac:spMkLst>
        </pc:spChg>
      </pc:sldChg>
      <pc:sldChg chg="addSp modSp">
        <pc:chgData name="野村康二" userId="S::kouji.nomura@system-exe.jp::acaa808a-f809-4ef9-8028-a2ce14b82415" providerId="AD" clId="Web-{27652890-B0AA-6468-7B83-3435AA2B46C1}" dt="2025-04-07T02:23:23.273" v="97" actId="1076"/>
        <pc:sldMkLst>
          <pc:docMk/>
          <pc:sldMk cId="3261265475" sldId="932"/>
        </pc:sldMkLst>
        <pc:spChg chg="mod">
          <ac:chgData name="野村康二" userId="S::kouji.nomura@system-exe.jp::acaa808a-f809-4ef9-8028-a2ce14b82415" providerId="AD" clId="Web-{27652890-B0AA-6468-7B83-3435AA2B46C1}" dt="2025-04-07T02:23:23.273" v="97" actId="1076"/>
          <ac:spMkLst>
            <pc:docMk/>
            <pc:sldMk cId="3261265475" sldId="932"/>
            <ac:spMk id="28" creationId="{CFF73232-ADD1-28A9-C547-414856AC0A24}"/>
          </ac:spMkLst>
        </pc:spChg>
        <pc:grpChg chg="add mod">
          <ac:chgData name="野村康二" userId="S::kouji.nomura@system-exe.jp::acaa808a-f809-4ef9-8028-a2ce14b82415" providerId="AD" clId="Web-{27652890-B0AA-6468-7B83-3435AA2B46C1}" dt="2025-04-07T02:22:56.085" v="82" actId="1076"/>
          <ac:grpSpMkLst>
            <pc:docMk/>
            <pc:sldMk cId="3261265475" sldId="932"/>
            <ac:grpSpMk id="3" creationId="{9DA5E34E-CC0F-A269-A471-3A4A08106F66}"/>
          </ac:grpSpMkLst>
        </pc:grpChg>
        <pc:graphicFrameChg chg="mod modGraphic">
          <ac:chgData name="野村康二" userId="S::kouji.nomura@system-exe.jp::acaa808a-f809-4ef9-8028-a2ce14b82415" providerId="AD" clId="Web-{27652890-B0AA-6468-7B83-3435AA2B46C1}" dt="2025-04-07T02:22:04.505" v="70"/>
          <ac:graphicFrameMkLst>
            <pc:docMk/>
            <pc:sldMk cId="3261265475" sldId="932"/>
            <ac:graphicFrameMk id="10" creationId="{1B9651D0-1C8B-452E-8B2F-91E497A82D84}"/>
          </ac:graphicFrameMkLst>
        </pc:graphicFrameChg>
      </pc:sldChg>
      <pc:sldChg chg="addSp modSp add replId">
        <pc:chgData name="野村康二" userId="S::kouji.nomura@system-exe.jp::acaa808a-f809-4ef9-8028-a2ce14b82415" providerId="AD" clId="Web-{27652890-B0AA-6468-7B83-3435AA2B46C1}" dt="2025-04-07T02:12:02.611" v="64" actId="1076"/>
        <pc:sldMkLst>
          <pc:docMk/>
          <pc:sldMk cId="2716451086" sldId="938"/>
        </pc:sldMkLst>
        <pc:spChg chg="mod">
          <ac:chgData name="野村康二" userId="S::kouji.nomura@system-exe.jp::acaa808a-f809-4ef9-8028-a2ce14b82415" providerId="AD" clId="Web-{27652890-B0AA-6468-7B83-3435AA2B46C1}" dt="2025-04-07T02:09:27.060" v="18" actId="20577"/>
          <ac:spMkLst>
            <pc:docMk/>
            <pc:sldMk cId="2716451086" sldId="938"/>
            <ac:spMk id="2" creationId="{B6CD31D7-B4F8-0D45-0641-A15179159879}"/>
          </ac:spMkLst>
        </pc:spChg>
        <pc:spChg chg="mod">
          <ac:chgData name="野村康二" userId="S::kouji.nomura@system-exe.jp::acaa808a-f809-4ef9-8028-a2ce14b82415" providerId="AD" clId="Web-{27652890-B0AA-6468-7B83-3435AA2B46C1}" dt="2025-04-07T02:11:25.423" v="47" actId="20577"/>
          <ac:spMkLst>
            <pc:docMk/>
            <pc:sldMk cId="2716451086" sldId="938"/>
            <ac:spMk id="5" creationId="{87471182-3211-D826-767F-1938ABE25D78}"/>
          </ac:spMkLst>
        </pc:spChg>
        <pc:spChg chg="mod">
          <ac:chgData name="野村康二" userId="S::kouji.nomura@system-exe.jp::acaa808a-f809-4ef9-8028-a2ce14b82415" providerId="AD" clId="Web-{27652890-B0AA-6468-7B83-3435AA2B46C1}" dt="2025-04-07T02:11:35.767" v="62" actId="20577"/>
          <ac:spMkLst>
            <pc:docMk/>
            <pc:sldMk cId="2716451086" sldId="938"/>
            <ac:spMk id="6" creationId="{3A81C36B-BCAA-095B-FA9E-3DC93B865E7B}"/>
          </ac:spMkLst>
        </pc:spChg>
        <pc:spChg chg="mod">
          <ac:chgData name="野村康二" userId="S::kouji.nomura@system-exe.jp::acaa808a-f809-4ef9-8028-a2ce14b82415" providerId="AD" clId="Web-{27652890-B0AA-6468-7B83-3435AA2B46C1}" dt="2025-04-07T02:10:40.968" v="38" actId="1076"/>
          <ac:spMkLst>
            <pc:docMk/>
            <pc:sldMk cId="2716451086" sldId="938"/>
            <ac:spMk id="35" creationId="{E83C926A-95C0-0139-1486-A9A44E153E3B}"/>
          </ac:spMkLst>
        </pc:spChg>
        <pc:spChg chg="mod">
          <ac:chgData name="野村康二" userId="S::kouji.nomura@system-exe.jp::acaa808a-f809-4ef9-8028-a2ce14b82415" providerId="AD" clId="Web-{27652890-B0AA-6468-7B83-3435AA2B46C1}" dt="2025-04-07T02:10:08.092" v="34" actId="14100"/>
          <ac:spMkLst>
            <pc:docMk/>
            <pc:sldMk cId="2716451086" sldId="938"/>
            <ac:spMk id="36" creationId="{CF8E2D8E-4773-6FB8-8220-E145C64CA845}"/>
          </ac:spMkLst>
        </pc:spChg>
        <pc:spChg chg="mod">
          <ac:chgData name="野村康二" userId="S::kouji.nomura@system-exe.jp::acaa808a-f809-4ef9-8028-a2ce14b82415" providerId="AD" clId="Web-{27652890-B0AA-6468-7B83-3435AA2B46C1}" dt="2025-04-07T02:09:40.904" v="27" actId="20577"/>
          <ac:spMkLst>
            <pc:docMk/>
            <pc:sldMk cId="2716451086" sldId="938"/>
            <ac:spMk id="46" creationId="{718E53B2-A062-4B41-8DDC-2409E7CBC3AD}"/>
          </ac:spMkLst>
        </pc:spChg>
        <pc:grpChg chg="add mod">
          <ac:chgData name="野村康二" userId="S::kouji.nomura@system-exe.jp::acaa808a-f809-4ef9-8028-a2ce14b82415" providerId="AD" clId="Web-{27652890-B0AA-6468-7B83-3435AA2B46C1}" dt="2025-04-07T02:11:15.063" v="43" actId="1076"/>
          <ac:grpSpMkLst>
            <pc:docMk/>
            <pc:sldMk cId="2716451086" sldId="938"/>
            <ac:grpSpMk id="4" creationId="{3CC463F8-EF97-A0C9-35A8-965F2728535A}"/>
          </ac:grpSpMkLst>
        </pc:grpChg>
        <pc:grpChg chg="mod">
          <ac:chgData name="野村康二" userId="S::kouji.nomura@system-exe.jp::acaa808a-f809-4ef9-8028-a2ce14b82415" providerId="AD" clId="Web-{27652890-B0AA-6468-7B83-3435AA2B46C1}" dt="2025-04-07T02:11:09.719" v="42" actId="1076"/>
          <ac:grpSpMkLst>
            <pc:docMk/>
            <pc:sldMk cId="2716451086" sldId="938"/>
            <ac:grpSpMk id="44" creationId="{ABAD43B8-FFA2-4FC5-4EF8-286829843E6C}"/>
          </ac:grpSpMkLst>
        </pc:grpChg>
        <pc:cxnChg chg="add mod">
          <ac:chgData name="野村康二" userId="S::kouji.nomura@system-exe.jp::acaa808a-f809-4ef9-8028-a2ce14b82415" providerId="AD" clId="Web-{27652890-B0AA-6468-7B83-3435AA2B46C1}" dt="2025-04-07T02:12:02.611" v="64" actId="1076"/>
          <ac:cxnSpMkLst>
            <pc:docMk/>
            <pc:sldMk cId="2716451086" sldId="938"/>
            <ac:cxnSpMk id="7" creationId="{37580819-ED20-57DA-1C40-DBE123AB7DB7}"/>
          </ac:cxnSpMkLst>
        </pc:cxnChg>
      </pc:sldChg>
    </pc:docChg>
  </pc:docChgLst>
  <pc:docChgLst>
    <pc:chgData name="髙浦祐朗" userId="d6d860fe-bc64-411b-9605-a16d1ba875f6" providerId="ADAL" clId="{DB867282-9B14-4BC1-835F-34C67E84B083}"/>
    <pc:docChg chg="custSel modSld">
      <pc:chgData name="髙浦祐朗" userId="d6d860fe-bc64-411b-9605-a16d1ba875f6" providerId="ADAL" clId="{DB867282-9B14-4BC1-835F-34C67E84B083}" dt="2024-01-29T12:32:33.315" v="134" actId="20577"/>
      <pc:docMkLst>
        <pc:docMk/>
      </pc:docMkLst>
      <pc:sldChg chg="modSp mod">
        <pc:chgData name="髙浦祐朗" userId="d6d860fe-bc64-411b-9605-a16d1ba875f6" providerId="ADAL" clId="{DB867282-9B14-4BC1-835F-34C67E84B083}" dt="2024-01-29T12:32:33.315" v="134" actId="20577"/>
        <pc:sldMkLst>
          <pc:docMk/>
          <pc:sldMk cId="3201888243" sldId="714"/>
        </pc:sldMkLst>
      </pc:sldChg>
      <pc:sldChg chg="modSp mod">
        <pc:chgData name="髙浦祐朗" userId="d6d860fe-bc64-411b-9605-a16d1ba875f6" providerId="ADAL" clId="{DB867282-9B14-4BC1-835F-34C67E84B083}" dt="2024-01-29T12:31:32.651" v="86"/>
        <pc:sldMkLst>
          <pc:docMk/>
          <pc:sldMk cId="1072167564" sldId="754"/>
        </pc:sldMkLst>
      </pc:sldChg>
      <pc:sldChg chg="modSp mod">
        <pc:chgData name="髙浦祐朗" userId="d6d860fe-bc64-411b-9605-a16d1ba875f6" providerId="ADAL" clId="{DB867282-9B14-4BC1-835F-34C67E84B083}" dt="2024-01-29T12:28:00.980" v="0" actId="20577"/>
        <pc:sldMkLst>
          <pc:docMk/>
          <pc:sldMk cId="3773316736" sldId="756"/>
        </pc:sldMkLst>
      </pc:sldChg>
      <pc:sldChg chg="modSp mod">
        <pc:chgData name="髙浦祐朗" userId="d6d860fe-bc64-411b-9605-a16d1ba875f6" providerId="ADAL" clId="{DB867282-9B14-4BC1-835F-34C67E84B083}" dt="2024-01-29T12:31:39.615" v="90"/>
        <pc:sldMkLst>
          <pc:docMk/>
          <pc:sldMk cId="3692000709" sldId="769"/>
        </pc:sldMkLst>
      </pc:sldChg>
    </pc:docChg>
  </pc:docChgLst>
  <pc:docChgLst>
    <pc:chgData name="福田一希" userId="S::kazuki.fukuda@system-exe.jp::fdfbe5ba-eec8-4756-aa2a-cf5b9de944cd" providerId="AD" clId="Web-{2435EB1E-DC76-4352-82E3-45724EF29957}"/>
    <pc:docChg chg="modSld sldOrd">
      <pc:chgData name="福田一希" userId="S::kazuki.fukuda@system-exe.jp::fdfbe5ba-eec8-4756-aa2a-cf5b9de944cd" providerId="AD" clId="Web-{2435EB1E-DC76-4352-82E3-45724EF29957}" dt="2025-01-28T02:11:05.869" v="353" actId="20577"/>
      <pc:docMkLst>
        <pc:docMk/>
      </pc:docMkLst>
      <pc:sldChg chg="modSp">
        <pc:chgData name="福田一希" userId="S::kazuki.fukuda@system-exe.jp::fdfbe5ba-eec8-4756-aa2a-cf5b9de944cd" providerId="AD" clId="Web-{2435EB1E-DC76-4352-82E3-45724EF29957}" dt="2025-01-28T02:11:05.869" v="353" actId="20577"/>
        <pc:sldMkLst>
          <pc:docMk/>
          <pc:sldMk cId="3201888243" sldId="714"/>
        </pc:sldMkLst>
        <pc:spChg chg="mod">
          <ac:chgData name="福田一希" userId="S::kazuki.fukuda@system-exe.jp::fdfbe5ba-eec8-4756-aa2a-cf5b9de944cd" providerId="AD" clId="Web-{2435EB1E-DC76-4352-82E3-45724EF29957}" dt="2025-01-28T02:11:05.869" v="353" actId="20577"/>
          <ac:spMkLst>
            <pc:docMk/>
            <pc:sldMk cId="3201888243" sldId="714"/>
            <ac:spMk id="2" creationId="{B808C4E1-CAC4-709D-39C2-7E63198F1A78}"/>
          </ac:spMkLst>
        </pc:spChg>
      </pc:sldChg>
      <pc:sldChg chg="modSp">
        <pc:chgData name="福田一希" userId="S::kazuki.fukuda@system-exe.jp::fdfbe5ba-eec8-4756-aa2a-cf5b9de944cd" providerId="AD" clId="Web-{2435EB1E-DC76-4352-82E3-45724EF29957}" dt="2025-01-28T02:09:38.194" v="346" actId="20577"/>
        <pc:sldMkLst>
          <pc:docMk/>
          <pc:sldMk cId="3325638293" sldId="749"/>
        </pc:sldMkLst>
        <pc:spChg chg="mod">
          <ac:chgData name="福田一希" userId="S::kazuki.fukuda@system-exe.jp::fdfbe5ba-eec8-4756-aa2a-cf5b9de944cd" providerId="AD" clId="Web-{2435EB1E-DC76-4352-82E3-45724EF29957}" dt="2025-01-28T02:09:30.757" v="340" actId="20577"/>
          <ac:spMkLst>
            <pc:docMk/>
            <pc:sldMk cId="3325638293" sldId="749"/>
            <ac:spMk id="5" creationId="{7F991670-34BF-469F-8779-F7AF8FF3751B}"/>
          </ac:spMkLst>
        </pc:spChg>
        <pc:spChg chg="mod">
          <ac:chgData name="福田一希" userId="S::kazuki.fukuda@system-exe.jp::fdfbe5ba-eec8-4756-aa2a-cf5b9de944cd" providerId="AD" clId="Web-{2435EB1E-DC76-4352-82E3-45724EF29957}" dt="2025-01-28T02:09:38.194" v="346" actId="20577"/>
          <ac:spMkLst>
            <pc:docMk/>
            <pc:sldMk cId="3325638293" sldId="749"/>
            <ac:spMk id="7" creationId="{13DC9859-5929-4710-A8F2-FBBA9210DDDD}"/>
          </ac:spMkLst>
        </pc:spChg>
      </pc:sldChg>
      <pc:sldChg chg="modSp">
        <pc:chgData name="福田一希" userId="S::kazuki.fukuda@system-exe.jp::fdfbe5ba-eec8-4756-aa2a-cf5b9de944cd" providerId="AD" clId="Web-{2435EB1E-DC76-4352-82E3-45724EF29957}" dt="2025-01-28T02:06:34.627" v="325"/>
        <pc:sldMkLst>
          <pc:docMk/>
          <pc:sldMk cId="3660799615" sldId="757"/>
        </pc:sldMkLst>
        <pc:graphicFrameChg chg="mod modGraphic">
          <ac:chgData name="福田一希" userId="S::kazuki.fukuda@system-exe.jp::fdfbe5ba-eec8-4756-aa2a-cf5b9de944cd" providerId="AD" clId="Web-{2435EB1E-DC76-4352-82E3-45724EF29957}" dt="2025-01-28T02:06:34.627" v="325"/>
          <ac:graphicFrameMkLst>
            <pc:docMk/>
            <pc:sldMk cId="3660799615" sldId="757"/>
            <ac:graphicFrameMk id="6" creationId="{25E6D85D-7AE4-EF50-E530-FBD7BDF82E77}"/>
          </ac:graphicFrameMkLst>
        </pc:graphicFrameChg>
      </pc:sldChg>
      <pc:sldChg chg="modSp">
        <pc:chgData name="福田一希" userId="S::kazuki.fukuda@system-exe.jp::fdfbe5ba-eec8-4756-aa2a-cf5b9de944cd" providerId="AD" clId="Web-{2435EB1E-DC76-4352-82E3-45724EF29957}" dt="2025-01-28T01:52:53.903" v="61" actId="20577"/>
        <pc:sldMkLst>
          <pc:docMk/>
          <pc:sldMk cId="1395438993" sldId="765"/>
        </pc:sldMkLst>
        <pc:spChg chg="mod">
          <ac:chgData name="福田一希" userId="S::kazuki.fukuda@system-exe.jp::fdfbe5ba-eec8-4756-aa2a-cf5b9de944cd" providerId="AD" clId="Web-{2435EB1E-DC76-4352-82E3-45724EF29957}" dt="2025-01-28T01:52:53.903" v="61" actId="20577"/>
          <ac:spMkLst>
            <pc:docMk/>
            <pc:sldMk cId="1395438993" sldId="765"/>
            <ac:spMk id="2" creationId="{9361CC14-4C9C-442D-9221-913B3ACF3460}"/>
          </ac:spMkLst>
        </pc:spChg>
        <pc:graphicFrameChg chg="mod">
          <ac:chgData name="福田一希" userId="S::kazuki.fukuda@system-exe.jp::fdfbe5ba-eec8-4756-aa2a-cf5b9de944cd" providerId="AD" clId="Web-{2435EB1E-DC76-4352-82E3-45724EF29957}" dt="2025-01-28T01:46:16.361" v="34" actId="1076"/>
          <ac:graphicFrameMkLst>
            <pc:docMk/>
            <pc:sldMk cId="1395438993" sldId="765"/>
            <ac:graphicFrameMk id="7" creationId="{2864E947-18B0-4839-AED3-D416F628DDF0}"/>
          </ac:graphicFrameMkLst>
        </pc:graphicFrameChg>
      </pc:sldChg>
      <pc:sldChg chg="addSp delSp modSp">
        <pc:chgData name="福田一希" userId="S::kazuki.fukuda@system-exe.jp::fdfbe5ba-eec8-4756-aa2a-cf5b9de944cd" providerId="AD" clId="Web-{2435EB1E-DC76-4352-82E3-45724EF29957}" dt="2025-01-28T01:52:50.418" v="59" actId="20577"/>
        <pc:sldMkLst>
          <pc:docMk/>
          <pc:sldMk cId="3560606343" sldId="766"/>
        </pc:sldMkLst>
        <pc:spChg chg="mod">
          <ac:chgData name="福田一希" userId="S::kazuki.fukuda@system-exe.jp::fdfbe5ba-eec8-4756-aa2a-cf5b9de944cd" providerId="AD" clId="Web-{2435EB1E-DC76-4352-82E3-45724EF29957}" dt="2025-01-28T01:52:50.418" v="59" actId="20577"/>
          <ac:spMkLst>
            <pc:docMk/>
            <pc:sldMk cId="3560606343" sldId="766"/>
            <ac:spMk id="2" creationId="{E83321EC-2147-45BB-B770-D5BC2C3DDA15}"/>
          </ac:spMkLst>
        </pc:spChg>
        <pc:graphicFrameChg chg="add del mod modGraphic">
          <ac:chgData name="福田一希" userId="S::kazuki.fukuda@system-exe.jp::fdfbe5ba-eec8-4756-aa2a-cf5b9de944cd" providerId="AD" clId="Web-{2435EB1E-DC76-4352-82E3-45724EF29957}" dt="2025-01-28T01:46:02.424" v="32" actId="1076"/>
          <ac:graphicFrameMkLst>
            <pc:docMk/>
            <pc:sldMk cId="3560606343" sldId="766"/>
            <ac:graphicFrameMk id="9" creationId="{2864E947-18B0-4839-AED3-D416F628DDF0}"/>
          </ac:graphicFrameMkLst>
        </pc:graphicFrameChg>
      </pc:sldChg>
      <pc:sldChg chg="modSp">
        <pc:chgData name="福田一希" userId="S::kazuki.fukuda@system-exe.jp::fdfbe5ba-eec8-4756-aa2a-cf5b9de944cd" providerId="AD" clId="Web-{2435EB1E-DC76-4352-82E3-45724EF29957}" dt="2025-01-28T01:54:45.828" v="112" actId="20577"/>
        <pc:sldMkLst>
          <pc:docMk/>
          <pc:sldMk cId="2410374903" sldId="767"/>
        </pc:sldMkLst>
        <pc:spChg chg="mod">
          <ac:chgData name="福田一希" userId="S::kazuki.fukuda@system-exe.jp::fdfbe5ba-eec8-4756-aa2a-cf5b9de944cd" providerId="AD" clId="Web-{2435EB1E-DC76-4352-82E3-45724EF29957}" dt="2025-01-28T01:53:09.091" v="68" actId="20577"/>
          <ac:spMkLst>
            <pc:docMk/>
            <pc:sldMk cId="2410374903" sldId="767"/>
            <ac:spMk id="2" creationId="{BA7EAB47-04C7-45A7-AD57-B693B92CF23D}"/>
          </ac:spMkLst>
        </pc:spChg>
        <pc:spChg chg="mod">
          <ac:chgData name="福田一希" userId="S::kazuki.fukuda@system-exe.jp::fdfbe5ba-eec8-4756-aa2a-cf5b9de944cd" providerId="AD" clId="Web-{2435EB1E-DC76-4352-82E3-45724EF29957}" dt="2025-01-28T01:54:45.828" v="112" actId="20577"/>
          <ac:spMkLst>
            <pc:docMk/>
            <pc:sldMk cId="2410374903" sldId="767"/>
            <ac:spMk id="5" creationId="{97E6FBE8-190C-40F0-AA01-14695A77D734}"/>
          </ac:spMkLst>
        </pc:spChg>
      </pc:sldChg>
      <pc:sldChg chg="modSp">
        <pc:chgData name="福田一希" userId="S::kazuki.fukuda@system-exe.jp::fdfbe5ba-eec8-4756-aa2a-cf5b9de944cd" providerId="AD" clId="Web-{2435EB1E-DC76-4352-82E3-45724EF29957}" dt="2025-01-28T02:02:20.418" v="297"/>
        <pc:sldMkLst>
          <pc:docMk/>
          <pc:sldMk cId="2453405637" sldId="923"/>
        </pc:sldMkLst>
        <pc:spChg chg="mod">
          <ac:chgData name="福田一希" userId="S::kazuki.fukuda@system-exe.jp::fdfbe5ba-eec8-4756-aa2a-cf5b9de944cd" providerId="AD" clId="Web-{2435EB1E-DC76-4352-82E3-45724EF29957}" dt="2025-01-28T01:53:04.638" v="67" actId="20577"/>
          <ac:spMkLst>
            <pc:docMk/>
            <pc:sldMk cId="2453405637" sldId="923"/>
            <ac:spMk id="2" creationId="{DF1B3D1D-7E85-617E-AC69-3C98014F1C6D}"/>
          </ac:spMkLst>
        </pc:spChg>
        <pc:graphicFrameChg chg="mod modGraphic">
          <ac:chgData name="福田一希" userId="S::kazuki.fukuda@system-exe.jp::fdfbe5ba-eec8-4756-aa2a-cf5b9de944cd" providerId="AD" clId="Web-{2435EB1E-DC76-4352-82E3-45724EF29957}" dt="2025-01-28T02:02:20.418" v="297"/>
          <ac:graphicFrameMkLst>
            <pc:docMk/>
            <pc:sldMk cId="2453405637" sldId="923"/>
            <ac:graphicFrameMk id="9" creationId="{BBA8B256-12B2-6E8C-50F9-31564ECC0266}"/>
          </ac:graphicFrameMkLst>
        </pc:graphicFrameChg>
      </pc:sldChg>
      <pc:sldChg chg="modSp">
        <pc:chgData name="福田一希" userId="S::kazuki.fukuda@system-exe.jp::fdfbe5ba-eec8-4756-aa2a-cf5b9de944cd" providerId="AD" clId="Web-{2435EB1E-DC76-4352-82E3-45724EF29957}" dt="2025-01-28T02:09:18.225" v="339" actId="20577"/>
        <pc:sldMkLst>
          <pc:docMk/>
          <pc:sldMk cId="1851614100" sldId="930"/>
        </pc:sldMkLst>
        <pc:spChg chg="mod">
          <ac:chgData name="福田一希" userId="S::kazuki.fukuda@system-exe.jp::fdfbe5ba-eec8-4756-aa2a-cf5b9de944cd" providerId="AD" clId="Web-{2435EB1E-DC76-4352-82E3-45724EF29957}" dt="2025-01-28T01:53:01.309" v="65" actId="20577"/>
          <ac:spMkLst>
            <pc:docMk/>
            <pc:sldMk cId="1851614100" sldId="930"/>
            <ac:spMk id="2" creationId="{00000000-0000-0000-0000-000000000000}"/>
          </ac:spMkLst>
        </pc:spChg>
        <pc:spChg chg="mod">
          <ac:chgData name="福田一希" userId="S::kazuki.fukuda@system-exe.jp::fdfbe5ba-eec8-4756-aa2a-cf5b9de944cd" providerId="AD" clId="Web-{2435EB1E-DC76-4352-82E3-45724EF29957}" dt="2025-01-28T01:49:21.960" v="41" actId="20577"/>
          <ac:spMkLst>
            <pc:docMk/>
            <pc:sldMk cId="1851614100" sldId="930"/>
            <ac:spMk id="26" creationId="{2739018C-A453-9633-6AC1-CD6144A1460D}"/>
          </ac:spMkLst>
        </pc:spChg>
        <pc:spChg chg="mod">
          <ac:chgData name="福田一希" userId="S::kazuki.fukuda@system-exe.jp::fdfbe5ba-eec8-4756-aa2a-cf5b9de944cd" providerId="AD" clId="Web-{2435EB1E-DC76-4352-82E3-45724EF29957}" dt="2025-01-28T02:09:14.272" v="338" actId="20577"/>
          <ac:spMkLst>
            <pc:docMk/>
            <pc:sldMk cId="1851614100" sldId="930"/>
            <ac:spMk id="36" creationId="{10B0CD7D-A6F3-7E6D-328C-5A37E0631B7A}"/>
          </ac:spMkLst>
        </pc:spChg>
        <pc:spChg chg="mod">
          <ac:chgData name="福田一希" userId="S::kazuki.fukuda@system-exe.jp::fdfbe5ba-eec8-4756-aa2a-cf5b9de944cd" providerId="AD" clId="Web-{2435EB1E-DC76-4352-82E3-45724EF29957}" dt="2025-01-28T02:09:18.225" v="339" actId="20577"/>
          <ac:spMkLst>
            <pc:docMk/>
            <pc:sldMk cId="1851614100" sldId="930"/>
            <ac:spMk id="46" creationId="{EF3BD81A-10F5-3D21-B2FF-F7CAC42BB4A9}"/>
          </ac:spMkLst>
        </pc:spChg>
        <pc:spChg chg="mod">
          <ac:chgData name="福田一希" userId="S::kazuki.fukuda@system-exe.jp::fdfbe5ba-eec8-4756-aa2a-cf5b9de944cd" providerId="AD" clId="Web-{2435EB1E-DC76-4352-82E3-45724EF29957}" dt="2025-01-28T01:47:03.988" v="38" actId="20577"/>
          <ac:spMkLst>
            <pc:docMk/>
            <pc:sldMk cId="1851614100" sldId="930"/>
            <ac:spMk id="55" creationId="{D0A35059-8416-A539-CCAD-988529B59C1A}"/>
          </ac:spMkLst>
        </pc:spChg>
      </pc:sldChg>
      <pc:sldChg chg="modSp">
        <pc:chgData name="福田一希" userId="S::kazuki.fukuda@system-exe.jp::fdfbe5ba-eec8-4756-aa2a-cf5b9de944cd" providerId="AD" clId="Web-{2435EB1E-DC76-4352-82E3-45724EF29957}" dt="2025-01-28T01:55:15.391" v="121" actId="1076"/>
        <pc:sldMkLst>
          <pc:docMk/>
          <pc:sldMk cId="3261265475" sldId="932"/>
        </pc:sldMkLst>
        <pc:spChg chg="mod">
          <ac:chgData name="福田一希" userId="S::kazuki.fukuda@system-exe.jp::fdfbe5ba-eec8-4756-aa2a-cf5b9de944cd" providerId="AD" clId="Web-{2435EB1E-DC76-4352-82E3-45724EF29957}" dt="2025-01-28T01:52:57.981" v="63" actId="20577"/>
          <ac:spMkLst>
            <pc:docMk/>
            <pc:sldMk cId="3261265475" sldId="932"/>
            <ac:spMk id="2" creationId="{E83321EC-2147-45BB-B770-D5BC2C3DDA15}"/>
          </ac:spMkLst>
        </pc:spChg>
        <pc:spChg chg="mod">
          <ac:chgData name="福田一希" userId="S::kazuki.fukuda@system-exe.jp::fdfbe5ba-eec8-4756-aa2a-cf5b9de944cd" providerId="AD" clId="Web-{2435EB1E-DC76-4352-82E3-45724EF29957}" dt="2025-01-28T01:55:15.391" v="121" actId="1076"/>
          <ac:spMkLst>
            <pc:docMk/>
            <pc:sldMk cId="3261265475" sldId="932"/>
            <ac:spMk id="26" creationId="{AA608998-7E3E-1298-045C-A506F642ABA9}"/>
          </ac:spMkLst>
        </pc:spChg>
        <pc:graphicFrameChg chg="mod modGraphic">
          <ac:chgData name="福田一希" userId="S::kazuki.fukuda@system-exe.jp::fdfbe5ba-eec8-4756-aa2a-cf5b9de944cd" providerId="AD" clId="Web-{2435EB1E-DC76-4352-82E3-45724EF29957}" dt="2025-01-28T01:55:10.016" v="120"/>
          <ac:graphicFrameMkLst>
            <pc:docMk/>
            <pc:sldMk cId="3261265475" sldId="932"/>
            <ac:graphicFrameMk id="10" creationId="{1B9651D0-1C8B-452E-8B2F-91E497A82D84}"/>
          </ac:graphicFrameMkLst>
        </pc:graphicFrameChg>
      </pc:sldChg>
      <pc:sldChg chg="modSp ord">
        <pc:chgData name="福田一希" userId="S::kazuki.fukuda@system-exe.jp::fdfbe5ba-eec8-4756-aa2a-cf5b9de944cd" providerId="AD" clId="Web-{2435EB1E-DC76-4352-82E3-45724EF29957}" dt="2025-01-28T01:52:25.840" v="54" actId="20577"/>
        <pc:sldMkLst>
          <pc:docMk/>
          <pc:sldMk cId="1914752993" sldId="933"/>
        </pc:sldMkLst>
        <pc:spChg chg="mod">
          <ac:chgData name="福田一希" userId="S::kazuki.fukuda@system-exe.jp::fdfbe5ba-eec8-4756-aa2a-cf5b9de944cd" providerId="AD" clId="Web-{2435EB1E-DC76-4352-82E3-45724EF29957}" dt="2025-01-28T01:52:25.840" v="54" actId="20577"/>
          <ac:spMkLst>
            <pc:docMk/>
            <pc:sldMk cId="1914752993" sldId="933"/>
            <ac:spMk id="2" creationId="{00000000-0000-0000-0000-000000000000}"/>
          </ac:spMkLst>
        </pc:spChg>
      </pc:sldChg>
      <pc:sldChg chg="modSp ord">
        <pc:chgData name="福田一希" userId="S::kazuki.fukuda@system-exe.jp::fdfbe5ba-eec8-4756-aa2a-cf5b9de944cd" providerId="AD" clId="Web-{2435EB1E-DC76-4352-82E3-45724EF29957}" dt="2025-01-28T01:52:33.512" v="55" actId="20577"/>
        <pc:sldMkLst>
          <pc:docMk/>
          <pc:sldMk cId="2849627678" sldId="934"/>
        </pc:sldMkLst>
        <pc:spChg chg="mod">
          <ac:chgData name="福田一希" userId="S::kazuki.fukuda@system-exe.jp::fdfbe5ba-eec8-4756-aa2a-cf5b9de944cd" providerId="AD" clId="Web-{2435EB1E-DC76-4352-82E3-45724EF29957}" dt="2025-01-28T01:52:33.512" v="55" actId="20577"/>
          <ac:spMkLst>
            <pc:docMk/>
            <pc:sldMk cId="2849627678" sldId="934"/>
            <ac:spMk id="2" creationId="{00000000-0000-0000-0000-000000000000}"/>
          </ac:spMkLst>
        </pc:spChg>
      </pc:sldChg>
      <pc:sldChg chg="modSp ord">
        <pc:chgData name="福田一希" userId="S::kazuki.fukuda@system-exe.jp::fdfbe5ba-eec8-4756-aa2a-cf5b9de944cd" providerId="AD" clId="Web-{2435EB1E-DC76-4352-82E3-45724EF29957}" dt="2025-01-28T02:10:22.196" v="352"/>
        <pc:sldMkLst>
          <pc:docMk/>
          <pc:sldMk cId="2237363740" sldId="935"/>
        </pc:sldMkLst>
        <pc:spChg chg="mod">
          <ac:chgData name="福田一希" userId="S::kazuki.fukuda@system-exe.jp::fdfbe5ba-eec8-4756-aa2a-cf5b9de944cd" providerId="AD" clId="Web-{2435EB1E-DC76-4352-82E3-45724EF29957}" dt="2025-01-28T01:52:38.793" v="56" actId="20577"/>
          <ac:spMkLst>
            <pc:docMk/>
            <pc:sldMk cId="2237363740" sldId="935"/>
            <ac:spMk id="2" creationId="{00000000-0000-0000-0000-000000000000}"/>
          </ac:spMkLst>
        </pc:spChg>
        <pc:spChg chg="mod">
          <ac:chgData name="福田一希" userId="S::kazuki.fukuda@system-exe.jp::fdfbe5ba-eec8-4756-aa2a-cf5b9de944cd" providerId="AD" clId="Web-{2435EB1E-DC76-4352-82E3-45724EF29957}" dt="2025-01-28T02:09:54.539" v="347" actId="20577"/>
          <ac:spMkLst>
            <pc:docMk/>
            <pc:sldMk cId="2237363740" sldId="935"/>
            <ac:spMk id="40" creationId="{F75F6588-C759-4827-0146-B95006E50CC5}"/>
          </ac:spMkLst>
        </pc:spChg>
        <pc:spChg chg="mod">
          <ac:chgData name="福田一希" userId="S::kazuki.fukuda@system-exe.jp::fdfbe5ba-eec8-4756-aa2a-cf5b9de944cd" providerId="AD" clId="Web-{2435EB1E-DC76-4352-82E3-45724EF29957}" dt="2025-01-28T02:10:16.461" v="351" actId="1076"/>
          <ac:spMkLst>
            <pc:docMk/>
            <pc:sldMk cId="2237363740" sldId="935"/>
            <ac:spMk id="43" creationId="{F75F6588-C759-4827-0146-B95006E50CC5}"/>
          </ac:spMkLst>
        </pc:spChg>
        <pc:spChg chg="ord">
          <ac:chgData name="福田一希" userId="S::kazuki.fukuda@system-exe.jp::fdfbe5ba-eec8-4756-aa2a-cf5b9de944cd" providerId="AD" clId="Web-{2435EB1E-DC76-4352-82E3-45724EF29957}" dt="2025-01-28T02:10:22.196" v="352"/>
          <ac:spMkLst>
            <pc:docMk/>
            <pc:sldMk cId="2237363740" sldId="935"/>
            <ac:spMk id="117" creationId="{00000000-0000-0000-0000-000000000000}"/>
          </ac:spMkLst>
        </pc:spChg>
      </pc:sldChg>
      <pc:sldChg chg="modSp">
        <pc:chgData name="福田一希" userId="S::kazuki.fukuda@system-exe.jp::fdfbe5ba-eec8-4756-aa2a-cf5b9de944cd" providerId="AD" clId="Web-{2435EB1E-DC76-4352-82E3-45724EF29957}" dt="2025-01-28T02:06:01.673" v="319"/>
        <pc:sldMkLst>
          <pc:docMk/>
          <pc:sldMk cId="1166953866" sldId="936"/>
        </pc:sldMkLst>
        <pc:graphicFrameChg chg="mod modGraphic">
          <ac:chgData name="福田一希" userId="S::kazuki.fukuda@system-exe.jp::fdfbe5ba-eec8-4756-aa2a-cf5b9de944cd" providerId="AD" clId="Web-{2435EB1E-DC76-4352-82E3-45724EF29957}" dt="2025-01-28T02:06:01.673" v="319"/>
          <ac:graphicFrameMkLst>
            <pc:docMk/>
            <pc:sldMk cId="1166953866" sldId="936"/>
            <ac:graphicFrameMk id="6" creationId="{25E6D85D-7AE4-EF50-E530-FBD7BDF82E77}"/>
          </ac:graphicFrameMkLst>
        </pc:graphicFrameChg>
      </pc:sldChg>
    </pc:docChg>
  </pc:docChgLst>
  <pc:docChgLst>
    <pc:chgData name="髙浦祐朗" userId="d6d860fe-bc64-411b-9605-a16d1ba875f6" providerId="ADAL" clId="{E2D8972E-51B9-4075-91DB-BC97132C436C}"/>
    <pc:docChg chg="undo custSel modSld">
      <pc:chgData name="髙浦祐朗" userId="d6d860fe-bc64-411b-9605-a16d1ba875f6" providerId="ADAL" clId="{E2D8972E-51B9-4075-91DB-BC97132C436C}" dt="2025-04-07T02:23:27.246" v="88" actId="207"/>
      <pc:docMkLst>
        <pc:docMk/>
      </pc:docMkLst>
      <pc:sldChg chg="modSp mod">
        <pc:chgData name="髙浦祐朗" userId="d6d860fe-bc64-411b-9605-a16d1ba875f6" providerId="ADAL" clId="{E2D8972E-51B9-4075-91DB-BC97132C436C}" dt="2025-04-07T02:22:01.815" v="77"/>
        <pc:sldMkLst>
          <pc:docMk/>
          <pc:sldMk cId="2453405637" sldId="923"/>
        </pc:sldMkLst>
        <pc:graphicFrameChg chg="mod modGraphic">
          <ac:chgData name="髙浦祐朗" userId="d6d860fe-bc64-411b-9605-a16d1ba875f6" providerId="ADAL" clId="{E2D8972E-51B9-4075-91DB-BC97132C436C}" dt="2025-04-07T02:22:01.815" v="77"/>
          <ac:graphicFrameMkLst>
            <pc:docMk/>
            <pc:sldMk cId="2453405637" sldId="923"/>
            <ac:graphicFrameMk id="9" creationId="{BBA8B256-12B2-6E8C-50F9-31564ECC0266}"/>
          </ac:graphicFrameMkLst>
        </pc:graphicFrameChg>
      </pc:sldChg>
      <pc:sldChg chg="modSp mod">
        <pc:chgData name="髙浦祐朗" userId="d6d860fe-bc64-411b-9605-a16d1ba875f6" providerId="ADAL" clId="{E2D8972E-51B9-4075-91DB-BC97132C436C}" dt="2025-04-07T02:03:58.366" v="67"/>
        <pc:sldMkLst>
          <pc:docMk/>
          <pc:sldMk cId="1851614100" sldId="930"/>
        </pc:sldMkLst>
        <pc:spChg chg="mod">
          <ac:chgData name="髙浦祐朗" userId="d6d860fe-bc64-411b-9605-a16d1ba875f6" providerId="ADAL" clId="{E2D8972E-51B9-4075-91DB-BC97132C436C}" dt="2025-04-07T02:03:39.454" v="37"/>
          <ac:spMkLst>
            <pc:docMk/>
            <pc:sldMk cId="1851614100" sldId="930"/>
            <ac:spMk id="19" creationId="{BC9B272A-446A-3576-A0E6-D8B79CB959CA}"/>
          </ac:spMkLst>
        </pc:spChg>
        <pc:spChg chg="mod">
          <ac:chgData name="髙浦祐朗" userId="d6d860fe-bc64-411b-9605-a16d1ba875f6" providerId="ADAL" clId="{E2D8972E-51B9-4075-91DB-BC97132C436C}" dt="2025-04-07T02:03:58.366" v="67"/>
          <ac:spMkLst>
            <pc:docMk/>
            <pc:sldMk cId="1851614100" sldId="930"/>
            <ac:spMk id="32" creationId="{00370C48-0D59-524A-9275-25857EAF2FCD}"/>
          </ac:spMkLst>
        </pc:spChg>
      </pc:sldChg>
      <pc:sldChg chg="addSp modSp mod">
        <pc:chgData name="髙浦祐朗" userId="d6d860fe-bc64-411b-9605-a16d1ba875f6" providerId="ADAL" clId="{E2D8972E-51B9-4075-91DB-BC97132C436C}" dt="2025-04-07T02:23:27.246" v="88" actId="207"/>
        <pc:sldMkLst>
          <pc:docMk/>
          <pc:sldMk cId="3261265475" sldId="932"/>
        </pc:sldMkLst>
        <pc:spChg chg="add mod">
          <ac:chgData name="髙浦祐朗" userId="d6d860fe-bc64-411b-9605-a16d1ba875f6" providerId="ADAL" clId="{E2D8972E-51B9-4075-91DB-BC97132C436C}" dt="2025-04-07T02:22:45.716" v="84"/>
          <ac:spMkLst>
            <pc:docMk/>
            <pc:sldMk cId="3261265475" sldId="932"/>
            <ac:spMk id="29" creationId="{4404E48F-6635-1301-B0FD-9C0A06398CF9}"/>
          </ac:spMkLst>
        </pc:spChg>
        <pc:graphicFrameChg chg="mod modGraphic">
          <ac:chgData name="髙浦祐朗" userId="d6d860fe-bc64-411b-9605-a16d1ba875f6" providerId="ADAL" clId="{E2D8972E-51B9-4075-91DB-BC97132C436C}" dt="2025-04-07T02:23:27.246" v="88" actId="207"/>
          <ac:graphicFrameMkLst>
            <pc:docMk/>
            <pc:sldMk cId="3261265475" sldId="932"/>
            <ac:graphicFrameMk id="10" creationId="{1B9651D0-1C8B-452E-8B2F-91E497A82D84}"/>
          </ac:graphicFrameMkLst>
        </pc:graphicFrameChg>
      </pc:sldChg>
      <pc:sldChg chg="addSp modSp mod">
        <pc:chgData name="髙浦祐朗" userId="d6d860fe-bc64-411b-9605-a16d1ba875f6" providerId="ADAL" clId="{E2D8972E-51B9-4075-91DB-BC97132C436C}" dt="2025-04-07T02:23:16.455" v="85" actId="207"/>
        <pc:sldMkLst>
          <pc:docMk/>
          <pc:sldMk cId="2061661648" sldId="937"/>
        </pc:sldMkLst>
        <pc:spChg chg="add mod">
          <ac:chgData name="髙浦祐朗" userId="d6d860fe-bc64-411b-9605-a16d1ba875f6" providerId="ADAL" clId="{E2D8972E-51B9-4075-91DB-BC97132C436C}" dt="2025-04-07T02:22:38.703" v="83" actId="14100"/>
          <ac:spMkLst>
            <pc:docMk/>
            <pc:sldMk cId="2061661648" sldId="937"/>
            <ac:spMk id="3" creationId="{80A9F023-936C-B687-9278-BA2BFBB896B2}"/>
          </ac:spMkLst>
        </pc:spChg>
        <pc:graphicFrameChg chg="modGraphic">
          <ac:chgData name="髙浦祐朗" userId="d6d860fe-bc64-411b-9605-a16d1ba875f6" providerId="ADAL" clId="{E2D8972E-51B9-4075-91DB-BC97132C436C}" dt="2025-04-07T02:23:16.455" v="85" actId="207"/>
          <ac:graphicFrameMkLst>
            <pc:docMk/>
            <pc:sldMk cId="2061661648" sldId="937"/>
            <ac:graphicFrameMk id="10" creationId="{B4854A8F-2A6F-C93F-B02C-A406C2F4A13C}"/>
          </ac:graphicFrameMkLst>
        </pc:graphicFrameChg>
      </pc:sldChg>
    </pc:docChg>
  </pc:docChgLst>
  <pc:docChgLst>
    <pc:chgData name="野村康二" userId="S::kouji.nomura@system-exe.jp::acaa808a-f809-4ef9-8028-a2ce14b82415" providerId="AD" clId="Web-{12E710D0-17B3-8C1E-2CCC-3FB907EFAA38}"/>
    <pc:docChg chg="modSld">
      <pc:chgData name="野村康二" userId="S::kouji.nomura@system-exe.jp::acaa808a-f809-4ef9-8028-a2ce14b82415" providerId="AD" clId="Web-{12E710D0-17B3-8C1E-2CCC-3FB907EFAA38}" dt="2025-03-14T08:32:23.102" v="99"/>
      <pc:docMkLst>
        <pc:docMk/>
      </pc:docMkLst>
      <pc:sldChg chg="modSp">
        <pc:chgData name="野村康二" userId="S::kouji.nomura@system-exe.jp::acaa808a-f809-4ef9-8028-a2ce14b82415" providerId="AD" clId="Web-{12E710D0-17B3-8C1E-2CCC-3FB907EFAA38}" dt="2025-03-14T08:28:36.969" v="3"/>
        <pc:sldMkLst>
          <pc:docMk/>
          <pc:sldMk cId="3660799615" sldId="757"/>
        </pc:sldMkLst>
        <pc:graphicFrameChg chg="mod modGraphic">
          <ac:chgData name="野村康二" userId="S::kouji.nomura@system-exe.jp::acaa808a-f809-4ef9-8028-a2ce14b82415" providerId="AD" clId="Web-{12E710D0-17B3-8C1E-2CCC-3FB907EFAA38}" dt="2025-03-14T08:28:36.969" v="3"/>
          <ac:graphicFrameMkLst>
            <pc:docMk/>
            <pc:sldMk cId="3660799615" sldId="757"/>
            <ac:graphicFrameMk id="6" creationId="{25E6D85D-7AE4-EF50-E530-FBD7BDF82E77}"/>
          </ac:graphicFrameMkLst>
        </pc:graphicFrameChg>
      </pc:sldChg>
      <pc:sldChg chg="modSp">
        <pc:chgData name="野村康二" userId="S::kouji.nomura@system-exe.jp::acaa808a-f809-4ef9-8028-a2ce14b82415" providerId="AD" clId="Web-{12E710D0-17B3-8C1E-2CCC-3FB907EFAA38}" dt="2025-03-14T08:32:19.195" v="71" actId="20577"/>
        <pc:sldMkLst>
          <pc:docMk/>
          <pc:sldMk cId="2410374903" sldId="767"/>
        </pc:sldMkLst>
        <pc:spChg chg="mod">
          <ac:chgData name="野村康二" userId="S::kouji.nomura@system-exe.jp::acaa808a-f809-4ef9-8028-a2ce14b82415" providerId="AD" clId="Web-{12E710D0-17B3-8C1E-2CCC-3FB907EFAA38}" dt="2025-03-14T08:32:19.195" v="71" actId="20577"/>
          <ac:spMkLst>
            <pc:docMk/>
            <pc:sldMk cId="2410374903" sldId="767"/>
            <ac:spMk id="5" creationId="{97E6FBE8-190C-40F0-AA01-14695A77D734}"/>
          </ac:spMkLst>
        </pc:spChg>
      </pc:sldChg>
      <pc:sldChg chg="modSp">
        <pc:chgData name="野村康二" userId="S::kouji.nomura@system-exe.jp::acaa808a-f809-4ef9-8028-a2ce14b82415" providerId="AD" clId="Web-{12E710D0-17B3-8C1E-2CCC-3FB907EFAA38}" dt="2025-03-14T08:32:23.102" v="99"/>
        <pc:sldMkLst>
          <pc:docMk/>
          <pc:sldMk cId="1166953866" sldId="936"/>
        </pc:sldMkLst>
        <pc:graphicFrameChg chg="mod modGraphic">
          <ac:chgData name="野村康二" userId="S::kouji.nomura@system-exe.jp::acaa808a-f809-4ef9-8028-a2ce14b82415" providerId="AD" clId="Web-{12E710D0-17B3-8C1E-2CCC-3FB907EFAA38}" dt="2025-03-14T08:32:23.102" v="99"/>
          <ac:graphicFrameMkLst>
            <pc:docMk/>
            <pc:sldMk cId="1166953866" sldId="936"/>
            <ac:graphicFrameMk id="6" creationId="{25E6D85D-7AE4-EF50-E530-FBD7BDF82E77}"/>
          </ac:graphicFrameMkLst>
        </pc:graphicFrameChg>
      </pc:sldChg>
    </pc:docChg>
  </pc:docChgLst>
  <pc:docChgLst>
    <pc:chgData name="桐山 隆" userId="da3612ff-52da-4b11-b7b0-175c66f446ec" providerId="ADAL" clId="{D2FA51C0-F1C3-462E-8962-EE1A728CD707}"/>
    <pc:docChg chg="modSld">
      <pc:chgData name="桐山 隆" userId="da3612ff-52da-4b11-b7b0-175c66f446ec" providerId="ADAL" clId="{D2FA51C0-F1C3-462E-8962-EE1A728CD707}" dt="2022-03-25T01:29:56.797" v="55"/>
      <pc:docMkLst>
        <pc:docMk/>
      </pc:docMkLst>
      <pc:sldChg chg="modSp mod">
        <pc:chgData name="桐山 隆" userId="da3612ff-52da-4b11-b7b0-175c66f446ec" providerId="ADAL" clId="{D2FA51C0-F1C3-462E-8962-EE1A728CD707}" dt="2022-03-25T01:27:44.381" v="10"/>
        <pc:sldMkLst>
          <pc:docMk/>
          <pc:sldMk cId="2251576925" sldId="748"/>
        </pc:sldMkLst>
      </pc:sldChg>
      <pc:sldChg chg="modSp mod">
        <pc:chgData name="桐山 隆" userId="da3612ff-52da-4b11-b7b0-175c66f446ec" providerId="ADAL" clId="{D2FA51C0-F1C3-462E-8962-EE1A728CD707}" dt="2022-03-25T01:29:56.797" v="55"/>
        <pc:sldMkLst>
          <pc:docMk/>
          <pc:sldMk cId="160659096" sldId="761"/>
        </pc:sldMkLst>
      </pc:sldChg>
    </pc:docChg>
  </pc:docChgLst>
  <pc:docChgLst>
    <pc:chgData name="福田一希" userId="S::kazuki.fukuda@system-exe.jp::fdfbe5ba-eec8-4756-aa2a-cf5b9de944cd" providerId="AD" clId="Web-{43DF3BA7-9069-4E1D-A758-FE50466EEF75}"/>
    <pc:docChg chg="modSld">
      <pc:chgData name="福田一希" userId="S::kazuki.fukuda@system-exe.jp::fdfbe5ba-eec8-4756-aa2a-cf5b9de944cd" providerId="AD" clId="Web-{43DF3BA7-9069-4E1D-A758-FE50466EEF75}" dt="2024-11-21T09:33:27.578" v="7"/>
      <pc:docMkLst>
        <pc:docMk/>
      </pc:docMkLst>
      <pc:sldChg chg="modSp">
        <pc:chgData name="福田一希" userId="S::kazuki.fukuda@system-exe.jp::fdfbe5ba-eec8-4756-aa2a-cf5b9de944cd" providerId="AD" clId="Web-{43DF3BA7-9069-4E1D-A758-FE50466EEF75}" dt="2024-11-21T09:33:27.578" v="7"/>
        <pc:sldMkLst>
          <pc:docMk/>
          <pc:sldMk cId="3560606343" sldId="766"/>
        </pc:sldMkLst>
      </pc:sldChg>
    </pc:docChg>
  </pc:docChgLst>
  <pc:docChgLst>
    <pc:chgData name="吉田諒" userId="S::ryou.yoshida@system-exe.jp::48113613-5467-405d-9628-39cdc2d8c52c" providerId="AD" clId="Web-{DEF8B04F-EFBD-444C-BCBE-97932935A60D}"/>
    <pc:docChg chg="modSld">
      <pc:chgData name="吉田諒" userId="S::ryou.yoshida@system-exe.jp::48113613-5467-405d-9628-39cdc2d8c52c" providerId="AD" clId="Web-{DEF8B04F-EFBD-444C-BCBE-97932935A60D}" dt="2024-01-29T11:03:44.098" v="37" actId="20577"/>
      <pc:docMkLst>
        <pc:docMk/>
      </pc:docMkLst>
      <pc:sldChg chg="modSp">
        <pc:chgData name="吉田諒" userId="S::ryou.yoshida@system-exe.jp::48113613-5467-405d-9628-39cdc2d8c52c" providerId="AD" clId="Web-{DEF8B04F-EFBD-444C-BCBE-97932935A60D}" dt="2024-01-29T11:03:44.098" v="37" actId="20577"/>
        <pc:sldMkLst>
          <pc:docMk/>
          <pc:sldMk cId="3773316736" sldId="756"/>
        </pc:sldMkLst>
      </pc:sldChg>
    </pc:docChg>
  </pc:docChgLst>
  <pc:docChgLst>
    <pc:chgData name="福田一希" userId="S::kazuki.fukuda@system-exe.jp::fdfbe5ba-eec8-4756-aa2a-cf5b9de944cd" providerId="AD" clId="Web-{EECB5D5C-563F-4BB5-ACE1-6F5856949140}"/>
    <pc:docChg chg="modSld">
      <pc:chgData name="福田一希" userId="S::kazuki.fukuda@system-exe.jp::fdfbe5ba-eec8-4756-aa2a-cf5b9de944cd" providerId="AD" clId="Web-{EECB5D5C-563F-4BB5-ACE1-6F5856949140}" dt="2025-01-15T02:56:57.817" v="17" actId="20577"/>
      <pc:docMkLst>
        <pc:docMk/>
      </pc:docMkLst>
      <pc:sldChg chg="modSp">
        <pc:chgData name="福田一希" userId="S::kazuki.fukuda@system-exe.jp::fdfbe5ba-eec8-4756-aa2a-cf5b9de944cd" providerId="AD" clId="Web-{EECB5D5C-563F-4BB5-ACE1-6F5856949140}" dt="2025-01-15T02:56:57.817" v="17" actId="20577"/>
        <pc:sldMkLst>
          <pc:docMk/>
          <pc:sldMk cId="3325638293" sldId="749"/>
        </pc:sldMkLst>
        <pc:spChg chg="mod">
          <ac:chgData name="福田一希" userId="S::kazuki.fukuda@system-exe.jp::fdfbe5ba-eec8-4756-aa2a-cf5b9de944cd" providerId="AD" clId="Web-{EECB5D5C-563F-4BB5-ACE1-6F5856949140}" dt="2025-01-15T02:56:48.363" v="3" actId="20577"/>
          <ac:spMkLst>
            <pc:docMk/>
            <pc:sldMk cId="3325638293" sldId="749"/>
            <ac:spMk id="5" creationId="{7F991670-34BF-469F-8779-F7AF8FF3751B}"/>
          </ac:spMkLst>
        </pc:spChg>
        <pc:spChg chg="mod">
          <ac:chgData name="福田一希" userId="S::kazuki.fukuda@system-exe.jp::fdfbe5ba-eec8-4756-aa2a-cf5b9de944cd" providerId="AD" clId="Web-{EECB5D5C-563F-4BB5-ACE1-6F5856949140}" dt="2025-01-15T02:56:57.817" v="17" actId="20577"/>
          <ac:spMkLst>
            <pc:docMk/>
            <pc:sldMk cId="3325638293" sldId="749"/>
            <ac:spMk id="7" creationId="{13DC9859-5929-4710-A8F2-FBBA9210DDDD}"/>
          </ac:spMkLst>
        </pc:spChg>
      </pc:sldChg>
    </pc:docChg>
  </pc:docChgLst>
  <pc:docChgLst>
    <pc:chgData name="本吉史明" userId="0172166b-71c8-4fba-9a75-a345433b7af6" providerId="ADAL" clId="{CCC4954D-894C-42DD-8E58-25EE4D4C96D4}"/>
    <pc:docChg chg="undo custSel addSld modSld">
      <pc:chgData name="本吉史明" userId="0172166b-71c8-4fba-9a75-a345433b7af6" providerId="ADAL" clId="{CCC4954D-894C-42DD-8E58-25EE4D4C96D4}" dt="2022-03-25T09:31:30.194" v="3006"/>
      <pc:docMkLst>
        <pc:docMk/>
      </pc:docMkLst>
      <pc:sldChg chg="modSp mod">
        <pc:chgData name="本吉史明" userId="0172166b-71c8-4fba-9a75-a345433b7af6" providerId="ADAL" clId="{CCC4954D-894C-42DD-8E58-25EE4D4C96D4}" dt="2022-03-24T10:44:02.101" v="2457" actId="20577"/>
        <pc:sldMkLst>
          <pc:docMk/>
          <pc:sldMk cId="2886688645" sldId="739"/>
        </pc:sldMkLst>
      </pc:sldChg>
      <pc:sldChg chg="modSp mod">
        <pc:chgData name="本吉史明" userId="0172166b-71c8-4fba-9a75-a345433b7af6" providerId="ADAL" clId="{CCC4954D-894C-42DD-8E58-25EE4D4C96D4}" dt="2022-03-25T09:31:30.194" v="3006"/>
        <pc:sldMkLst>
          <pc:docMk/>
          <pc:sldMk cId="2251576925" sldId="748"/>
        </pc:sldMkLst>
      </pc:sldChg>
      <pc:sldChg chg="modSp mod">
        <pc:chgData name="本吉史明" userId="0172166b-71c8-4fba-9a75-a345433b7af6" providerId="ADAL" clId="{CCC4954D-894C-42DD-8E58-25EE4D4C96D4}" dt="2022-03-24T07:16:05.489" v="1716" actId="20577"/>
        <pc:sldMkLst>
          <pc:docMk/>
          <pc:sldMk cId="3325638293" sldId="749"/>
        </pc:sldMkLst>
      </pc:sldChg>
      <pc:sldChg chg="modSp mod">
        <pc:chgData name="本吉史明" userId="0172166b-71c8-4fba-9a75-a345433b7af6" providerId="ADAL" clId="{CCC4954D-894C-42DD-8E58-25EE4D4C96D4}" dt="2022-03-24T10:43:42.269" v="2430" actId="20577"/>
        <pc:sldMkLst>
          <pc:docMk/>
          <pc:sldMk cId="5311539" sldId="752"/>
        </pc:sldMkLst>
      </pc:sldChg>
      <pc:sldChg chg="modSp mod">
        <pc:chgData name="本吉史明" userId="0172166b-71c8-4fba-9a75-a345433b7af6" providerId="ADAL" clId="{CCC4954D-894C-42DD-8E58-25EE4D4C96D4}" dt="2022-03-24T10:47:05.012" v="2634" actId="14734"/>
        <pc:sldMkLst>
          <pc:docMk/>
          <pc:sldMk cId="1072167564" sldId="754"/>
        </pc:sldMkLst>
      </pc:sldChg>
      <pc:sldChg chg="addSp modSp mod">
        <pc:chgData name="本吉史明" userId="0172166b-71c8-4fba-9a75-a345433b7af6" providerId="ADAL" clId="{CCC4954D-894C-42DD-8E58-25EE4D4C96D4}" dt="2022-03-24T10:38:05.116" v="2389" actId="14100"/>
        <pc:sldMkLst>
          <pc:docMk/>
          <pc:sldMk cId="3830098465" sldId="758"/>
        </pc:sldMkLst>
      </pc:sldChg>
      <pc:sldChg chg="modSp mod">
        <pc:chgData name="本吉史明" userId="0172166b-71c8-4fba-9a75-a345433b7af6" providerId="ADAL" clId="{CCC4954D-894C-42DD-8E58-25EE4D4C96D4}" dt="2022-03-24T10:44:09.846" v="2458" actId="6549"/>
        <pc:sldMkLst>
          <pc:docMk/>
          <pc:sldMk cId="4225344044" sldId="762"/>
        </pc:sldMkLst>
      </pc:sldChg>
      <pc:sldChg chg="modSp mod">
        <pc:chgData name="本吉史明" userId="0172166b-71c8-4fba-9a75-a345433b7af6" providerId="ADAL" clId="{CCC4954D-894C-42DD-8E58-25EE4D4C96D4}" dt="2022-03-24T10:44:12.117" v="2459" actId="6549"/>
        <pc:sldMkLst>
          <pc:docMk/>
          <pc:sldMk cId="3581102778" sldId="763"/>
        </pc:sldMkLst>
      </pc:sldChg>
      <pc:sldChg chg="modSp mod">
        <pc:chgData name="本吉史明" userId="0172166b-71c8-4fba-9a75-a345433b7af6" providerId="ADAL" clId="{CCC4954D-894C-42DD-8E58-25EE4D4C96D4}" dt="2022-03-24T10:44:15.210" v="2460" actId="6549"/>
        <pc:sldMkLst>
          <pc:docMk/>
          <pc:sldMk cId="23999133" sldId="764"/>
        </pc:sldMkLst>
      </pc:sldChg>
      <pc:sldChg chg="modSp mod">
        <pc:chgData name="本吉史明" userId="0172166b-71c8-4fba-9a75-a345433b7af6" providerId="ADAL" clId="{CCC4954D-894C-42DD-8E58-25EE4D4C96D4}" dt="2022-03-24T10:44:17.568" v="2461" actId="6549"/>
        <pc:sldMkLst>
          <pc:docMk/>
          <pc:sldMk cId="1395438993" sldId="765"/>
        </pc:sldMkLst>
      </pc:sldChg>
      <pc:sldChg chg="modSp mod">
        <pc:chgData name="本吉史明" userId="0172166b-71c8-4fba-9a75-a345433b7af6" providerId="ADAL" clId="{CCC4954D-894C-42DD-8E58-25EE4D4C96D4}" dt="2022-03-25T07:00:17.285" v="2955" actId="14100"/>
        <pc:sldMkLst>
          <pc:docMk/>
          <pc:sldMk cId="3560606343" sldId="766"/>
        </pc:sldMkLst>
      </pc:sldChg>
      <pc:sldChg chg="modSp new mod">
        <pc:chgData name="本吉史明" userId="0172166b-71c8-4fba-9a75-a345433b7af6" providerId="ADAL" clId="{CCC4954D-894C-42DD-8E58-25EE4D4C96D4}" dt="2022-03-25T07:01:34.210" v="2974" actId="14100"/>
        <pc:sldMkLst>
          <pc:docMk/>
          <pc:sldMk cId="2410374903" sldId="76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68B81E3-04FF-4B3A-91A3-0B9D6F284D31}" type="datetimeFigureOut">
              <a:rPr kumimoji="1" lang="ja-JP" altLang="en-US" smtClean="0"/>
              <a:t>2025/4/6</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EA281C-6E67-4E22-BEFF-238CFBDEFD06}" type="slidenum">
              <a:rPr kumimoji="1" lang="ja-JP" altLang="en-US" smtClean="0"/>
              <a:t>‹#›</a:t>
            </a:fld>
            <a:endParaRPr kumimoji="1" lang="ja-JP" altLang="en-US"/>
          </a:p>
        </p:txBody>
      </p:sp>
    </p:spTree>
    <p:extLst>
      <p:ext uri="{BB962C8B-B14F-4D97-AF65-F5344CB8AC3E}">
        <p14:creationId xmlns:p14="http://schemas.microsoft.com/office/powerpoint/2010/main" val="7926952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224887-F90F-3047-8721-5156A8E1A469}" type="datetimeFigureOut">
              <a:rPr kumimoji="1" lang="ja-JP" altLang="en-US" smtClean="0"/>
              <a:t>2025/4/6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57080C-E8FE-C146-B769-6100616B65A7}" type="slidenum">
              <a:rPr kumimoji="1" lang="ja-JP" altLang="en-US" smtClean="0"/>
              <a:t>‹#›</a:t>
            </a:fld>
            <a:endParaRPr kumimoji="1" lang="ja-JP" altLang="en-US"/>
          </a:p>
        </p:txBody>
      </p:sp>
    </p:spTree>
    <p:extLst>
      <p:ext uri="{BB962C8B-B14F-4D97-AF65-F5344CB8AC3E}">
        <p14:creationId xmlns:p14="http://schemas.microsoft.com/office/powerpoint/2010/main" val="121283509"/>
      </p:ext>
    </p:extLst>
  </p:cSld>
  <p:clrMap bg1="lt1" tx1="dk1" bg2="lt2" tx2="dk2" accent1="accent1" accent2="accent2" accent3="accent3" accent4="accent4" accent5="accent5" accent6="accent6" hlink="hlink" folHlink="folHlink"/>
  <p:notesStyle>
    <a:lvl1pPr marL="0" algn="l" defTabSz="1219075" rtl="0" eaLnBrk="1" latinLnBrk="0" hangingPunct="1">
      <a:defRPr kumimoji="1" sz="1600" kern="1200">
        <a:solidFill>
          <a:schemeClr val="tx1"/>
        </a:solidFill>
        <a:latin typeface="+mn-lt"/>
        <a:ea typeface="+mn-ea"/>
        <a:cs typeface="+mn-cs"/>
      </a:defRPr>
    </a:lvl1pPr>
    <a:lvl2pPr marL="609537" algn="l" defTabSz="1219075" rtl="0" eaLnBrk="1" latinLnBrk="0" hangingPunct="1">
      <a:defRPr kumimoji="1" sz="1600" kern="1200">
        <a:solidFill>
          <a:schemeClr val="tx1"/>
        </a:solidFill>
        <a:latin typeface="+mn-lt"/>
        <a:ea typeface="+mn-ea"/>
        <a:cs typeface="+mn-cs"/>
      </a:defRPr>
    </a:lvl2pPr>
    <a:lvl3pPr marL="1219075" algn="l" defTabSz="1219075" rtl="0" eaLnBrk="1" latinLnBrk="0" hangingPunct="1">
      <a:defRPr kumimoji="1" sz="1600" kern="1200">
        <a:solidFill>
          <a:schemeClr val="tx1"/>
        </a:solidFill>
        <a:latin typeface="+mn-lt"/>
        <a:ea typeface="+mn-ea"/>
        <a:cs typeface="+mn-cs"/>
      </a:defRPr>
    </a:lvl3pPr>
    <a:lvl4pPr marL="1828612" algn="l" defTabSz="1219075" rtl="0" eaLnBrk="1" latinLnBrk="0" hangingPunct="1">
      <a:defRPr kumimoji="1" sz="1600" kern="1200">
        <a:solidFill>
          <a:schemeClr val="tx1"/>
        </a:solidFill>
        <a:latin typeface="+mn-lt"/>
        <a:ea typeface="+mn-ea"/>
        <a:cs typeface="+mn-cs"/>
      </a:defRPr>
    </a:lvl4pPr>
    <a:lvl5pPr marL="2438148" algn="l" defTabSz="1219075" rtl="0" eaLnBrk="1" latinLnBrk="0" hangingPunct="1">
      <a:defRPr kumimoji="1" sz="1600" kern="1200">
        <a:solidFill>
          <a:schemeClr val="tx1"/>
        </a:solidFill>
        <a:latin typeface="+mn-lt"/>
        <a:ea typeface="+mn-ea"/>
        <a:cs typeface="+mn-cs"/>
      </a:defRPr>
    </a:lvl5pPr>
    <a:lvl6pPr marL="3047686" algn="l" defTabSz="1219075" rtl="0" eaLnBrk="1" latinLnBrk="0" hangingPunct="1">
      <a:defRPr kumimoji="1" sz="1600" kern="1200">
        <a:solidFill>
          <a:schemeClr val="tx1"/>
        </a:solidFill>
        <a:latin typeface="+mn-lt"/>
        <a:ea typeface="+mn-ea"/>
        <a:cs typeface="+mn-cs"/>
      </a:defRPr>
    </a:lvl6pPr>
    <a:lvl7pPr marL="3657223" algn="l" defTabSz="1219075" rtl="0" eaLnBrk="1" latinLnBrk="0" hangingPunct="1">
      <a:defRPr kumimoji="1" sz="1600" kern="1200">
        <a:solidFill>
          <a:schemeClr val="tx1"/>
        </a:solidFill>
        <a:latin typeface="+mn-lt"/>
        <a:ea typeface="+mn-ea"/>
        <a:cs typeface="+mn-cs"/>
      </a:defRPr>
    </a:lvl7pPr>
    <a:lvl8pPr marL="4266761" algn="l" defTabSz="1219075" rtl="0" eaLnBrk="1" latinLnBrk="0" hangingPunct="1">
      <a:defRPr kumimoji="1" sz="1600" kern="1200">
        <a:solidFill>
          <a:schemeClr val="tx1"/>
        </a:solidFill>
        <a:latin typeface="+mn-lt"/>
        <a:ea typeface="+mn-ea"/>
        <a:cs typeface="+mn-cs"/>
      </a:defRPr>
    </a:lvl8pPr>
    <a:lvl9pPr marL="4876298" algn="l" defTabSz="1219075" rtl="0" eaLnBrk="1" latinLnBrk="0" hangingPunct="1">
      <a:defRPr kumimoji="1"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7</a:t>
            </a:fld>
            <a:endParaRPr kumimoji="1" lang="ja-JP" altLang="en-US"/>
          </a:p>
        </p:txBody>
      </p:sp>
    </p:spTree>
    <p:extLst>
      <p:ext uri="{BB962C8B-B14F-4D97-AF65-F5344CB8AC3E}">
        <p14:creationId xmlns:p14="http://schemas.microsoft.com/office/powerpoint/2010/main" val="8159097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42360-E1E7-B206-7F35-9B5E6F4BAA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AFA56E6-1A37-3C3F-46CA-143D3CB8F1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1545E4E-7885-A58B-86E3-2B350F2AE606}"/>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818E020-D357-3655-2C9E-D590B4DB378E}"/>
              </a:ext>
            </a:extLst>
          </p:cNvPr>
          <p:cNvSpPr>
            <a:spLocks noGrp="1"/>
          </p:cNvSpPr>
          <p:nvPr>
            <p:ph type="sldNum" sz="quarter" idx="5"/>
          </p:nvPr>
        </p:nvSpPr>
        <p:spPr/>
        <p:txBody>
          <a:bodyPr/>
          <a:lstStyle/>
          <a:p>
            <a:fld id="{BC57080C-E8FE-C146-B769-6100616B65A7}" type="slidenum">
              <a:rPr kumimoji="1" lang="ja-JP" altLang="en-US" smtClean="0"/>
              <a:t>9</a:t>
            </a:fld>
            <a:endParaRPr kumimoji="1" lang="ja-JP" altLang="en-US"/>
          </a:p>
        </p:txBody>
      </p:sp>
    </p:spTree>
    <p:extLst>
      <p:ext uri="{BB962C8B-B14F-4D97-AF65-F5344CB8AC3E}">
        <p14:creationId xmlns:p14="http://schemas.microsoft.com/office/powerpoint/2010/main" val="3644296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BC57080C-E8FE-C146-B769-6100616B65A7}" type="slidenum">
              <a:rPr kumimoji="1" lang="ja-JP" altLang="en-US" smtClean="0"/>
              <a:t>10</a:t>
            </a:fld>
            <a:endParaRPr kumimoji="1" lang="ja-JP" altLang="en-US"/>
          </a:p>
        </p:txBody>
      </p:sp>
    </p:spTree>
    <p:extLst>
      <p:ext uri="{BB962C8B-B14F-4D97-AF65-F5344CB8AC3E}">
        <p14:creationId xmlns:p14="http://schemas.microsoft.com/office/powerpoint/2010/main" val="2505594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10"/>
          </p:nvPr>
        </p:nvSpPr>
        <p:spPr/>
        <p:txBody>
          <a:bodyPr/>
          <a:lstStyle/>
          <a:p>
            <a:fld id="{BC57080C-E8FE-C146-B769-6100616B65A7}" type="slidenum">
              <a:rPr kumimoji="1" lang="ja-JP" altLang="en-US" smtClean="0"/>
              <a:t>14</a:t>
            </a:fld>
            <a:endParaRPr kumimoji="1" lang="ja-JP" altLang="en-US"/>
          </a:p>
        </p:txBody>
      </p:sp>
    </p:spTree>
    <p:extLst>
      <p:ext uri="{BB962C8B-B14F-4D97-AF65-F5344CB8AC3E}">
        <p14:creationId xmlns:p14="http://schemas.microsoft.com/office/powerpoint/2010/main" val="381058273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0453C54-7F3F-5842-8AEE-825191D5B6E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1" y="0"/>
            <a:ext cx="12189739" cy="6858000"/>
          </a:xfrm>
          <a:prstGeom prst="rect">
            <a:avLst/>
          </a:prstGeom>
        </p:spPr>
      </p:pic>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8" name="Rectangle 116">
            <a:extLst>
              <a:ext uri="{FF2B5EF4-FFF2-40B4-BE49-F238E27FC236}">
                <a16:creationId xmlns:a16="http://schemas.microsoft.com/office/drawing/2014/main" id="{63CB7166-763A-834A-BD8F-32568DB92384}"/>
              </a:ext>
            </a:extLst>
          </p:cNvPr>
          <p:cNvSpPr/>
          <p:nvPr userDrawn="1"/>
        </p:nvSpPr>
        <p:spPr bwMode="auto">
          <a:xfrm>
            <a:off x="0" y="2403368"/>
            <a:ext cx="12192000" cy="2051264"/>
          </a:xfrm>
          <a:prstGeom prst="rect">
            <a:avLst/>
          </a:prstGeom>
          <a:solidFill>
            <a:schemeClr val="bg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sp>
        <p:nvSpPr>
          <p:cNvPr id="2" name="Title 1"/>
          <p:cNvSpPr>
            <a:spLocks noGrp="1"/>
          </p:cNvSpPr>
          <p:nvPr>
            <p:ph type="ctrTitle"/>
          </p:nvPr>
        </p:nvSpPr>
        <p:spPr>
          <a:xfrm>
            <a:off x="576000" y="3312000"/>
            <a:ext cx="8640000" cy="768000"/>
          </a:xfrm>
        </p:spPr>
        <p:txBody>
          <a:bodyPr anchor="ctr">
            <a:noAutofit/>
          </a:bodyPr>
          <a:lstStyle>
            <a:lvl1pPr algn="l">
              <a:lnSpc>
                <a:spcPct val="100000"/>
              </a:lnSpc>
              <a:defRPr sz="4400" b="1">
                <a:solidFill>
                  <a:srgbClr val="9A3B5D"/>
                </a:solidFill>
                <a:latin typeface="游明朝" panose="02020400000000000000" pitchFamily="18" charset="-128"/>
                <a:ea typeface="游明朝" panose="02020400000000000000" pitchFamily="18" charset="-128"/>
              </a:defRPr>
            </a:lvl1pPr>
          </a:lstStyle>
          <a:p>
            <a:r>
              <a:rPr lang="ja-JP" altLang="en-US"/>
              <a:t>マスター タイトルの書式設定</a:t>
            </a:r>
            <a:endParaRPr lang="en-US"/>
          </a:p>
        </p:txBody>
      </p:sp>
      <p:sp>
        <p:nvSpPr>
          <p:cNvPr id="3" name="Subtitle 2"/>
          <p:cNvSpPr>
            <a:spLocks noGrp="1"/>
          </p:cNvSpPr>
          <p:nvPr>
            <p:ph type="subTitle" idx="1"/>
          </p:nvPr>
        </p:nvSpPr>
        <p:spPr>
          <a:xfrm>
            <a:off x="576000" y="2784000"/>
            <a:ext cx="8640000" cy="480000"/>
          </a:xfrm>
        </p:spPr>
        <p:txBody>
          <a:bodyPr anchor="ctr"/>
          <a:lstStyle>
            <a:lvl1pPr marL="0" indent="0" algn="l">
              <a:lnSpc>
                <a:spcPct val="100000"/>
              </a:lnSpc>
              <a:spcBef>
                <a:spcPts val="0"/>
              </a:spcBef>
              <a:buNone/>
              <a:defRPr sz="2400" b="1">
                <a:solidFill>
                  <a:srgbClr val="9A3B5D"/>
                </a:solidFill>
                <a:latin typeface="游明朝" panose="02020400000000000000" pitchFamily="18" charset="-128"/>
                <a:ea typeface="游明朝" panose="02020400000000000000" pitchFamily="18" charset="-128"/>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ja-JP" altLang="en-US"/>
              <a:t>マスター サブタイトルの書式設定</a:t>
            </a:r>
            <a:endParaRPr lang="en-US"/>
          </a:p>
        </p:txBody>
      </p:sp>
      <p:pic>
        <p:nvPicPr>
          <p:cNvPr id="9" name="図 8">
            <a:extLst>
              <a:ext uri="{FF2B5EF4-FFF2-40B4-BE49-F238E27FC236}">
                <a16:creationId xmlns:a16="http://schemas.microsoft.com/office/drawing/2014/main" id="{49B378A5-FEEF-5D48-AD7F-5344F238A17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928710" y="3024001"/>
            <a:ext cx="1646580" cy="428111"/>
          </a:xfrm>
          <a:prstGeom prst="rect">
            <a:avLst/>
          </a:prstGeom>
        </p:spPr>
      </p:pic>
      <p:sp>
        <p:nvSpPr>
          <p:cNvPr id="11" name="テキスト プレースホルダー 10"/>
          <p:cNvSpPr>
            <a:spLocks noGrp="1"/>
          </p:cNvSpPr>
          <p:nvPr>
            <p:ph type="body" sz="quarter" idx="13" hasCustomPrompt="1"/>
          </p:nvPr>
        </p:nvSpPr>
        <p:spPr>
          <a:xfrm>
            <a:off x="9407999" y="3552000"/>
            <a:ext cx="2688000" cy="288000"/>
          </a:xfrm>
        </p:spPr>
        <p:txBody>
          <a:bodyPr anchor="ctr">
            <a:noAutofit/>
          </a:bodyPr>
          <a:lstStyle>
            <a:lvl1pPr marL="0" indent="0" algn="ctr">
              <a:lnSpc>
                <a:spcPct val="100000"/>
              </a:lnSpc>
              <a:spcBef>
                <a:spcPts val="0"/>
              </a:spcBef>
              <a:buNone/>
              <a:defRPr sz="1067">
                <a:latin typeface="游明朝" panose="02020400000000000000" pitchFamily="18" charset="-128"/>
                <a:ea typeface="游明朝" panose="02020400000000000000" pitchFamily="18" charset="-128"/>
              </a:defRPr>
            </a:lvl1pPr>
          </a:lstStyle>
          <a:p>
            <a:pPr lvl="0"/>
            <a:r>
              <a:rPr kumimoji="1" lang="ja-JP" altLang="en-US"/>
              <a:t>○○本部</a:t>
            </a:r>
          </a:p>
        </p:txBody>
      </p:sp>
      <p:sp>
        <p:nvSpPr>
          <p:cNvPr id="4" name="Date Placeholder 3"/>
          <p:cNvSpPr>
            <a:spLocks noGrp="1"/>
          </p:cNvSpPr>
          <p:nvPr>
            <p:ph type="dt" sz="half" idx="10"/>
          </p:nvPr>
        </p:nvSpPr>
        <p:spPr>
          <a:xfrm>
            <a:off x="9791999" y="3840000"/>
            <a:ext cx="1920000" cy="288000"/>
          </a:xfrm>
          <a:prstGeom prst="rect">
            <a:avLst/>
          </a:prstGeom>
        </p:spPr>
        <p:txBody>
          <a:bodyPr/>
          <a:lstStyle>
            <a:lvl1pPr algn="ctr">
              <a:defRPr>
                <a:solidFill>
                  <a:srgbClr val="323232"/>
                </a:solidFill>
              </a:defRPr>
            </a:lvl1pPr>
          </a:lstStyle>
          <a:p>
            <a:r>
              <a:rPr lang="en-US" altLang="ja-JP"/>
              <a:t>2025/4/4</a:t>
            </a:r>
            <a:endParaRPr lang="en-US"/>
          </a:p>
        </p:txBody>
      </p:sp>
      <p:sp>
        <p:nvSpPr>
          <p:cNvPr id="13" name="テキスト プレースホルダー 12"/>
          <p:cNvSpPr>
            <a:spLocks noGrp="1"/>
          </p:cNvSpPr>
          <p:nvPr>
            <p:ph type="body" sz="quarter" idx="14" hasCustomPrompt="1"/>
          </p:nvPr>
        </p:nvSpPr>
        <p:spPr>
          <a:xfrm>
            <a:off x="576000" y="384000"/>
            <a:ext cx="3072000" cy="336000"/>
          </a:xfrm>
        </p:spPr>
        <p:txBody>
          <a:bodyPr anchor="ctr">
            <a:normAutofit/>
          </a:bodyPr>
          <a:lstStyle>
            <a:lvl1pPr>
              <a:lnSpc>
                <a:spcPct val="100000"/>
              </a:lnSpc>
              <a:spcBef>
                <a:spcPts val="0"/>
              </a:spcBef>
              <a:defRPr sz="1600" b="1">
                <a:solidFill>
                  <a:schemeClr val="bg1"/>
                </a:solidFill>
                <a:latin typeface="游明朝" panose="02020400000000000000" pitchFamily="18" charset="-128"/>
                <a:ea typeface="游明朝" panose="02020400000000000000" pitchFamily="18" charset="-128"/>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kumimoji="1" lang="ja-JP" altLang="en-US"/>
              <a:t>○○株式会社 御中</a:t>
            </a:r>
          </a:p>
        </p:txBody>
      </p:sp>
    </p:spTree>
    <p:extLst>
      <p:ext uri="{BB962C8B-B14F-4D97-AF65-F5344CB8AC3E}">
        <p14:creationId xmlns:p14="http://schemas.microsoft.com/office/powerpoint/2010/main" val="4256518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游ゴシック" panose="020B0400000000000000" pitchFamily="50" charset="-128"/>
                <a:ea typeface="游ゴシック" panose="020B0400000000000000" pitchFamily="50" charset="-128"/>
              </a:defRPr>
            </a:lvl1pPr>
          </a:lstStyle>
          <a:p>
            <a:r>
              <a:rPr lang="ja-JP" altLang="en-US"/>
              <a:t>マスター タイトルの書式設定</a:t>
            </a:r>
            <a:endParaRPr lang="en-US"/>
          </a:p>
        </p:txBody>
      </p:sp>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7" name="直線コネクタ 6">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E583FF8A-E87D-4283-8A63-91BC318560C7}"/>
              </a:ext>
            </a:extLst>
          </p:cNvPr>
          <p:cNvSpPr>
            <a:spLocks noGrp="1"/>
          </p:cNvSpPr>
          <p:nvPr>
            <p:ph type="body" sz="quarter" idx="13"/>
          </p:nvPr>
        </p:nvSpPr>
        <p:spPr>
          <a:xfrm>
            <a:off x="576000" y="936000"/>
            <a:ext cx="11040000" cy="5350500"/>
          </a:xfrm>
        </p:spPr>
        <p:txBody>
          <a:bodyPr>
            <a:normAutofit/>
          </a:bodyPr>
          <a:lstStyle>
            <a:lvl1pPr marL="273050" indent="-273050">
              <a:buFont typeface="Wingdings" panose="05000000000000000000" pitchFamily="2" charset="2"/>
              <a:buChar char="n"/>
              <a:defRPr sz="1800" b="1" u="sng">
                <a:latin typeface="+mn-ea"/>
                <a:ea typeface="+mn-ea"/>
              </a:defRPr>
            </a:lvl1pPr>
            <a:lvl2pPr marL="360363" indent="-184150">
              <a:buFont typeface="Arial" panose="020B0604020202020204" pitchFamily="34" charset="0"/>
              <a:buChar char="•"/>
              <a:defRPr sz="1800">
                <a:latin typeface="+mn-ea"/>
                <a:ea typeface="+mn-ea"/>
              </a:defRPr>
            </a:lvl2pPr>
            <a:lvl3pPr marL="536575" indent="-176213">
              <a:buFont typeface="Arial" panose="020B0604020202020204" pitchFamily="34" charset="0"/>
              <a:buChar char="•"/>
              <a:defRPr sz="1800">
                <a:latin typeface="+mn-ea"/>
                <a:ea typeface="+mn-ea"/>
              </a:defRPr>
            </a:lvl3pPr>
            <a:lvl4pPr marL="720725" indent="-184150">
              <a:buFont typeface="Arial" panose="020B0604020202020204" pitchFamily="34" charset="0"/>
              <a:buChar char="•"/>
              <a:defRPr sz="1800">
                <a:latin typeface="+mn-ea"/>
                <a:ea typeface="+mn-ea"/>
              </a:defRPr>
            </a:lvl4pPr>
            <a:lvl5pPr marL="896938" indent="-176213">
              <a:defRPr sz="1800">
                <a:latin typeface="+mn-ea"/>
                <a:ea typeface="+mn-ea"/>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24924555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Date Placeholder 2"/>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4" name="Footer Placeholder 3"/>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Slide Number Placeholder 4"/>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cxnSp>
        <p:nvCxnSpPr>
          <p:cNvPr id="6" name="直線コネクタ 5">
            <a:extLst>
              <a:ext uri="{FF2B5EF4-FFF2-40B4-BE49-F238E27FC236}">
                <a16:creationId xmlns:a16="http://schemas.microsoft.com/office/drawing/2014/main" id="{FBC11A7E-29EC-0147-8188-ACEEB4EB432E}"/>
              </a:ext>
            </a:extLst>
          </p:cNvPr>
          <p:cNvCxnSpPr>
            <a:cxnSpLocks/>
          </p:cNvCxnSpPr>
          <p:nvPr userDrawn="1"/>
        </p:nvCxnSpPr>
        <p:spPr>
          <a:xfrm>
            <a:off x="576000" y="709643"/>
            <a:ext cx="11040000" cy="0"/>
          </a:xfrm>
          <a:prstGeom prst="line">
            <a:avLst/>
          </a:prstGeom>
          <a:ln w="19050">
            <a:solidFill>
              <a:srgbClr val="9A3B5D"/>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778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セクション見出し_1">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sp>
        <p:nvSpPr>
          <p:cNvPr id="21" name="正方形/長方形 20">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23"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pic>
        <p:nvPicPr>
          <p:cNvPr id="24" name="図 23">
            <a:extLst>
              <a:ext uri="{FF2B5EF4-FFF2-40B4-BE49-F238E27FC236}">
                <a16:creationId xmlns:a16="http://schemas.microsoft.com/office/drawing/2014/main" id="{F46E3783-8969-F042-AEFB-E6C22717CB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7"/>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Tree>
    <p:extLst>
      <p:ext uri="{BB962C8B-B14F-4D97-AF65-F5344CB8AC3E}">
        <p14:creationId xmlns:p14="http://schemas.microsoft.com/office/powerpoint/2010/main" val="328832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セクション見出し_2">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2025/1/31</a:t>
            </a:r>
            <a:endParaRPr lang="en-US"/>
          </a:p>
        </p:txBody>
      </p:sp>
      <p:sp>
        <p:nvSpPr>
          <p:cNvPr id="5" name="Footer Placeholder 4"/>
          <p:cNvSpPr>
            <a:spLocks noGrp="1"/>
          </p:cNvSpPr>
          <p:nvPr>
            <p:ph type="ftr" sz="quarter" idx="11"/>
          </p:nvPr>
        </p:nvSpPr>
        <p:spPr/>
        <p:txBody>
          <a:bodyPr/>
          <a:lstStyle/>
          <a:p>
            <a:r>
              <a:rPr lang="en-US"/>
              <a:t>Copyright © 2024 SystemEXE,Inc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055D30C4-CAC8-2E43-8AC9-139C13DA26B3}"/>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6628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セクション見出し_3">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EFCF8B92-5079-A849-A76B-B3D7BB9532AA}"/>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7909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405615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見出し_4">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7D795D9-D515-7943-A185-DDAE04C1D38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4"/>
            <a:ext cx="37592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246036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セクション見出し_5">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6EDF2FC6-1D05-234D-BFDB-6C1848F0C40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82905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314860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セクション見出し_6">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A88F7372-C6AD-A745-ADD5-0755C27AAF78}"/>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2428327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セクション見出し_7">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5B467C42-11F0-014D-BB0B-3726E4832A4B}"/>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1" y="2258466"/>
            <a:ext cx="38100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9743180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セクション見出し_8">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62F1E800-89BC-AC4A-B7B7-9C3612421E27}"/>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77825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10130264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セクション見出し_9">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3" name="図 12">
            <a:extLst>
              <a:ext uri="{FF2B5EF4-FFF2-40B4-BE49-F238E27FC236}">
                <a16:creationId xmlns:a16="http://schemas.microsoft.com/office/drawing/2014/main" id="{123C138A-4F38-464A-8513-3908AEB3E066}"/>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4"/>
            <a:ext cx="3822701" cy="2341069"/>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2" name="正方形/長方形 11">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375405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セクション見出し_10">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0" y="6552000"/>
            <a:ext cx="1440000" cy="216000"/>
          </a:xfrm>
          <a:prstGeom prst="rect">
            <a:avLst/>
          </a:prstGeom>
        </p:spPr>
        <p:txBody>
          <a:bodyPr/>
          <a:lstStyle/>
          <a:p>
            <a:r>
              <a:rPr lang="en-US" altLang="ja-JP"/>
              <a:t>2025/4/4</a:t>
            </a:r>
            <a:endParaRPr lang="en-US"/>
          </a:p>
        </p:txBody>
      </p:sp>
      <p:sp>
        <p:nvSpPr>
          <p:cNvPr id="5" name="Footer Placeholder 4"/>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700"/>
          </a:p>
        </p:txBody>
      </p:sp>
      <p:pic>
        <p:nvPicPr>
          <p:cNvPr id="17" name="図 16">
            <a:extLst>
              <a:ext uri="{FF2B5EF4-FFF2-40B4-BE49-F238E27FC236}">
                <a16:creationId xmlns:a16="http://schemas.microsoft.com/office/drawing/2014/main" id="{147CFD8F-41C1-B34F-A95D-C79A4721EB34}"/>
              </a:ext>
            </a:extLst>
          </p:cNvPr>
          <p:cNvPicPr>
            <a:picLocks noChangeAspect="1"/>
          </p:cNvPicPr>
          <p:nvPr userDrawn="1"/>
        </p:nvPicPr>
        <p:blipFill rotWithShape="1">
          <a:blip r:embed="rId2" cstate="screen">
            <a:alphaModFix amt="15000"/>
            <a:extLst>
              <a:ext uri="{28A0092B-C50C-407E-A947-70E740481C1C}">
                <a14:useLocalDpi xmlns:a14="http://schemas.microsoft.com/office/drawing/2010/main"/>
              </a:ext>
            </a:extLst>
          </a:blip>
          <a:srcRect/>
          <a:stretch/>
        </p:blipFill>
        <p:spPr>
          <a:xfrm>
            <a:off x="1131" y="1"/>
            <a:ext cx="12189739" cy="6481232"/>
          </a:xfrm>
          <a:prstGeom prst="rect">
            <a:avLst/>
          </a:prstGeom>
        </p:spPr>
      </p:pic>
      <p:sp>
        <p:nvSpPr>
          <p:cNvPr id="18" name="Rectangle 116">
            <a:extLst>
              <a:ext uri="{FF2B5EF4-FFF2-40B4-BE49-F238E27FC236}">
                <a16:creationId xmlns:a16="http://schemas.microsoft.com/office/drawing/2014/main" id="{9B54F006-B62B-7742-AB41-8DBFC72A714E}"/>
              </a:ext>
            </a:extLst>
          </p:cNvPr>
          <p:cNvSpPr/>
          <p:nvPr userDrawn="1"/>
        </p:nvSpPr>
        <p:spPr bwMode="auto">
          <a:xfrm>
            <a:off x="0" y="2258467"/>
            <a:ext cx="12190869" cy="234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19" name="Picture 17" descr="C:\Documents and Settings\sysexe\デスクトップ\SystemEXEロゴ_120329\SystemEXEロゴ_印刷用.png">
            <a:extLst>
              <a:ext uri="{FF2B5EF4-FFF2-40B4-BE49-F238E27FC236}">
                <a16:creationId xmlns:a16="http://schemas.microsoft.com/office/drawing/2014/main" id="{3D95DB8F-9E30-264C-A8BD-6797DA2CB830}"/>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5452719" y="4138239"/>
            <a:ext cx="1286564" cy="225867"/>
          </a:xfrm>
          <a:prstGeom prst="rect">
            <a:avLst/>
          </a:prstGeom>
          <a:noFill/>
        </p:spPr>
      </p:pic>
      <p:pic>
        <p:nvPicPr>
          <p:cNvPr id="12" name="図 11">
            <a:extLst>
              <a:ext uri="{FF2B5EF4-FFF2-40B4-BE49-F238E27FC236}">
                <a16:creationId xmlns:a16="http://schemas.microsoft.com/office/drawing/2014/main" id="{7372B925-BE4F-654A-B108-6CD768070805}"/>
              </a:ext>
            </a:extLst>
          </p:cNvPr>
          <p:cNvPicPr>
            <a:picLocks noChangeAspect="1"/>
          </p:cNvPicPr>
          <p:nvPr userDrawn="1"/>
        </p:nvPicPr>
        <p:blipFill rotWithShape="1">
          <a:blip r:embed="rId4" cstate="screen">
            <a:alphaModFix amt="20000"/>
            <a:extLst>
              <a:ext uri="{28A0092B-C50C-407E-A947-70E740481C1C}">
                <a14:useLocalDpi xmlns:a14="http://schemas.microsoft.com/office/drawing/2010/main"/>
              </a:ext>
            </a:extLst>
          </a:blip>
          <a:srcRect/>
          <a:stretch/>
        </p:blipFill>
        <p:spPr>
          <a:xfrm>
            <a:off x="0" y="2258466"/>
            <a:ext cx="3517901" cy="2341068"/>
          </a:xfrm>
          <a:prstGeom prst="rect">
            <a:avLst/>
          </a:prstGeom>
        </p:spPr>
      </p:pic>
      <p:sp>
        <p:nvSpPr>
          <p:cNvPr id="2" name="Title 1"/>
          <p:cNvSpPr>
            <a:spLocks noGrp="1"/>
          </p:cNvSpPr>
          <p:nvPr>
            <p:ph type="title"/>
          </p:nvPr>
        </p:nvSpPr>
        <p:spPr>
          <a:xfrm>
            <a:off x="816000" y="3072000"/>
            <a:ext cx="10560000" cy="480000"/>
          </a:xfrm>
        </p:spPr>
        <p:txBody>
          <a:bodyPr anchor="ctr">
            <a:noAutofit/>
          </a:bodyPr>
          <a:lstStyle>
            <a:lvl1pPr algn="ctr">
              <a:defRPr sz="3200"/>
            </a:lvl1pPr>
          </a:lstStyle>
          <a:p>
            <a:r>
              <a:rPr lang="ja-JP" altLang="en-US"/>
              <a:t>マスター タイトルの書式設定</a:t>
            </a:r>
            <a:endParaRPr lang="en-US"/>
          </a:p>
        </p:txBody>
      </p:sp>
      <p:sp>
        <p:nvSpPr>
          <p:cNvPr id="13" name="正方形/長方形 12">
            <a:extLst>
              <a:ext uri="{FF2B5EF4-FFF2-40B4-BE49-F238E27FC236}">
                <a16:creationId xmlns:a16="http://schemas.microsoft.com/office/drawing/2014/main" id="{9D6C8D86-E20C-A240-9396-8E30C8216DE6}"/>
              </a:ext>
            </a:extLst>
          </p:cNvPr>
          <p:cNvSpPr/>
          <p:nvPr userDrawn="1"/>
        </p:nvSpPr>
        <p:spPr>
          <a:xfrm>
            <a:off x="287999" y="0"/>
            <a:ext cx="1512000" cy="234627"/>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endParaRPr lang="ja-JP" altLang="en-US" sz="1000" b="1">
              <a:solidFill>
                <a:srgbClr val="FFFFFF"/>
              </a:solidFill>
              <a:latin typeface="Yu Gothic" panose="020B0400000000000000" pitchFamily="34" charset="-128"/>
              <a:ea typeface="Yu Gothic" panose="020B0400000000000000" pitchFamily="34" charset="-128"/>
            </a:endParaRPr>
          </a:p>
        </p:txBody>
      </p:sp>
      <p:sp>
        <p:nvSpPr>
          <p:cNvPr id="14" name="タイトル 1">
            <a:extLst>
              <a:ext uri="{FF2B5EF4-FFF2-40B4-BE49-F238E27FC236}">
                <a16:creationId xmlns:a16="http://schemas.microsoft.com/office/drawing/2014/main" id="{49550CD1-3A35-3342-AEDB-A7253311FB78}"/>
              </a:ext>
            </a:extLst>
          </p:cNvPr>
          <p:cNvSpPr txBox="1">
            <a:spLocks/>
          </p:cNvSpPr>
          <p:nvPr userDrawn="1"/>
        </p:nvSpPr>
        <p:spPr>
          <a:xfrm>
            <a:off x="323999" y="22034"/>
            <a:ext cx="1440000" cy="190559"/>
          </a:xfrm>
          <a:prstGeom prst="rect">
            <a:avLst/>
          </a:prstGeom>
        </p:spPr>
        <p:txBody>
          <a:bodyPr wrap="none"/>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en" altLang="ja-JP" sz="1000" b="1">
                <a:solidFill>
                  <a:schemeClr val="bg1"/>
                </a:solidFill>
                <a:latin typeface="Yu Gothic" panose="020B0400000000000000" pitchFamily="34" charset="-128"/>
                <a:ea typeface="Yu Gothic" panose="020B0400000000000000" pitchFamily="34" charset="-128"/>
              </a:rPr>
              <a:t>IT</a:t>
            </a:r>
            <a:r>
              <a:rPr lang="ja-JP" altLang="en-US" sz="1000" b="1">
                <a:solidFill>
                  <a:schemeClr val="bg1"/>
                </a:solidFill>
                <a:latin typeface="Yu Gothic" panose="020B0400000000000000" pitchFamily="34" charset="-128"/>
                <a:ea typeface="Yu Gothic" panose="020B0400000000000000" pitchFamily="34" charset="-128"/>
              </a:rPr>
              <a:t>で豊かな未来を創る</a:t>
            </a:r>
          </a:p>
        </p:txBody>
      </p:sp>
    </p:spTree>
    <p:extLst>
      <p:ext uri="{BB962C8B-B14F-4D97-AF65-F5344CB8AC3E}">
        <p14:creationId xmlns:p14="http://schemas.microsoft.com/office/powerpoint/2010/main" val="30097723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CF4BB5A5-0C5E-43FB-8F22-201F5BB496B1}"/>
              </a:ext>
            </a:extLst>
          </p:cNvPr>
          <p:cNvPicPr>
            <a:picLocks noChangeAspect="1"/>
          </p:cNvPicPr>
          <p:nvPr userDrawn="1"/>
        </p:nvPicPr>
        <p:blipFill>
          <a:blip r:embed="rId2" cstate="screen">
            <a:extLst>
              <a:ext uri="{BEBA8EAE-BF5A-486C-A8C5-ECC9F3942E4B}">
                <a14:imgProps xmlns:a14="http://schemas.microsoft.com/office/drawing/2010/main">
                  <a14:imgLayer r:embed="rId3">
                    <a14:imgEffect>
                      <a14:colorTemperature colorTemp="2835"/>
                    </a14:imgEffect>
                    <a14:imgEffect>
                      <a14:saturation sat="0"/>
                    </a14:imgEffect>
                  </a14:imgLayer>
                </a14:imgProps>
              </a:ext>
              <a:ext uri="{28A0092B-C50C-407E-A947-70E740481C1C}">
                <a14:useLocalDpi xmlns:a14="http://schemas.microsoft.com/office/drawing/2010/main"/>
              </a:ext>
            </a:extLst>
          </a:blip>
          <a:stretch>
            <a:fillRect/>
          </a:stretch>
        </p:blipFill>
        <p:spPr>
          <a:xfrm>
            <a:off x="0" y="0"/>
            <a:ext cx="12189739" cy="6858000"/>
          </a:xfrm>
          <a:prstGeom prst="rect">
            <a:avLst/>
          </a:prstGeom>
        </p:spPr>
      </p:pic>
      <p:sp>
        <p:nvSpPr>
          <p:cNvPr id="3" name="日付プレースホルダー 2">
            <a:extLst>
              <a:ext uri="{FF2B5EF4-FFF2-40B4-BE49-F238E27FC236}">
                <a16:creationId xmlns:a16="http://schemas.microsoft.com/office/drawing/2014/main" id="{FDE89D48-A4F0-4993-B831-50E25040F2C2}"/>
              </a:ext>
            </a:extLst>
          </p:cNvPr>
          <p:cNvSpPr>
            <a:spLocks noGrp="1"/>
          </p:cNvSpPr>
          <p:nvPr>
            <p:ph type="dt" sz="half" idx="10"/>
          </p:nvPr>
        </p:nvSpPr>
        <p:spPr/>
        <p:txBody>
          <a:bodyPr/>
          <a:lstStyle/>
          <a:p>
            <a:r>
              <a:rPr lang="en-US" altLang="ja-JP"/>
              <a:t>2025/4/4</a:t>
            </a:r>
            <a:endParaRPr lang="en-US"/>
          </a:p>
        </p:txBody>
      </p:sp>
      <p:sp>
        <p:nvSpPr>
          <p:cNvPr id="4" name="フッター プレースホルダー 3">
            <a:extLst>
              <a:ext uri="{FF2B5EF4-FFF2-40B4-BE49-F238E27FC236}">
                <a16:creationId xmlns:a16="http://schemas.microsoft.com/office/drawing/2014/main" id="{EAEB9262-536B-4034-B47F-1FC1B4A65DDA}"/>
              </a:ext>
            </a:extLst>
          </p:cNvPr>
          <p:cNvSpPr>
            <a:spLocks noGrp="1"/>
          </p:cNvSpPr>
          <p:nvPr>
            <p:ph type="ftr" sz="quarter" idx="11"/>
          </p:nvPr>
        </p:nvSpPr>
        <p:spPr/>
        <p:txBody>
          <a:bodyPr/>
          <a:lstStyle/>
          <a:p>
            <a:r>
              <a:rPr lang="en-US"/>
              <a:t>Copyright © 2025 </a:t>
            </a:r>
            <a:r>
              <a:rPr lang="en-US" err="1"/>
              <a:t>SystemEXE,Inc</a:t>
            </a:r>
            <a:r>
              <a:rPr lang="en-US"/>
              <a:t> All Rights Reserved.</a:t>
            </a:r>
          </a:p>
        </p:txBody>
      </p:sp>
      <p:sp>
        <p:nvSpPr>
          <p:cNvPr id="5" name="スライド番号プレースホルダー 4">
            <a:extLst>
              <a:ext uri="{FF2B5EF4-FFF2-40B4-BE49-F238E27FC236}">
                <a16:creationId xmlns:a16="http://schemas.microsoft.com/office/drawing/2014/main" id="{FFE4DFCE-92FE-4A01-8877-9DB291BB82E9}"/>
              </a:ext>
            </a:extLst>
          </p:cNvPr>
          <p:cNvSpPr>
            <a:spLocks noGrp="1"/>
          </p:cNvSpPr>
          <p:nvPr>
            <p:ph type="sldNum" sz="quarter" idx="12"/>
          </p:nvPr>
        </p:nvSpPr>
        <p:spPr/>
        <p:txBody>
          <a:bodyPr/>
          <a:lstStyle/>
          <a:p>
            <a:fld id="{26CA5134-5AAC-D342-B763-43605FECB385}" type="slidenum">
              <a:rPr kumimoji="1" lang="ja-JP" altLang="en-US" smtClean="0"/>
              <a:pPr/>
              <a:t>‹#›</a:t>
            </a:fld>
            <a:endParaRPr kumimoji="1" lang="ja-JP" altLang="en-US" sz="533"/>
          </a:p>
        </p:txBody>
      </p:sp>
      <p:sp>
        <p:nvSpPr>
          <p:cNvPr id="7" name="タイトル 1">
            <a:extLst>
              <a:ext uri="{FF2B5EF4-FFF2-40B4-BE49-F238E27FC236}">
                <a16:creationId xmlns:a16="http://schemas.microsoft.com/office/drawing/2014/main" id="{D108FCCF-060B-4D40-82A7-286882C33CC3}"/>
              </a:ext>
            </a:extLst>
          </p:cNvPr>
          <p:cNvSpPr txBox="1">
            <a:spLocks/>
          </p:cNvSpPr>
          <p:nvPr userDrawn="1"/>
        </p:nvSpPr>
        <p:spPr>
          <a:xfrm>
            <a:off x="1583797" y="940802"/>
            <a:ext cx="9024409" cy="399189"/>
          </a:xfrm>
          <a:prstGeom prst="rect">
            <a:avLst/>
          </a:prstGeom>
        </p:spPr>
        <p:txBody>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ctr"/>
            <a:r>
              <a:rPr lang="ja-JP" altLang="en-US" sz="2800" b="1" spc="300">
                <a:solidFill>
                  <a:schemeClr val="bg1"/>
                </a:solidFill>
                <a:latin typeface="Yu Gothic" panose="020B0400000000000000" pitchFamily="34" charset="-128"/>
                <a:ea typeface="Yu Gothic" panose="020B0400000000000000" pitchFamily="34" charset="-128"/>
              </a:rPr>
              <a:t>ご高覧ありがとうございました</a:t>
            </a:r>
          </a:p>
        </p:txBody>
      </p:sp>
      <p:sp>
        <p:nvSpPr>
          <p:cNvPr id="8" name="Rectangle 116">
            <a:extLst>
              <a:ext uri="{FF2B5EF4-FFF2-40B4-BE49-F238E27FC236}">
                <a16:creationId xmlns:a16="http://schemas.microsoft.com/office/drawing/2014/main" id="{3A884843-CC48-4E8C-B0ED-C5B85841284B}"/>
              </a:ext>
            </a:extLst>
          </p:cNvPr>
          <p:cNvSpPr/>
          <p:nvPr userDrawn="1"/>
        </p:nvSpPr>
        <p:spPr bwMode="auto">
          <a:xfrm>
            <a:off x="1583797" y="1879600"/>
            <a:ext cx="9024409" cy="4070351"/>
          </a:xfrm>
          <a:prstGeom prst="rect">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5" algn="dist"/>
            <a:endParaRPr lang="fr-FR" sz="2600"/>
          </a:p>
        </p:txBody>
      </p:sp>
      <p:pic>
        <p:nvPicPr>
          <p:cNvPr id="9" name="図 8">
            <a:extLst>
              <a:ext uri="{FF2B5EF4-FFF2-40B4-BE49-F238E27FC236}">
                <a16:creationId xmlns:a16="http://schemas.microsoft.com/office/drawing/2014/main" id="{A8796B8E-7484-43A2-8FD4-FA416E60C4F5}"/>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5377672" y="5424001"/>
            <a:ext cx="1436659" cy="373532"/>
          </a:xfrm>
          <a:prstGeom prst="rect">
            <a:avLst/>
          </a:prstGeom>
        </p:spPr>
      </p:pic>
      <p:graphicFrame>
        <p:nvGraphicFramePr>
          <p:cNvPr id="10" name="表 9">
            <a:extLst>
              <a:ext uri="{FF2B5EF4-FFF2-40B4-BE49-F238E27FC236}">
                <a16:creationId xmlns:a16="http://schemas.microsoft.com/office/drawing/2014/main" id="{BC09E805-51FF-4059-8759-0CFD4628AFB1}"/>
              </a:ext>
            </a:extLst>
          </p:cNvPr>
          <p:cNvGraphicFramePr>
            <a:graphicFrameLocks noGrp="1"/>
          </p:cNvGraphicFramePr>
          <p:nvPr userDrawn="1">
            <p:extLst>
              <p:ext uri="{D42A27DB-BD31-4B8C-83A1-F6EECF244321}">
                <p14:modId xmlns:p14="http://schemas.microsoft.com/office/powerpoint/2010/main" val="2321062931"/>
              </p:ext>
            </p:extLst>
          </p:nvPr>
        </p:nvGraphicFramePr>
        <p:xfrm>
          <a:off x="1920000" y="2700000"/>
          <a:ext cx="3936000" cy="2520000"/>
        </p:xfrm>
        <a:graphic>
          <a:graphicData uri="http://schemas.openxmlformats.org/drawingml/2006/table">
            <a:tbl>
              <a:tblPr firstRow="1" bandRow="1">
                <a:tableStyleId>{5C22544A-7EE6-4342-B048-85BDC9FD1C3A}</a:tableStyleId>
              </a:tblPr>
              <a:tblGrid>
                <a:gridCol w="3936000">
                  <a:extLst>
                    <a:ext uri="{9D8B030D-6E8A-4147-A177-3AD203B41FA5}">
                      <a16:colId xmlns:a16="http://schemas.microsoft.com/office/drawing/2014/main" val="2827529615"/>
                    </a:ext>
                  </a:extLst>
                </a:gridCol>
              </a:tblGrid>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12700" cmpd="sng">
                      <a:noFill/>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2539194732"/>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93282665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1261610194"/>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3945782340"/>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6350" cap="flat" cmpd="sng" algn="ctr">
                      <a:solidFill>
                        <a:srgbClr val="E6E6E6"/>
                      </a:solidFill>
                      <a:prstDash val="solid"/>
                      <a:round/>
                      <a:headEnd type="none" w="med" len="med"/>
                      <a:tailEnd type="none" w="med" len="med"/>
                    </a:lnB>
                    <a:noFill/>
                  </a:tcPr>
                </a:tc>
                <a:extLst>
                  <a:ext uri="{0D108BD9-81ED-4DB2-BD59-A6C34878D82A}">
                    <a16:rowId xmlns:a16="http://schemas.microsoft.com/office/drawing/2014/main" val="988007701"/>
                  </a:ext>
                </a:extLst>
              </a:tr>
              <a:tr h="420000">
                <a:tc>
                  <a:txBody>
                    <a:bodyPr/>
                    <a:lstStyle/>
                    <a:p>
                      <a:pPr algn="l"/>
                      <a:endParaRPr kumimoji="1" lang="ja-JP" altLang="en-US" sz="800" b="0" i="0">
                        <a:solidFill>
                          <a:schemeClr val="bg1">
                            <a:lumMod val="50000"/>
                          </a:schemeClr>
                        </a:solidFill>
                        <a:latin typeface="Yu Gothic Medium" panose="020B0400000000000000" pitchFamily="34" charset="-128"/>
                        <a:ea typeface="Yu Gothic Medium" panose="020B0400000000000000" pitchFamily="34" charset="-128"/>
                      </a:endParaRPr>
                    </a:p>
                  </a:txBody>
                  <a:tcPr marL="45716" marR="45716" marT="22857" marB="22857" anchor="ctr">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solidFill>
                        <a:srgbClr val="E6E6E6"/>
                      </a:solidFill>
                      <a:prstDash val="solid"/>
                      <a:round/>
                      <a:headEnd type="none" w="med" len="med"/>
                      <a:tailEnd type="none" w="med" len="med"/>
                    </a:lnT>
                    <a:lnB w="38100" cap="flat" cmpd="sng" algn="ctr">
                      <a:noFill/>
                      <a:prstDash val="solid"/>
                      <a:round/>
                      <a:headEnd type="none" w="med" len="med"/>
                      <a:tailEnd type="none" w="med" len="med"/>
                    </a:lnB>
                    <a:noFill/>
                  </a:tcPr>
                </a:tc>
                <a:extLst>
                  <a:ext uri="{0D108BD9-81ED-4DB2-BD59-A6C34878D82A}">
                    <a16:rowId xmlns:a16="http://schemas.microsoft.com/office/drawing/2014/main" val="1683233331"/>
                  </a:ext>
                </a:extLst>
              </a:tr>
            </a:tbl>
          </a:graphicData>
        </a:graphic>
      </p:graphicFrame>
      <p:sp>
        <p:nvSpPr>
          <p:cNvPr id="11" name="テキスト ボックス 10">
            <a:extLst>
              <a:ext uri="{FF2B5EF4-FFF2-40B4-BE49-F238E27FC236}">
                <a16:creationId xmlns:a16="http://schemas.microsoft.com/office/drawing/2014/main" id="{F59FCD42-5CC0-4223-9A56-3FF27118A69A}"/>
              </a:ext>
            </a:extLst>
          </p:cNvPr>
          <p:cNvSpPr txBox="1"/>
          <p:nvPr userDrawn="1"/>
        </p:nvSpPr>
        <p:spPr>
          <a:xfrm>
            <a:off x="6384000" y="2699999"/>
            <a:ext cx="3936000" cy="2559419"/>
          </a:xfrm>
          <a:prstGeom prst="rect">
            <a:avLst/>
          </a:prstGeom>
          <a:noFill/>
        </p:spPr>
        <p:txBody>
          <a:bodyPr wrap="square" rtlCol="0">
            <a:spAutoFit/>
          </a:bodyPr>
          <a:lstStyle/>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本文に記載されている商品名、社名は、各社の商標および登録商標の場合があります。</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本資料には当社の機密情報が含まれておりますので、当社の書面による承諾なく第三者に開示することはできません。</a:t>
            </a:r>
          </a:p>
          <a:p>
            <a:pPr algn="just">
              <a:lnSpc>
                <a:spcPct val="150000"/>
              </a:lnSpc>
            </a:pPr>
            <a:r>
              <a:rPr kumimoji="1" lang="ja-JP" altLang="en-US" sz="1200">
                <a:solidFill>
                  <a:srgbClr val="323232"/>
                </a:solidFill>
                <a:latin typeface="游ゴシック" panose="020B0400000000000000" pitchFamily="50" charset="-128"/>
                <a:ea typeface="游ゴシック" panose="020B0400000000000000" pitchFamily="50" charset="-128"/>
              </a:rPr>
              <a:t>また、当社の承諾を得た場合であっても、本技術情報は外国為替及び外国貿易管理法の定める特定技術に該当するため、非居住者に提供する場合には同法に基づく許可を要することがあります。</a:t>
            </a:r>
          </a:p>
        </p:txBody>
      </p:sp>
      <p:cxnSp>
        <p:nvCxnSpPr>
          <p:cNvPr id="12" name="直線コネクタ 11">
            <a:extLst>
              <a:ext uri="{FF2B5EF4-FFF2-40B4-BE49-F238E27FC236}">
                <a16:creationId xmlns:a16="http://schemas.microsoft.com/office/drawing/2014/main" id="{7509048C-A9F2-49EC-8D5F-EB5445CA53E6}"/>
              </a:ext>
            </a:extLst>
          </p:cNvPr>
          <p:cNvCxnSpPr>
            <a:cxnSpLocks/>
          </p:cNvCxnSpPr>
          <p:nvPr userDrawn="1"/>
        </p:nvCxnSpPr>
        <p:spPr>
          <a:xfrm>
            <a:off x="6096000" y="2718057"/>
            <a:ext cx="0" cy="2448000"/>
          </a:xfrm>
          <a:prstGeom prst="line">
            <a:avLst/>
          </a:prstGeom>
          <a:ln>
            <a:solidFill>
              <a:srgbClr val="787878"/>
            </a:solidFill>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89B9FAE6-6A5B-4611-A9D0-990EC550AF49}"/>
              </a:ext>
            </a:extLst>
          </p:cNvPr>
          <p:cNvSpPr/>
          <p:nvPr userDrawn="1"/>
        </p:nvSpPr>
        <p:spPr>
          <a:xfrm>
            <a:off x="2772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本書に関するお問い合わせ先</a:t>
            </a:r>
          </a:p>
        </p:txBody>
      </p:sp>
      <p:sp>
        <p:nvSpPr>
          <p:cNvPr id="14" name="正方形/長方形 13">
            <a:extLst>
              <a:ext uri="{FF2B5EF4-FFF2-40B4-BE49-F238E27FC236}">
                <a16:creationId xmlns:a16="http://schemas.microsoft.com/office/drawing/2014/main" id="{C8B7B5A6-C08F-4396-B875-92CEEC461FE6}"/>
              </a:ext>
            </a:extLst>
          </p:cNvPr>
          <p:cNvSpPr/>
          <p:nvPr userDrawn="1"/>
        </p:nvSpPr>
        <p:spPr>
          <a:xfrm>
            <a:off x="7236000" y="2157768"/>
            <a:ext cx="2232000" cy="288000"/>
          </a:xfrm>
          <a:prstGeom prst="rect">
            <a:avLst/>
          </a:prstGeom>
          <a:solidFill>
            <a:srgbClr val="9A3B5D"/>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ja-JP" altLang="en-US" sz="1200">
                <a:solidFill>
                  <a:schemeClr val="bg1"/>
                </a:solidFill>
                <a:latin typeface="Yu Gothic" panose="020B0400000000000000" pitchFamily="34" charset="-128"/>
                <a:ea typeface="Yu Gothic" panose="020B0400000000000000" pitchFamily="34" charset="-128"/>
              </a:rPr>
              <a:t>登録商標</a:t>
            </a:r>
          </a:p>
        </p:txBody>
      </p:sp>
      <p:sp>
        <p:nvSpPr>
          <p:cNvPr id="15" name="テキスト プレースホルダー 6">
            <a:extLst>
              <a:ext uri="{FF2B5EF4-FFF2-40B4-BE49-F238E27FC236}">
                <a16:creationId xmlns:a16="http://schemas.microsoft.com/office/drawing/2014/main" id="{D430BC1B-CF97-4CBC-A073-09438DBF70C3}"/>
              </a:ext>
            </a:extLst>
          </p:cNvPr>
          <p:cNvSpPr>
            <a:spLocks noGrp="1"/>
          </p:cNvSpPr>
          <p:nvPr>
            <p:ph type="body" sz="quarter" idx="13"/>
          </p:nvPr>
        </p:nvSpPr>
        <p:spPr>
          <a:xfrm>
            <a:off x="1920000" y="278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6" name="テキスト プレースホルダー 6">
            <a:extLst>
              <a:ext uri="{FF2B5EF4-FFF2-40B4-BE49-F238E27FC236}">
                <a16:creationId xmlns:a16="http://schemas.microsoft.com/office/drawing/2014/main" id="{C15A8F8A-24D0-44A8-A357-E8BB9CA91827}"/>
              </a:ext>
            </a:extLst>
          </p:cNvPr>
          <p:cNvSpPr>
            <a:spLocks noGrp="1"/>
          </p:cNvSpPr>
          <p:nvPr>
            <p:ph type="body" sz="quarter" idx="14"/>
          </p:nvPr>
        </p:nvSpPr>
        <p:spPr>
          <a:xfrm>
            <a:off x="1920000" y="3216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7" name="テキスト プレースホルダー 6">
            <a:extLst>
              <a:ext uri="{FF2B5EF4-FFF2-40B4-BE49-F238E27FC236}">
                <a16:creationId xmlns:a16="http://schemas.microsoft.com/office/drawing/2014/main" id="{CAA5A7BA-D323-4165-80B7-F4F1D64D5FE2}"/>
              </a:ext>
            </a:extLst>
          </p:cNvPr>
          <p:cNvSpPr>
            <a:spLocks noGrp="1"/>
          </p:cNvSpPr>
          <p:nvPr>
            <p:ph type="body" sz="quarter" idx="15"/>
          </p:nvPr>
        </p:nvSpPr>
        <p:spPr>
          <a:xfrm>
            <a:off x="1920000" y="3648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8" name="テキスト プレースホルダー 6">
            <a:extLst>
              <a:ext uri="{FF2B5EF4-FFF2-40B4-BE49-F238E27FC236}">
                <a16:creationId xmlns:a16="http://schemas.microsoft.com/office/drawing/2014/main" id="{220A449D-0D72-4A92-9F2C-0088923B6FFB}"/>
              </a:ext>
            </a:extLst>
          </p:cNvPr>
          <p:cNvSpPr>
            <a:spLocks noGrp="1"/>
          </p:cNvSpPr>
          <p:nvPr>
            <p:ph type="body" sz="quarter" idx="16"/>
          </p:nvPr>
        </p:nvSpPr>
        <p:spPr>
          <a:xfrm>
            <a:off x="1920000" y="4080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19" name="テキスト プレースホルダー 6">
            <a:extLst>
              <a:ext uri="{FF2B5EF4-FFF2-40B4-BE49-F238E27FC236}">
                <a16:creationId xmlns:a16="http://schemas.microsoft.com/office/drawing/2014/main" id="{3F2DBE48-626E-4F30-A826-B0954189D61D}"/>
              </a:ext>
            </a:extLst>
          </p:cNvPr>
          <p:cNvSpPr>
            <a:spLocks noGrp="1"/>
          </p:cNvSpPr>
          <p:nvPr>
            <p:ph type="body" sz="quarter" idx="17"/>
          </p:nvPr>
        </p:nvSpPr>
        <p:spPr>
          <a:xfrm>
            <a:off x="1920000" y="4512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
        <p:nvSpPr>
          <p:cNvPr id="20" name="テキスト プレースホルダー 6">
            <a:extLst>
              <a:ext uri="{FF2B5EF4-FFF2-40B4-BE49-F238E27FC236}">
                <a16:creationId xmlns:a16="http://schemas.microsoft.com/office/drawing/2014/main" id="{AA345CF8-EE14-40AE-A443-B9A4548C5FA5}"/>
              </a:ext>
            </a:extLst>
          </p:cNvPr>
          <p:cNvSpPr>
            <a:spLocks noGrp="1"/>
          </p:cNvSpPr>
          <p:nvPr>
            <p:ph type="body" sz="quarter" idx="18"/>
          </p:nvPr>
        </p:nvSpPr>
        <p:spPr>
          <a:xfrm>
            <a:off x="1920000" y="4944000"/>
            <a:ext cx="3936000" cy="302683"/>
          </a:xfrm>
        </p:spPr>
        <p:txBody>
          <a:bodyPr anchor="b">
            <a:noAutofit/>
          </a:bodyPr>
          <a:lstStyle>
            <a:lvl1pPr marL="0" indent="0">
              <a:lnSpc>
                <a:spcPct val="100000"/>
              </a:lnSpc>
              <a:spcBef>
                <a:spcPts val="0"/>
              </a:spcBef>
              <a:buFont typeface="Arial" panose="020B0604020202020204" pitchFamily="34" charset="0"/>
              <a:buNone/>
              <a:defRPr sz="1200">
                <a:latin typeface="游ゴシック" panose="020B0400000000000000" pitchFamily="50" charset="-128"/>
                <a:ea typeface="游ゴシック" panose="020B0400000000000000" pitchFamily="50" charset="-128"/>
              </a:defRPr>
            </a:lvl1pPr>
          </a:lstStyle>
          <a:p>
            <a:pPr lvl="0"/>
            <a:r>
              <a:rPr kumimoji="1" lang="ja-JP" altLang="en-US"/>
              <a:t>マスター テキストの書式設定</a:t>
            </a:r>
          </a:p>
        </p:txBody>
      </p:sp>
    </p:spTree>
    <p:extLst>
      <p:ext uri="{BB962C8B-B14F-4D97-AF65-F5344CB8AC3E}">
        <p14:creationId xmlns:p14="http://schemas.microsoft.com/office/powerpoint/2010/main" val="12965150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76000" y="180000"/>
            <a:ext cx="11041200" cy="504000"/>
          </a:xfrm>
          <a:prstGeom prst="rect">
            <a:avLst/>
          </a:prstGeom>
        </p:spPr>
        <p:txBody>
          <a:bodyPr vert="horz" wrap="none" lIns="91440" tIns="45720" rIns="91440" bIns="45720" rtlCol="0" anchor="ctr">
            <a:noAutofit/>
          </a:bodyPr>
          <a:lstStyle/>
          <a:p>
            <a:r>
              <a:rPr lang="ja-JP" altLang="en-US"/>
              <a:t>マスター タイトルの書式設定</a:t>
            </a:r>
            <a:endParaRPr lang="en-US"/>
          </a:p>
        </p:txBody>
      </p:sp>
      <p:sp>
        <p:nvSpPr>
          <p:cNvPr id="3" name="Text Placeholder 2"/>
          <p:cNvSpPr>
            <a:spLocks noGrp="1"/>
          </p:cNvSpPr>
          <p:nvPr>
            <p:ph type="body" idx="1"/>
          </p:nvPr>
        </p:nvSpPr>
        <p:spPr>
          <a:xfrm>
            <a:off x="576000" y="936000"/>
            <a:ext cx="11041200" cy="5328000"/>
          </a:xfrm>
          <a:prstGeom prst="rect">
            <a:avLst/>
          </a:prstGeom>
        </p:spPr>
        <p:txBody>
          <a:bodyPr vert="horz" lIns="91440" tIns="45720" rIns="91440" bIns="45720" rtlCol="0">
            <a:normAutofit/>
          </a:bodyPr>
          <a:lstStyle/>
          <a:p>
            <a:pPr lvl="0"/>
            <a:r>
              <a:rPr lang="ja-JP" altLang="en-US"/>
              <a:t>マスター テキストの書式設定</a:t>
            </a:r>
          </a:p>
        </p:txBody>
      </p:sp>
      <p:sp>
        <p:nvSpPr>
          <p:cNvPr id="7" name="Shape 20">
            <a:extLst>
              <a:ext uri="{FF2B5EF4-FFF2-40B4-BE49-F238E27FC236}">
                <a16:creationId xmlns:a16="http://schemas.microsoft.com/office/drawing/2014/main" id="{31B2DB08-A49E-1A4A-90DB-D7A431943820}"/>
              </a:ext>
            </a:extLst>
          </p:cNvPr>
          <p:cNvSpPr/>
          <p:nvPr userDrawn="1"/>
        </p:nvSpPr>
        <p:spPr>
          <a:xfrm>
            <a:off x="0" y="6493898"/>
            <a:ext cx="12193200" cy="360000"/>
          </a:xfrm>
          <a:prstGeom prst="rect">
            <a:avLst/>
          </a:prstGeom>
          <a:solidFill>
            <a:srgbClr val="4B4B4B"/>
          </a:solidFill>
          <a:ln w="12700">
            <a:noFill/>
            <a:miter lim="400000"/>
          </a:ln>
          <a:effectLst>
            <a:outerShdw sx="1000" sy="1000" algn="ctr" rotWithShape="0">
              <a:prstClr val="black"/>
            </a:outerShdw>
          </a:effectLst>
        </p:spPr>
        <p:txBody>
          <a:bodyPr lIns="0" tIns="0" rIns="0" bIns="0"/>
          <a:lstStyle>
            <a:lvl1pPr defTabSz="2177277">
              <a:spcBef>
                <a:spcPts val="400"/>
              </a:spcBef>
              <a:defRPr>
                <a:solidFill>
                  <a:srgbClr val="FFFFFF"/>
                </a:solidFill>
                <a:latin typeface="Calibri"/>
                <a:ea typeface="Calibri"/>
                <a:cs typeface="Calibri"/>
                <a:sym typeface="Calibri"/>
              </a:defRPr>
            </a:lvl1pPr>
            <a:lvl2pPr indent="1088448" defTabSz="2177277">
              <a:spcBef>
                <a:spcPts val="400"/>
              </a:spcBef>
              <a:defRPr>
                <a:solidFill>
                  <a:srgbClr val="FFFFFF"/>
                </a:solidFill>
                <a:latin typeface="Calibri"/>
                <a:ea typeface="Calibri"/>
                <a:cs typeface="Calibri"/>
                <a:sym typeface="Calibri"/>
              </a:defRPr>
            </a:lvl2pPr>
            <a:lvl3pPr indent="2176894" defTabSz="2177277">
              <a:spcBef>
                <a:spcPts val="400"/>
              </a:spcBef>
              <a:defRPr>
                <a:solidFill>
                  <a:srgbClr val="FFFFFF"/>
                </a:solidFill>
                <a:latin typeface="Calibri"/>
                <a:ea typeface="Calibri"/>
                <a:cs typeface="Calibri"/>
                <a:sym typeface="Calibri"/>
              </a:defRPr>
            </a:lvl3pPr>
            <a:lvl4pPr indent="3265342" defTabSz="2177277">
              <a:spcBef>
                <a:spcPts val="400"/>
              </a:spcBef>
              <a:defRPr>
                <a:solidFill>
                  <a:srgbClr val="FFFFFF"/>
                </a:solidFill>
                <a:latin typeface="Calibri"/>
                <a:ea typeface="Calibri"/>
                <a:cs typeface="Calibri"/>
                <a:sym typeface="Calibri"/>
              </a:defRPr>
            </a:lvl4pPr>
            <a:lvl5pPr indent="4353788" defTabSz="2177277">
              <a:spcBef>
                <a:spcPts val="400"/>
              </a:spcBef>
              <a:defRPr>
                <a:solidFill>
                  <a:srgbClr val="FFFFFF"/>
                </a:solidFill>
                <a:latin typeface="Calibri"/>
                <a:ea typeface="Calibri"/>
                <a:cs typeface="Calibri"/>
                <a:sym typeface="Calibri"/>
              </a:defRPr>
            </a:lvl5pPr>
            <a:lvl6pPr indent="5442237" defTabSz="2177277">
              <a:spcBef>
                <a:spcPts val="400"/>
              </a:spcBef>
              <a:defRPr>
                <a:solidFill>
                  <a:srgbClr val="FFFFFF"/>
                </a:solidFill>
                <a:latin typeface="Calibri"/>
                <a:ea typeface="Calibri"/>
                <a:cs typeface="Calibri"/>
                <a:sym typeface="Calibri"/>
              </a:defRPr>
            </a:lvl6pPr>
            <a:lvl7pPr indent="6530682" defTabSz="2177277">
              <a:spcBef>
                <a:spcPts val="400"/>
              </a:spcBef>
              <a:defRPr>
                <a:solidFill>
                  <a:srgbClr val="FFFFFF"/>
                </a:solidFill>
                <a:latin typeface="Calibri"/>
                <a:ea typeface="Calibri"/>
                <a:cs typeface="Calibri"/>
                <a:sym typeface="Calibri"/>
              </a:defRPr>
            </a:lvl7pPr>
            <a:lvl8pPr indent="7619128" defTabSz="2177277">
              <a:spcBef>
                <a:spcPts val="400"/>
              </a:spcBef>
              <a:defRPr>
                <a:solidFill>
                  <a:srgbClr val="FFFFFF"/>
                </a:solidFill>
                <a:latin typeface="Calibri"/>
                <a:ea typeface="Calibri"/>
                <a:cs typeface="Calibri"/>
                <a:sym typeface="Calibri"/>
              </a:defRPr>
            </a:lvl8pPr>
            <a:lvl9pPr indent="8707577" defTabSz="2177277">
              <a:spcBef>
                <a:spcPts val="400"/>
              </a:spcBef>
              <a:defRPr>
                <a:solidFill>
                  <a:srgbClr val="FFFFFF"/>
                </a:solidFill>
                <a:latin typeface="Calibri"/>
                <a:ea typeface="Calibri"/>
                <a:cs typeface="Calibri"/>
                <a:sym typeface="Calibri"/>
              </a:defRPr>
            </a:lvl9pPr>
          </a:lstStyle>
          <a:p>
            <a:pPr lvl="0" algn="ctr" defTabSz="884127">
              <a:spcBef>
                <a:spcPts val="0"/>
              </a:spcBef>
              <a:defRPr sz="4300">
                <a:solidFill>
                  <a:srgbClr val="000000"/>
                </a:solidFill>
              </a:defRPr>
            </a:pPr>
            <a:endParaRPr sz="1747">
              <a:solidFill>
                <a:schemeClr val="bg1"/>
              </a:solidFill>
            </a:endParaRPr>
          </a:p>
        </p:txBody>
      </p:sp>
      <p:cxnSp>
        <p:nvCxnSpPr>
          <p:cNvPr id="8" name="直線コネクタ 7">
            <a:extLst>
              <a:ext uri="{FF2B5EF4-FFF2-40B4-BE49-F238E27FC236}">
                <a16:creationId xmlns:a16="http://schemas.microsoft.com/office/drawing/2014/main" id="{7D91C2AF-B556-A24B-9BE1-1CF44516E0D0}"/>
              </a:ext>
            </a:extLst>
          </p:cNvPr>
          <p:cNvCxnSpPr>
            <a:cxnSpLocks/>
          </p:cNvCxnSpPr>
          <p:nvPr userDrawn="1"/>
        </p:nvCxnSpPr>
        <p:spPr>
          <a:xfrm>
            <a:off x="0" y="6498000"/>
            <a:ext cx="12192000" cy="0"/>
          </a:xfrm>
          <a:prstGeom prst="line">
            <a:avLst/>
          </a:prstGeom>
          <a:ln w="34925">
            <a:solidFill>
              <a:srgbClr val="9A3B5D"/>
            </a:solidFill>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320A192-F81A-DE46-BFE4-F9AFCC5612A5}"/>
              </a:ext>
            </a:extLst>
          </p:cNvPr>
          <p:cNvCxnSpPr>
            <a:cxnSpLocks/>
          </p:cNvCxnSpPr>
          <p:nvPr userDrawn="1"/>
        </p:nvCxnSpPr>
        <p:spPr>
          <a:xfrm>
            <a:off x="0" y="0"/>
            <a:ext cx="12192000" cy="0"/>
          </a:xfrm>
          <a:prstGeom prst="line">
            <a:avLst/>
          </a:prstGeom>
          <a:ln w="25400">
            <a:solidFill>
              <a:srgbClr val="9A3B5D"/>
            </a:solidFill>
          </a:ln>
        </p:spPr>
        <p:style>
          <a:lnRef idx="1">
            <a:schemeClr val="accent1"/>
          </a:lnRef>
          <a:fillRef idx="0">
            <a:schemeClr val="accent1"/>
          </a:fillRef>
          <a:effectRef idx="0">
            <a:schemeClr val="accent1"/>
          </a:effectRef>
          <a:fontRef idx="minor">
            <a:schemeClr val="tx1"/>
          </a:fontRef>
        </p:style>
      </p:cxnSp>
      <p:pic>
        <p:nvPicPr>
          <p:cNvPr id="10" name="Picture 17" descr="C:\Documents and Settings\sysexe\デスクトップ\SystemEXEロゴ_120329\SystemEXEロゴ_印刷用.png">
            <a:extLst>
              <a:ext uri="{FF2B5EF4-FFF2-40B4-BE49-F238E27FC236}">
                <a16:creationId xmlns:a16="http://schemas.microsoft.com/office/drawing/2014/main" id="{1919A988-D9C7-F241-86D5-3FF4C05E34A4}"/>
              </a:ext>
            </a:extLst>
          </p:cNvPr>
          <p:cNvPicPr>
            <a:picLocks noChangeAspect="1" noChangeArrowheads="1"/>
          </p:cNvPicPr>
          <p:nvPr userDrawn="1"/>
        </p:nvPicPr>
        <p:blipFill rotWithShape="1">
          <a:blip r:embed="rId16" cstate="screen">
            <a:alphaModFix amt="50000"/>
            <a:extLst>
              <a:ext uri="{28A0092B-C50C-407E-A947-70E740481C1C}">
                <a14:useLocalDpi xmlns:a14="http://schemas.microsoft.com/office/drawing/2010/main"/>
              </a:ext>
            </a:extLst>
          </a:blip>
          <a:srcRect/>
          <a:stretch/>
        </p:blipFill>
        <p:spPr bwMode="auto">
          <a:xfrm>
            <a:off x="11812450" y="99099"/>
            <a:ext cx="355685" cy="196135"/>
          </a:xfrm>
          <a:prstGeom prst="rect">
            <a:avLst/>
          </a:prstGeom>
          <a:noFill/>
        </p:spPr>
      </p:pic>
      <p:sp>
        <p:nvSpPr>
          <p:cNvPr id="4" name="Date Placeholder 3"/>
          <p:cNvSpPr>
            <a:spLocks noGrp="1"/>
          </p:cNvSpPr>
          <p:nvPr>
            <p:ph type="dt" sz="half" idx="2"/>
          </p:nvPr>
        </p:nvSpPr>
        <p:spPr>
          <a:xfrm>
            <a:off x="0" y="6552000"/>
            <a:ext cx="1440000" cy="216000"/>
          </a:xfrm>
          <a:prstGeom prst="rect">
            <a:avLst/>
          </a:prstGeom>
        </p:spPr>
        <p:txBody>
          <a:bodyPr vert="horz" lIns="91440" tIns="45720" rIns="91440" bIns="45720" rtlCol="0" anchor="ctr"/>
          <a:lstStyle>
            <a:lvl1pPr algn="l">
              <a:defRPr sz="1200">
                <a:solidFill>
                  <a:schemeClr val="bg1"/>
                </a:solidFill>
                <a:latin typeface="游ゴシック" panose="020B0400000000000000" pitchFamily="50" charset="-128"/>
                <a:ea typeface="游ゴシック" panose="020B0400000000000000" pitchFamily="50" charset="-128"/>
              </a:defRPr>
            </a:lvl1pPr>
          </a:lstStyle>
          <a:p>
            <a:r>
              <a:rPr lang="en-US" altLang="ja-JP"/>
              <a:t>2025/4/4</a:t>
            </a:r>
            <a:endParaRPr lang="en-US"/>
          </a:p>
        </p:txBody>
      </p:sp>
      <p:sp>
        <p:nvSpPr>
          <p:cNvPr id="5" name="Footer Placeholder 4"/>
          <p:cNvSpPr>
            <a:spLocks noGrp="1"/>
          </p:cNvSpPr>
          <p:nvPr>
            <p:ph type="ftr" sz="quarter" idx="3"/>
          </p:nvPr>
        </p:nvSpPr>
        <p:spPr>
          <a:xfrm>
            <a:off x="3036000" y="6552000"/>
            <a:ext cx="6120000" cy="216000"/>
          </a:xfrm>
          <a:prstGeom prst="rect">
            <a:avLst/>
          </a:prstGeom>
        </p:spPr>
        <p:txBody>
          <a:bodyPr vert="horz" lIns="91440" tIns="45720" rIns="91440" bIns="45720" rtlCol="0" anchor="ctr"/>
          <a:lstStyle>
            <a:lvl1pPr algn="ctr">
              <a:defRPr sz="1200">
                <a:solidFill>
                  <a:schemeClr val="bg1"/>
                </a:solidFill>
                <a:latin typeface="游ゴシック" panose="020B0400000000000000" pitchFamily="50" charset="-128"/>
                <a:ea typeface="游ゴシック" panose="020B0400000000000000" pitchFamily="50" charset="-128"/>
              </a:defRPr>
            </a:lvl1pPr>
          </a:lstStyle>
          <a:p>
            <a:r>
              <a:rPr lang="en-US"/>
              <a:t>Copyright © 2025 </a:t>
            </a:r>
            <a:r>
              <a:rPr lang="en-US" err="1"/>
              <a:t>SystemEXE,Inc</a:t>
            </a:r>
            <a:r>
              <a:rPr lang="en-US"/>
              <a:t> All Rights Reserved.</a:t>
            </a:r>
          </a:p>
        </p:txBody>
      </p:sp>
      <p:sp>
        <p:nvSpPr>
          <p:cNvPr id="6" name="Slide Number Placeholder 5"/>
          <p:cNvSpPr>
            <a:spLocks noGrp="1"/>
          </p:cNvSpPr>
          <p:nvPr>
            <p:ph type="sldNum" sz="quarter" idx="4"/>
          </p:nvPr>
        </p:nvSpPr>
        <p:spPr>
          <a:xfrm>
            <a:off x="10752000" y="6552000"/>
            <a:ext cx="1440000" cy="216000"/>
          </a:xfrm>
          <a:prstGeom prst="rect">
            <a:avLst/>
          </a:prstGeom>
        </p:spPr>
        <p:txBody>
          <a:bodyPr vert="horz" lIns="91440" tIns="45720" rIns="91440" bIns="45720" rtlCol="0" anchor="ctr"/>
          <a:lstStyle>
            <a:lvl1pPr algn="r">
              <a:defRPr sz="1200">
                <a:solidFill>
                  <a:schemeClr val="bg1"/>
                </a:solidFill>
                <a:latin typeface="游ゴシック" panose="020B0400000000000000" pitchFamily="50" charset="-128"/>
                <a:ea typeface="游ゴシック" panose="020B0400000000000000" pitchFamily="50" charset="-128"/>
              </a:defRPr>
            </a:lvl1pPr>
          </a:lstStyle>
          <a:p>
            <a:fld id="{26CA5134-5AAC-D342-B763-43605FECB385}" type="slidenum">
              <a:rPr kumimoji="1" lang="ja-JP" altLang="en-US" smtClean="0"/>
              <a:pPr/>
              <a:t>‹#›</a:t>
            </a:fld>
            <a:endParaRPr kumimoji="1" lang="ja-JP" altLang="en-US" sz="533"/>
          </a:p>
        </p:txBody>
      </p:sp>
    </p:spTree>
    <p:extLst>
      <p:ext uri="{BB962C8B-B14F-4D97-AF65-F5344CB8AC3E}">
        <p14:creationId xmlns:p14="http://schemas.microsoft.com/office/powerpoint/2010/main" val="428617888"/>
      </p:ext>
    </p:extLst>
  </p:cSld>
  <p:clrMap bg1="lt1" tx1="dk1" bg2="lt2" tx2="dk2" accent1="accent1" accent2="accent2" accent3="accent3" accent4="accent4" accent5="accent5" accent6="accent6" hlink="hlink" folHlink="folHlink"/>
  <p:sldLayoutIdLst>
    <p:sldLayoutId id="2147483782" r:id="rId1"/>
    <p:sldLayoutId id="2147483772" r:id="rId2"/>
    <p:sldLayoutId id="2147483776" r:id="rId3"/>
    <p:sldLayoutId id="2147483797" r:id="rId4"/>
    <p:sldLayoutId id="2147483798" r:id="rId5"/>
    <p:sldLayoutId id="2147483799" r:id="rId6"/>
    <p:sldLayoutId id="2147483800" r:id="rId7"/>
    <p:sldLayoutId id="2147483801" r:id="rId8"/>
    <p:sldLayoutId id="2147483802" r:id="rId9"/>
    <p:sldLayoutId id="2147483803" r:id="rId10"/>
    <p:sldLayoutId id="2147483804" r:id="rId11"/>
    <p:sldLayoutId id="2147483805" r:id="rId12"/>
    <p:sldLayoutId id="2147483756" r:id="rId13"/>
    <p:sldLayoutId id="2147483806" r:id="rId14"/>
  </p:sldLayoutIdLst>
  <p:hf sldNum="0" hdr="0" ftr="0"/>
  <p:txStyles>
    <p:titleStyle>
      <a:lvl1pPr algn="l" defTabSz="914400" rtl="0" eaLnBrk="1" latinLnBrk="0" hangingPunct="1">
        <a:lnSpc>
          <a:spcPct val="100000"/>
        </a:lnSpc>
        <a:spcBef>
          <a:spcPct val="0"/>
        </a:spcBef>
        <a:buNone/>
        <a:defRPr kumimoji="1" sz="2400" b="0" kern="1200">
          <a:solidFill>
            <a:srgbClr val="9A3B5D"/>
          </a:solidFill>
          <a:latin typeface="游ゴシック" panose="020B0400000000000000" pitchFamily="50" charset="-128"/>
          <a:ea typeface="游ゴシック" panose="020B0400000000000000" pitchFamily="50" charset="-128"/>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p:cNvSpPr>
            <a:spLocks noGrp="1"/>
          </p:cNvSpPr>
          <p:nvPr>
            <p:ph type="ctrTitle"/>
          </p:nvPr>
        </p:nvSpPr>
        <p:spPr>
          <a:xfrm>
            <a:off x="575999" y="3457059"/>
            <a:ext cx="8640000" cy="768000"/>
          </a:xfrm>
        </p:spPr>
        <p:txBody>
          <a:bodyPr>
            <a:noAutofit/>
          </a:bodyPr>
          <a:lstStyle/>
          <a:p>
            <a:r>
              <a:rPr kumimoji="1" lang="ja-JP" altLang="en-US" sz="4400"/>
              <a:t>概算お見積もり</a:t>
            </a:r>
            <a:r>
              <a:rPr kumimoji="1" lang="en-US" altLang="ja-JP" sz="2800"/>
              <a:t>(</a:t>
            </a:r>
            <a:r>
              <a:rPr kumimoji="1" lang="ja-JP" altLang="en-US" sz="2800"/>
              <a:t>第</a:t>
            </a:r>
            <a:r>
              <a:rPr kumimoji="1" lang="en-US" altLang="ja-JP" sz="2800"/>
              <a:t>5.0</a:t>
            </a:r>
            <a:r>
              <a:rPr kumimoji="1" lang="ja-JP" altLang="en-US" sz="2800"/>
              <a:t>版）</a:t>
            </a:r>
            <a:endParaRPr kumimoji="1" lang="ja-JP" altLang="en-US" sz="4400"/>
          </a:p>
        </p:txBody>
      </p:sp>
      <p:sp>
        <p:nvSpPr>
          <p:cNvPr id="4" name="サブタイトル 3"/>
          <p:cNvSpPr>
            <a:spLocks noGrp="1"/>
          </p:cNvSpPr>
          <p:nvPr>
            <p:ph type="subTitle" idx="1"/>
          </p:nvPr>
        </p:nvSpPr>
        <p:spPr>
          <a:xfrm>
            <a:off x="575999" y="2567365"/>
            <a:ext cx="9634800" cy="1392635"/>
          </a:xfrm>
        </p:spPr>
        <p:txBody>
          <a:bodyPr>
            <a:normAutofit/>
          </a:bodyPr>
          <a:lstStyle/>
          <a:p>
            <a:r>
              <a:rPr lang="ja-JP" altLang="en-US" sz="3600"/>
              <a:t>工場系システム</a:t>
            </a:r>
            <a:br>
              <a:rPr lang="en-US" altLang="ja-JP" sz="3600"/>
            </a:br>
            <a:r>
              <a:rPr lang="ja-JP" altLang="en-US" sz="3600"/>
              <a:t>陸上出荷システムへの</a:t>
            </a:r>
            <a:r>
              <a:rPr lang="en-US" altLang="ja-JP" sz="3600"/>
              <a:t>MEK</a:t>
            </a:r>
            <a:r>
              <a:rPr lang="ja-JP" altLang="en-US" sz="3600"/>
              <a:t>関連取込</a:t>
            </a:r>
            <a:endParaRPr kumimoji="1" lang="en-US" altLang="ja-JP" sz="3600"/>
          </a:p>
          <a:p>
            <a:endParaRPr kumimoji="1" lang="ja-JP" altLang="en-US" sz="4000"/>
          </a:p>
        </p:txBody>
      </p:sp>
      <p:sp>
        <p:nvSpPr>
          <p:cNvPr id="7" name="テキスト プレースホルダー 6"/>
          <p:cNvSpPr>
            <a:spLocks noGrp="1"/>
          </p:cNvSpPr>
          <p:nvPr>
            <p:ph type="body" sz="quarter" idx="14"/>
          </p:nvPr>
        </p:nvSpPr>
        <p:spPr>
          <a:xfrm>
            <a:off x="575999" y="384000"/>
            <a:ext cx="4328509" cy="336000"/>
          </a:xfrm>
        </p:spPr>
        <p:txBody>
          <a:bodyPr>
            <a:noAutofit/>
          </a:bodyPr>
          <a:lstStyle/>
          <a:p>
            <a:r>
              <a:rPr kumimoji="1" lang="ja-JP" altLang="en-US"/>
              <a:t>出光興産株式会社　御中</a:t>
            </a:r>
          </a:p>
        </p:txBody>
      </p:sp>
      <p:sp>
        <p:nvSpPr>
          <p:cNvPr id="10" name="テキスト プレースホルダー 4">
            <a:extLst>
              <a:ext uri="{FF2B5EF4-FFF2-40B4-BE49-F238E27FC236}">
                <a16:creationId xmlns:a16="http://schemas.microsoft.com/office/drawing/2014/main" id="{24A1B6FF-4F95-C178-9DEA-567571794C2A}"/>
              </a:ext>
            </a:extLst>
          </p:cNvPr>
          <p:cNvSpPr>
            <a:spLocks noGrp="1"/>
          </p:cNvSpPr>
          <p:nvPr>
            <p:ph type="body" sz="quarter" idx="13"/>
          </p:nvPr>
        </p:nvSpPr>
        <p:spPr>
          <a:xfrm>
            <a:off x="9407999" y="3552000"/>
            <a:ext cx="2688000" cy="288000"/>
          </a:xfrm>
        </p:spPr>
        <p:txBody>
          <a:bodyPr/>
          <a:lstStyle/>
          <a:p>
            <a:pPr algn="r"/>
            <a:r>
              <a:rPr kumimoji="1" lang="ja-JP" altLang="en-US"/>
              <a:t>システムソリューション本部</a:t>
            </a:r>
            <a:endParaRPr kumimoji="1" lang="en-US" altLang="ja-JP"/>
          </a:p>
          <a:p>
            <a:pPr algn="r"/>
            <a:r>
              <a:rPr lang="ja-JP" altLang="en-US"/>
              <a:t>営業本部</a:t>
            </a:r>
            <a:endParaRPr kumimoji="1" lang="ja-JP" altLang="en-US"/>
          </a:p>
        </p:txBody>
      </p:sp>
      <p:sp>
        <p:nvSpPr>
          <p:cNvPr id="2" name="テキスト プレースホルダー 4">
            <a:extLst>
              <a:ext uri="{FF2B5EF4-FFF2-40B4-BE49-F238E27FC236}">
                <a16:creationId xmlns:a16="http://schemas.microsoft.com/office/drawing/2014/main" id="{B808C4E1-CAC4-709D-39C2-7E63198F1A78}"/>
              </a:ext>
            </a:extLst>
          </p:cNvPr>
          <p:cNvSpPr txBox="1">
            <a:spLocks/>
          </p:cNvSpPr>
          <p:nvPr/>
        </p:nvSpPr>
        <p:spPr>
          <a:xfrm>
            <a:off x="9407999" y="4080000"/>
            <a:ext cx="2688000" cy="288000"/>
          </a:xfrm>
          <a:prstGeom prst="rect">
            <a:avLst/>
          </a:prstGeom>
        </p:spPr>
        <p:txBody>
          <a:bodyPr vert="horz" lIns="91440" tIns="45720" rIns="91440" bIns="45720" rtlCol="0" anchor="ctr">
            <a:noAutofit/>
          </a:bodyPr>
          <a:lstStyle>
            <a:lvl1pPr marL="0" indent="0" algn="ctr" defTabSz="914400" rtl="0" eaLnBrk="1" latinLnBrk="0" hangingPunct="1">
              <a:lnSpc>
                <a:spcPct val="100000"/>
              </a:lnSpc>
              <a:spcBef>
                <a:spcPts val="0"/>
              </a:spcBef>
              <a:buFont typeface="Arial" panose="020B0604020202020204" pitchFamily="34" charset="0"/>
              <a:buNone/>
              <a:defRPr kumimoji="1" sz="1067" kern="1200">
                <a:solidFill>
                  <a:schemeClr val="tx1"/>
                </a:solidFill>
                <a:latin typeface="游明朝" panose="02020400000000000000" pitchFamily="18" charset="-128"/>
                <a:ea typeface="游明朝" panose="02020400000000000000" pitchFamily="18" charset="-128"/>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algn="r"/>
            <a:r>
              <a:rPr lang="en-US" altLang="ja-JP" sz="1050">
                <a:latin typeface="游明朝"/>
                <a:ea typeface="游明朝"/>
              </a:rPr>
              <a:t>2025/4/4</a:t>
            </a:r>
            <a:endParaRPr lang="ja-JP" altLang="en-US"/>
          </a:p>
        </p:txBody>
      </p:sp>
    </p:spTree>
    <p:extLst>
      <p:ext uri="{BB962C8B-B14F-4D97-AF65-F5344CB8AC3E}">
        <p14:creationId xmlns:p14="http://schemas.microsoft.com/office/powerpoint/2010/main" val="3201888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7D6AE7-A869-482E-A062-B5C3EDBB82F2}"/>
              </a:ext>
            </a:extLst>
          </p:cNvPr>
          <p:cNvSpPr>
            <a:spLocks noGrp="1"/>
          </p:cNvSpPr>
          <p:nvPr>
            <p:ph type="title"/>
          </p:nvPr>
        </p:nvSpPr>
        <p:spPr/>
        <p:txBody>
          <a:bodyPr/>
          <a:lstStyle/>
          <a:p>
            <a:r>
              <a:rPr kumimoji="1" lang="ja-JP" altLang="en-US">
                <a:latin typeface="游明朝" panose="02020400000000000000" pitchFamily="18" charset="-128"/>
                <a:ea typeface="游明朝" panose="02020400000000000000" pitchFamily="18" charset="-128"/>
              </a:rPr>
              <a:t>１</a:t>
            </a:r>
            <a:r>
              <a:rPr kumimoji="1" lang="en-US" altLang="ja-JP">
                <a:latin typeface="游明朝" panose="02020400000000000000" pitchFamily="18" charset="-128"/>
                <a:ea typeface="游明朝" panose="02020400000000000000" pitchFamily="18" charset="-128"/>
              </a:rPr>
              <a:t>. </a:t>
            </a:r>
            <a:r>
              <a:rPr kumimoji="1" lang="ja-JP" altLang="en-US">
                <a:latin typeface="游明朝" panose="02020400000000000000" pitchFamily="18" charset="-128"/>
                <a:ea typeface="游明朝" panose="02020400000000000000" pitchFamily="18" charset="-128"/>
              </a:rPr>
              <a:t>はじめに</a:t>
            </a:r>
          </a:p>
        </p:txBody>
      </p:sp>
      <p:sp>
        <p:nvSpPr>
          <p:cNvPr id="12" name="日付プレースホルダー 11">
            <a:extLst>
              <a:ext uri="{FF2B5EF4-FFF2-40B4-BE49-F238E27FC236}">
                <a16:creationId xmlns:a16="http://schemas.microsoft.com/office/drawing/2014/main" id="{FB9395C0-3B33-2DF1-D93D-2AF5019AB575}"/>
              </a:ext>
            </a:extLst>
          </p:cNvPr>
          <p:cNvSpPr>
            <a:spLocks noGrp="1"/>
          </p:cNvSpPr>
          <p:nvPr>
            <p:ph type="dt" sz="half" idx="10"/>
          </p:nvPr>
        </p:nvSpPr>
        <p:spPr/>
        <p:txBody>
          <a:bodyPr/>
          <a:lstStyle/>
          <a:p>
            <a:r>
              <a:rPr lang="en-US" altLang="ja-JP"/>
              <a:t>2025/4/4</a:t>
            </a:r>
            <a:endParaRPr lang="en-US"/>
          </a:p>
        </p:txBody>
      </p:sp>
      <p:sp>
        <p:nvSpPr>
          <p:cNvPr id="13" name="テキスト プレースホルダー 4">
            <a:extLst>
              <a:ext uri="{FF2B5EF4-FFF2-40B4-BE49-F238E27FC236}">
                <a16:creationId xmlns:a16="http://schemas.microsoft.com/office/drawing/2014/main" id="{B8B3A81D-32E4-C28F-0D4C-EB7D2165E764}"/>
              </a:ext>
            </a:extLst>
          </p:cNvPr>
          <p:cNvSpPr txBox="1">
            <a:spLocks/>
          </p:cNvSpPr>
          <p:nvPr/>
        </p:nvSpPr>
        <p:spPr>
          <a:xfrm>
            <a:off x="606000" y="936000"/>
            <a:ext cx="10980000" cy="5350500"/>
          </a:xfrm>
          <a:prstGeom prst="rect">
            <a:avLst/>
          </a:prstGeom>
        </p:spPr>
        <p:txBody>
          <a:bodyPr lIns="91440" tIns="45720" rIns="91440" bIns="45720" anchor="t"/>
          <a:lstStyle>
            <a:lvl1pPr marL="0" indent="0" algn="l" defTabSz="914400" rtl="0" eaLnBrk="1" latinLnBrk="0" hangingPunct="1">
              <a:lnSpc>
                <a:spcPct val="100000"/>
              </a:lnSpc>
              <a:spcBef>
                <a:spcPts val="600"/>
              </a:spcBef>
              <a:buFont typeface="Arial" panose="020B0604020202020204" pitchFamily="34" charset="0"/>
              <a:buNone/>
              <a:defRPr kumimoji="1" sz="1800" kern="1200">
                <a:solidFill>
                  <a:schemeClr val="tx1"/>
                </a:solidFill>
                <a:latin typeface="+mn-ea"/>
                <a:ea typeface="+mn-ea"/>
                <a:cs typeface="+mn-cs"/>
              </a:defRPr>
            </a:lvl1pPr>
            <a:lvl2pPr marL="360362"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2pPr>
            <a:lvl3pPr marL="720725"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ea"/>
                <a:ea typeface="+mn-ea"/>
                <a:cs typeface="+mn-cs"/>
              </a:defRPr>
            </a:lvl3pPr>
            <a:lvl4pPr marL="1073150" indent="0" algn="l" defTabSz="914400" rtl="0" eaLnBrk="1" latinLnBrk="0" hangingPunct="1">
              <a:lnSpc>
                <a:spcPct val="90000"/>
              </a:lnSpc>
              <a:spcBef>
                <a:spcPts val="500"/>
              </a:spcBef>
              <a:buFont typeface="Arial" panose="020B0604020202020204" pitchFamily="34" charset="0"/>
              <a:buNone/>
              <a:defRPr kumimoji="1"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solidFill>
                  <a:srgbClr val="000000"/>
                </a:solidFill>
              </a:rPr>
              <a:t>本資料は別紙資料</a:t>
            </a:r>
            <a:br>
              <a:rPr lang="en-US" altLang="ja-JP">
                <a:solidFill>
                  <a:srgbClr val="000000"/>
                </a:solidFill>
              </a:rPr>
            </a:br>
            <a:r>
              <a:rPr lang="ja-JP" altLang="en-US">
                <a:solidFill>
                  <a:srgbClr val="000000"/>
                </a:solidFill>
              </a:rPr>
              <a:t>「</a:t>
            </a:r>
            <a:r>
              <a:rPr lang="ja-JP" altLang="en-US"/>
              <a:t>燃料油陸上出荷システムへの</a:t>
            </a:r>
            <a:r>
              <a:rPr lang="en-US" altLang="ja-JP"/>
              <a:t>MEK</a:t>
            </a:r>
            <a:r>
              <a:rPr lang="ja-JP" altLang="en-US"/>
              <a:t>関連取込</a:t>
            </a:r>
            <a:r>
              <a:rPr lang="en-US" altLang="ja-JP"/>
              <a:t>.</a:t>
            </a:r>
            <a:r>
              <a:rPr lang="en-US" altLang="ja-JP" err="1"/>
              <a:t>pptx</a:t>
            </a:r>
            <a:r>
              <a:rPr kumimoji="1" lang="ja-JP" altLang="en-US"/>
              <a:t>」及び</a:t>
            </a:r>
            <a:r>
              <a:rPr kumimoji="1" lang="en-US" altLang="ja-JP"/>
              <a:t>24</a:t>
            </a:r>
            <a:r>
              <a:rPr kumimoji="1" lang="ja-JP" altLang="en-US"/>
              <a:t>年</a:t>
            </a:r>
            <a:r>
              <a:rPr kumimoji="1" lang="en-US" altLang="ja-JP"/>
              <a:t>12</a:t>
            </a:r>
            <a:r>
              <a:rPr kumimoji="1" lang="ja-JP" altLang="en-US"/>
              <a:t>月</a:t>
            </a:r>
            <a:r>
              <a:rPr kumimoji="1" lang="en-US" altLang="ja-JP"/>
              <a:t>6</a:t>
            </a:r>
            <a:r>
              <a:rPr kumimoji="1" lang="ja-JP" altLang="en-US"/>
              <a:t>日９時に実施した打合せを元に</a:t>
            </a:r>
            <a:endParaRPr kumimoji="1" lang="en-US" altLang="ja-JP"/>
          </a:p>
          <a:p>
            <a:r>
              <a:rPr lang="ja-JP" altLang="en-US">
                <a:solidFill>
                  <a:srgbClr val="000000"/>
                </a:solidFill>
              </a:rPr>
              <a:t> 参考のため概算お見積もりを行った資料です。</a:t>
            </a:r>
            <a:endParaRPr lang="ja-JP" altLang="en-US" sz="2000"/>
          </a:p>
        </p:txBody>
      </p:sp>
    </p:spTree>
    <p:extLst>
      <p:ext uri="{BB962C8B-B14F-4D97-AF65-F5344CB8AC3E}">
        <p14:creationId xmlns:p14="http://schemas.microsoft.com/office/powerpoint/2010/main" val="3773316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7778ED98-209C-C664-71D3-889296649F7F}"/>
              </a:ext>
            </a:extLst>
          </p:cNvPr>
          <p:cNvSpPr>
            <a:spLocks noGrp="1"/>
          </p:cNvSpPr>
          <p:nvPr>
            <p:ph type="dt" sz="half" idx="10"/>
          </p:nvPr>
        </p:nvSpPr>
        <p:spPr/>
        <p:txBody>
          <a:bodyPr/>
          <a:lstStyle/>
          <a:p>
            <a:r>
              <a:rPr lang="en-US" altLang="ja-JP"/>
              <a:t>2025/4/4</a:t>
            </a:r>
            <a:endParaRPr lang="en-US"/>
          </a:p>
        </p:txBody>
      </p:sp>
      <p:graphicFrame>
        <p:nvGraphicFramePr>
          <p:cNvPr id="6" name="表 18">
            <a:extLst>
              <a:ext uri="{FF2B5EF4-FFF2-40B4-BE49-F238E27FC236}">
                <a16:creationId xmlns:a16="http://schemas.microsoft.com/office/drawing/2014/main" id="{25E6D85D-7AE4-EF50-E530-FBD7BDF82E77}"/>
              </a:ext>
            </a:extLst>
          </p:cNvPr>
          <p:cNvGraphicFramePr>
            <a:graphicFrameLocks noGrp="1"/>
          </p:cNvGraphicFramePr>
          <p:nvPr>
            <p:extLst>
              <p:ext uri="{D42A27DB-BD31-4B8C-83A1-F6EECF244321}">
                <p14:modId xmlns:p14="http://schemas.microsoft.com/office/powerpoint/2010/main" val="3218561099"/>
              </p:ext>
            </p:extLst>
          </p:nvPr>
        </p:nvGraphicFramePr>
        <p:xfrm>
          <a:off x="720000" y="988181"/>
          <a:ext cx="10832464" cy="4962862"/>
        </p:xfrm>
        <a:graphic>
          <a:graphicData uri="http://schemas.openxmlformats.org/drawingml/2006/table">
            <a:tbl>
              <a:tblPr firstRow="1" bandRow="1">
                <a:tableStyleId>{5C22544A-7EE6-4342-B048-85BDC9FD1C3A}</a:tableStyleId>
              </a:tblPr>
              <a:tblGrid>
                <a:gridCol w="1931239">
                  <a:extLst>
                    <a:ext uri="{9D8B030D-6E8A-4147-A177-3AD203B41FA5}">
                      <a16:colId xmlns:a16="http://schemas.microsoft.com/office/drawing/2014/main" val="1893805147"/>
                    </a:ext>
                  </a:extLst>
                </a:gridCol>
                <a:gridCol w="6109365">
                  <a:extLst>
                    <a:ext uri="{9D8B030D-6E8A-4147-A177-3AD203B41FA5}">
                      <a16:colId xmlns:a16="http://schemas.microsoft.com/office/drawing/2014/main" val="2599217872"/>
                    </a:ext>
                  </a:extLst>
                </a:gridCol>
                <a:gridCol w="2791860">
                  <a:extLst>
                    <a:ext uri="{9D8B030D-6E8A-4147-A177-3AD203B41FA5}">
                      <a16:colId xmlns:a16="http://schemas.microsoft.com/office/drawing/2014/main" val="1298738142"/>
                    </a:ext>
                  </a:extLst>
                </a:gridCol>
              </a:tblGrid>
              <a:tr h="543262">
                <a:tc>
                  <a:txBody>
                    <a:bodyPr/>
                    <a:lstStyle/>
                    <a:p>
                      <a:pPr algn="ctr"/>
                      <a:r>
                        <a:rPr kumimoji="1" lang="ja-JP" altLang="en-US" b="1">
                          <a:latin typeface="+mj-lt"/>
                        </a:rPr>
                        <a:t>業務名</a:t>
                      </a:r>
                    </a:p>
                  </a:txBody>
                  <a:tcPr anchor="ctr"/>
                </a:tc>
                <a:tc>
                  <a:txBody>
                    <a:bodyPr/>
                    <a:lstStyle/>
                    <a:p>
                      <a:pPr algn="ctr"/>
                      <a:r>
                        <a:rPr kumimoji="1" lang="ja-JP" altLang="en-US" b="1">
                          <a:latin typeface="+mj-lt"/>
                        </a:rPr>
                        <a:t>内容</a:t>
                      </a:r>
                    </a:p>
                  </a:txBody>
                  <a:tcPr anchor="ctr"/>
                </a:tc>
                <a:tc>
                  <a:txBody>
                    <a:bodyPr/>
                    <a:lstStyle/>
                    <a:p>
                      <a:pPr algn="ctr"/>
                      <a:r>
                        <a:rPr kumimoji="1" lang="ja-JP" altLang="en-US" b="1">
                          <a:latin typeface="+mj-lt"/>
                        </a:rPr>
                        <a:t>見積前提事項等</a:t>
                      </a:r>
                    </a:p>
                  </a:txBody>
                  <a:tcPr anchor="ctr"/>
                </a:tc>
                <a:extLst>
                  <a:ext uri="{0D108BD9-81ED-4DB2-BD59-A6C34878D82A}">
                    <a16:rowId xmlns:a16="http://schemas.microsoft.com/office/drawing/2014/main" val="2182027198"/>
                  </a:ext>
                </a:extLst>
              </a:tr>
              <a:tr h="1414855">
                <a:tc>
                  <a:txBody>
                    <a:bodyPr/>
                    <a:lstStyle/>
                    <a:p>
                      <a:pPr algn="ctr"/>
                      <a:r>
                        <a:rPr kumimoji="1" lang="en-US" altLang="ja-JP" sz="2000" b="1">
                          <a:latin typeface="游ゴシック" panose="020B0400000000000000" pitchFamily="50" charset="-128"/>
                          <a:ea typeface="游ゴシック" panose="020B0400000000000000" pitchFamily="50" charset="-128"/>
                        </a:rPr>
                        <a:t>MEK</a:t>
                      </a:r>
                    </a:p>
                    <a:p>
                      <a:pPr algn="ctr"/>
                      <a:r>
                        <a:rPr kumimoji="1" lang="ja-JP" altLang="en-US" sz="2000" b="1">
                          <a:latin typeface="游ゴシック" panose="020B0400000000000000" pitchFamily="50" charset="-128"/>
                          <a:ea typeface="游ゴシック" panose="020B0400000000000000" pitchFamily="50" charset="-128"/>
                        </a:rPr>
                        <a:t>ローリー出荷</a:t>
                      </a:r>
                    </a:p>
                  </a:txBody>
                  <a:tcPr anchor="ctr"/>
                </a:tc>
                <a:tc>
                  <a:txBody>
                    <a:bodyPr/>
                    <a:lstStyle/>
                    <a:p>
                      <a:pPr algn="l"/>
                      <a:r>
                        <a:rPr kumimoji="1" lang="ja-JP" altLang="en-US" sz="1600" b="0">
                          <a:solidFill>
                            <a:schemeClr val="tx1"/>
                          </a:solidFill>
                          <a:latin typeface="+mj-lt"/>
                        </a:rPr>
                        <a:t>他燃料油と同様に上位システムから予約連携し、実績を返す。</a:t>
                      </a:r>
                      <a:endParaRPr kumimoji="1" lang="en-US" altLang="ja-JP" sz="1600" b="0">
                        <a:solidFill>
                          <a:schemeClr val="tx1"/>
                        </a:solidFill>
                        <a:latin typeface="+mj-lt"/>
                      </a:endParaRPr>
                    </a:p>
                    <a:p>
                      <a:pPr algn="l"/>
                      <a:r>
                        <a:rPr kumimoji="1" lang="ja-JP" altLang="en-US" sz="1600" b="0">
                          <a:solidFill>
                            <a:schemeClr val="tx1"/>
                          </a:solidFill>
                          <a:latin typeface="+mj-lt"/>
                        </a:rPr>
                        <a:t>また、積場出線後に出荷済にするのではなく、トラックスケールで重量測定する必要があるので、その重量を出荷実績として実績をあげたい。</a:t>
                      </a:r>
                    </a:p>
                  </a:txBody>
                  <a:tcPr anchor="ctr"/>
                </a:tc>
                <a:tc>
                  <a:txBody>
                    <a:bodyPr/>
                    <a:lstStyle/>
                    <a:p>
                      <a:pPr algn="l"/>
                      <a:r>
                        <a:rPr kumimoji="1" lang="ja-JP" altLang="en-US" sz="1600" b="0" kern="1200">
                          <a:solidFill>
                            <a:schemeClr val="dk1"/>
                          </a:solidFill>
                          <a:latin typeface="+mn-lt"/>
                          <a:ea typeface="+mn-ea"/>
                          <a:cs typeface="+mn-cs"/>
                        </a:rPr>
                        <a:t>陸上システムに連携を行うに当たって新規データを</a:t>
                      </a:r>
                      <a:r>
                        <a:rPr kumimoji="1" lang="en-US" altLang="ja-JP" sz="1600" b="0" kern="1200">
                          <a:solidFill>
                            <a:schemeClr val="dk1"/>
                          </a:solidFill>
                          <a:latin typeface="+mn-lt"/>
                          <a:ea typeface="+mn-ea"/>
                          <a:cs typeface="+mn-cs"/>
                        </a:rPr>
                        <a:t>SAP</a:t>
                      </a:r>
                      <a:r>
                        <a:rPr kumimoji="1" lang="ja-JP" altLang="en-US" sz="1600" b="0" kern="1200">
                          <a:solidFill>
                            <a:schemeClr val="dk1"/>
                          </a:solidFill>
                          <a:latin typeface="+mn-lt"/>
                          <a:ea typeface="+mn-ea"/>
                          <a:cs typeface="+mn-cs"/>
                        </a:rPr>
                        <a:t>から受信しない想定。</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予約送信と実績受信について</a:t>
                      </a:r>
                      <a:r>
                        <a:rPr kumimoji="1" lang="en-US" altLang="ja-JP" sz="1600" b="0" kern="1200">
                          <a:solidFill>
                            <a:schemeClr val="dk1"/>
                          </a:solidFill>
                          <a:latin typeface="+mn-lt"/>
                          <a:ea typeface="+mn-ea"/>
                          <a:cs typeface="+mn-cs"/>
                        </a:rPr>
                        <a:t>MEK</a:t>
                      </a:r>
                      <a:r>
                        <a:rPr kumimoji="1" lang="ja-JP" altLang="en-US" sz="1600" b="0" kern="1200">
                          <a:solidFill>
                            <a:schemeClr val="dk1"/>
                          </a:solidFill>
                          <a:latin typeface="+mn-lt"/>
                          <a:ea typeface="+mn-ea"/>
                          <a:cs typeface="+mn-cs"/>
                        </a:rPr>
                        <a:t>ドラムとは別になる想定。</a:t>
                      </a:r>
                    </a:p>
                  </a:txBody>
                  <a:tcPr anchor="ctr"/>
                </a:tc>
                <a:extLst>
                  <a:ext uri="{0D108BD9-81ED-4DB2-BD59-A6C34878D82A}">
                    <a16:rowId xmlns:a16="http://schemas.microsoft.com/office/drawing/2014/main" val="959911932"/>
                  </a:ext>
                </a:extLst>
              </a:tr>
              <a:tr h="1230997">
                <a:tc>
                  <a:txBody>
                    <a:bodyPr/>
                    <a:lstStyle/>
                    <a:p>
                      <a:pPr algn="ctr"/>
                      <a:r>
                        <a:rPr kumimoji="1" lang="en-US" altLang="ja-JP" sz="2000" b="1">
                          <a:latin typeface="游ゴシック" panose="020B0400000000000000" pitchFamily="50" charset="-128"/>
                          <a:ea typeface="游ゴシック" panose="020B0400000000000000" pitchFamily="50" charset="-128"/>
                        </a:rPr>
                        <a:t>MEK</a:t>
                      </a:r>
                    </a:p>
                    <a:p>
                      <a:pPr algn="ctr"/>
                      <a:r>
                        <a:rPr kumimoji="1" lang="ja-JP" altLang="en-US" sz="2000" b="1">
                          <a:latin typeface="游ゴシック" panose="020B0400000000000000" pitchFamily="50" charset="-128"/>
                          <a:ea typeface="游ゴシック" panose="020B0400000000000000" pitchFamily="50" charset="-128"/>
                        </a:rPr>
                        <a:t>ドラム出荷</a:t>
                      </a:r>
                    </a:p>
                  </a:txBody>
                  <a:tcPr anchor="ctr"/>
                </a:tc>
                <a:tc>
                  <a:txBody>
                    <a:bodyPr/>
                    <a:lstStyle/>
                    <a:p>
                      <a:pPr algn="l"/>
                      <a:r>
                        <a:rPr kumimoji="1" lang="ja-JP" altLang="en-US" sz="1600" b="0" kern="1200">
                          <a:solidFill>
                            <a:schemeClr val="dk1"/>
                          </a:solidFill>
                          <a:latin typeface="+mn-lt"/>
                          <a:ea typeface="+mn-ea"/>
                          <a:cs typeface="+mn-cs"/>
                        </a:rPr>
                        <a:t>予約連携</a:t>
                      </a:r>
                      <a:r>
                        <a:rPr kumimoji="1" lang="en-US" altLang="ja-JP" sz="1600" b="0" kern="1200">
                          <a:solidFill>
                            <a:schemeClr val="dk1"/>
                          </a:solidFill>
                          <a:latin typeface="+mn-lt"/>
                          <a:ea typeface="+mn-ea"/>
                          <a:cs typeface="+mn-cs"/>
                        </a:rPr>
                        <a:t>(1</a:t>
                      </a:r>
                      <a:r>
                        <a:rPr kumimoji="1" lang="ja-JP" altLang="en-US" sz="1600" b="0" kern="1200">
                          <a:solidFill>
                            <a:schemeClr val="dk1"/>
                          </a:solidFill>
                          <a:latin typeface="+mn-lt"/>
                          <a:ea typeface="+mn-ea"/>
                          <a:cs typeface="+mn-cs"/>
                        </a:rPr>
                        <a:t>回次における本数、向先、</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、帳票出力</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納品書・受領書</a:t>
                      </a:r>
                      <a:r>
                        <a:rPr kumimoji="1" lang="en-US" altLang="ja-JP" sz="1600" b="0" kern="1200">
                          <a:solidFill>
                            <a:schemeClr val="dk1"/>
                          </a:solidFill>
                          <a:latin typeface="+mn-lt"/>
                          <a:ea typeface="+mn-ea"/>
                          <a:cs typeface="+mn-cs"/>
                        </a:rPr>
                        <a:t>)</a:t>
                      </a:r>
                      <a:r>
                        <a:rPr kumimoji="1" lang="ja-JP" altLang="en-US" sz="1600" b="0" kern="1200">
                          <a:solidFill>
                            <a:schemeClr val="dk1"/>
                          </a:solidFill>
                          <a:latin typeface="+mn-lt"/>
                          <a:ea typeface="+mn-ea"/>
                          <a:cs typeface="+mn-cs"/>
                        </a:rPr>
                        <a:t>、積み込んだ実績を送信。</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ドラム出荷関係の足回り連携はないので、伝票発行のような感じにで納品書・受領書を発行し、実績を連携する。</a:t>
                      </a:r>
                      <a:endParaRPr kumimoji="1" lang="en-US" altLang="ja-JP" sz="1600" b="0" kern="1200">
                        <a:solidFill>
                          <a:schemeClr val="dk1"/>
                        </a:solidFill>
                        <a:latin typeface="+mn-lt"/>
                        <a:ea typeface="+mn-ea"/>
                        <a:cs typeface="+mn-cs"/>
                      </a:endParaRPr>
                    </a:p>
                  </a:txBody>
                  <a:tcPr anchor="ctr"/>
                </a:tc>
                <a:tc>
                  <a:txBody>
                    <a:bodyPr/>
                    <a:lstStyle/>
                    <a:p>
                      <a:pPr algn="l"/>
                      <a:r>
                        <a:rPr kumimoji="1" lang="ja-JP" altLang="en-US" sz="1600" b="0" kern="1200">
                          <a:solidFill>
                            <a:schemeClr val="dk1"/>
                          </a:solidFill>
                          <a:latin typeface="+mn-lt"/>
                          <a:ea typeface="+mn-ea"/>
                          <a:cs typeface="+mn-cs"/>
                        </a:rPr>
                        <a:t>陸上システムに連携を行うに当たって新規データを</a:t>
                      </a:r>
                      <a:r>
                        <a:rPr kumimoji="1" lang="en-US" altLang="ja-JP" sz="1600" b="0" kern="1200">
                          <a:solidFill>
                            <a:schemeClr val="dk1"/>
                          </a:solidFill>
                          <a:latin typeface="+mn-lt"/>
                          <a:ea typeface="+mn-ea"/>
                          <a:cs typeface="+mn-cs"/>
                        </a:rPr>
                        <a:t>SAP</a:t>
                      </a:r>
                      <a:r>
                        <a:rPr kumimoji="1" lang="ja-JP" altLang="en-US" sz="1600" b="0" kern="1200">
                          <a:solidFill>
                            <a:schemeClr val="dk1"/>
                          </a:solidFill>
                          <a:latin typeface="+mn-lt"/>
                          <a:ea typeface="+mn-ea"/>
                          <a:cs typeface="+mn-cs"/>
                        </a:rPr>
                        <a:t>から受信しない想定。</a:t>
                      </a:r>
                      <a:endParaRPr kumimoji="1" lang="en-US" altLang="ja-JP" sz="1600" b="0" kern="1200">
                        <a:solidFill>
                          <a:schemeClr val="dk1"/>
                        </a:solidFill>
                        <a:latin typeface="+mn-lt"/>
                        <a:ea typeface="+mn-ea"/>
                        <a:cs typeface="+mn-cs"/>
                      </a:endParaRPr>
                    </a:p>
                    <a:p>
                      <a:pPr algn="l"/>
                      <a:r>
                        <a:rPr kumimoji="1" lang="ja-JP" altLang="en-US" sz="1600" b="0" kern="1200">
                          <a:solidFill>
                            <a:schemeClr val="dk1"/>
                          </a:solidFill>
                          <a:latin typeface="+mn-lt"/>
                          <a:ea typeface="+mn-ea"/>
                          <a:cs typeface="+mn-cs"/>
                        </a:rPr>
                        <a:t>予約送信と実績受信について</a:t>
                      </a:r>
                      <a:r>
                        <a:rPr kumimoji="1" lang="en-US" altLang="ja-JP" sz="1600" b="0" kern="1200">
                          <a:solidFill>
                            <a:schemeClr val="dk1"/>
                          </a:solidFill>
                          <a:latin typeface="+mn-lt"/>
                          <a:ea typeface="+mn-ea"/>
                          <a:cs typeface="+mn-cs"/>
                        </a:rPr>
                        <a:t>MEK</a:t>
                      </a:r>
                      <a:r>
                        <a:rPr kumimoji="1" lang="ja-JP" altLang="en-US" sz="1600" b="0" kern="1200">
                          <a:solidFill>
                            <a:schemeClr val="dk1"/>
                          </a:solidFill>
                          <a:latin typeface="+mn-lt"/>
                          <a:ea typeface="+mn-ea"/>
                          <a:cs typeface="+mn-cs"/>
                        </a:rPr>
                        <a:t>ローリーとは別になる想定。</a:t>
                      </a:r>
                    </a:p>
                  </a:txBody>
                  <a:tcPr anchor="ctr"/>
                </a:tc>
                <a:extLst>
                  <a:ext uri="{0D108BD9-81ED-4DB2-BD59-A6C34878D82A}">
                    <a16:rowId xmlns:a16="http://schemas.microsoft.com/office/drawing/2014/main" val="1105486315"/>
                  </a:ext>
                </a:extLst>
              </a:tr>
              <a:tr h="1230997">
                <a:tc>
                  <a:txBody>
                    <a:bodyPr/>
                    <a:lstStyle/>
                    <a:p>
                      <a:pPr algn="ctr"/>
                      <a:r>
                        <a:rPr kumimoji="1" lang="ja-JP" altLang="en-US" sz="2000" b="1">
                          <a:latin typeface="游ゴシック" panose="020B0400000000000000" pitchFamily="50" charset="-128"/>
                          <a:ea typeface="游ゴシック" panose="020B0400000000000000" pitchFamily="50" charset="-128"/>
                        </a:rPr>
                        <a:t>試験成績書</a:t>
                      </a:r>
                    </a:p>
                  </a:txBody>
                  <a:tcPr anchor="ctr">
                    <a:solidFill>
                      <a:schemeClr val="bg1">
                        <a:lumMod val="75000"/>
                      </a:schemeClr>
                    </a:solidFill>
                  </a:tcPr>
                </a:tc>
                <a:tc>
                  <a:txBody>
                    <a:bodyPr/>
                    <a:lstStyle/>
                    <a:p>
                      <a:pPr algn="l"/>
                      <a:r>
                        <a:rPr kumimoji="1" lang="ja-JP" altLang="en-US" sz="1600" b="0" kern="1200">
                          <a:solidFill>
                            <a:schemeClr val="dk1"/>
                          </a:solidFill>
                          <a:latin typeface="+mn-lt"/>
                          <a:ea typeface="+mn-ea"/>
                          <a:cs typeface="+mn-cs"/>
                        </a:rPr>
                        <a:t>各ローリー積込毎、ドラム出荷搬出毎に試験成績書を運転手さんにお渡ししている書類になり、現在は前営業日に他の「出荷予定表」、「詰品出荷作業（指図）報告書」、「指図書・納品書・受領書 伝票」と一緒に構内便で郵送しているので、今回併せてシステム化を検討したい。</a:t>
                      </a:r>
                      <a:endParaRPr kumimoji="1" lang="en-US" altLang="ja-JP" sz="1600" b="0" kern="1200">
                        <a:solidFill>
                          <a:schemeClr val="dk1"/>
                        </a:solidFill>
                        <a:latin typeface="+mn-lt"/>
                        <a:ea typeface="+mn-ea"/>
                        <a:cs typeface="+mn-cs"/>
                      </a:endParaRPr>
                    </a:p>
                  </a:txBody>
                  <a:tcPr anchor="ctr">
                    <a:solidFill>
                      <a:schemeClr val="bg1">
                        <a:lumMod val="75000"/>
                      </a:schemeClr>
                    </a:solidFill>
                  </a:tcPr>
                </a:tc>
                <a:tc>
                  <a:txBody>
                    <a:bodyPr/>
                    <a:lstStyle/>
                    <a:p>
                      <a:pPr algn="l"/>
                      <a:r>
                        <a:rPr lang="ja-JP" sz="1600" b="0" i="0" u="none" strike="noStrike" kern="1200" noProof="0">
                          <a:solidFill>
                            <a:srgbClr val="FF0000"/>
                          </a:solidFill>
                        </a:rPr>
                        <a:t>貴社都合によりSAPからの試験成績書出力を継続すること</a:t>
                      </a:r>
                      <a:r>
                        <a:rPr kumimoji="1" lang="ja-JP" sz="1600" b="0" i="0" u="none" strike="noStrike" kern="1200" noProof="0">
                          <a:solidFill>
                            <a:srgbClr val="FF0000"/>
                          </a:solidFill>
                        </a:rPr>
                        <a:t>となった</a:t>
                      </a:r>
                      <a:r>
                        <a:rPr lang="ja-JP" sz="1600" b="0" i="0" u="none" strike="noStrike" kern="1200" noProof="0">
                          <a:solidFill>
                            <a:srgbClr val="FF0000"/>
                          </a:solidFill>
                        </a:rPr>
                        <a:t>ため</a:t>
                      </a:r>
                      <a:r>
                        <a:rPr kumimoji="1" lang="ja-JP" sz="1600" b="0" i="0" u="none" strike="noStrike" kern="1200" noProof="0">
                          <a:solidFill>
                            <a:srgbClr val="FF0000"/>
                          </a:solidFill>
                        </a:rPr>
                        <a:t>、見積対象外とする。</a:t>
                      </a:r>
                      <a:endParaRPr kumimoji="1" lang="en-US" sz="1600" b="0" i="0" u="none" strike="noStrike" kern="1200" noProof="0">
                        <a:solidFill>
                          <a:srgbClr val="FF0000"/>
                        </a:solidFill>
                      </a:endParaRPr>
                    </a:p>
                  </a:txBody>
                  <a:tcPr anchor="ctr">
                    <a:solidFill>
                      <a:schemeClr val="bg1">
                        <a:lumMod val="75000"/>
                      </a:schemeClr>
                    </a:solidFill>
                  </a:tcPr>
                </a:tc>
                <a:extLst>
                  <a:ext uri="{0D108BD9-81ED-4DB2-BD59-A6C34878D82A}">
                    <a16:rowId xmlns:a16="http://schemas.microsoft.com/office/drawing/2014/main" val="3487687141"/>
                  </a:ext>
                </a:extLst>
              </a:tr>
            </a:tbl>
          </a:graphicData>
        </a:graphic>
      </p:graphicFrame>
    </p:spTree>
    <p:extLst>
      <p:ext uri="{BB962C8B-B14F-4D97-AF65-F5344CB8AC3E}">
        <p14:creationId xmlns:p14="http://schemas.microsoft.com/office/powerpoint/2010/main" val="3660799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7D6A186-9556-4341-96B1-91CEC5E6864B}"/>
              </a:ext>
            </a:extLst>
          </p:cNvPr>
          <p:cNvSpPr>
            <a:spLocks noGrp="1"/>
          </p:cNvSpPr>
          <p:nvPr>
            <p:ph type="title"/>
          </p:nvPr>
        </p:nvSpPr>
        <p:spPr/>
        <p:txBody>
          <a:bodyPr/>
          <a:lstStyle/>
          <a:p>
            <a:r>
              <a:rPr lang="ja-JP" altLang="en-US">
                <a:latin typeface="游明朝" panose="02020400000000000000" pitchFamily="18" charset="-128"/>
                <a:ea typeface="游明朝" panose="02020400000000000000" pitchFamily="18" charset="-128"/>
              </a:rPr>
              <a:t>２</a:t>
            </a:r>
            <a:r>
              <a:rPr lang="en-US" altLang="ja-JP">
                <a:latin typeface="游明朝" panose="02020400000000000000" pitchFamily="18" charset="-128"/>
                <a:ea typeface="游明朝" panose="02020400000000000000" pitchFamily="18" charset="-128"/>
              </a:rPr>
              <a:t>. </a:t>
            </a:r>
            <a:r>
              <a:rPr lang="ja-JP" altLang="en-US">
                <a:latin typeface="游明朝" panose="02020400000000000000" pitchFamily="18" charset="-128"/>
                <a:ea typeface="游明朝" panose="02020400000000000000" pitchFamily="18" charset="-128"/>
              </a:rPr>
              <a:t>お見積り範囲</a:t>
            </a:r>
            <a:endParaRPr kumimoji="1" lang="ja-JP" altLang="en-US">
              <a:latin typeface="游明朝" panose="02020400000000000000" pitchFamily="18" charset="-128"/>
              <a:ea typeface="游明朝" panose="02020400000000000000" pitchFamily="18" charset="-128"/>
            </a:endParaRPr>
          </a:p>
        </p:txBody>
      </p:sp>
      <p:sp>
        <p:nvSpPr>
          <p:cNvPr id="8" name="日付プレースホルダー 7">
            <a:extLst>
              <a:ext uri="{FF2B5EF4-FFF2-40B4-BE49-F238E27FC236}">
                <a16:creationId xmlns:a16="http://schemas.microsoft.com/office/drawing/2014/main" id="{7778ED98-209C-C664-71D3-889296649F7F}"/>
              </a:ext>
            </a:extLst>
          </p:cNvPr>
          <p:cNvSpPr>
            <a:spLocks noGrp="1"/>
          </p:cNvSpPr>
          <p:nvPr>
            <p:ph type="dt" sz="half" idx="10"/>
          </p:nvPr>
        </p:nvSpPr>
        <p:spPr/>
        <p:txBody>
          <a:bodyPr/>
          <a:lstStyle/>
          <a:p>
            <a:r>
              <a:rPr lang="en-US" altLang="ja-JP"/>
              <a:t>2025/4/4</a:t>
            </a:r>
            <a:endParaRPr lang="en-US"/>
          </a:p>
        </p:txBody>
      </p:sp>
      <p:graphicFrame>
        <p:nvGraphicFramePr>
          <p:cNvPr id="6" name="表 18">
            <a:extLst>
              <a:ext uri="{FF2B5EF4-FFF2-40B4-BE49-F238E27FC236}">
                <a16:creationId xmlns:a16="http://schemas.microsoft.com/office/drawing/2014/main" id="{25E6D85D-7AE4-EF50-E530-FBD7BDF82E77}"/>
              </a:ext>
            </a:extLst>
          </p:cNvPr>
          <p:cNvGraphicFramePr>
            <a:graphicFrameLocks noGrp="1"/>
          </p:cNvGraphicFramePr>
          <p:nvPr>
            <p:extLst>
              <p:ext uri="{D42A27DB-BD31-4B8C-83A1-F6EECF244321}">
                <p14:modId xmlns:p14="http://schemas.microsoft.com/office/powerpoint/2010/main" val="1721520737"/>
              </p:ext>
            </p:extLst>
          </p:nvPr>
        </p:nvGraphicFramePr>
        <p:xfrm>
          <a:off x="720000" y="988181"/>
          <a:ext cx="10832464" cy="3512597"/>
        </p:xfrm>
        <a:graphic>
          <a:graphicData uri="http://schemas.openxmlformats.org/drawingml/2006/table">
            <a:tbl>
              <a:tblPr firstRow="1" bandRow="1">
                <a:tableStyleId>{5C22544A-7EE6-4342-B048-85BDC9FD1C3A}</a:tableStyleId>
              </a:tblPr>
              <a:tblGrid>
                <a:gridCol w="1931239">
                  <a:extLst>
                    <a:ext uri="{9D8B030D-6E8A-4147-A177-3AD203B41FA5}">
                      <a16:colId xmlns:a16="http://schemas.microsoft.com/office/drawing/2014/main" val="1893805147"/>
                    </a:ext>
                  </a:extLst>
                </a:gridCol>
                <a:gridCol w="6109365">
                  <a:extLst>
                    <a:ext uri="{9D8B030D-6E8A-4147-A177-3AD203B41FA5}">
                      <a16:colId xmlns:a16="http://schemas.microsoft.com/office/drawing/2014/main" val="2599217872"/>
                    </a:ext>
                  </a:extLst>
                </a:gridCol>
                <a:gridCol w="2791860">
                  <a:extLst>
                    <a:ext uri="{9D8B030D-6E8A-4147-A177-3AD203B41FA5}">
                      <a16:colId xmlns:a16="http://schemas.microsoft.com/office/drawing/2014/main" val="1298738142"/>
                    </a:ext>
                  </a:extLst>
                </a:gridCol>
              </a:tblGrid>
              <a:tr h="543262">
                <a:tc>
                  <a:txBody>
                    <a:bodyPr/>
                    <a:lstStyle/>
                    <a:p>
                      <a:pPr algn="ctr"/>
                      <a:r>
                        <a:rPr kumimoji="1" lang="ja-JP" altLang="en-US" b="1">
                          <a:latin typeface="+mj-lt"/>
                        </a:rPr>
                        <a:t>業務名</a:t>
                      </a:r>
                    </a:p>
                  </a:txBody>
                  <a:tcPr anchor="ctr"/>
                </a:tc>
                <a:tc>
                  <a:txBody>
                    <a:bodyPr/>
                    <a:lstStyle/>
                    <a:p>
                      <a:pPr algn="ctr"/>
                      <a:r>
                        <a:rPr kumimoji="1" lang="ja-JP" altLang="en-US" b="1">
                          <a:latin typeface="+mj-lt"/>
                        </a:rPr>
                        <a:t>内容</a:t>
                      </a:r>
                    </a:p>
                  </a:txBody>
                  <a:tcPr anchor="ctr"/>
                </a:tc>
                <a:tc>
                  <a:txBody>
                    <a:bodyPr/>
                    <a:lstStyle/>
                    <a:p>
                      <a:pPr algn="ctr"/>
                      <a:r>
                        <a:rPr kumimoji="1" lang="ja-JP" altLang="en-US" sz="1800" b="1" kern="1200">
                          <a:solidFill>
                            <a:schemeClr val="lt1"/>
                          </a:solidFill>
                          <a:latin typeface="+mn-lt"/>
                          <a:ea typeface="+mn-ea"/>
                          <a:cs typeface="+mn-cs"/>
                        </a:rPr>
                        <a:t>見積前提事項等</a:t>
                      </a:r>
                    </a:p>
                  </a:txBody>
                  <a:tcPr anchor="ctr"/>
                </a:tc>
                <a:extLst>
                  <a:ext uri="{0D108BD9-81ED-4DB2-BD59-A6C34878D82A}">
                    <a16:rowId xmlns:a16="http://schemas.microsoft.com/office/drawing/2014/main" val="2182027198"/>
                  </a:ext>
                </a:extLst>
              </a:tr>
              <a:tr h="1414855">
                <a:tc>
                  <a:txBody>
                    <a:bodyPr/>
                    <a:lstStyle/>
                    <a:p>
                      <a:pPr algn="ctr"/>
                      <a:r>
                        <a:rPr kumimoji="1" lang="en-US" altLang="ja-JP" sz="2000" b="1">
                          <a:latin typeface="游ゴシック" panose="020B0400000000000000" pitchFamily="50" charset="-128"/>
                          <a:ea typeface="+mn-ea"/>
                        </a:rPr>
                        <a:t>L</a:t>
                      </a:r>
                      <a:r>
                        <a:rPr kumimoji="1" lang="ja-JP" altLang="en-US" sz="2000" b="1">
                          <a:latin typeface="游ゴシック" panose="020B0400000000000000" pitchFamily="50" charset="-128"/>
                          <a:ea typeface="+mn-ea"/>
                        </a:rPr>
                        <a:t>オーダーへ密度を反映</a:t>
                      </a:r>
                      <a:endParaRPr kumimoji="1" lang="ja-JP" altLang="en-US" sz="2000" b="1">
                        <a:latin typeface="游ゴシック" panose="020B0400000000000000" pitchFamily="50" charset="-128"/>
                        <a:ea typeface="游ゴシック" panose="020B0400000000000000" pitchFamily="50" charset="-128"/>
                      </a:endParaRPr>
                    </a:p>
                  </a:txBody>
                  <a:tcPr anchor="ctr">
                    <a:solidFill>
                      <a:schemeClr val="bg1">
                        <a:lumMod val="75000"/>
                      </a:schemeClr>
                    </a:solidFill>
                  </a:tcPr>
                </a:tc>
                <a:tc>
                  <a:txBody>
                    <a:bodyPr/>
                    <a:lstStyle/>
                    <a:p>
                      <a:r>
                        <a:rPr kumimoji="1" lang="ja-JP" altLang="en-US" sz="1600">
                          <a:solidFill>
                            <a:schemeClr val="tx1"/>
                          </a:solidFill>
                        </a:rPr>
                        <a:t>試験結果がヤード操業システムへ連携されるのであれば、試験結果の密度を</a:t>
                      </a:r>
                      <a:r>
                        <a:rPr kumimoji="1" lang="en-US" altLang="ja-JP" sz="1600">
                          <a:solidFill>
                            <a:schemeClr val="tx1"/>
                          </a:solidFill>
                        </a:rPr>
                        <a:t>L</a:t>
                      </a:r>
                      <a:r>
                        <a:rPr kumimoji="1" lang="ja-JP" altLang="en-US" sz="1600">
                          <a:solidFill>
                            <a:schemeClr val="tx1"/>
                          </a:solidFill>
                        </a:rPr>
                        <a:t>オーダーの密度に反映して欲しい</a:t>
                      </a:r>
                      <a:endParaRPr kumimoji="1" lang="en-US" altLang="ja-JP" sz="1600">
                        <a:solidFill>
                          <a:schemeClr val="tx1"/>
                        </a:solidFill>
                      </a:endParaRPr>
                    </a:p>
                  </a:txBody>
                  <a:tcPr anchor="ctr">
                    <a:solidFill>
                      <a:schemeClr val="bg1">
                        <a:lumMod val="75000"/>
                      </a:schemeClr>
                    </a:solidFill>
                  </a:tcPr>
                </a:tc>
                <a:tc>
                  <a:txBody>
                    <a:bodyPr/>
                    <a:lstStyle/>
                    <a:p>
                      <a:pPr algn="l"/>
                      <a:r>
                        <a:rPr lang="ja-JP" altLang="en-US" sz="1600" b="0" kern="1200">
                          <a:solidFill>
                            <a:srgbClr val="FF0000"/>
                          </a:solidFill>
                          <a:latin typeface="+mn-lt"/>
                          <a:ea typeface="+mn-ea"/>
                          <a:cs typeface="+mn-cs"/>
                        </a:rPr>
                        <a:t>SAPからの試験成績書データ受信がなくなり実現不可のため、見積対象外とする。</a:t>
                      </a:r>
                      <a:endParaRPr kumimoji="1" lang="ja-JP" altLang="en-US" sz="1600" b="0" kern="1200">
                        <a:solidFill>
                          <a:srgbClr val="FF0000"/>
                        </a:solidFill>
                        <a:latin typeface="+mn-lt"/>
                        <a:ea typeface="+mn-ea"/>
                        <a:cs typeface="+mn-cs"/>
                      </a:endParaRPr>
                    </a:p>
                  </a:txBody>
                  <a:tcPr anchor="ctr">
                    <a:solidFill>
                      <a:schemeClr val="bg1">
                        <a:lumMod val="75000"/>
                      </a:schemeClr>
                    </a:solidFill>
                  </a:tcPr>
                </a:tc>
                <a:extLst>
                  <a:ext uri="{0D108BD9-81ED-4DB2-BD59-A6C34878D82A}">
                    <a16:rowId xmlns:a16="http://schemas.microsoft.com/office/drawing/2014/main" val="959911932"/>
                  </a:ext>
                </a:extLst>
              </a:tr>
              <a:tr h="1230997">
                <a:tc>
                  <a:txBody>
                    <a:bodyPr/>
                    <a:lstStyle/>
                    <a:p>
                      <a:pPr algn="ctr"/>
                      <a:r>
                        <a:rPr kumimoji="1" lang="ja-JP" altLang="en-US" sz="2000" b="1">
                          <a:latin typeface="游ゴシック" panose="020B0400000000000000" pitchFamily="50" charset="-128"/>
                          <a:ea typeface="+mn-ea"/>
                        </a:rPr>
                        <a:t>潤滑油品ロット</a:t>
                      </a:r>
                      <a:r>
                        <a:rPr kumimoji="1" lang="en-US" altLang="ja-JP" sz="2000" b="1">
                          <a:latin typeface="游ゴシック" panose="020B0400000000000000" pitchFamily="50" charset="-128"/>
                          <a:ea typeface="+mn-ea"/>
                        </a:rPr>
                        <a:t>No</a:t>
                      </a:r>
                      <a:r>
                        <a:rPr kumimoji="1" lang="ja-JP" altLang="en-US" sz="2000" b="1">
                          <a:latin typeface="游ゴシック" panose="020B0400000000000000" pitchFamily="50" charset="-128"/>
                          <a:ea typeface="+mn-ea"/>
                        </a:rPr>
                        <a:t>紐づけ</a:t>
                      </a:r>
                      <a:endParaRPr kumimoji="1" lang="ja-JP" altLang="en-US" sz="2000" b="1">
                        <a:latin typeface="游ゴシック" panose="020B0400000000000000" pitchFamily="50" charset="-128"/>
                        <a:ea typeface="游ゴシック" panose="020B0400000000000000" pitchFamily="50" charset="-128"/>
                      </a:endParaRPr>
                    </a:p>
                  </a:txBody>
                  <a:tcPr anchor="ctr">
                    <a:solidFill>
                      <a:schemeClr val="bg1">
                        <a:lumMod val="75000"/>
                      </a:schemeClr>
                    </a:solidFill>
                  </a:tcPr>
                </a:tc>
                <a:tc>
                  <a:txBody>
                    <a:bodyPr/>
                    <a:lstStyle/>
                    <a:p>
                      <a:pPr algn="l"/>
                      <a:r>
                        <a:rPr kumimoji="1" lang="ja-JP" altLang="en-US" sz="1600" b="0" kern="1200">
                          <a:solidFill>
                            <a:schemeClr val="dk1"/>
                          </a:solidFill>
                          <a:latin typeface="+mn-lt"/>
                          <a:ea typeface="+mn-ea"/>
                          <a:cs typeface="+mn-cs"/>
                        </a:rPr>
                        <a:t>潤滑油品はロット</a:t>
                      </a:r>
                      <a:r>
                        <a:rPr kumimoji="1" lang="en-US" altLang="ja-JP" sz="1600" b="0" kern="1200">
                          <a:solidFill>
                            <a:schemeClr val="dk1"/>
                          </a:solidFill>
                          <a:latin typeface="+mn-lt"/>
                          <a:ea typeface="+mn-ea"/>
                          <a:cs typeface="+mn-cs"/>
                        </a:rPr>
                        <a:t>No</a:t>
                      </a:r>
                      <a:r>
                        <a:rPr kumimoji="1" lang="ja-JP" altLang="en-US" sz="1600" b="0" kern="1200">
                          <a:solidFill>
                            <a:schemeClr val="dk1"/>
                          </a:solidFill>
                          <a:latin typeface="+mn-lt"/>
                          <a:ea typeface="+mn-ea"/>
                          <a:cs typeface="+mn-cs"/>
                        </a:rPr>
                        <a:t>手入力となっているが、化学品と同様にタンク選択で紐づいたロット</a:t>
                      </a:r>
                      <a:r>
                        <a:rPr kumimoji="1" lang="en-US" altLang="ja-JP" sz="1600" b="0" kern="1200">
                          <a:solidFill>
                            <a:schemeClr val="dk1"/>
                          </a:solidFill>
                          <a:latin typeface="+mn-lt"/>
                          <a:ea typeface="+mn-ea"/>
                          <a:cs typeface="+mn-cs"/>
                        </a:rPr>
                        <a:t>No</a:t>
                      </a:r>
                      <a:r>
                        <a:rPr kumimoji="1" lang="ja-JP" altLang="en-US" sz="1600" b="0" kern="1200">
                          <a:solidFill>
                            <a:schemeClr val="dk1"/>
                          </a:solidFill>
                          <a:latin typeface="+mn-lt"/>
                          <a:ea typeface="+mn-ea"/>
                          <a:cs typeface="+mn-cs"/>
                        </a:rPr>
                        <a:t>をセットして欲しい</a:t>
                      </a:r>
                    </a:p>
                  </a:txBody>
                  <a:tcPr anchor="ctr">
                    <a:solidFill>
                      <a:schemeClr val="bg1">
                        <a:lumMod val="75000"/>
                      </a:schemeClr>
                    </a:solidFill>
                  </a:tcPr>
                </a:tc>
                <a:tc>
                  <a:txBody>
                    <a:bodyPr/>
                    <a:lstStyle/>
                    <a:p>
                      <a:pPr algn="l"/>
                      <a:r>
                        <a:rPr kumimoji="1" lang="ja-JP" altLang="en-US" sz="1600" b="0" kern="1200">
                          <a:solidFill>
                            <a:srgbClr val="FF0000"/>
                          </a:solidFill>
                          <a:latin typeface="+mn-lt"/>
                          <a:ea typeface="+mn-ea"/>
                          <a:cs typeface="+mn-cs"/>
                        </a:rPr>
                        <a:t>潤滑油品がどれにあたるか、ロット</a:t>
                      </a:r>
                      <a:r>
                        <a:rPr kumimoji="1" lang="en-US" altLang="ja-JP" sz="1600" b="0" kern="1200">
                          <a:solidFill>
                            <a:srgbClr val="FF0000"/>
                          </a:solidFill>
                          <a:latin typeface="+mn-lt"/>
                          <a:ea typeface="+mn-ea"/>
                          <a:cs typeface="+mn-cs"/>
                        </a:rPr>
                        <a:t>No</a:t>
                      </a:r>
                      <a:r>
                        <a:rPr kumimoji="1" lang="ja-JP" altLang="en-US" sz="1600" b="0" kern="1200">
                          <a:solidFill>
                            <a:srgbClr val="FF0000"/>
                          </a:solidFill>
                          <a:latin typeface="+mn-lt"/>
                          <a:ea typeface="+mn-ea"/>
                          <a:cs typeface="+mn-cs"/>
                        </a:rPr>
                        <a:t>とタンクの紐づけとなる元データがどこに存在しているか等不明な点が大きい為、本見積からは外しています。</a:t>
                      </a:r>
                      <a:endParaRPr kumimoji="1" lang="en-US" altLang="ja-JP" sz="1600" b="0" kern="1200">
                        <a:solidFill>
                          <a:srgbClr val="FF0000"/>
                        </a:solidFill>
                        <a:latin typeface="+mn-lt"/>
                        <a:ea typeface="+mn-ea"/>
                        <a:cs typeface="+mn-cs"/>
                      </a:endParaRPr>
                    </a:p>
                  </a:txBody>
                  <a:tcPr anchor="ctr">
                    <a:solidFill>
                      <a:schemeClr val="bg1">
                        <a:lumMod val="75000"/>
                      </a:schemeClr>
                    </a:solidFill>
                  </a:tcPr>
                </a:tc>
                <a:extLst>
                  <a:ext uri="{0D108BD9-81ED-4DB2-BD59-A6C34878D82A}">
                    <a16:rowId xmlns:a16="http://schemas.microsoft.com/office/drawing/2014/main" val="1105486315"/>
                  </a:ext>
                </a:extLst>
              </a:tr>
            </a:tbl>
          </a:graphicData>
        </a:graphic>
      </p:graphicFrame>
    </p:spTree>
    <p:extLst>
      <p:ext uri="{BB962C8B-B14F-4D97-AF65-F5344CB8AC3E}">
        <p14:creationId xmlns:p14="http://schemas.microsoft.com/office/powerpoint/2010/main" val="11669538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a:latin typeface="游明朝"/>
                <a:ea typeface="游ゴシック"/>
              </a:rPr>
              <a:t>３. </a:t>
            </a:r>
            <a:r>
              <a:rPr lang="ja-JP" altLang="en-US">
                <a:latin typeface="游明朝"/>
                <a:ea typeface="游明朝"/>
              </a:rPr>
              <a:t>システム構成（</a:t>
            </a:r>
            <a:r>
              <a:rPr lang="en-US" altLang="ja-JP">
                <a:latin typeface="游明朝"/>
                <a:ea typeface="游ゴシック"/>
              </a:rPr>
              <a:t>AsIs</a:t>
            </a:r>
            <a:r>
              <a:rPr lang="ja-JP" altLang="en-US">
                <a:latin typeface="游明朝"/>
                <a:ea typeface="游明朝"/>
              </a:rPr>
              <a:t>）</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2025/4/4</a:t>
            </a:r>
            <a:endParaRPr lang="en-US"/>
          </a:p>
        </p:txBody>
      </p:sp>
      <p:cxnSp>
        <p:nvCxnSpPr>
          <p:cNvPr id="175" name="直線コネクタ 174">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6" name="直線コネクタ 175">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77" name="図 17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78" name="テキスト ボックス 177"/>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179" name="テキスト ボックス 178"/>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80" name="図 179">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81" name="直線矢印コネクタ 180">
            <a:extLst>
              <a:ext uri="{FF2B5EF4-FFF2-40B4-BE49-F238E27FC236}">
                <a16:creationId xmlns:a16="http://schemas.microsoft.com/office/drawing/2014/main" id="{1576BBEA-4A79-8CC0-6210-DA4B18715EC7}"/>
              </a:ext>
            </a:extLst>
          </p:cNvPr>
          <p:cNvCxnSpPr>
            <a:cxnSpLocks/>
            <a:stCxn id="180" idx="3"/>
            <a:endCxn id="177"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2" name="テキスト ボックス 181">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83" name="テキスト ボックス 182">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84" name="図 183">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85" name="テキスト ボックス 184">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86" name="図 185">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87" name="テキスト ボックス 186">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88" name="カギ線コネクタ 63">
            <a:extLst>
              <a:ext uri="{FF2B5EF4-FFF2-40B4-BE49-F238E27FC236}">
                <a16:creationId xmlns:a16="http://schemas.microsoft.com/office/drawing/2014/main" id="{ACD1FA9C-63FB-8E6A-A91E-B7B6E5E8AA3D}"/>
              </a:ext>
            </a:extLst>
          </p:cNvPr>
          <p:cNvCxnSpPr>
            <a:cxnSpLocks/>
            <a:stCxn id="180" idx="0"/>
            <a:endCxn id="186"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9" name="直線矢印コネクタ 188">
            <a:extLst>
              <a:ext uri="{FF2B5EF4-FFF2-40B4-BE49-F238E27FC236}">
                <a16:creationId xmlns:a16="http://schemas.microsoft.com/office/drawing/2014/main" id="{8B387FDB-441A-0658-5C19-A3D844D6BD31}"/>
              </a:ext>
            </a:extLst>
          </p:cNvPr>
          <p:cNvCxnSpPr>
            <a:cxnSpLocks/>
          </p:cNvCxnSpPr>
          <p:nvPr/>
        </p:nvCxnSpPr>
        <p:spPr>
          <a:xfrm>
            <a:off x="4630345" y="3302634"/>
            <a:ext cx="2116180" cy="0"/>
          </a:xfrm>
          <a:prstGeom prst="straightConnector1">
            <a:avLst/>
          </a:prstGeom>
          <a:ln>
            <a:solidFill>
              <a:schemeClr val="accent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0" name="直線矢印コネクタ 189">
            <a:extLst>
              <a:ext uri="{FF2B5EF4-FFF2-40B4-BE49-F238E27FC236}">
                <a16:creationId xmlns:a16="http://schemas.microsoft.com/office/drawing/2014/main" id="{4C397DBB-F55A-0439-B0AB-9C42DDC6ADAB}"/>
              </a:ext>
            </a:extLst>
          </p:cNvPr>
          <p:cNvCxnSpPr>
            <a:cxnSpLocks/>
            <a:stCxn id="184" idx="3"/>
            <a:endCxn id="180"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1" name="テキスト ボックス 190">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92" name="直線矢印コネクタ 191">
            <a:extLst>
              <a:ext uri="{FF2B5EF4-FFF2-40B4-BE49-F238E27FC236}">
                <a16:creationId xmlns:a16="http://schemas.microsoft.com/office/drawing/2014/main" id="{6001787D-F734-861A-3DF7-988517640F48}"/>
              </a:ext>
            </a:extLst>
          </p:cNvPr>
          <p:cNvCxnSpPr>
            <a:cxnSpLocks/>
            <a:stCxn id="200" idx="3"/>
            <a:endCxn id="201"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3" name="テキスト ボックス 192">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94" name="テキスト ボックス 193">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5" name="テキスト ボックス 194">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6" name="テキスト ボックス 195">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97" name="テキスト ボックス 196">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98" name="テキスト ボックス 197">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99" name="直線矢印コネクタ 198">
            <a:extLst>
              <a:ext uri="{FF2B5EF4-FFF2-40B4-BE49-F238E27FC236}">
                <a16:creationId xmlns:a16="http://schemas.microsoft.com/office/drawing/2014/main" id="{1576BBEA-4A79-8CC0-6210-DA4B18715EC7}"/>
              </a:ext>
            </a:extLst>
          </p:cNvPr>
          <p:cNvCxnSpPr>
            <a:cxnSpLocks/>
            <a:stCxn id="177" idx="3"/>
            <a:endCxn id="200"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200" name="図 19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201" name="図 20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202" name="テキスト ボックス 201">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203" name="直線コネクタ 202">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204" name="テキスト ボックス 20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spTree>
    <p:extLst>
      <p:ext uri="{BB962C8B-B14F-4D97-AF65-F5344CB8AC3E}">
        <p14:creationId xmlns:p14="http://schemas.microsoft.com/office/powerpoint/2010/main" val="1914752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a:ea typeface="游明朝"/>
              </a:rPr>
              <a:t>３</a:t>
            </a:r>
            <a:r>
              <a:rPr lang="en-US" altLang="ja-JP">
                <a:latin typeface="游明朝"/>
                <a:ea typeface="游ゴシック"/>
              </a:rPr>
              <a:t>. </a:t>
            </a:r>
            <a:r>
              <a:rPr lang="ja-JP" altLang="en-US">
                <a:latin typeface="游明朝"/>
                <a:ea typeface="游明朝"/>
              </a:rPr>
              <a:t>システム構成（</a:t>
            </a:r>
            <a:r>
              <a:rPr lang="en-US" altLang="ja-JP">
                <a:latin typeface="游明朝"/>
                <a:ea typeface="游ゴシック"/>
              </a:rPr>
              <a:t>ToBe</a:t>
            </a:r>
            <a:r>
              <a:rPr lang="ja-JP" altLang="en-US">
                <a:latin typeface="游明朝"/>
                <a:ea typeface="游明朝"/>
              </a:rPr>
              <a:t>）</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2025/4/4</a:t>
            </a:r>
            <a:endParaRPr lang="en-US"/>
          </a:p>
        </p:txBody>
      </p:sp>
      <p:cxnSp>
        <p:nvCxnSpPr>
          <p:cNvPr id="113" name="直線コネクタ 112">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5" name="図 1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17" name="テキスト ボックス 116"/>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123" name="テキスト ボックス 122"/>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27" name="図 126">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28" name="直線矢印コネクタ 127">
            <a:extLst>
              <a:ext uri="{FF2B5EF4-FFF2-40B4-BE49-F238E27FC236}">
                <a16:creationId xmlns:a16="http://schemas.microsoft.com/office/drawing/2014/main" id="{1576BBEA-4A79-8CC0-6210-DA4B18715EC7}"/>
              </a:ext>
            </a:extLst>
          </p:cNvPr>
          <p:cNvCxnSpPr>
            <a:cxnSpLocks/>
            <a:stCxn id="127" idx="3"/>
            <a:endCxn id="115"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テキスト ボックス 128">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30" name="テキスト ボックス 129">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31" name="図 130">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32" name="テキスト ボックス 131">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33" name="図 132">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34" name="テキスト ボックス 133">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35" name="カギ線コネクタ 63">
            <a:extLst>
              <a:ext uri="{FF2B5EF4-FFF2-40B4-BE49-F238E27FC236}">
                <a16:creationId xmlns:a16="http://schemas.microsoft.com/office/drawing/2014/main" id="{ACD1FA9C-63FB-8E6A-A91E-B7B6E5E8AA3D}"/>
              </a:ext>
            </a:extLst>
          </p:cNvPr>
          <p:cNvCxnSpPr>
            <a:cxnSpLocks/>
            <a:stCxn id="127" idx="0"/>
            <a:endCxn id="133"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6" name="直線矢印コネクタ 135">
            <a:extLst>
              <a:ext uri="{FF2B5EF4-FFF2-40B4-BE49-F238E27FC236}">
                <a16:creationId xmlns:a16="http://schemas.microsoft.com/office/drawing/2014/main" id="{8B387FDB-441A-0658-5C19-A3D844D6BD31}"/>
              </a:ext>
            </a:extLst>
          </p:cNvPr>
          <p:cNvCxnSpPr>
            <a:cxnSpLocks/>
          </p:cNvCxnSpPr>
          <p:nvPr/>
        </p:nvCxnSpPr>
        <p:spPr>
          <a:xfrm>
            <a:off x="4630345" y="3302634"/>
            <a:ext cx="2116180" cy="0"/>
          </a:xfrm>
          <a:prstGeom prst="straightConnector1">
            <a:avLst/>
          </a:prstGeom>
          <a:ln>
            <a:solidFill>
              <a:schemeClr val="accent6"/>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直線矢印コネクタ 136">
            <a:extLst>
              <a:ext uri="{FF2B5EF4-FFF2-40B4-BE49-F238E27FC236}">
                <a16:creationId xmlns:a16="http://schemas.microsoft.com/office/drawing/2014/main" id="{4C397DBB-F55A-0439-B0AB-9C42DDC6ADAB}"/>
              </a:ext>
            </a:extLst>
          </p:cNvPr>
          <p:cNvCxnSpPr>
            <a:cxnSpLocks/>
            <a:stCxn id="131" idx="3"/>
            <a:endCxn id="127"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8" name="テキスト ボックス 137">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43" name="直線矢印コネクタ 142">
            <a:extLst>
              <a:ext uri="{FF2B5EF4-FFF2-40B4-BE49-F238E27FC236}">
                <a16:creationId xmlns:a16="http://schemas.microsoft.com/office/drawing/2014/main" id="{6001787D-F734-861A-3DF7-988517640F48}"/>
              </a:ext>
            </a:extLst>
          </p:cNvPr>
          <p:cNvCxnSpPr>
            <a:cxnSpLocks/>
            <a:stCxn id="159" idx="3"/>
            <a:endCxn id="160"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4" name="テキスト ボックス 143">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45" name="テキスト ボックス 144">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6" name="テキスト ボックス 145">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7" name="テキスト ボックス 146">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51" name="テキスト ボックス 150">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53" name="テキスト ボックス 152">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56" name="直線矢印コネクタ 155">
            <a:extLst>
              <a:ext uri="{FF2B5EF4-FFF2-40B4-BE49-F238E27FC236}">
                <a16:creationId xmlns:a16="http://schemas.microsoft.com/office/drawing/2014/main" id="{1576BBEA-4A79-8CC0-6210-DA4B18715EC7}"/>
              </a:ext>
            </a:extLst>
          </p:cNvPr>
          <p:cNvCxnSpPr>
            <a:cxnSpLocks/>
            <a:stCxn id="115" idx="3"/>
            <a:endCxn id="159"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59" name="図 1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160" name="図 15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170" name="テキスト ボックス 169">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171" name="直線コネクタ 170">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74" name="テキスト ボックス 17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pic>
        <p:nvPicPr>
          <p:cNvPr id="34" name="図 33">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4747812"/>
            <a:ext cx="740571" cy="740571"/>
          </a:xfrm>
          <a:prstGeom prst="rect">
            <a:avLst/>
          </a:prstGeom>
        </p:spPr>
      </p:pic>
      <p:sp>
        <p:nvSpPr>
          <p:cNvPr id="35" name="テキスト ボックス 34">
            <a:extLst>
              <a:ext uri="{FF2B5EF4-FFF2-40B4-BE49-F238E27FC236}">
                <a16:creationId xmlns:a16="http://schemas.microsoft.com/office/drawing/2014/main" id="{8F5CF5B1-03B1-3A28-29A7-C737F6130890}"/>
              </a:ext>
            </a:extLst>
          </p:cNvPr>
          <p:cNvSpPr txBox="1"/>
          <p:nvPr/>
        </p:nvSpPr>
        <p:spPr>
          <a:xfrm>
            <a:off x="1743216" y="5565077"/>
            <a:ext cx="126188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陸上システム</a:t>
            </a:r>
          </a:p>
        </p:txBody>
      </p:sp>
      <p:cxnSp>
        <p:nvCxnSpPr>
          <p:cNvPr id="36" name="カギ線コネクタ 63">
            <a:extLst>
              <a:ext uri="{FF2B5EF4-FFF2-40B4-BE49-F238E27FC236}">
                <a16:creationId xmlns:a16="http://schemas.microsoft.com/office/drawing/2014/main" id="{ACD1FA9C-63FB-8E6A-A91E-B7B6E5E8AA3D}"/>
              </a:ext>
            </a:extLst>
          </p:cNvPr>
          <p:cNvCxnSpPr>
            <a:cxnSpLocks/>
            <a:stCxn id="127" idx="2"/>
            <a:endCxn id="34" idx="3"/>
          </p:cNvCxnSpPr>
          <p:nvPr/>
        </p:nvCxnSpPr>
        <p:spPr>
          <a:xfrm rot="5400000">
            <a:off x="2828363" y="3686400"/>
            <a:ext cx="1347779"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54820DE3-8AC0-1925-0E0B-96BEE9360047}"/>
              </a:ext>
            </a:extLst>
          </p:cNvPr>
          <p:cNvSpPr txBox="1"/>
          <p:nvPr/>
        </p:nvSpPr>
        <p:spPr>
          <a:xfrm>
            <a:off x="2781792" y="481032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Tree>
    <p:extLst>
      <p:ext uri="{BB962C8B-B14F-4D97-AF65-F5344CB8AC3E}">
        <p14:creationId xmlns:p14="http://schemas.microsoft.com/office/powerpoint/2010/main" val="2849627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latin typeface="游明朝"/>
                <a:ea typeface="游明朝"/>
              </a:rPr>
              <a:t>３</a:t>
            </a:r>
            <a:r>
              <a:rPr lang="en-US" altLang="ja-JP">
                <a:latin typeface="游明朝"/>
                <a:ea typeface="游ゴシック"/>
              </a:rPr>
              <a:t>. </a:t>
            </a:r>
            <a:r>
              <a:rPr lang="ja-JP" altLang="en-US">
                <a:latin typeface="游明朝"/>
                <a:ea typeface="游明朝"/>
              </a:rPr>
              <a:t>システム構成（</a:t>
            </a:r>
            <a:r>
              <a:rPr lang="en-US" altLang="ja-JP">
                <a:latin typeface="游明朝"/>
                <a:ea typeface="游ゴシック"/>
              </a:rPr>
              <a:t>ToBe</a:t>
            </a:r>
            <a:r>
              <a:rPr lang="ja-JP" altLang="en-US">
                <a:latin typeface="游明朝"/>
                <a:ea typeface="游明朝"/>
              </a:rPr>
              <a:t>）：作業範囲</a:t>
            </a:r>
            <a:endParaRPr lang="ja-JP">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2025/4/4</a:t>
            </a:r>
            <a:endParaRPr lang="en-US"/>
          </a:p>
        </p:txBody>
      </p:sp>
      <p:cxnSp>
        <p:nvCxnSpPr>
          <p:cNvPr id="113" name="直線コネクタ 112">
            <a:extLst>
              <a:ext uri="{FF2B5EF4-FFF2-40B4-BE49-F238E27FC236}">
                <a16:creationId xmlns:a16="http://schemas.microsoft.com/office/drawing/2014/main" id="{59C60D33-CA46-37C3-ED59-5E30FB04D35A}"/>
              </a:ext>
            </a:extLst>
          </p:cNvPr>
          <p:cNvCxnSpPr>
            <a:cxnSpLocks/>
          </p:cNvCxnSpPr>
          <p:nvPr/>
        </p:nvCxnSpPr>
        <p:spPr>
          <a:xfrm flipH="1">
            <a:off x="3012425" y="1368432"/>
            <a:ext cx="20238" cy="312635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EB965147-C13D-FEC5-151D-01B0C015BA1F}"/>
              </a:ext>
            </a:extLst>
          </p:cNvPr>
          <p:cNvCxnSpPr>
            <a:cxnSpLocks/>
          </p:cNvCxnSpPr>
          <p:nvPr/>
        </p:nvCxnSpPr>
        <p:spPr>
          <a:xfrm>
            <a:off x="5241745"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15" name="図 1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41954" y="3029748"/>
            <a:ext cx="740571" cy="740571"/>
          </a:xfrm>
          <a:prstGeom prst="rect">
            <a:avLst/>
          </a:prstGeom>
        </p:spPr>
      </p:pic>
      <p:sp>
        <p:nvSpPr>
          <p:cNvPr id="123" name="テキスト ボックス 122"/>
          <p:cNvSpPr txBox="1"/>
          <p:nvPr/>
        </p:nvSpPr>
        <p:spPr>
          <a:xfrm>
            <a:off x="8321358" y="3920035"/>
            <a:ext cx="90762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連携</a:t>
            </a:r>
            <a:r>
              <a:rPr lang="en-US" altLang="ja-JP" sz="1400">
                <a:solidFill>
                  <a:prstClr val="black"/>
                </a:solidFill>
                <a:latin typeface="游ゴシック" panose="020B0400000000000000" pitchFamily="50" charset="-128"/>
                <a:ea typeface="游ゴシック" panose="020B0400000000000000" pitchFamily="50" charset="-128"/>
              </a:rPr>
              <a:t>NAS</a:t>
            </a:r>
            <a:endParaRPr lang="ja-JP" altLang="en-US" sz="1400">
              <a:solidFill>
                <a:prstClr val="black"/>
              </a:solidFill>
              <a:latin typeface="游ゴシック" panose="020B0400000000000000" pitchFamily="50" charset="-128"/>
              <a:ea typeface="游ゴシック" panose="020B0400000000000000" pitchFamily="50" charset="-128"/>
            </a:endParaRPr>
          </a:p>
        </p:txBody>
      </p:sp>
      <p:pic>
        <p:nvPicPr>
          <p:cNvPr id="127" name="図 126">
            <a:extLst>
              <a:ext uri="{FF2B5EF4-FFF2-40B4-BE49-F238E27FC236}">
                <a16:creationId xmlns:a16="http://schemas.microsoft.com/office/drawing/2014/main" id="{521DBA35-9B1E-3E66-8482-978A866E5B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89774" y="3029748"/>
            <a:ext cx="740571" cy="740571"/>
          </a:xfrm>
          <a:prstGeom prst="rect">
            <a:avLst/>
          </a:prstGeom>
        </p:spPr>
      </p:pic>
      <p:cxnSp>
        <p:nvCxnSpPr>
          <p:cNvPr id="128" name="直線矢印コネクタ 127">
            <a:extLst>
              <a:ext uri="{FF2B5EF4-FFF2-40B4-BE49-F238E27FC236}">
                <a16:creationId xmlns:a16="http://schemas.microsoft.com/office/drawing/2014/main" id="{1576BBEA-4A79-8CC0-6210-DA4B18715EC7}"/>
              </a:ext>
            </a:extLst>
          </p:cNvPr>
          <p:cNvCxnSpPr>
            <a:cxnSpLocks/>
            <a:stCxn id="127" idx="3"/>
            <a:endCxn id="115" idx="1"/>
          </p:cNvCxnSpPr>
          <p:nvPr/>
        </p:nvCxnSpPr>
        <p:spPr>
          <a:xfrm>
            <a:off x="4630345" y="3400034"/>
            <a:ext cx="161160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9" name="テキスト ボックス 128">
            <a:extLst>
              <a:ext uri="{FF2B5EF4-FFF2-40B4-BE49-F238E27FC236}">
                <a16:creationId xmlns:a16="http://schemas.microsoft.com/office/drawing/2014/main" id="{59273B7F-3FA5-FD00-280B-1BF7763A6F06}"/>
              </a:ext>
            </a:extLst>
          </p:cNvPr>
          <p:cNvSpPr txBox="1"/>
          <p:nvPr/>
        </p:nvSpPr>
        <p:spPr>
          <a:xfrm>
            <a:off x="4832186" y="3419938"/>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130" name="テキスト ボックス 129">
            <a:extLst>
              <a:ext uri="{FF2B5EF4-FFF2-40B4-BE49-F238E27FC236}">
                <a16:creationId xmlns:a16="http://schemas.microsoft.com/office/drawing/2014/main" id="{D1A0C3FB-A634-9752-3F64-A8117F5930B3}"/>
              </a:ext>
            </a:extLst>
          </p:cNvPr>
          <p:cNvSpPr txBox="1"/>
          <p:nvPr/>
        </p:nvSpPr>
        <p:spPr>
          <a:xfrm>
            <a:off x="3462049" y="3908187"/>
            <a:ext cx="173156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a:t>
            </a:r>
            <a:r>
              <a:rPr lang="en-US" altLang="ja-JP" sz="1400">
                <a:solidFill>
                  <a:prstClr val="black"/>
                </a:solidFill>
                <a:latin typeface="游ゴシック" panose="020B0400000000000000" pitchFamily="50" charset="-128"/>
                <a:ea typeface="游ゴシック" panose="020B0400000000000000" pitchFamily="50" charset="-128"/>
              </a:rPr>
              <a:t>L3.5GW</a:t>
            </a:r>
            <a:r>
              <a:rPr lang="ja-JP" altLang="en-US" sz="1400">
                <a:solidFill>
                  <a:prstClr val="black"/>
                </a:solidFill>
                <a:latin typeface="游ゴシック" panose="020B0400000000000000" pitchFamily="50" charset="-128"/>
                <a:ea typeface="游ゴシック" panose="020B0400000000000000" pitchFamily="50" charset="-128"/>
              </a:rPr>
              <a:t>サーバ</a:t>
            </a:r>
          </a:p>
        </p:txBody>
      </p:sp>
      <p:pic>
        <p:nvPicPr>
          <p:cNvPr id="131" name="図 130">
            <a:extLst>
              <a:ext uri="{FF2B5EF4-FFF2-40B4-BE49-F238E27FC236}">
                <a16:creationId xmlns:a16="http://schemas.microsoft.com/office/drawing/2014/main" id="{CD6AC080-9317-273F-60B7-CA127135AE7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3029748"/>
            <a:ext cx="740571" cy="740571"/>
          </a:xfrm>
          <a:prstGeom prst="rect">
            <a:avLst/>
          </a:prstGeom>
        </p:spPr>
      </p:pic>
      <p:sp>
        <p:nvSpPr>
          <p:cNvPr id="132" name="テキスト ボックス 131">
            <a:extLst>
              <a:ext uri="{FF2B5EF4-FFF2-40B4-BE49-F238E27FC236}">
                <a16:creationId xmlns:a16="http://schemas.microsoft.com/office/drawing/2014/main" id="{08F76EB5-07DB-98D4-ADD0-3BED8620699C}"/>
              </a:ext>
            </a:extLst>
          </p:cNvPr>
          <p:cNvSpPr txBox="1"/>
          <p:nvPr/>
        </p:nvSpPr>
        <p:spPr>
          <a:xfrm>
            <a:off x="1924337" y="3787296"/>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陸上出荷</a:t>
            </a:r>
          </a:p>
        </p:txBody>
      </p:sp>
      <p:pic>
        <p:nvPicPr>
          <p:cNvPr id="133" name="図 132">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1704776"/>
            <a:ext cx="740571" cy="740571"/>
          </a:xfrm>
          <a:prstGeom prst="rect">
            <a:avLst/>
          </a:prstGeom>
        </p:spPr>
      </p:pic>
      <p:sp>
        <p:nvSpPr>
          <p:cNvPr id="134" name="テキスト ボックス 133">
            <a:extLst>
              <a:ext uri="{FF2B5EF4-FFF2-40B4-BE49-F238E27FC236}">
                <a16:creationId xmlns:a16="http://schemas.microsoft.com/office/drawing/2014/main" id="{8F5CF5B1-03B1-3A28-29A7-C737F6130890}"/>
              </a:ext>
            </a:extLst>
          </p:cNvPr>
          <p:cNvSpPr txBox="1"/>
          <p:nvPr/>
        </p:nvSpPr>
        <p:spPr>
          <a:xfrm>
            <a:off x="1924337" y="2425812"/>
            <a:ext cx="902811"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運転管理</a:t>
            </a:r>
          </a:p>
        </p:txBody>
      </p:sp>
      <p:cxnSp>
        <p:nvCxnSpPr>
          <p:cNvPr id="135" name="カギ線コネクタ 63">
            <a:extLst>
              <a:ext uri="{FF2B5EF4-FFF2-40B4-BE49-F238E27FC236}">
                <a16:creationId xmlns:a16="http://schemas.microsoft.com/office/drawing/2014/main" id="{ACD1FA9C-63FB-8E6A-A91E-B7B6E5E8AA3D}"/>
              </a:ext>
            </a:extLst>
          </p:cNvPr>
          <p:cNvCxnSpPr>
            <a:cxnSpLocks/>
            <a:stCxn id="127" idx="0"/>
            <a:endCxn id="133" idx="3"/>
          </p:cNvCxnSpPr>
          <p:nvPr/>
        </p:nvCxnSpPr>
        <p:spPr>
          <a:xfrm rot="16200000" flipV="1">
            <a:off x="3024909" y="1794597"/>
            <a:ext cx="954686"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37" name="直線矢印コネクタ 136">
            <a:extLst>
              <a:ext uri="{FF2B5EF4-FFF2-40B4-BE49-F238E27FC236}">
                <a16:creationId xmlns:a16="http://schemas.microsoft.com/office/drawing/2014/main" id="{4C397DBB-F55A-0439-B0AB-9C42DDC6ADAB}"/>
              </a:ext>
            </a:extLst>
          </p:cNvPr>
          <p:cNvCxnSpPr>
            <a:cxnSpLocks/>
            <a:stCxn id="131" idx="3"/>
            <a:endCxn id="127" idx="1"/>
          </p:cNvCxnSpPr>
          <p:nvPr/>
        </p:nvCxnSpPr>
        <p:spPr>
          <a:xfrm>
            <a:off x="2744444" y="3400034"/>
            <a:ext cx="1145330"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8" name="テキスト ボックス 137">
            <a:extLst>
              <a:ext uri="{FF2B5EF4-FFF2-40B4-BE49-F238E27FC236}">
                <a16:creationId xmlns:a16="http://schemas.microsoft.com/office/drawing/2014/main" id="{54820DE3-8AC0-1925-0E0B-96BEE9360047}"/>
              </a:ext>
            </a:extLst>
          </p:cNvPr>
          <p:cNvSpPr txBox="1"/>
          <p:nvPr/>
        </p:nvSpPr>
        <p:spPr>
          <a:xfrm>
            <a:off x="2781792" y="3402825"/>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43" name="直線矢印コネクタ 142">
            <a:extLst>
              <a:ext uri="{FF2B5EF4-FFF2-40B4-BE49-F238E27FC236}">
                <a16:creationId xmlns:a16="http://schemas.microsoft.com/office/drawing/2014/main" id="{6001787D-F734-861A-3DF7-988517640F48}"/>
              </a:ext>
            </a:extLst>
          </p:cNvPr>
          <p:cNvCxnSpPr>
            <a:cxnSpLocks/>
            <a:stCxn id="159" idx="3"/>
            <a:endCxn id="160" idx="1"/>
          </p:cNvCxnSpPr>
          <p:nvPr/>
        </p:nvCxnSpPr>
        <p:spPr>
          <a:xfrm>
            <a:off x="9145455" y="3400034"/>
            <a:ext cx="915263" cy="0"/>
          </a:xfrm>
          <a:prstGeom prst="straightConnector1">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44" name="テキスト ボックス 143">
            <a:extLst>
              <a:ext uri="{FF2B5EF4-FFF2-40B4-BE49-F238E27FC236}">
                <a16:creationId xmlns:a16="http://schemas.microsoft.com/office/drawing/2014/main" id="{FE8FCBF2-E435-0A88-19B6-B175565E491E}"/>
              </a:ext>
            </a:extLst>
          </p:cNvPr>
          <p:cNvSpPr txBox="1"/>
          <p:nvPr/>
        </p:nvSpPr>
        <p:spPr>
          <a:xfrm>
            <a:off x="10059455" y="3920742"/>
            <a:ext cx="869149" cy="307777"/>
          </a:xfrm>
          <a:prstGeom prst="rect">
            <a:avLst/>
          </a:prstGeom>
          <a:noFill/>
        </p:spPr>
        <p:txBody>
          <a:bodyPr wrap="none" lIns="91440" tIns="45720" rIns="91440" bIns="45720" rtlCol="0" anchor="t">
            <a:spAutoFit/>
          </a:bodyPr>
          <a:lstStyle/>
          <a:p>
            <a:r>
              <a:rPr lang="en-US" altLang="ja-JP" sz="1400" err="1">
                <a:solidFill>
                  <a:prstClr val="black"/>
                </a:solidFill>
                <a:latin typeface="游ゴシック"/>
                <a:ea typeface="游ゴシック"/>
              </a:rPr>
              <a:t>OneSAP</a:t>
            </a:r>
            <a:endParaRPr lang="ja-JP" altLang="en-US" sz="1400" err="1">
              <a:solidFill>
                <a:prstClr val="black"/>
              </a:solidFill>
              <a:latin typeface="游ゴシック" panose="020B0400000000000000" pitchFamily="50" charset="-128"/>
              <a:ea typeface="游ゴシック" panose="020B0400000000000000" pitchFamily="50" charset="-128"/>
            </a:endParaRPr>
          </a:p>
        </p:txBody>
      </p:sp>
      <p:sp>
        <p:nvSpPr>
          <p:cNvPr id="145" name="テキスト ボックス 144">
            <a:extLst>
              <a:ext uri="{FF2B5EF4-FFF2-40B4-BE49-F238E27FC236}">
                <a16:creationId xmlns:a16="http://schemas.microsoft.com/office/drawing/2014/main" id="{78D34E09-F760-72A6-2C0F-F9083B9DA597}"/>
              </a:ext>
            </a:extLst>
          </p:cNvPr>
          <p:cNvSpPr txBox="1"/>
          <p:nvPr/>
        </p:nvSpPr>
        <p:spPr>
          <a:xfrm>
            <a:off x="5299416" y="1373380"/>
            <a:ext cx="5558186" cy="216000"/>
          </a:xfrm>
          <a:prstGeom prst="rect">
            <a:avLst/>
          </a:prstGeom>
          <a:solidFill>
            <a:schemeClr val="accent1">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L4</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6" name="テキスト ボックス 145">
            <a:extLst>
              <a:ext uri="{FF2B5EF4-FFF2-40B4-BE49-F238E27FC236}">
                <a16:creationId xmlns:a16="http://schemas.microsoft.com/office/drawing/2014/main" id="{59DAD679-73BD-B1F3-C098-2D6D8FBC950D}"/>
              </a:ext>
            </a:extLst>
          </p:cNvPr>
          <p:cNvSpPr txBox="1"/>
          <p:nvPr/>
        </p:nvSpPr>
        <p:spPr>
          <a:xfrm>
            <a:off x="3078465" y="1371412"/>
            <a:ext cx="2115115" cy="216000"/>
          </a:xfrm>
          <a:prstGeom prst="rect">
            <a:avLst/>
          </a:prstGeom>
          <a:solidFill>
            <a:schemeClr val="bg2">
              <a:lumMod val="9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L3.5</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47" name="テキスト ボックス 146">
            <a:extLst>
              <a:ext uri="{FF2B5EF4-FFF2-40B4-BE49-F238E27FC236}">
                <a16:creationId xmlns:a16="http://schemas.microsoft.com/office/drawing/2014/main" id="{EC542734-AC5B-33A7-9EE4-779A6ABF1EBA}"/>
              </a:ext>
            </a:extLst>
          </p:cNvPr>
          <p:cNvSpPr txBox="1"/>
          <p:nvPr/>
        </p:nvSpPr>
        <p:spPr>
          <a:xfrm>
            <a:off x="1186147" y="1371412"/>
            <a:ext cx="1789947" cy="216000"/>
          </a:xfrm>
          <a:prstGeom prst="rect">
            <a:avLst/>
          </a:prstGeom>
          <a:solidFill>
            <a:schemeClr val="accent3">
              <a:lumMod val="20000"/>
              <a:lumOff val="80000"/>
            </a:schemeClr>
          </a:solidFill>
        </p:spPr>
        <p:txBody>
          <a:bodyPr wrap="square" lIns="91440" tIns="45720" rIns="91440" bIns="45720" rtlCol="0" anchor="ctr">
            <a:spAutoFit/>
          </a:bodyPr>
          <a:lstStyle/>
          <a:p>
            <a:r>
              <a:rPr lang="ja-JP" altLang="en-US" sz="1400">
                <a:solidFill>
                  <a:prstClr val="black"/>
                </a:solidFill>
                <a:latin typeface="游ゴシック"/>
                <a:ea typeface="游ゴシック"/>
              </a:rPr>
              <a:t>L3</a:t>
            </a:r>
            <a:endParaRPr lang="ja-JP" altLang="en-US" sz="1400">
              <a:solidFill>
                <a:prstClr val="black"/>
              </a:solidFill>
              <a:latin typeface="游ゴシック" panose="020B0400000000000000" pitchFamily="50" charset="-128"/>
              <a:ea typeface="游ゴシック" panose="020B0400000000000000" pitchFamily="50" charset="-128"/>
            </a:endParaRPr>
          </a:p>
        </p:txBody>
      </p:sp>
      <p:sp>
        <p:nvSpPr>
          <p:cNvPr id="151" name="テキスト ボックス 150">
            <a:extLst>
              <a:ext uri="{FF2B5EF4-FFF2-40B4-BE49-F238E27FC236}">
                <a16:creationId xmlns:a16="http://schemas.microsoft.com/office/drawing/2014/main" id="{7606626C-C54F-4B77-828D-EB8E92F72486}"/>
              </a:ext>
            </a:extLst>
          </p:cNvPr>
          <p:cNvSpPr txBox="1"/>
          <p:nvPr/>
        </p:nvSpPr>
        <p:spPr>
          <a:xfrm>
            <a:off x="1186147" y="1053795"/>
            <a:ext cx="6577508" cy="307777"/>
          </a:xfrm>
          <a:prstGeom prst="rect">
            <a:avLst/>
          </a:prstGeom>
          <a:solidFill>
            <a:schemeClr val="accent2"/>
          </a:solidFill>
        </p:spPr>
        <p:txBody>
          <a:bodyPr wrap="square" lIns="91440" tIns="45720" rIns="91440" bIns="45720" rtlCol="0" anchor="ctr">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徳山事業所</a:t>
            </a:r>
          </a:p>
        </p:txBody>
      </p:sp>
      <p:sp>
        <p:nvSpPr>
          <p:cNvPr id="153" name="テキスト ボックス 152">
            <a:extLst>
              <a:ext uri="{FF2B5EF4-FFF2-40B4-BE49-F238E27FC236}">
                <a16:creationId xmlns:a16="http://schemas.microsoft.com/office/drawing/2014/main" id="{54820DE3-8AC0-1925-0E0B-96BEE9360047}"/>
              </a:ext>
            </a:extLst>
          </p:cNvPr>
          <p:cNvSpPr txBox="1"/>
          <p:nvPr/>
        </p:nvSpPr>
        <p:spPr>
          <a:xfrm>
            <a:off x="2781792" y="179595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cxnSp>
        <p:nvCxnSpPr>
          <p:cNvPr id="156" name="直線矢印コネクタ 155">
            <a:extLst>
              <a:ext uri="{FF2B5EF4-FFF2-40B4-BE49-F238E27FC236}">
                <a16:creationId xmlns:a16="http://schemas.microsoft.com/office/drawing/2014/main" id="{1576BBEA-4A79-8CC0-6210-DA4B18715EC7}"/>
              </a:ext>
            </a:extLst>
          </p:cNvPr>
          <p:cNvCxnSpPr>
            <a:cxnSpLocks/>
            <a:stCxn id="115" idx="3"/>
            <a:endCxn id="159" idx="1"/>
          </p:cNvCxnSpPr>
          <p:nvPr/>
        </p:nvCxnSpPr>
        <p:spPr>
          <a:xfrm>
            <a:off x="6982525" y="3400034"/>
            <a:ext cx="1422359" cy="0"/>
          </a:xfrm>
          <a:prstGeom prst="straightConnector1">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159" name="図 15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04884" y="3029748"/>
            <a:ext cx="740571" cy="740571"/>
          </a:xfrm>
          <a:prstGeom prst="rect">
            <a:avLst/>
          </a:prstGeom>
        </p:spPr>
      </p:pic>
      <p:pic>
        <p:nvPicPr>
          <p:cNvPr id="160" name="図 15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60718" y="3029748"/>
            <a:ext cx="740571" cy="740571"/>
          </a:xfrm>
          <a:prstGeom prst="rect">
            <a:avLst/>
          </a:prstGeom>
        </p:spPr>
      </p:pic>
      <p:sp>
        <p:nvSpPr>
          <p:cNvPr id="170" name="テキスト ボックス 169">
            <a:extLst>
              <a:ext uri="{FF2B5EF4-FFF2-40B4-BE49-F238E27FC236}">
                <a16:creationId xmlns:a16="http://schemas.microsoft.com/office/drawing/2014/main" id="{7606626C-C54F-4B77-828D-EB8E92F72486}"/>
              </a:ext>
            </a:extLst>
          </p:cNvPr>
          <p:cNvSpPr txBox="1"/>
          <p:nvPr/>
        </p:nvSpPr>
        <p:spPr>
          <a:xfrm>
            <a:off x="7763655" y="1053795"/>
            <a:ext cx="3093947" cy="307777"/>
          </a:xfrm>
          <a:prstGeom prst="rect">
            <a:avLst/>
          </a:prstGeom>
          <a:solidFill>
            <a:srgbClr val="FDEDDA"/>
          </a:solidFill>
        </p:spPr>
        <p:txBody>
          <a:bodyPr wrap="square" lIns="91440" tIns="45720" rIns="91440" bIns="45720" rtlCol="0" anchor="ctr">
            <a:spAutoFit/>
          </a:bodyPr>
          <a:lstStyle/>
          <a:p>
            <a:r>
              <a:rPr lang="ja-JP" altLang="en-US" sz="1400">
                <a:solidFill>
                  <a:prstClr val="black"/>
                </a:solidFill>
                <a:latin typeface="游ゴシック"/>
                <a:ea typeface="游ゴシック"/>
              </a:rPr>
              <a:t>館林</a:t>
            </a:r>
            <a:r>
              <a:rPr lang="en-US" altLang="ja-JP" sz="1400">
                <a:solidFill>
                  <a:prstClr val="black"/>
                </a:solidFill>
                <a:latin typeface="游ゴシック"/>
                <a:ea typeface="游ゴシック"/>
              </a:rPr>
              <a:t>DC</a:t>
            </a:r>
            <a:r>
              <a:rPr lang="ja-JP" altLang="en-US" sz="1400" err="1">
                <a:solidFill>
                  <a:prstClr val="black"/>
                </a:solidFill>
                <a:latin typeface="游ゴシック"/>
                <a:ea typeface="游ゴシック"/>
              </a:rPr>
              <a:t>、</a:t>
            </a:r>
            <a:r>
              <a:rPr lang="en-US" altLang="ja-JP" sz="1400">
                <a:solidFill>
                  <a:prstClr val="black"/>
                </a:solidFill>
                <a:latin typeface="游ゴシック"/>
                <a:ea typeface="游ゴシック"/>
              </a:rPr>
              <a:t>Azure</a:t>
            </a:r>
            <a:endParaRPr lang="ja-JP" altLang="en-US" sz="1400">
              <a:solidFill>
                <a:prstClr val="black"/>
              </a:solidFill>
              <a:latin typeface="游ゴシック" panose="020B0400000000000000" pitchFamily="50" charset="-128"/>
            </a:endParaRPr>
          </a:p>
        </p:txBody>
      </p:sp>
      <p:cxnSp>
        <p:nvCxnSpPr>
          <p:cNvPr id="171" name="直線コネクタ 170">
            <a:extLst>
              <a:ext uri="{FF2B5EF4-FFF2-40B4-BE49-F238E27FC236}">
                <a16:creationId xmlns:a16="http://schemas.microsoft.com/office/drawing/2014/main" id="{EB965147-C13D-FEC5-151D-01B0C015BA1F}"/>
              </a:ext>
            </a:extLst>
          </p:cNvPr>
          <p:cNvCxnSpPr>
            <a:cxnSpLocks/>
          </p:cNvCxnSpPr>
          <p:nvPr/>
        </p:nvCxnSpPr>
        <p:spPr>
          <a:xfrm>
            <a:off x="7760876" y="1371412"/>
            <a:ext cx="18524" cy="3123378"/>
          </a:xfrm>
          <a:prstGeom prst="line">
            <a:avLst/>
          </a:prstGeom>
          <a:ln>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sp>
        <p:nvSpPr>
          <p:cNvPr id="174" name="テキスト ボックス 173"/>
          <p:cNvSpPr txBox="1"/>
          <p:nvPr/>
        </p:nvSpPr>
        <p:spPr>
          <a:xfrm>
            <a:off x="6827963" y="3419937"/>
            <a:ext cx="1800493" cy="307777"/>
          </a:xfrm>
          <a:prstGeom prst="rect">
            <a:avLst/>
          </a:prstGeom>
          <a:noFill/>
        </p:spPr>
        <p:txBody>
          <a:bodyPr wrap="none" rtlCol="0">
            <a:spAutoFit/>
          </a:bodyPr>
          <a:lstStyle/>
          <a:p>
            <a:r>
              <a:rPr lang="ja-JP" altLang="en-US" sz="1400">
                <a:solidFill>
                  <a:sysClr val="windowText" lastClr="000000"/>
                </a:solidFill>
                <a:latin typeface="游ゴシック" panose="020B0400000000000000" pitchFamily="50" charset="-128"/>
                <a:ea typeface="游ゴシック" panose="020B0400000000000000" pitchFamily="50" charset="-128"/>
              </a:rPr>
              <a:t>ファイル参照、配置</a:t>
            </a:r>
          </a:p>
        </p:txBody>
      </p:sp>
      <p:pic>
        <p:nvPicPr>
          <p:cNvPr id="34" name="図 33">
            <a:extLst>
              <a:ext uri="{FF2B5EF4-FFF2-40B4-BE49-F238E27FC236}">
                <a16:creationId xmlns:a16="http://schemas.microsoft.com/office/drawing/2014/main" id="{4877F9AC-0A97-282C-8917-9744E16F52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03873" y="4747812"/>
            <a:ext cx="740571" cy="740571"/>
          </a:xfrm>
          <a:prstGeom prst="rect">
            <a:avLst/>
          </a:prstGeom>
        </p:spPr>
      </p:pic>
      <p:sp>
        <p:nvSpPr>
          <p:cNvPr id="35" name="テキスト ボックス 34">
            <a:extLst>
              <a:ext uri="{FF2B5EF4-FFF2-40B4-BE49-F238E27FC236}">
                <a16:creationId xmlns:a16="http://schemas.microsoft.com/office/drawing/2014/main" id="{8F5CF5B1-03B1-3A28-29A7-C737F6130890}"/>
              </a:ext>
            </a:extLst>
          </p:cNvPr>
          <p:cNvSpPr txBox="1"/>
          <p:nvPr/>
        </p:nvSpPr>
        <p:spPr>
          <a:xfrm>
            <a:off x="1743216" y="5565077"/>
            <a:ext cx="1261884"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陸上システム</a:t>
            </a:r>
          </a:p>
        </p:txBody>
      </p:sp>
      <p:cxnSp>
        <p:nvCxnSpPr>
          <p:cNvPr id="36" name="カギ線コネクタ 63">
            <a:extLst>
              <a:ext uri="{FF2B5EF4-FFF2-40B4-BE49-F238E27FC236}">
                <a16:creationId xmlns:a16="http://schemas.microsoft.com/office/drawing/2014/main" id="{ACD1FA9C-63FB-8E6A-A91E-B7B6E5E8AA3D}"/>
              </a:ext>
            </a:extLst>
          </p:cNvPr>
          <p:cNvCxnSpPr>
            <a:cxnSpLocks/>
            <a:stCxn id="127" idx="2"/>
            <a:endCxn id="34" idx="3"/>
          </p:cNvCxnSpPr>
          <p:nvPr/>
        </p:nvCxnSpPr>
        <p:spPr>
          <a:xfrm rot="5400000">
            <a:off x="2828363" y="3686400"/>
            <a:ext cx="1347779" cy="1515616"/>
          </a:xfrm>
          <a:prstGeom prst="bentConnector2">
            <a:avLst/>
          </a:prstGeom>
          <a:ln>
            <a:solidFill>
              <a:schemeClr val="accent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54820DE3-8AC0-1925-0E0B-96BEE9360047}"/>
              </a:ext>
            </a:extLst>
          </p:cNvPr>
          <p:cNvSpPr txBox="1"/>
          <p:nvPr/>
        </p:nvSpPr>
        <p:spPr>
          <a:xfrm>
            <a:off x="2781792" y="4810321"/>
            <a:ext cx="1063112" cy="307777"/>
          </a:xfrm>
          <a:prstGeom prst="rect">
            <a:avLst/>
          </a:prstGeom>
          <a:noFill/>
        </p:spPr>
        <p:txBody>
          <a:bodyPr wrap="none" rtlCol="0">
            <a:spAutoFit/>
          </a:bodyPr>
          <a:lstStyle/>
          <a:p>
            <a:r>
              <a:rPr lang="en-US" altLang="ja-JP" sz="1400">
                <a:solidFill>
                  <a:sysClr val="windowText" lastClr="000000"/>
                </a:solidFill>
                <a:latin typeface="游ゴシック" panose="020B0400000000000000" pitchFamily="50" charset="-128"/>
                <a:ea typeface="游ゴシック" panose="020B0400000000000000" pitchFamily="50" charset="-128"/>
              </a:rPr>
              <a:t>OWFT</a:t>
            </a:r>
            <a:r>
              <a:rPr lang="ja-JP" altLang="en-US" sz="1400">
                <a:solidFill>
                  <a:sysClr val="windowText" lastClr="000000"/>
                </a:solidFill>
                <a:latin typeface="游ゴシック" panose="020B0400000000000000" pitchFamily="50" charset="-128"/>
                <a:ea typeface="游ゴシック" panose="020B0400000000000000" pitchFamily="50" charset="-128"/>
              </a:rPr>
              <a:t>連携</a:t>
            </a:r>
          </a:p>
        </p:txBody>
      </p:sp>
      <p:sp>
        <p:nvSpPr>
          <p:cNvPr id="40" name="吹き出し: 四角形 33">
            <a:extLst>
              <a:ext uri="{FF2B5EF4-FFF2-40B4-BE49-F238E27FC236}">
                <a16:creationId xmlns:a16="http://schemas.microsoft.com/office/drawing/2014/main" id="{F75F6588-C759-4827-0146-B95006E50CC5}"/>
              </a:ext>
            </a:extLst>
          </p:cNvPr>
          <p:cNvSpPr/>
          <p:nvPr/>
        </p:nvSpPr>
        <p:spPr>
          <a:xfrm>
            <a:off x="4920510" y="1869725"/>
            <a:ext cx="2352180" cy="1017996"/>
          </a:xfrm>
          <a:prstGeom prst="wedgeRectCallout">
            <a:avLst>
              <a:gd name="adj1" fmla="val -32695"/>
              <a:gd name="adj2" fmla="val 106021"/>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a:solidFill>
                  <a:srgbClr val="FF0000"/>
                </a:solidFill>
                <a:latin typeface="游ゴシック"/>
                <a:ea typeface="游ゴシック"/>
              </a:rPr>
              <a:t>以下連携を追加</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ローリージョブ予約送信処理</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ドラムジョブ予約送信処理</a:t>
            </a:r>
            <a:endParaRPr kumimoji="1"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ローリー実績受信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ドラム実績受信</a:t>
            </a:r>
            <a:endParaRPr lang="ja-JP" altLang="en-US" sz="1000" b="1">
              <a:solidFill>
                <a:srgbClr val="FF0000"/>
              </a:solidFill>
              <a:latin typeface="游ゴシック"/>
              <a:ea typeface="游ゴシック"/>
            </a:endParaRPr>
          </a:p>
        </p:txBody>
      </p:sp>
      <p:sp>
        <p:nvSpPr>
          <p:cNvPr id="43" name="吹き出し: 四角形 33">
            <a:extLst>
              <a:ext uri="{FF2B5EF4-FFF2-40B4-BE49-F238E27FC236}">
                <a16:creationId xmlns:a16="http://schemas.microsoft.com/office/drawing/2014/main" id="{F75F6588-C759-4827-0146-B95006E50CC5}"/>
              </a:ext>
            </a:extLst>
          </p:cNvPr>
          <p:cNvSpPr/>
          <p:nvPr/>
        </p:nvSpPr>
        <p:spPr>
          <a:xfrm>
            <a:off x="6657110" y="4420133"/>
            <a:ext cx="2453322" cy="1050601"/>
          </a:xfrm>
          <a:prstGeom prst="wedgeRectCallout">
            <a:avLst>
              <a:gd name="adj1" fmla="val -47484"/>
              <a:gd name="adj2" fmla="val -120174"/>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a:solidFill>
                  <a:srgbClr val="FF0000"/>
                </a:solidFill>
                <a:latin typeface="游ゴシック"/>
                <a:ea typeface="游ゴシック"/>
              </a:rPr>
              <a:t>以下機能を追加</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ローリージョブ予約送信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ドラムジョブ予約送信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・連携監視</a:t>
            </a:r>
            <a:r>
              <a:rPr kumimoji="1" lang="en-US" altLang="ja-JP" sz="1000" b="1">
                <a:solidFill>
                  <a:srgbClr val="FF0000"/>
                </a:solidFill>
                <a:latin typeface="游ゴシック"/>
                <a:ea typeface="游ゴシック"/>
              </a:rPr>
              <a:t>(</a:t>
            </a:r>
            <a:r>
              <a:rPr kumimoji="1" lang="ja-JP" altLang="en-US" sz="1000" b="1">
                <a:solidFill>
                  <a:srgbClr val="FF0000"/>
                </a:solidFill>
                <a:latin typeface="游ゴシック"/>
                <a:ea typeface="游ゴシック"/>
              </a:rPr>
              <a:t>新規分</a:t>
            </a:r>
            <a:r>
              <a:rPr kumimoji="1" lang="en-US" altLang="ja-JP" sz="1000" b="1">
                <a:solidFill>
                  <a:srgbClr val="FF0000"/>
                </a:solidFill>
                <a:latin typeface="游ゴシック"/>
                <a:ea typeface="游ゴシック"/>
              </a:rPr>
              <a:t>)</a:t>
            </a:r>
            <a:endParaRPr lang="ja-JP" altLang="en-US" sz="1000" b="1">
              <a:solidFill>
                <a:srgbClr val="FF0000"/>
              </a:solidFill>
              <a:latin typeface="游ゴシック"/>
              <a:ea typeface="游ゴシック"/>
            </a:endParaRPr>
          </a:p>
        </p:txBody>
      </p:sp>
      <p:sp>
        <p:nvSpPr>
          <p:cNvPr id="117" name="テキスト ボックス 116"/>
          <p:cNvSpPr txBox="1"/>
          <p:nvPr/>
        </p:nvSpPr>
        <p:spPr>
          <a:xfrm>
            <a:off x="5756510" y="3914450"/>
            <a:ext cx="1980029" cy="307777"/>
          </a:xfrm>
          <a:prstGeom prst="rect">
            <a:avLst/>
          </a:prstGeom>
          <a:noFill/>
        </p:spPr>
        <p:txBody>
          <a:bodyPr wrap="none" rtlCol="0">
            <a:spAutoFit/>
          </a:bodyPr>
          <a:lstStyle/>
          <a:p>
            <a:r>
              <a:rPr lang="ja-JP" altLang="en-US" sz="1400">
                <a:solidFill>
                  <a:prstClr val="black"/>
                </a:solidFill>
                <a:latin typeface="游ゴシック" panose="020B0400000000000000" pitchFamily="50" charset="-128"/>
                <a:ea typeface="游ゴシック" panose="020B0400000000000000" pitchFamily="50" charset="-128"/>
              </a:rPr>
              <a:t>徳山ヤード操業サーバ</a:t>
            </a:r>
            <a:endParaRPr lang="en-US" altLang="ja-JP" sz="1400">
              <a:solidFill>
                <a:prstClr val="black"/>
              </a:solidFill>
              <a:latin typeface="游ゴシック" panose="020B0400000000000000" pitchFamily="50" charset="-128"/>
              <a:ea typeface="游ゴシック" panose="020B0400000000000000" pitchFamily="50" charset="-128"/>
            </a:endParaRPr>
          </a:p>
        </p:txBody>
      </p:sp>
      <p:sp>
        <p:nvSpPr>
          <p:cNvPr id="42" name="吹き出し: 四角形 33">
            <a:extLst>
              <a:ext uri="{FF2B5EF4-FFF2-40B4-BE49-F238E27FC236}">
                <a16:creationId xmlns:a16="http://schemas.microsoft.com/office/drawing/2014/main" id="{F75F6588-C759-4827-0146-B95006E50CC5}"/>
              </a:ext>
            </a:extLst>
          </p:cNvPr>
          <p:cNvSpPr/>
          <p:nvPr/>
        </p:nvSpPr>
        <p:spPr>
          <a:xfrm>
            <a:off x="4167608" y="5298570"/>
            <a:ext cx="2352180" cy="1017996"/>
          </a:xfrm>
          <a:prstGeom prst="wedgeRectCallout">
            <a:avLst>
              <a:gd name="adj1" fmla="val -46640"/>
              <a:gd name="adj2" fmla="val -95105"/>
            </a:avLst>
          </a:prstGeom>
          <a:solidFill>
            <a:schemeClr val="bg1"/>
          </a:solidFill>
          <a:ln w="6350">
            <a:solidFill>
              <a:schemeClr val="accent1"/>
            </a:solidFill>
          </a:ln>
        </p:spPr>
        <p:style>
          <a:lnRef idx="3">
            <a:schemeClr val="lt1"/>
          </a:lnRef>
          <a:fillRef idx="1">
            <a:schemeClr val="accent1"/>
          </a:fillRef>
          <a:effectRef idx="1">
            <a:schemeClr val="accent1"/>
          </a:effectRef>
          <a:fontRef idx="minor">
            <a:schemeClr val="lt1"/>
          </a:fontRef>
        </p:style>
        <p:txBody>
          <a:bodyPr lIns="91440" tIns="45720" rIns="91440" bIns="45720" rtlCol="0" anchor="t"/>
          <a:lstStyle/>
          <a:p>
            <a:r>
              <a:rPr kumimoji="1" lang="ja-JP" altLang="en-US" sz="1000" b="1">
                <a:solidFill>
                  <a:srgbClr val="FF0000"/>
                </a:solidFill>
                <a:latin typeface="游ゴシック"/>
                <a:ea typeface="游ゴシック"/>
              </a:rPr>
              <a:t>以下連携を追加</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ローリージョブ予約送信処理</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ドラムジョブ予約送信処理</a:t>
            </a:r>
            <a:endParaRPr kumimoji="1"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ローリー実績受信</a:t>
            </a:r>
            <a:endParaRPr lang="en-US" altLang="ja-JP" sz="1000" b="1">
              <a:solidFill>
                <a:srgbClr val="FF0000"/>
              </a:solidFill>
              <a:latin typeface="游ゴシック"/>
              <a:ea typeface="游ゴシック"/>
            </a:endParaRPr>
          </a:p>
          <a:p>
            <a:r>
              <a:rPr kumimoji="1" lang="ja-JP" altLang="en-US" sz="1000" b="1">
                <a:solidFill>
                  <a:srgbClr val="FF0000"/>
                </a:solidFill>
                <a:latin typeface="游ゴシック"/>
                <a:ea typeface="游ゴシック"/>
              </a:rPr>
              <a:t>・</a:t>
            </a:r>
            <a:r>
              <a:rPr kumimoji="1" lang="en-US" altLang="ja-JP" sz="1000" b="1">
                <a:solidFill>
                  <a:srgbClr val="FF0000"/>
                </a:solidFill>
                <a:latin typeface="游ゴシック"/>
                <a:ea typeface="游ゴシック"/>
              </a:rPr>
              <a:t>MEK</a:t>
            </a:r>
            <a:r>
              <a:rPr kumimoji="1" lang="ja-JP" altLang="en-US" sz="1000" b="1">
                <a:solidFill>
                  <a:srgbClr val="FF0000"/>
                </a:solidFill>
                <a:latin typeface="游ゴシック"/>
                <a:ea typeface="游ゴシック"/>
              </a:rPr>
              <a:t>ドラム実績受信</a:t>
            </a:r>
            <a:endParaRPr lang="ja-JP" altLang="en-US" sz="1000" b="1">
              <a:solidFill>
                <a:srgbClr val="FF0000"/>
              </a:solidFill>
              <a:latin typeface="游ゴシック"/>
              <a:ea typeface="游ゴシック"/>
            </a:endParaRPr>
          </a:p>
        </p:txBody>
      </p:sp>
    </p:spTree>
    <p:extLst>
      <p:ext uri="{BB962C8B-B14F-4D97-AF65-F5344CB8AC3E}">
        <p14:creationId xmlns:p14="http://schemas.microsoft.com/office/powerpoint/2010/main" val="2237363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４</a:t>
            </a:r>
            <a:r>
              <a:rPr kumimoji="1" lang="en-US" altLang="ja-JP">
                <a:latin typeface="游明朝"/>
                <a:ea typeface="游明朝"/>
              </a:rPr>
              <a:t>. </a:t>
            </a:r>
            <a:r>
              <a:rPr lang="ja-JP" altLang="en-US">
                <a:latin typeface="游明朝"/>
                <a:ea typeface="游明朝"/>
              </a:rPr>
              <a:t>対応内容</a:t>
            </a:r>
            <a:endParaRPr kumimoji="1" lang="ja-JP" altLang="en-US">
              <a:latin typeface="游明朝"/>
              <a:ea typeface="游明朝"/>
            </a:endParaRP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2025/4/4</a:t>
            </a:r>
            <a:endParaRPr lang="en-US"/>
          </a:p>
        </p:txBody>
      </p:sp>
      <p:graphicFrame>
        <p:nvGraphicFramePr>
          <p:cNvPr id="9" name="表 8">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3922656286"/>
              </p:ext>
            </p:extLst>
          </p:nvPr>
        </p:nvGraphicFramePr>
        <p:xfrm>
          <a:off x="606000" y="852407"/>
          <a:ext cx="11030005" cy="3840270"/>
        </p:xfrm>
        <a:graphic>
          <a:graphicData uri="http://schemas.openxmlformats.org/drawingml/2006/table">
            <a:tbl>
              <a:tblPr firstRow="1" bandRow="1">
                <a:tableStyleId>{69012ECD-51FC-41F1-AA8D-1B2483CD663E}</a:tableStyleId>
              </a:tblPr>
              <a:tblGrid>
                <a:gridCol w="500997">
                  <a:extLst>
                    <a:ext uri="{9D8B030D-6E8A-4147-A177-3AD203B41FA5}">
                      <a16:colId xmlns:a16="http://schemas.microsoft.com/office/drawing/2014/main" val="820809534"/>
                    </a:ext>
                  </a:extLst>
                </a:gridCol>
                <a:gridCol w="2954513">
                  <a:extLst>
                    <a:ext uri="{9D8B030D-6E8A-4147-A177-3AD203B41FA5}">
                      <a16:colId xmlns:a16="http://schemas.microsoft.com/office/drawing/2014/main" val="2667349602"/>
                    </a:ext>
                  </a:extLst>
                </a:gridCol>
                <a:gridCol w="7574495">
                  <a:extLst>
                    <a:ext uri="{9D8B030D-6E8A-4147-A177-3AD203B41FA5}">
                      <a16:colId xmlns:a16="http://schemas.microsoft.com/office/drawing/2014/main" val="2117318705"/>
                    </a:ext>
                  </a:extLst>
                </a:gridCol>
              </a:tblGrid>
              <a:tr h="327828">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業務処理</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対応内容</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85407">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ローリー予約送信</a:t>
                      </a:r>
                      <a:endParaRPr kumimoji="1" lang="en-US" altLang="ja-JP" sz="1400">
                        <a:solidFill>
                          <a:schemeClr val="tx1"/>
                        </a:solidFill>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solidFill>
                            <a:schemeClr val="tx1"/>
                          </a:solidFill>
                          <a:latin typeface="游ゴシック"/>
                          <a:ea typeface="游ゴシック"/>
                        </a:rPr>
                        <a:t>OWFT</a:t>
                      </a:r>
                      <a:r>
                        <a:rPr kumimoji="1" lang="ja-JP" altLang="en-US" sz="1400">
                          <a:solidFill>
                            <a:schemeClr val="tx1"/>
                          </a:solidFill>
                          <a:latin typeface="游ゴシック"/>
                          <a:ea typeface="游ゴシック"/>
                        </a:rPr>
                        <a:t>連携追加、画面設計修正追加、連携監視ジョブの追加、</a:t>
                      </a:r>
                    </a:p>
                    <a:p>
                      <a:pPr marL="0" indent="0">
                        <a:buFont typeface="Arial" pitchFamily="34" charset="0"/>
                        <a:buNone/>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ローリーデータ</a:t>
                      </a:r>
                      <a:r>
                        <a:rPr kumimoji="1" lang="ja-JP" altLang="en-US" sz="1400">
                          <a:solidFill>
                            <a:schemeClr val="tx1"/>
                          </a:solidFill>
                          <a:latin typeface="游ゴシック"/>
                          <a:ea typeface="游ゴシック"/>
                        </a:rPr>
                        <a:t>送信処理の追加、送信用ボタン追加想定</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85407">
                <a:tc>
                  <a:txBody>
                    <a:bodyPr/>
                    <a:lstStyle/>
                    <a:p>
                      <a:pPr algn="ctr"/>
                      <a:r>
                        <a:rPr kumimoji="1" lang="en-US" altLang="ja-JP" sz="1400" kern="1200">
                          <a:solidFill>
                            <a:schemeClr val="dk1"/>
                          </a:solidFill>
                          <a:latin typeface="游ゴシック"/>
                          <a:ea typeface="游ゴシック"/>
                          <a:cs typeface="+mn-cs"/>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panose="020B0400000000000000" pitchFamily="50" charset="-128"/>
                          <a:ea typeface="+mn-ea"/>
                        </a:rPr>
                        <a:t>MEK</a:t>
                      </a:r>
                      <a:r>
                        <a:rPr kumimoji="1" lang="ja-JP" altLang="en-US" sz="1400">
                          <a:solidFill>
                            <a:schemeClr val="tx1"/>
                          </a:solidFill>
                          <a:latin typeface="游ゴシック" panose="020B0400000000000000" pitchFamily="50" charset="-128"/>
                          <a:ea typeface="+mn-ea"/>
                        </a:rPr>
                        <a:t>ローリー実績受信</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en-US" altLang="ja-JP" sz="1400">
                          <a:solidFill>
                            <a:schemeClr val="tx1"/>
                          </a:solidFill>
                          <a:latin typeface="游ゴシック"/>
                          <a:ea typeface="游ゴシック"/>
                        </a:rPr>
                        <a:t>OWFT</a:t>
                      </a:r>
                      <a:r>
                        <a:rPr kumimoji="1" lang="ja-JP" altLang="en-US" sz="1400">
                          <a:solidFill>
                            <a:schemeClr val="tx1"/>
                          </a:solidFill>
                          <a:latin typeface="游ゴシック"/>
                          <a:ea typeface="游ゴシック"/>
                        </a:rPr>
                        <a:t>連携追加</a:t>
                      </a:r>
                    </a:p>
                    <a:p>
                      <a:pPr marL="0" indent="0">
                        <a:buFont typeface="Arial" pitchFamily="34" charset="0"/>
                        <a:buNone/>
                      </a:pPr>
                      <a:r>
                        <a:rPr kumimoji="1" lang="en-US" altLang="ja-JP" sz="1400">
                          <a:solidFill>
                            <a:schemeClr val="tx1"/>
                          </a:solidFill>
                          <a:latin typeface="游ゴシック"/>
                          <a:ea typeface="游ゴシック"/>
                        </a:rPr>
                        <a:t>MEK</a:t>
                      </a:r>
                      <a:r>
                        <a:rPr kumimoji="1" lang="ja-JP" altLang="en-US" sz="1400">
                          <a:solidFill>
                            <a:schemeClr val="tx1"/>
                          </a:solidFill>
                          <a:latin typeface="游ゴシック"/>
                          <a:ea typeface="游ゴシック"/>
                        </a:rPr>
                        <a:t>ローリー実績連携データ取込処理追加</a:t>
                      </a:r>
                      <a:endParaRPr kumimoji="1"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5623921"/>
                  </a:ext>
                </a:extLst>
              </a:tr>
              <a:tr h="585407">
                <a:tc>
                  <a:txBody>
                    <a:bodyPr/>
                    <a:lstStyle/>
                    <a:p>
                      <a:pPr algn="ctr"/>
                      <a:r>
                        <a:rPr kumimoji="1" lang="en-US" altLang="ja-JP" sz="1400" kern="1200">
                          <a:solidFill>
                            <a:schemeClr val="dk1"/>
                          </a:solidFill>
                          <a:latin typeface="游ゴシック"/>
                          <a:ea typeface="游ゴシック"/>
                          <a:cs typeface="+mn-cs"/>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ドラム出荷予約送信</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OWFT</a:t>
                      </a:r>
                      <a:r>
                        <a:rPr lang="ja-JP" altLang="en-US" sz="1400">
                          <a:solidFill>
                            <a:schemeClr val="tx1"/>
                          </a:solidFill>
                          <a:latin typeface="游ゴシック"/>
                          <a:ea typeface="游ゴシック"/>
                        </a:rPr>
                        <a:t>連携追加、画面設計修正追加、</a:t>
                      </a:r>
                      <a:r>
                        <a:rPr kumimoji="1" lang="ja-JP" altLang="en-US" sz="1400">
                          <a:solidFill>
                            <a:schemeClr val="tx1"/>
                          </a:solidFill>
                          <a:latin typeface="游ゴシック"/>
                          <a:ea typeface="游ゴシック"/>
                        </a:rPr>
                        <a:t>連携監視ジョブの追加、</a:t>
                      </a:r>
                      <a:endParaRPr lang="ja-JP" altLang="en-US" sz="1400">
                        <a:solidFill>
                          <a:schemeClr val="tx1"/>
                        </a:solidFill>
                        <a:latin typeface="游ゴシック"/>
                        <a:ea typeface="游ゴシック"/>
                      </a:endParaRP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ドラムデータ</a:t>
                      </a:r>
                      <a:r>
                        <a:rPr lang="ja-JP" altLang="en-US" sz="1400">
                          <a:solidFill>
                            <a:schemeClr val="tx1"/>
                          </a:solidFill>
                          <a:latin typeface="游ゴシック"/>
                          <a:ea typeface="游ゴシック"/>
                        </a:rPr>
                        <a:t>送信処理の追加、送信用ボタン追加想定</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85407">
                <a:tc>
                  <a:txBody>
                    <a:bodyPr/>
                    <a:lstStyle/>
                    <a:p>
                      <a:pPr algn="ctr"/>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MEK</a:t>
                      </a:r>
                      <a:r>
                        <a:rPr lang="ja-JP" altLang="en-US" sz="1400" b="0" i="0" u="none" strike="noStrike" noProof="0">
                          <a:solidFill>
                            <a:srgbClr val="323232"/>
                          </a:solidFill>
                          <a:latin typeface="游ゴシック"/>
                          <a:ea typeface="游ゴシック"/>
                        </a:rPr>
                        <a:t>ドラム出荷実績受信</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altLang="ja-JP" sz="1400">
                          <a:solidFill>
                            <a:schemeClr val="tx1"/>
                          </a:solidFill>
                          <a:latin typeface="游ゴシック"/>
                          <a:ea typeface="游ゴシック"/>
                        </a:rPr>
                        <a:t>OWFT</a:t>
                      </a:r>
                      <a:r>
                        <a:rPr lang="ja-JP" altLang="en-US" sz="1400">
                          <a:solidFill>
                            <a:schemeClr val="tx1"/>
                          </a:solidFill>
                          <a:latin typeface="游ゴシック"/>
                          <a:ea typeface="游ゴシック"/>
                        </a:rPr>
                        <a:t>連携追加、</a:t>
                      </a:r>
                      <a:r>
                        <a:rPr lang="en-US" altLang="ja-JP" sz="1400">
                          <a:solidFill>
                            <a:schemeClr val="tx1"/>
                          </a:solidFill>
                          <a:latin typeface="游ゴシック"/>
                          <a:ea typeface="游ゴシック"/>
                        </a:rPr>
                        <a:t>MEK</a:t>
                      </a:r>
                      <a:r>
                        <a:rPr lang="ja-JP" altLang="en-US" sz="1400">
                          <a:solidFill>
                            <a:schemeClr val="tx1"/>
                          </a:solidFill>
                          <a:latin typeface="游ゴシック"/>
                          <a:ea typeface="游ゴシック"/>
                        </a:rPr>
                        <a:t>ドラム実績連携データ取込処理追加</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85407">
                <a:tc>
                  <a:txBody>
                    <a:bodyPr/>
                    <a:lstStyle/>
                    <a:p>
                      <a:pPr algn="ctr"/>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b="0" i="0" u="none" strike="noStrike" noProof="0">
                          <a:solidFill>
                            <a:srgbClr val="323232"/>
                          </a:solidFill>
                          <a:latin typeface="游ゴシック"/>
                          <a:ea typeface="游ゴシック"/>
                        </a:rPr>
                        <a:t>連携ファイルバックアップ</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バッチ設計書、</a:t>
                      </a:r>
                      <a:r>
                        <a:rPr lang="en-US" altLang="ja-JP" sz="1400">
                          <a:solidFill>
                            <a:schemeClr val="tx1"/>
                          </a:solidFill>
                          <a:latin typeface="游ゴシック"/>
                          <a:ea typeface="游ゴシック"/>
                        </a:rPr>
                        <a:t>PG</a:t>
                      </a:r>
                      <a:r>
                        <a:rPr lang="ja-JP" altLang="en-US" sz="1400">
                          <a:solidFill>
                            <a:schemeClr val="tx1"/>
                          </a:solidFill>
                          <a:latin typeface="游ゴシック"/>
                          <a:ea typeface="游ゴシック"/>
                        </a:rPr>
                        <a:t>修正</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977410183"/>
                  </a:ext>
                </a:extLst>
              </a:tr>
              <a:tr h="585407">
                <a:tc>
                  <a:txBody>
                    <a:bodyPr/>
                    <a:lstStyle/>
                    <a:p>
                      <a:pPr algn="ctr"/>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en-US" altLang="ja-JP" sz="1400" b="0" i="0" u="none" strike="noStrike" noProof="0">
                          <a:solidFill>
                            <a:srgbClr val="323232"/>
                          </a:solidFill>
                          <a:latin typeface="游ゴシック"/>
                          <a:ea typeface="游ゴシック"/>
                        </a:rPr>
                        <a:t>DB</a:t>
                      </a:r>
                      <a:r>
                        <a:rPr lang="ja-JP" altLang="en-US" sz="1400" b="0" i="0" u="none" strike="noStrike" noProof="0">
                          <a:solidFill>
                            <a:srgbClr val="323232"/>
                          </a:solidFill>
                          <a:latin typeface="游ゴシック"/>
                          <a:ea typeface="游ゴシック"/>
                        </a:rPr>
                        <a:t>修正</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テーブル追加</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287133851"/>
                  </a:ext>
                </a:extLst>
              </a:tr>
            </a:tbl>
          </a:graphicData>
        </a:graphic>
      </p:graphicFrame>
    </p:spTree>
    <p:extLst>
      <p:ext uri="{BB962C8B-B14F-4D97-AF65-F5344CB8AC3E}">
        <p14:creationId xmlns:p14="http://schemas.microsoft.com/office/powerpoint/2010/main" val="3560606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61CC14-4C9C-442D-9221-913B3ACF3460}"/>
              </a:ext>
            </a:extLst>
          </p:cNvPr>
          <p:cNvSpPr>
            <a:spLocks noGrp="1"/>
          </p:cNvSpPr>
          <p:nvPr>
            <p:ph type="title"/>
          </p:nvPr>
        </p:nvSpPr>
        <p:spPr/>
        <p:txBody>
          <a:bodyPr/>
          <a:lstStyle/>
          <a:p>
            <a:r>
              <a:rPr lang="en-US" altLang="ja-JP">
                <a:latin typeface="游明朝"/>
                <a:ea typeface="游明朝"/>
              </a:rPr>
              <a:t>５</a:t>
            </a:r>
            <a:r>
              <a:rPr kumimoji="1" lang="en-US" altLang="ja-JP">
                <a:latin typeface="游明朝"/>
                <a:ea typeface="游明朝"/>
              </a:rPr>
              <a:t>. </a:t>
            </a:r>
            <a:r>
              <a:rPr kumimoji="1" lang="ja-JP" altLang="en-US">
                <a:latin typeface="游明朝"/>
                <a:ea typeface="游明朝"/>
              </a:rPr>
              <a:t>想定している</a:t>
            </a:r>
            <a:r>
              <a:rPr lang="ja-JP" altLang="en-US">
                <a:latin typeface="游明朝"/>
                <a:ea typeface="游明朝"/>
              </a:rPr>
              <a:t>成果物</a:t>
            </a:r>
            <a:endParaRPr kumimoji="1" lang="ja-JP" altLang="en-US">
              <a:latin typeface="游明朝"/>
              <a:ea typeface="游明朝"/>
            </a:endParaRPr>
          </a:p>
        </p:txBody>
      </p:sp>
      <p:graphicFrame>
        <p:nvGraphicFramePr>
          <p:cNvPr id="7" name="表 6">
            <a:extLst>
              <a:ext uri="{FF2B5EF4-FFF2-40B4-BE49-F238E27FC236}">
                <a16:creationId xmlns:a16="http://schemas.microsoft.com/office/drawing/2014/main" id="{2864E947-18B0-4839-AED3-D416F628DDF0}"/>
              </a:ext>
            </a:extLst>
          </p:cNvPr>
          <p:cNvGraphicFramePr>
            <a:graphicFrameLocks noGrp="1"/>
          </p:cNvGraphicFramePr>
          <p:nvPr>
            <p:extLst>
              <p:ext uri="{D42A27DB-BD31-4B8C-83A1-F6EECF244321}">
                <p14:modId xmlns:p14="http://schemas.microsoft.com/office/powerpoint/2010/main" val="1362386813"/>
              </p:ext>
            </p:extLst>
          </p:nvPr>
        </p:nvGraphicFramePr>
        <p:xfrm>
          <a:off x="606000" y="899278"/>
          <a:ext cx="11011199" cy="4665793"/>
        </p:xfrm>
        <a:graphic>
          <a:graphicData uri="http://schemas.openxmlformats.org/drawingml/2006/table">
            <a:tbl>
              <a:tblPr firstRow="1" bandRow="1">
                <a:tableStyleId>{69012ECD-51FC-41F1-AA8D-1B2483CD663E}</a:tableStyleId>
              </a:tblPr>
              <a:tblGrid>
                <a:gridCol w="692121">
                  <a:extLst>
                    <a:ext uri="{9D8B030D-6E8A-4147-A177-3AD203B41FA5}">
                      <a16:colId xmlns:a16="http://schemas.microsoft.com/office/drawing/2014/main" val="820809534"/>
                    </a:ext>
                  </a:extLst>
                </a:gridCol>
                <a:gridCol w="2204358">
                  <a:extLst>
                    <a:ext uri="{9D8B030D-6E8A-4147-A177-3AD203B41FA5}">
                      <a16:colId xmlns:a16="http://schemas.microsoft.com/office/drawing/2014/main" val="2667349602"/>
                    </a:ext>
                  </a:extLst>
                </a:gridCol>
                <a:gridCol w="8114720">
                  <a:extLst>
                    <a:ext uri="{9D8B030D-6E8A-4147-A177-3AD203B41FA5}">
                      <a16:colId xmlns:a16="http://schemas.microsoft.com/office/drawing/2014/main" val="852570537"/>
                    </a:ext>
                  </a:extLst>
                </a:gridCol>
              </a:tblGrid>
              <a:tr h="345793">
                <a:tc>
                  <a:txBody>
                    <a:bodyPr/>
                    <a:lstStyle/>
                    <a:p>
                      <a:pPr algn="ctr"/>
                      <a:r>
                        <a:rPr kumimoji="1" lang="en-US" altLang="ja-JP" sz="1600">
                          <a:solidFill>
                            <a:srgbClr val="FFFFFF"/>
                          </a:solidFill>
                          <a:latin typeface="游ゴシック"/>
                          <a:ea typeface="游ゴシック"/>
                        </a:rPr>
                        <a:t>No</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600">
                          <a:solidFill>
                            <a:srgbClr val="FFFFFF"/>
                          </a:solidFill>
                          <a:latin typeface="游ゴシック" panose="020B0400000000000000" pitchFamily="50" charset="-128"/>
                          <a:ea typeface="游ゴシック" panose="020B0400000000000000" pitchFamily="50" charset="-128"/>
                        </a:rPr>
                        <a:t>工程</a:t>
                      </a: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lang="ja-JP" altLang="en-US" sz="1600">
                          <a:solidFill>
                            <a:srgbClr val="FFFFFF"/>
                          </a:solidFill>
                          <a:latin typeface="游ゴシック"/>
                          <a:ea typeface="游ゴシック"/>
                        </a:rPr>
                        <a:t>主な成果物</a:t>
                      </a:r>
                      <a:endParaRPr kumimoji="1" lang="ja-JP" altLang="en-US" sz="1600">
                        <a:solidFill>
                          <a:srgbClr val="FFFFFF"/>
                        </a:solidFill>
                        <a:latin typeface="游ゴシック"/>
                        <a:ea typeface="游ゴシック"/>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5630509"/>
                  </a:ext>
                </a:extLst>
              </a:tr>
              <a:tr h="540000">
                <a:tc>
                  <a:txBody>
                    <a:bodyPr/>
                    <a:lstStyle/>
                    <a:p>
                      <a:pPr algn="ctr"/>
                      <a:r>
                        <a:rPr kumimoji="1" lang="en-US" altLang="ja-JP" sz="1400" kern="1200">
                          <a:solidFill>
                            <a:schemeClr val="dk1"/>
                          </a:solidFill>
                          <a:latin typeface="游ゴシック"/>
                          <a:ea typeface="游ゴシック"/>
                        </a:rPr>
                        <a:t>1</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要件定義</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SA-01:</a:t>
                      </a:r>
                      <a:r>
                        <a:rPr kumimoji="1" lang="ja-JP" altLang="en-US" sz="1400">
                          <a:latin typeface="游ゴシック" panose="020B0400000000000000" pitchFamily="50" charset="-128"/>
                          <a:ea typeface="+mn-ea"/>
                        </a:rPr>
                        <a:t>変更仕様書、</a:t>
                      </a:r>
                      <a:r>
                        <a:rPr kumimoji="1" lang="en-US" altLang="ja-JP" sz="1400">
                          <a:latin typeface="游ゴシック" panose="020B0400000000000000" pitchFamily="50" charset="-128"/>
                          <a:ea typeface="+mn-ea"/>
                        </a:rPr>
                        <a:t>SA-11:</a:t>
                      </a:r>
                      <a:r>
                        <a:rPr kumimoji="1" lang="ja-JP" altLang="en-US" sz="1400">
                          <a:latin typeface="游ゴシック" panose="020B0400000000000000" pitchFamily="50" charset="-128"/>
                          <a:ea typeface="+mn-ea"/>
                        </a:rPr>
                        <a:t>外部システムインターフェース概要</a:t>
                      </a:r>
                      <a:endParaRPr kumimoji="1" lang="en-US" altLang="ja-JP" sz="1400">
                        <a:latin typeface="游ゴシック" panose="020B0400000000000000" pitchFamily="50" charset="-128"/>
                        <a:ea typeface="+mn-ea"/>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7896142"/>
                  </a:ext>
                </a:extLst>
              </a:tr>
              <a:tr h="540000">
                <a:tc>
                  <a:txBody>
                    <a:bodyPr/>
                    <a:lstStyle/>
                    <a:p>
                      <a:pPr algn="ctr"/>
                      <a:r>
                        <a:rPr kumimoji="1" lang="en-US" altLang="ja-JP" sz="1400" kern="1200">
                          <a:solidFill>
                            <a:schemeClr val="dk1"/>
                          </a:solidFill>
                          <a:latin typeface="游ゴシック"/>
                          <a:ea typeface="游ゴシック"/>
                        </a:rPr>
                        <a:t>2</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buFont typeface="Arial" pitchFamily="34" charset="0"/>
                        <a:buNone/>
                      </a:pPr>
                      <a:r>
                        <a:rPr kumimoji="1" lang="ja-JP" altLang="en-US" sz="1400">
                          <a:solidFill>
                            <a:schemeClr val="tx1"/>
                          </a:solidFill>
                          <a:latin typeface="游ゴシック" panose="020B0400000000000000" pitchFamily="50" charset="-128"/>
                          <a:ea typeface="游ゴシック" panose="020B0400000000000000" pitchFamily="50" charset="-128"/>
                        </a:rPr>
                        <a:t>設計</a:t>
                      </a:r>
                      <a:endParaRPr kumimoji="1" lang="en-US" altLang="ja-JP" sz="1400">
                        <a:solidFill>
                          <a:schemeClr val="tx1"/>
                        </a:solidFill>
                        <a:latin typeface="游ゴシック" panose="020B0400000000000000" pitchFamily="50" charset="-128"/>
                        <a:ea typeface="游ゴシック" panose="020B0400000000000000"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UI-01 </a:t>
                      </a:r>
                      <a:r>
                        <a:rPr kumimoji="1" lang="ja-JP" altLang="en-US" sz="1400">
                          <a:latin typeface="游ゴシック" panose="020B0400000000000000" pitchFamily="50" charset="-128"/>
                          <a:ea typeface="+mn-ea"/>
                        </a:rPr>
                        <a:t>プロセス機能一覧、</a:t>
                      </a:r>
                      <a:r>
                        <a:rPr kumimoji="1" lang="en-US" altLang="ja-JP" sz="1400">
                          <a:latin typeface="游ゴシック" panose="020B0400000000000000" pitchFamily="50" charset="-128"/>
                          <a:ea typeface="+mn-ea"/>
                        </a:rPr>
                        <a:t>UI-03 </a:t>
                      </a:r>
                      <a:r>
                        <a:rPr kumimoji="1" lang="ja-JP" altLang="en-US" sz="1400">
                          <a:latin typeface="游ゴシック" panose="020B0400000000000000" pitchFamily="50" charset="-128"/>
                          <a:ea typeface="+mn-ea"/>
                        </a:rPr>
                        <a:t>プロセス仕様、</a:t>
                      </a:r>
                      <a:r>
                        <a:rPr kumimoji="1" lang="en-US" altLang="ja-JP" sz="1400">
                          <a:latin typeface="游ゴシック" panose="020B0400000000000000" pitchFamily="50" charset="-128"/>
                          <a:ea typeface="+mn-ea"/>
                        </a:rPr>
                        <a:t>UI-14:</a:t>
                      </a:r>
                      <a:r>
                        <a:rPr kumimoji="1" lang="ja-JP" altLang="en-US" sz="1400">
                          <a:latin typeface="游ゴシック" panose="020B0400000000000000" pitchFamily="50" charset="-128"/>
                          <a:ea typeface="+mn-ea"/>
                        </a:rPr>
                        <a:t>外部システムインターフェース一覧、</a:t>
                      </a:r>
                      <a:endParaRPr kumimoji="1" lang="en-US" altLang="ja-JP" sz="1400">
                        <a:latin typeface="游ゴシック" panose="020B0400000000000000" pitchFamily="50" charset="-128"/>
                        <a:ea typeface="+mn-ea"/>
                      </a:endParaRPr>
                    </a:p>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latin typeface="游ゴシック" panose="020B0400000000000000" pitchFamily="50" charset="-128"/>
                          <a:ea typeface="+mn-ea"/>
                        </a:rPr>
                        <a:t>UI-15:</a:t>
                      </a:r>
                      <a:r>
                        <a:rPr kumimoji="1" lang="ja-JP" altLang="en-US" sz="1400">
                          <a:latin typeface="游ゴシック" panose="020B0400000000000000" pitchFamily="50" charset="-128"/>
                          <a:ea typeface="+mn-ea"/>
                        </a:rPr>
                        <a:t>外部システムインターフェース定義、</a:t>
                      </a:r>
                      <a:r>
                        <a:rPr kumimoji="1" lang="en-US" altLang="ja-JP" sz="1400">
                          <a:latin typeface="游ゴシック" panose="020B0400000000000000" pitchFamily="50" charset="-128"/>
                          <a:ea typeface="+mn-ea"/>
                        </a:rPr>
                        <a:t>UI-20:</a:t>
                      </a:r>
                      <a:r>
                        <a:rPr kumimoji="1" lang="ja-JP" altLang="en-US" sz="1400">
                          <a:latin typeface="游ゴシック" panose="020B0400000000000000" pitchFamily="50" charset="-128"/>
                          <a:ea typeface="+mn-ea"/>
                        </a:rPr>
                        <a:t>エンティティ定義書</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65622391"/>
                  </a:ext>
                </a:extLst>
              </a:tr>
              <a:tr h="540000">
                <a:tc>
                  <a:txBody>
                    <a:bodyPr/>
                    <a:lstStyle/>
                    <a:p>
                      <a:pPr algn="ctr"/>
                      <a:r>
                        <a:rPr kumimoji="1" lang="en-US" altLang="ja-JP" sz="1400" kern="1200">
                          <a:solidFill>
                            <a:schemeClr val="dk1"/>
                          </a:solidFill>
                          <a:latin typeface="游ゴシック"/>
                          <a:ea typeface="游ゴシック"/>
                        </a:rPr>
                        <a:t>3</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rtl="0" eaLnBrk="1" fontAlgn="auto" latinLnBrk="0" hangingPunct="1">
                        <a:lnSpc>
                          <a:spcPct val="100000"/>
                        </a:lnSpc>
                        <a:spcBef>
                          <a:spcPts val="0"/>
                        </a:spcBef>
                        <a:spcAft>
                          <a:spcPts val="0"/>
                        </a:spcAft>
                        <a:buClrTx/>
                        <a:buSzTx/>
                        <a:buFont typeface="Arial" pitchFamily="34" charset="0"/>
                        <a:buNone/>
                      </a:pPr>
                      <a:r>
                        <a:rPr lang="ja-JP" altLang="en-US" sz="1400">
                          <a:solidFill>
                            <a:schemeClr val="tx1"/>
                          </a:solidFill>
                          <a:latin typeface="游ゴシック"/>
                          <a:ea typeface="游ゴシック"/>
                        </a:rPr>
                        <a:t>開発</a:t>
                      </a:r>
                      <a:endParaRPr lang="ja-JP" sz="1400" b="0" i="0" u="none" strike="noStrike" noProof="0">
                        <a:solidFill>
                          <a:srgbClr val="323232"/>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プログラム一式</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6730382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4</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結合テスト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latin typeface="游ゴシック" panose="020B0400000000000000" pitchFamily="50" charset="-128"/>
                          <a:ea typeface="+mn-ea"/>
                        </a:rPr>
                        <a:t>IT-01:</a:t>
                      </a:r>
                      <a:r>
                        <a:rPr kumimoji="1" lang="ja-JP" altLang="en-US" sz="1400">
                          <a:latin typeface="游ゴシック" panose="020B0400000000000000" pitchFamily="50" charset="-128"/>
                          <a:ea typeface="+mn-ea"/>
                        </a:rPr>
                        <a:t>結合テスト仕様書兼成績書</a:t>
                      </a:r>
                      <a:r>
                        <a:rPr lang="ja-JP" altLang="en-US" sz="1400" u="none" strike="noStrike" kern="1200" cap="none" normalizeH="0" baseline="0">
                          <a:ln>
                            <a:noFill/>
                          </a:ln>
                          <a:solidFill>
                            <a:schemeClr val="tx1"/>
                          </a:solidFill>
                          <a:effectLst/>
                          <a:latin typeface="游ゴシック"/>
                          <a:ea typeface="游ゴシック"/>
                        </a:rPr>
                        <a:t>、エビデンス</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17684699"/>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5</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システムテスト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kumimoji="1" lang="en-US" altLang="ja-JP" sz="1400">
                          <a:latin typeface="游ゴシック" panose="020B0400000000000000" pitchFamily="50" charset="-128"/>
                          <a:ea typeface="+mn-ea"/>
                        </a:rPr>
                        <a:t>ST-01:</a:t>
                      </a:r>
                      <a:r>
                        <a:rPr kumimoji="1" lang="ja-JP" altLang="en-US" sz="1400">
                          <a:latin typeface="游ゴシック" panose="020B0400000000000000" pitchFamily="50" charset="-128"/>
                          <a:ea typeface="+mn-ea"/>
                        </a:rPr>
                        <a:t>システムテスト仕様書兼成績書</a:t>
                      </a:r>
                      <a:r>
                        <a:rPr kumimoji="0" lang="ja-JP" altLang="en-US" sz="1400" u="none" strike="noStrike" kern="1200" cap="none" normalizeH="0" baseline="0">
                          <a:ln>
                            <a:noFill/>
                          </a:ln>
                          <a:solidFill>
                            <a:schemeClr val="tx1"/>
                          </a:solidFill>
                          <a:effectLst/>
                          <a:latin typeface="游ゴシック"/>
                          <a:ea typeface="游ゴシック"/>
                        </a:rPr>
                        <a:t>、エビデンス</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35442570"/>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6</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運用テスト</a:t>
                      </a:r>
                      <a:endParaRPr lang="en-US" altLang="ja-JP"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u="none" strike="noStrike" kern="1200" cap="none" normalizeH="0" baseline="0">
                        <a:ln>
                          <a:noFill/>
                        </a:ln>
                        <a:solidFill>
                          <a:schemeClr val="tx1"/>
                        </a:solidFill>
                        <a:effectLst/>
                        <a:latin typeface="游ゴシック"/>
                        <a:ea typeface="游ゴシック"/>
                        <a:cs typeface="Meiryo UI" pitchFamily="50" charset="-128"/>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46000745"/>
                  </a:ext>
                </a:extLst>
              </a:tr>
              <a:tr h="540000">
                <a:tc>
                  <a:txBody>
                    <a:bodyPr/>
                    <a:lstStyle/>
                    <a:p>
                      <a:pPr marL="0" algn="ctr" defTabSz="914400" rtl="0" eaLnBrk="1" latinLnBrk="0" hangingPunct="1"/>
                      <a:r>
                        <a:rPr kumimoji="1" lang="en-US" altLang="ja-JP" sz="1400" kern="1200">
                          <a:solidFill>
                            <a:schemeClr val="dk1"/>
                          </a:solidFill>
                          <a:latin typeface="游ゴシック"/>
                          <a:ea typeface="游ゴシック"/>
                          <a:cs typeface="+mn-cs"/>
                        </a:rPr>
                        <a:t>7</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本番移行手順書</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66628359"/>
                  </a:ext>
                </a:extLst>
              </a:tr>
              <a:tr h="540000">
                <a:tc>
                  <a:txBody>
                    <a:bodyPr/>
                    <a:lstStyle/>
                    <a:p>
                      <a:pPr marL="0" lvl="0" algn="ctr" defTabSz="914400" rtl="0">
                        <a:buNone/>
                      </a:pPr>
                      <a:r>
                        <a:rPr kumimoji="1" lang="en-US" altLang="ja-JP" sz="1400" kern="1200">
                          <a:solidFill>
                            <a:schemeClr val="dk1"/>
                          </a:solidFill>
                          <a:latin typeface="游ゴシック"/>
                          <a:ea typeface="游ゴシック"/>
                          <a:cs typeface="+mn-cs"/>
                        </a:rPr>
                        <a:t>8</a:t>
                      </a:r>
                      <a:endParaRPr kumimoji="1" lang="ja-JP" altLang="en-US" sz="1400" kern="1200">
                        <a:solidFill>
                          <a:schemeClr val="dk1"/>
                        </a:solidFill>
                        <a:latin typeface="游ゴシック"/>
                        <a:ea typeface="游ゴシック"/>
                        <a:cs typeface="+mn-cs"/>
                      </a:endParaRPr>
                    </a:p>
                  </a:txBody>
                  <a:tcPr marL="36000" marR="36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初期流動</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a:lnSpc>
                          <a:spcPct val="100000"/>
                        </a:lnSpc>
                        <a:spcBef>
                          <a:spcPts val="0"/>
                        </a:spcBef>
                        <a:spcAft>
                          <a:spcPts val="0"/>
                        </a:spcAft>
                        <a:buClrTx/>
                        <a:buSzTx/>
                        <a:buFont typeface="Arial" pitchFamily="34" charset="0"/>
                        <a:buNone/>
                        <a:tabLst/>
                        <a:defRPr/>
                      </a:pPr>
                      <a:r>
                        <a:rPr lang="ja-JP" altLang="en-US" sz="1400">
                          <a:solidFill>
                            <a:schemeClr val="tx1"/>
                          </a:solidFill>
                          <a:latin typeface="游ゴシック"/>
                          <a:ea typeface="游ゴシック"/>
                        </a:rPr>
                        <a:t>問題管理表</a:t>
                      </a:r>
                      <a:endParaRPr kumimoji="0" lang="ja-JP" altLang="en-US" sz="1400">
                        <a:solidFill>
                          <a:schemeClr val="tx1"/>
                        </a:solidFill>
                        <a:latin typeface="游ゴシック"/>
                        <a:ea typeface="游ゴシック"/>
                      </a:endParaRP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21585072"/>
                  </a:ext>
                </a:extLst>
              </a:tr>
            </a:tbl>
          </a:graphicData>
        </a:graphic>
      </p:graphicFrame>
      <p:sp>
        <p:nvSpPr>
          <p:cNvPr id="5" name="日付プレースホルダー 4">
            <a:extLst>
              <a:ext uri="{FF2B5EF4-FFF2-40B4-BE49-F238E27FC236}">
                <a16:creationId xmlns:a16="http://schemas.microsoft.com/office/drawing/2014/main" id="{D2781ADA-8500-0BAE-2B15-37819E39CA51}"/>
              </a:ext>
            </a:extLst>
          </p:cNvPr>
          <p:cNvSpPr>
            <a:spLocks noGrp="1"/>
          </p:cNvSpPr>
          <p:nvPr>
            <p:ph type="dt" sz="half" idx="10"/>
          </p:nvPr>
        </p:nvSpPr>
        <p:spPr/>
        <p:txBody>
          <a:bodyPr/>
          <a:lstStyle/>
          <a:p>
            <a:r>
              <a:rPr lang="en-US" altLang="ja-JP"/>
              <a:t>2025/4/4</a:t>
            </a:r>
            <a:endParaRPr lang="en-US"/>
          </a:p>
        </p:txBody>
      </p:sp>
    </p:spTree>
    <p:extLst>
      <p:ext uri="{BB962C8B-B14F-4D97-AF65-F5344CB8AC3E}">
        <p14:creationId xmlns:p14="http://schemas.microsoft.com/office/powerpoint/2010/main" val="1395438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F4455-CB8C-F577-5F98-B2AA942039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430C422-04F9-EE24-53A2-09385AFA525E}"/>
              </a:ext>
            </a:extLst>
          </p:cNvPr>
          <p:cNvSpPr>
            <a:spLocks noGrp="1"/>
          </p:cNvSpPr>
          <p:nvPr>
            <p:ph type="title"/>
          </p:nvPr>
        </p:nvSpPr>
        <p:spPr/>
        <p:txBody>
          <a:bodyPr/>
          <a:lstStyle/>
          <a:p>
            <a:r>
              <a:rPr lang="en-US" altLang="ja-JP">
                <a:latin typeface="游明朝"/>
                <a:ea typeface="游明朝"/>
              </a:rPr>
              <a:t>６-1</a:t>
            </a:r>
            <a:r>
              <a:rPr kumimoji="1" lang="en-US" altLang="ja-JP">
                <a:latin typeface="游明朝"/>
                <a:ea typeface="游明朝"/>
              </a:rPr>
              <a:t>. </a:t>
            </a:r>
            <a:r>
              <a:rPr kumimoji="1" lang="ja-JP" altLang="en-US">
                <a:latin typeface="游明朝"/>
                <a:ea typeface="游明朝"/>
              </a:rPr>
              <a:t>スケジュール（想定）</a:t>
            </a:r>
          </a:p>
        </p:txBody>
      </p:sp>
      <p:sp>
        <p:nvSpPr>
          <p:cNvPr id="7" name="日付プレースホルダー 6">
            <a:extLst>
              <a:ext uri="{FF2B5EF4-FFF2-40B4-BE49-F238E27FC236}">
                <a16:creationId xmlns:a16="http://schemas.microsoft.com/office/drawing/2014/main" id="{91B46059-163E-55F9-4862-9CACB1ADE949}"/>
              </a:ext>
            </a:extLst>
          </p:cNvPr>
          <p:cNvSpPr>
            <a:spLocks noGrp="1"/>
          </p:cNvSpPr>
          <p:nvPr>
            <p:ph type="dt" sz="half" idx="10"/>
          </p:nvPr>
        </p:nvSpPr>
        <p:spPr/>
        <p:txBody>
          <a:bodyPr/>
          <a:lstStyle/>
          <a:p>
            <a:r>
              <a:rPr lang="en-US" altLang="ja-JP"/>
              <a:t>2025/4/4</a:t>
            </a:r>
            <a:endParaRPr lang="en-US"/>
          </a:p>
        </p:txBody>
      </p:sp>
      <p:graphicFrame>
        <p:nvGraphicFramePr>
          <p:cNvPr id="10" name="表 9">
            <a:extLst>
              <a:ext uri="{FF2B5EF4-FFF2-40B4-BE49-F238E27FC236}">
                <a16:creationId xmlns:a16="http://schemas.microsoft.com/office/drawing/2014/main" id="{B4854A8F-2A6F-C93F-B02C-A406C2F4A13C}"/>
              </a:ext>
            </a:extLst>
          </p:cNvPr>
          <p:cNvGraphicFramePr>
            <a:graphicFrameLocks noGrp="1"/>
          </p:cNvGraphicFramePr>
          <p:nvPr>
            <p:extLst>
              <p:ext uri="{D42A27DB-BD31-4B8C-83A1-F6EECF244321}">
                <p14:modId xmlns:p14="http://schemas.microsoft.com/office/powerpoint/2010/main" val="2119150537"/>
              </p:ext>
            </p:extLst>
          </p:nvPr>
        </p:nvGraphicFramePr>
        <p:xfrm>
          <a:off x="208720" y="936002"/>
          <a:ext cx="11315694" cy="3687932"/>
        </p:xfrm>
        <a:graphic>
          <a:graphicData uri="http://schemas.openxmlformats.org/drawingml/2006/table">
            <a:tbl>
              <a:tblPr firstRow="1">
                <a:tableStyleId>{69012ECD-51FC-41F1-AA8D-1B2483CD663E}</a:tableStyleId>
              </a:tblPr>
              <a:tblGrid>
                <a:gridCol w="1094910">
                  <a:extLst>
                    <a:ext uri="{9D8B030D-6E8A-4147-A177-3AD203B41FA5}">
                      <a16:colId xmlns:a16="http://schemas.microsoft.com/office/drawing/2014/main" val="20001"/>
                    </a:ext>
                  </a:extLst>
                </a:gridCol>
                <a:gridCol w="486704">
                  <a:extLst>
                    <a:ext uri="{9D8B030D-6E8A-4147-A177-3AD203B41FA5}">
                      <a16:colId xmlns:a16="http://schemas.microsoft.com/office/drawing/2014/main" val="3410075611"/>
                    </a:ext>
                  </a:extLst>
                </a:gridCol>
                <a:gridCol w="486704">
                  <a:extLst>
                    <a:ext uri="{9D8B030D-6E8A-4147-A177-3AD203B41FA5}">
                      <a16:colId xmlns:a16="http://schemas.microsoft.com/office/drawing/2014/main" val="581140380"/>
                    </a:ext>
                  </a:extLst>
                </a:gridCol>
                <a:gridCol w="486704">
                  <a:extLst>
                    <a:ext uri="{9D8B030D-6E8A-4147-A177-3AD203B41FA5}">
                      <a16:colId xmlns:a16="http://schemas.microsoft.com/office/drawing/2014/main" val="2281884067"/>
                    </a:ext>
                  </a:extLst>
                </a:gridCol>
                <a:gridCol w="486704">
                  <a:extLst>
                    <a:ext uri="{9D8B030D-6E8A-4147-A177-3AD203B41FA5}">
                      <a16:colId xmlns:a16="http://schemas.microsoft.com/office/drawing/2014/main" val="3798517737"/>
                    </a:ext>
                  </a:extLst>
                </a:gridCol>
                <a:gridCol w="486704">
                  <a:extLst>
                    <a:ext uri="{9D8B030D-6E8A-4147-A177-3AD203B41FA5}">
                      <a16:colId xmlns:a16="http://schemas.microsoft.com/office/drawing/2014/main" val="3330914773"/>
                    </a:ext>
                  </a:extLst>
                </a:gridCol>
                <a:gridCol w="486704">
                  <a:extLst>
                    <a:ext uri="{9D8B030D-6E8A-4147-A177-3AD203B41FA5}">
                      <a16:colId xmlns:a16="http://schemas.microsoft.com/office/drawing/2014/main" val="20014"/>
                    </a:ext>
                  </a:extLst>
                </a:gridCol>
                <a:gridCol w="486704">
                  <a:extLst>
                    <a:ext uri="{9D8B030D-6E8A-4147-A177-3AD203B41FA5}">
                      <a16:colId xmlns:a16="http://schemas.microsoft.com/office/drawing/2014/main" val="332361526"/>
                    </a:ext>
                  </a:extLst>
                </a:gridCol>
                <a:gridCol w="486704">
                  <a:extLst>
                    <a:ext uri="{9D8B030D-6E8A-4147-A177-3AD203B41FA5}">
                      <a16:colId xmlns:a16="http://schemas.microsoft.com/office/drawing/2014/main" val="1301509302"/>
                    </a:ext>
                  </a:extLst>
                </a:gridCol>
                <a:gridCol w="486704">
                  <a:extLst>
                    <a:ext uri="{9D8B030D-6E8A-4147-A177-3AD203B41FA5}">
                      <a16:colId xmlns:a16="http://schemas.microsoft.com/office/drawing/2014/main" val="2064698816"/>
                    </a:ext>
                  </a:extLst>
                </a:gridCol>
                <a:gridCol w="486704">
                  <a:extLst>
                    <a:ext uri="{9D8B030D-6E8A-4147-A177-3AD203B41FA5}">
                      <a16:colId xmlns:a16="http://schemas.microsoft.com/office/drawing/2014/main" val="1049139473"/>
                    </a:ext>
                  </a:extLst>
                </a:gridCol>
                <a:gridCol w="486704">
                  <a:extLst>
                    <a:ext uri="{9D8B030D-6E8A-4147-A177-3AD203B41FA5}">
                      <a16:colId xmlns:a16="http://schemas.microsoft.com/office/drawing/2014/main" val="581626291"/>
                    </a:ext>
                  </a:extLst>
                </a:gridCol>
                <a:gridCol w="486704">
                  <a:extLst>
                    <a:ext uri="{9D8B030D-6E8A-4147-A177-3AD203B41FA5}">
                      <a16:colId xmlns:a16="http://schemas.microsoft.com/office/drawing/2014/main" val="1794734865"/>
                    </a:ext>
                  </a:extLst>
                </a:gridCol>
                <a:gridCol w="486704">
                  <a:extLst>
                    <a:ext uri="{9D8B030D-6E8A-4147-A177-3AD203B41FA5}">
                      <a16:colId xmlns:a16="http://schemas.microsoft.com/office/drawing/2014/main" val="2108640072"/>
                    </a:ext>
                  </a:extLst>
                </a:gridCol>
                <a:gridCol w="486704">
                  <a:extLst>
                    <a:ext uri="{9D8B030D-6E8A-4147-A177-3AD203B41FA5}">
                      <a16:colId xmlns:a16="http://schemas.microsoft.com/office/drawing/2014/main" val="2565848082"/>
                    </a:ext>
                  </a:extLst>
                </a:gridCol>
                <a:gridCol w="486704">
                  <a:extLst>
                    <a:ext uri="{9D8B030D-6E8A-4147-A177-3AD203B41FA5}">
                      <a16:colId xmlns:a16="http://schemas.microsoft.com/office/drawing/2014/main" val="625707461"/>
                    </a:ext>
                  </a:extLst>
                </a:gridCol>
                <a:gridCol w="486704">
                  <a:extLst>
                    <a:ext uri="{9D8B030D-6E8A-4147-A177-3AD203B41FA5}">
                      <a16:colId xmlns:a16="http://schemas.microsoft.com/office/drawing/2014/main" val="2208195312"/>
                    </a:ext>
                  </a:extLst>
                </a:gridCol>
                <a:gridCol w="486704">
                  <a:extLst>
                    <a:ext uri="{9D8B030D-6E8A-4147-A177-3AD203B41FA5}">
                      <a16:colId xmlns:a16="http://schemas.microsoft.com/office/drawing/2014/main" val="1113983326"/>
                    </a:ext>
                  </a:extLst>
                </a:gridCol>
                <a:gridCol w="486704">
                  <a:extLst>
                    <a:ext uri="{9D8B030D-6E8A-4147-A177-3AD203B41FA5}">
                      <a16:colId xmlns:a16="http://schemas.microsoft.com/office/drawing/2014/main" val="3033107777"/>
                    </a:ext>
                  </a:extLst>
                </a:gridCol>
                <a:gridCol w="486704">
                  <a:extLst>
                    <a:ext uri="{9D8B030D-6E8A-4147-A177-3AD203B41FA5}">
                      <a16:colId xmlns:a16="http://schemas.microsoft.com/office/drawing/2014/main" val="1162710899"/>
                    </a:ext>
                  </a:extLst>
                </a:gridCol>
                <a:gridCol w="486704">
                  <a:extLst>
                    <a:ext uri="{9D8B030D-6E8A-4147-A177-3AD203B41FA5}">
                      <a16:colId xmlns:a16="http://schemas.microsoft.com/office/drawing/2014/main" val="1123801871"/>
                    </a:ext>
                  </a:extLst>
                </a:gridCol>
                <a:gridCol w="486704">
                  <a:extLst>
                    <a:ext uri="{9D8B030D-6E8A-4147-A177-3AD203B41FA5}">
                      <a16:colId xmlns:a16="http://schemas.microsoft.com/office/drawing/2014/main" val="860796379"/>
                    </a:ext>
                  </a:extLst>
                </a:gridCol>
              </a:tblGrid>
              <a:tr h="267324">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9">
                  <a:txBody>
                    <a:bodyPr/>
                    <a:lstStyle/>
                    <a:p>
                      <a:pPr algn="ctr"/>
                      <a:r>
                        <a:rPr lang="en-US" altLang="ja-JP" sz="1400" b="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gridSpan="12">
                  <a:txBody>
                    <a:bodyPr/>
                    <a:lstStyle/>
                    <a:p>
                      <a:pPr algn="ctr"/>
                      <a:r>
                        <a:rPr kumimoji="1" lang="en-US" altLang="ja-JP" sz="1400" b="0">
                          <a:solidFill>
                            <a:srgbClr val="FFFFFF"/>
                          </a:solidFill>
                          <a:latin typeface="游ゴシック" panose="020B0400000000000000" pitchFamily="50" charset="-128"/>
                          <a:ea typeface="游ゴシック" panose="020B0400000000000000" pitchFamily="50" charset="-128"/>
                          <a:cs typeface="Meiryo UI" pitchFamily="50" charset="-128"/>
                        </a:rPr>
                        <a:t>2026</a:t>
                      </a:r>
                      <a:r>
                        <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rPr>
                        <a:t>年</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67199">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6</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6</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7</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8</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9</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10</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11</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12</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633166">
                <a:tc>
                  <a:txBody>
                    <a:bodyPr/>
                    <a:lstStyle/>
                    <a:p>
                      <a:pPr lvl="0" algn="l">
                        <a:buNone/>
                      </a:pPr>
                      <a:r>
                        <a:rPr kumimoji="1" lang="ja-JP" altLang="en-US" sz="1400" b="0">
                          <a:latin typeface="游ゴシック"/>
                          <a:ea typeface="游ゴシック"/>
                          <a:cs typeface="Meiryo UI" pitchFamily="50" charset="-128"/>
                        </a:rPr>
                        <a:t>マイルストーン</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5624585"/>
                  </a:ext>
                </a:extLst>
              </a:tr>
              <a:tr h="667074">
                <a:tc>
                  <a:txBody>
                    <a:bodyPr/>
                    <a:lstStyle/>
                    <a:p>
                      <a:pPr algn="l"/>
                      <a:r>
                        <a:rPr kumimoji="1" lang="ja-JP" altLang="en-US" sz="1400" b="0">
                          <a:latin typeface="游ゴシック"/>
                          <a:ea typeface="游ゴシック"/>
                          <a:cs typeface="Meiryo UI" pitchFamily="50" charset="-128"/>
                        </a:rPr>
                        <a:t>陸上出荷システム</a:t>
                      </a:r>
                      <a:endParaRPr lang="en-US" altLang="ja-JP" sz="1400" b="0">
                        <a:latin typeface="游ゴシック"/>
                        <a:ea typeface="游ゴシック"/>
                        <a:cs typeface="Meiryo UI" pitchFamily="50" charset="-128"/>
                      </a:endParaRPr>
                    </a:p>
                    <a:p>
                      <a:pPr lvl="0" algn="l">
                        <a:buNone/>
                      </a:pPr>
                      <a:r>
                        <a:rPr kumimoji="1" lang="ja-JP" altLang="en-US" sz="1400" b="0">
                          <a:latin typeface="游ゴシック"/>
                          <a:ea typeface="游ゴシック"/>
                          <a:cs typeface="Meiryo UI" pitchFamily="50" charset="-128"/>
                        </a:rPr>
                        <a:t>構築</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66948">
                <a:tc>
                  <a:txBody>
                    <a:bodyPr/>
                    <a:lstStyle/>
                    <a:p>
                      <a:pPr algn="l"/>
                      <a:r>
                        <a:rPr kumimoji="1" lang="ja-JP" altLang="en-US" sz="1400" b="0">
                          <a:latin typeface="游ゴシック"/>
                          <a:ea typeface="游ゴシック"/>
                          <a:cs typeface="Meiryo UI" pitchFamily="50" charset="-128"/>
                        </a:rPr>
                        <a:t>徳山ヤード操業サーバ</a:t>
                      </a:r>
                      <a:r>
                        <a:rPr kumimoji="1" lang="en-US" altLang="ja-JP" sz="1400" b="0">
                          <a:latin typeface="游ゴシック"/>
                          <a:ea typeface="游ゴシック"/>
                          <a:cs typeface="Meiryo UI" pitchFamily="50" charset="-128"/>
                        </a:rPr>
                        <a:t>MEK</a:t>
                      </a:r>
                      <a:r>
                        <a:rPr kumimoji="1" lang="ja-JP" altLang="en-US" sz="1400" b="0">
                          <a:latin typeface="游ゴシック"/>
                          <a:ea typeface="游ゴシック"/>
                          <a:cs typeface="Meiryo UI" pitchFamily="50" charset="-128"/>
                        </a:rPr>
                        <a:t>取込改修</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extLst>
                  <a:ext uri="{0D108BD9-81ED-4DB2-BD59-A6C34878D82A}">
                    <a16:rowId xmlns:a16="http://schemas.microsoft.com/office/drawing/2014/main" val="920133689"/>
                  </a:ext>
                </a:extLst>
              </a:tr>
              <a:tr h="633166">
                <a:tc>
                  <a:txBody>
                    <a:bodyPr/>
                    <a:lstStyle/>
                    <a:p>
                      <a:pPr algn="l"/>
                      <a:r>
                        <a:rPr kumimoji="1" lang="ja-JP" altLang="en-US" sz="1200" b="0">
                          <a:latin typeface="游ゴシック" panose="020B0400000000000000" pitchFamily="50" charset="-128"/>
                          <a:ea typeface="+mn-ea"/>
                          <a:cs typeface="Meiryo UI" pitchFamily="50" charset="-128"/>
                        </a:rPr>
                        <a:t>徳山</a:t>
                      </a:r>
                      <a:r>
                        <a:rPr kumimoji="1" lang="en-US" altLang="ja-JP" sz="1200" b="0">
                          <a:latin typeface="游ゴシック" panose="020B0400000000000000" pitchFamily="50" charset="-128"/>
                          <a:ea typeface="+mn-ea"/>
                          <a:cs typeface="Meiryo UI" pitchFamily="50" charset="-128"/>
                        </a:rPr>
                        <a:t>L3.5GW</a:t>
                      </a:r>
                      <a:r>
                        <a:rPr kumimoji="1" lang="ja-JP" altLang="en-US" sz="1200" b="0">
                          <a:latin typeface="游ゴシック" panose="020B0400000000000000" pitchFamily="50" charset="-128"/>
                          <a:ea typeface="+mn-ea"/>
                          <a:cs typeface="Meiryo UI" pitchFamily="50" charset="-128"/>
                        </a:rPr>
                        <a:t>サーバ</a:t>
                      </a:r>
                      <a:endParaRPr kumimoji="1" lang="en-US" altLang="ja-JP" sz="1200" b="0">
                        <a:latin typeface="游ゴシック" panose="020B0400000000000000" pitchFamily="50" charset="-128"/>
                        <a:ea typeface="+mn-ea"/>
                        <a:cs typeface="Meiryo UI" pitchFamily="50" charset="-128"/>
                      </a:endParaRPr>
                    </a:p>
                    <a:p>
                      <a:pPr algn="l"/>
                      <a:r>
                        <a:rPr kumimoji="1" lang="ja-JP" altLang="en-US" sz="1200" b="0">
                          <a:latin typeface="游ゴシック" panose="020B0400000000000000" pitchFamily="50" charset="-128"/>
                          <a:ea typeface="+mn-ea"/>
                          <a:cs typeface="Meiryo UI" pitchFamily="50" charset="-128"/>
                        </a:rPr>
                        <a:t>更新</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2838059"/>
                  </a:ext>
                </a:extLst>
              </a:tr>
            </a:tbl>
          </a:graphicData>
        </a:graphic>
      </p:graphicFrame>
      <p:sp>
        <p:nvSpPr>
          <p:cNvPr id="11" name="ホームベース 30">
            <a:extLst>
              <a:ext uri="{FF2B5EF4-FFF2-40B4-BE49-F238E27FC236}">
                <a16:creationId xmlns:a16="http://schemas.microsoft.com/office/drawing/2014/main" id="{DCB36EC3-8E20-C3F6-7B28-01D15E55DD07}"/>
              </a:ext>
            </a:extLst>
          </p:cNvPr>
          <p:cNvSpPr/>
          <p:nvPr/>
        </p:nvSpPr>
        <p:spPr>
          <a:xfrm>
            <a:off x="7677400" y="6039490"/>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BFB62DC3-6DA3-D4FC-16D3-B40614E1ABDE}"/>
              </a:ext>
            </a:extLst>
          </p:cNvPr>
          <p:cNvSpPr/>
          <p:nvPr/>
        </p:nvSpPr>
        <p:spPr>
          <a:xfrm>
            <a:off x="8969300" y="6039490"/>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9C118669-AAAC-CB56-4106-836E9D178670}"/>
              </a:ext>
            </a:extLst>
          </p:cNvPr>
          <p:cNvSpPr/>
          <p:nvPr/>
        </p:nvSpPr>
        <p:spPr>
          <a:xfrm>
            <a:off x="10261199" y="6039490"/>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8C6CEE94-A689-CD52-18E4-F850504C8DFB}"/>
              </a:ext>
            </a:extLst>
          </p:cNvPr>
          <p:cNvSpPr/>
          <p:nvPr/>
        </p:nvSpPr>
        <p:spPr>
          <a:xfrm>
            <a:off x="7602363" y="5964878"/>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E7DB5001-E355-EA1E-354F-9012E305B8F7}"/>
              </a:ext>
            </a:extLst>
          </p:cNvPr>
          <p:cNvSpPr/>
          <p:nvPr/>
        </p:nvSpPr>
        <p:spPr>
          <a:xfrm>
            <a:off x="1790585" y="3336048"/>
            <a:ext cx="487102"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要件定義</a:t>
            </a:r>
          </a:p>
        </p:txBody>
      </p:sp>
      <p:sp>
        <p:nvSpPr>
          <p:cNvPr id="20" name="正方形/長方形 19">
            <a:extLst>
              <a:ext uri="{FF2B5EF4-FFF2-40B4-BE49-F238E27FC236}">
                <a16:creationId xmlns:a16="http://schemas.microsoft.com/office/drawing/2014/main" id="{3DD4AABD-7F3B-0C9F-D46E-716939B141B9}"/>
              </a:ext>
            </a:extLst>
          </p:cNvPr>
          <p:cNvSpPr/>
          <p:nvPr/>
        </p:nvSpPr>
        <p:spPr>
          <a:xfrm>
            <a:off x="3713542" y="3336048"/>
            <a:ext cx="987305"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F393101E-A8D5-24E0-0052-8E7ADDE42244}"/>
              </a:ext>
            </a:extLst>
          </p:cNvPr>
          <p:cNvSpPr/>
          <p:nvPr/>
        </p:nvSpPr>
        <p:spPr>
          <a:xfrm>
            <a:off x="7131727" y="3336048"/>
            <a:ext cx="985649"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EA0BE68A-B0BC-DB81-1043-21C107AF1B3D}"/>
              </a:ext>
            </a:extLst>
          </p:cNvPr>
          <p:cNvSpPr/>
          <p:nvPr/>
        </p:nvSpPr>
        <p:spPr>
          <a:xfrm>
            <a:off x="2278712" y="3336048"/>
            <a:ext cx="487102"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基本設計</a:t>
            </a:r>
          </a:p>
        </p:txBody>
      </p:sp>
      <p:sp>
        <p:nvSpPr>
          <p:cNvPr id="23" name="正方形/長方形 22">
            <a:extLst>
              <a:ext uri="{FF2B5EF4-FFF2-40B4-BE49-F238E27FC236}">
                <a16:creationId xmlns:a16="http://schemas.microsoft.com/office/drawing/2014/main" id="{5C04B0F1-5703-2F7D-EC8F-D23CD1AC3790}"/>
              </a:ext>
            </a:extLst>
          </p:cNvPr>
          <p:cNvSpPr/>
          <p:nvPr/>
        </p:nvSpPr>
        <p:spPr>
          <a:xfrm>
            <a:off x="4700847" y="3336048"/>
            <a:ext cx="490451"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24" name="正方形/長方形 23">
            <a:extLst>
              <a:ext uri="{FF2B5EF4-FFF2-40B4-BE49-F238E27FC236}">
                <a16:creationId xmlns:a16="http://schemas.microsoft.com/office/drawing/2014/main" id="{489A1212-7467-05A5-0AD0-769FDABA54E8}"/>
              </a:ext>
            </a:extLst>
          </p:cNvPr>
          <p:cNvSpPr/>
          <p:nvPr/>
        </p:nvSpPr>
        <p:spPr>
          <a:xfrm>
            <a:off x="8394022" y="3336048"/>
            <a:ext cx="210047"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sp>
        <p:nvSpPr>
          <p:cNvPr id="26" name="テキスト ボックス 25">
            <a:extLst>
              <a:ext uri="{FF2B5EF4-FFF2-40B4-BE49-F238E27FC236}">
                <a16:creationId xmlns:a16="http://schemas.microsoft.com/office/drawing/2014/main" id="{ED7DB45D-C23A-8720-93A1-3E088C31D2CA}"/>
              </a:ext>
            </a:extLst>
          </p:cNvPr>
          <p:cNvSpPr txBox="1"/>
          <p:nvPr/>
        </p:nvSpPr>
        <p:spPr>
          <a:xfrm>
            <a:off x="622617" y="5943532"/>
            <a:ext cx="6875464" cy="507247"/>
          </a:xfrm>
          <a:prstGeom prst="rect">
            <a:avLst/>
          </a:prstGeom>
          <a:noFill/>
        </p:spPr>
        <p:txBody>
          <a:bodyPr wrap="square" rtlCol="0">
            <a:noAutofit/>
          </a:bodyPr>
          <a:lstStyle/>
          <a:p>
            <a:r>
              <a:rPr lang="en-US" altLang="ja-JP" sz="1400">
                <a:latin typeface="+mn-ea"/>
                <a:cs typeface="メイリオ" pitchFamily="50" charset="-128"/>
              </a:rPr>
              <a:t>※1 </a:t>
            </a:r>
            <a:r>
              <a:rPr lang="ja-JP" altLang="en-US" sz="1400">
                <a:latin typeface="+mn-ea"/>
                <a:cs typeface="メイリオ" pitchFamily="50" charset="-128"/>
              </a:rPr>
              <a:t>スケジュールは想定となりますので、正式見積もり時に改めて提示いたします。</a:t>
            </a:r>
            <a:endParaRPr lang="en-US" altLang="ja-JP" sz="1400">
              <a:latin typeface="+mn-ea"/>
              <a:cs typeface="メイリオ" pitchFamily="50" charset="-128"/>
            </a:endParaRPr>
          </a:p>
          <a:p>
            <a:r>
              <a:rPr lang="en-US" altLang="ja-JP" sz="1400">
                <a:latin typeface="+mn-ea"/>
                <a:cs typeface="メイリオ" pitchFamily="50" charset="-128"/>
              </a:rPr>
              <a:t>※2 </a:t>
            </a:r>
            <a:r>
              <a:rPr lang="ja-JP" altLang="en-US" sz="1400">
                <a:latin typeface="+mn-ea"/>
                <a:cs typeface="メイリオ" pitchFamily="50" charset="-128"/>
              </a:rPr>
              <a:t>陸上出荷システム構築のスケジュールに合わせての対応を想定しております。</a:t>
            </a:r>
            <a:endParaRPr lang="en-US" altLang="ja-JP" sz="1400">
              <a:latin typeface="+mn-ea"/>
              <a:cs typeface="メイリオ" pitchFamily="50" charset="-128"/>
            </a:endParaRPr>
          </a:p>
        </p:txBody>
      </p:sp>
      <p:sp>
        <p:nvSpPr>
          <p:cNvPr id="42" name="ホームベース 30">
            <a:extLst>
              <a:ext uri="{FF2B5EF4-FFF2-40B4-BE49-F238E27FC236}">
                <a16:creationId xmlns:a16="http://schemas.microsoft.com/office/drawing/2014/main" id="{DAE579D4-432B-AA46-E744-1157390B2189}"/>
              </a:ext>
            </a:extLst>
          </p:cNvPr>
          <p:cNvSpPr/>
          <p:nvPr/>
        </p:nvSpPr>
        <p:spPr>
          <a:xfrm>
            <a:off x="1316973" y="2543565"/>
            <a:ext cx="3383874" cy="423746"/>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制作</a:t>
            </a:r>
          </a:p>
        </p:txBody>
      </p:sp>
      <p:sp>
        <p:nvSpPr>
          <p:cNvPr id="4" name="正方形/長方形 3">
            <a:extLst>
              <a:ext uri="{FF2B5EF4-FFF2-40B4-BE49-F238E27FC236}">
                <a16:creationId xmlns:a16="http://schemas.microsoft.com/office/drawing/2014/main" id="{7D0A58B3-9E37-C2B2-C14B-2D4134C71BD0}"/>
              </a:ext>
            </a:extLst>
          </p:cNvPr>
          <p:cNvSpPr/>
          <p:nvPr/>
        </p:nvSpPr>
        <p:spPr>
          <a:xfrm>
            <a:off x="4700847" y="2534838"/>
            <a:ext cx="490451"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IF</a:t>
            </a:r>
            <a:r>
              <a:rPr lang="ja-JP" altLang="en-US" sz="1100">
                <a:solidFill>
                  <a:schemeClr val="tx1"/>
                </a:solidFill>
                <a:latin typeface="游ゴシック" panose="020B0400000000000000" pitchFamily="50" charset="-128"/>
                <a:ea typeface="游ゴシック" panose="020B0400000000000000" pitchFamily="50" charset="-128"/>
              </a:rPr>
              <a:t>確認</a:t>
            </a:r>
          </a:p>
        </p:txBody>
      </p:sp>
      <p:sp>
        <p:nvSpPr>
          <p:cNvPr id="5" name="正方形/長方形 4">
            <a:extLst>
              <a:ext uri="{FF2B5EF4-FFF2-40B4-BE49-F238E27FC236}">
                <a16:creationId xmlns:a16="http://schemas.microsoft.com/office/drawing/2014/main" id="{21ABEAFF-96E5-D183-AA10-74130D5F379F}"/>
              </a:ext>
            </a:extLst>
          </p:cNvPr>
          <p:cNvSpPr/>
          <p:nvPr/>
        </p:nvSpPr>
        <p:spPr>
          <a:xfrm>
            <a:off x="7131728" y="2534838"/>
            <a:ext cx="985650"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820EE1E6-1C75-39C2-1E6B-8A268118A1C0}"/>
              </a:ext>
            </a:extLst>
          </p:cNvPr>
          <p:cNvGrpSpPr/>
          <p:nvPr/>
        </p:nvGrpSpPr>
        <p:grpSpPr>
          <a:xfrm>
            <a:off x="4763193" y="1769527"/>
            <a:ext cx="2107277" cy="144000"/>
            <a:chOff x="2968075" y="2178156"/>
            <a:chExt cx="2107277" cy="144000"/>
          </a:xfrm>
          <a:solidFill>
            <a:schemeClr val="bg1"/>
          </a:solidFill>
        </p:grpSpPr>
        <p:sp>
          <p:nvSpPr>
            <p:cNvPr id="8" name="星 5 25">
              <a:extLst>
                <a:ext uri="{FF2B5EF4-FFF2-40B4-BE49-F238E27FC236}">
                  <a16:creationId xmlns:a16="http://schemas.microsoft.com/office/drawing/2014/main" id="{6B24A56B-723D-1465-7C0E-2B60627D89CE}"/>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9" name="テキスト ボックス 8">
              <a:extLst>
                <a:ext uri="{FF2B5EF4-FFF2-40B4-BE49-F238E27FC236}">
                  <a16:creationId xmlns:a16="http://schemas.microsoft.com/office/drawing/2014/main" id="{F0190DBE-626D-3406-7E36-590125C6859A}"/>
                </a:ext>
              </a:extLst>
            </p:cNvPr>
            <p:cNvSpPr txBox="1"/>
            <p:nvPr/>
          </p:nvSpPr>
          <p:spPr>
            <a:xfrm>
              <a:off x="3112075" y="2194058"/>
              <a:ext cx="1963277" cy="128098"/>
            </a:xfrm>
            <a:prstGeom prst="rect">
              <a:avLst/>
            </a:prstGeom>
            <a:grpFill/>
          </p:spPr>
          <p:txBody>
            <a:bodyPr wrap="square" lIns="36000" tIns="0" rIns="36000" bIns="0" rtlCol="0" anchor="ctr">
              <a:noAutofit/>
            </a:bodyPr>
            <a:lstStyle/>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陸上出荷システム</a:t>
              </a:r>
              <a:r>
                <a:rPr lang="en-US" altLang="ja-JP" sz="900">
                  <a:latin typeface="Meiryo UI" panose="020B0604030504040204" pitchFamily="50" charset="-128"/>
                  <a:ea typeface="Meiryo UI" panose="020B0604030504040204" pitchFamily="50" charset="-128"/>
                  <a:cs typeface="Meiryo UI" panose="020B0604030504040204" pitchFamily="50" charset="-128"/>
                </a:rPr>
                <a:t>-MEK</a:t>
              </a:r>
              <a:r>
                <a:rPr lang="ja-JP" altLang="en-US" sz="900">
                  <a:latin typeface="Meiryo UI" panose="020B0604030504040204" pitchFamily="50" charset="-128"/>
                  <a:ea typeface="Meiryo UI" panose="020B0604030504040204" pitchFamily="50" charset="-128"/>
                  <a:cs typeface="Meiryo UI" panose="020B0604030504040204" pitchFamily="50" charset="-128"/>
                </a:rPr>
                <a:t>取込</a:t>
              </a:r>
              <a:r>
                <a:rPr lang="en-US" altLang="ja-JP" sz="900">
                  <a:latin typeface="Meiryo UI" panose="020B0604030504040204" pitchFamily="50" charset="-128"/>
                  <a:ea typeface="Meiryo UI" panose="020B0604030504040204" pitchFamily="50" charset="-128"/>
                  <a:cs typeface="Meiryo UI" panose="020B0604030504040204" pitchFamily="50" charset="-128"/>
                </a:rPr>
                <a:t>IF</a:t>
              </a:r>
              <a:r>
                <a:rPr lang="ja-JP" altLang="en-US" sz="900">
                  <a:latin typeface="Meiryo UI" panose="020B0604030504040204" pitchFamily="50" charset="-128"/>
                  <a:ea typeface="Meiryo UI" panose="020B0604030504040204" pitchFamily="50" charset="-128"/>
                  <a:cs typeface="Meiryo UI" panose="020B0604030504040204" pitchFamily="50" charset="-128"/>
                </a:rPr>
                <a:t>テスト</a:t>
              </a:r>
            </a:p>
          </p:txBody>
        </p:sp>
      </p:grpSp>
      <p:grpSp>
        <p:nvGrpSpPr>
          <p:cNvPr id="17" name="グループ化 16">
            <a:extLst>
              <a:ext uri="{FF2B5EF4-FFF2-40B4-BE49-F238E27FC236}">
                <a16:creationId xmlns:a16="http://schemas.microsoft.com/office/drawing/2014/main" id="{8965198B-50C6-7D18-EA65-B6AAA903EE03}"/>
              </a:ext>
            </a:extLst>
          </p:cNvPr>
          <p:cNvGrpSpPr/>
          <p:nvPr/>
        </p:nvGrpSpPr>
        <p:grpSpPr>
          <a:xfrm>
            <a:off x="7063739" y="1770716"/>
            <a:ext cx="2107277" cy="144000"/>
            <a:chOff x="2968075" y="2178156"/>
            <a:chExt cx="2107277" cy="144000"/>
          </a:xfrm>
          <a:solidFill>
            <a:schemeClr val="bg1"/>
          </a:solidFill>
        </p:grpSpPr>
        <p:sp>
          <p:nvSpPr>
            <p:cNvPr id="18" name="星 5 25">
              <a:extLst>
                <a:ext uri="{FF2B5EF4-FFF2-40B4-BE49-F238E27FC236}">
                  <a16:creationId xmlns:a16="http://schemas.microsoft.com/office/drawing/2014/main" id="{B0E30EB7-3F59-D93C-5FDA-A5F1041B2FD9}"/>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19" name="テキスト ボックス 18">
              <a:extLst>
                <a:ext uri="{FF2B5EF4-FFF2-40B4-BE49-F238E27FC236}">
                  <a16:creationId xmlns:a16="http://schemas.microsoft.com/office/drawing/2014/main" id="{B3935E75-55AB-27B9-0340-789CD9D426D1}"/>
                </a:ext>
              </a:extLst>
            </p:cNvPr>
            <p:cNvSpPr txBox="1"/>
            <p:nvPr/>
          </p:nvSpPr>
          <p:spPr>
            <a:xfrm>
              <a:off x="3112075" y="2194058"/>
              <a:ext cx="1963277" cy="128098"/>
            </a:xfrm>
            <a:prstGeom prst="rect">
              <a:avLst/>
            </a:prstGeom>
            <a:grpFill/>
          </p:spPr>
          <p:txBody>
            <a:bodyPr wrap="square" lIns="36000" tIns="0" rIns="36000" bIns="0" rtlCol="0" anchor="ctr">
              <a:noAutofit/>
            </a:bodyPr>
            <a:lstStyle/>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陸上出荷システム</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r>
                <a:rPr lang="ja-JP" altLang="en-US" sz="900">
                  <a:latin typeface="Meiryo UI" panose="020B0604030504040204" pitchFamily="50" charset="-128"/>
                  <a:ea typeface="Meiryo UI" panose="020B0604030504040204" pitchFamily="50" charset="-128"/>
                  <a:cs typeface="Meiryo UI" panose="020B0604030504040204" pitchFamily="50" charset="-128"/>
                </a:rPr>
                <a:t>現地搬入</a:t>
              </a:r>
            </a:p>
          </p:txBody>
        </p:sp>
      </p:grpSp>
      <p:sp>
        <p:nvSpPr>
          <p:cNvPr id="25" name="正方形/長方形 24">
            <a:extLst>
              <a:ext uri="{FF2B5EF4-FFF2-40B4-BE49-F238E27FC236}">
                <a16:creationId xmlns:a16="http://schemas.microsoft.com/office/drawing/2014/main" id="{6ACF56EA-A81D-3F8A-7CFB-A714A2F4E623}"/>
              </a:ext>
            </a:extLst>
          </p:cNvPr>
          <p:cNvSpPr/>
          <p:nvPr/>
        </p:nvSpPr>
        <p:spPr>
          <a:xfrm>
            <a:off x="8116066" y="3336048"/>
            <a:ext cx="279267"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1" name="正方形/長方形 30">
            <a:extLst>
              <a:ext uri="{FF2B5EF4-FFF2-40B4-BE49-F238E27FC236}">
                <a16:creationId xmlns:a16="http://schemas.microsoft.com/office/drawing/2014/main" id="{C215152C-5DAE-8D02-0746-CB1DE5924120}"/>
              </a:ext>
            </a:extLst>
          </p:cNvPr>
          <p:cNvSpPr/>
          <p:nvPr/>
        </p:nvSpPr>
        <p:spPr>
          <a:xfrm>
            <a:off x="5191298" y="4072283"/>
            <a:ext cx="487102"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要件定義</a:t>
            </a:r>
          </a:p>
        </p:txBody>
      </p:sp>
      <p:sp>
        <p:nvSpPr>
          <p:cNvPr id="32" name="正方形/長方形 31">
            <a:extLst>
              <a:ext uri="{FF2B5EF4-FFF2-40B4-BE49-F238E27FC236}">
                <a16:creationId xmlns:a16="http://schemas.microsoft.com/office/drawing/2014/main" id="{5DCA70D3-F1D2-3CBA-8B11-37382F677ADC}"/>
              </a:ext>
            </a:extLst>
          </p:cNvPr>
          <p:cNvSpPr/>
          <p:nvPr/>
        </p:nvSpPr>
        <p:spPr>
          <a:xfrm>
            <a:off x="5679425" y="4072283"/>
            <a:ext cx="487102"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基本設計</a:t>
            </a:r>
          </a:p>
        </p:txBody>
      </p:sp>
      <p:sp>
        <p:nvSpPr>
          <p:cNvPr id="33" name="正方形/長方形 32">
            <a:extLst>
              <a:ext uri="{FF2B5EF4-FFF2-40B4-BE49-F238E27FC236}">
                <a16:creationId xmlns:a16="http://schemas.microsoft.com/office/drawing/2014/main" id="{9B9B3848-2725-39D6-D158-C72AF4CDB7A6}"/>
              </a:ext>
            </a:extLst>
          </p:cNvPr>
          <p:cNvSpPr/>
          <p:nvPr/>
        </p:nvSpPr>
        <p:spPr>
          <a:xfrm>
            <a:off x="6166527" y="4068035"/>
            <a:ext cx="487103"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34" name="正方形/長方形 33">
            <a:extLst>
              <a:ext uri="{FF2B5EF4-FFF2-40B4-BE49-F238E27FC236}">
                <a16:creationId xmlns:a16="http://schemas.microsoft.com/office/drawing/2014/main" id="{041CDDBA-E10F-296B-82DE-B55D36677D19}"/>
              </a:ext>
            </a:extLst>
          </p:cNvPr>
          <p:cNvSpPr/>
          <p:nvPr/>
        </p:nvSpPr>
        <p:spPr>
          <a:xfrm>
            <a:off x="6653629" y="4068035"/>
            <a:ext cx="490451"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5" name="正方形/長方形 34">
            <a:extLst>
              <a:ext uri="{FF2B5EF4-FFF2-40B4-BE49-F238E27FC236}">
                <a16:creationId xmlns:a16="http://schemas.microsoft.com/office/drawing/2014/main" id="{45CE681D-68AE-BC25-0926-35D19CE30AB5}"/>
              </a:ext>
            </a:extLst>
          </p:cNvPr>
          <p:cNvSpPr/>
          <p:nvPr/>
        </p:nvSpPr>
        <p:spPr>
          <a:xfrm>
            <a:off x="7131727" y="4058514"/>
            <a:ext cx="985649"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6" name="正方形/長方形 35">
            <a:extLst>
              <a:ext uri="{FF2B5EF4-FFF2-40B4-BE49-F238E27FC236}">
                <a16:creationId xmlns:a16="http://schemas.microsoft.com/office/drawing/2014/main" id="{B0F70C3A-95B7-EE6F-FC7F-5A7BB9EC4E30}"/>
              </a:ext>
            </a:extLst>
          </p:cNvPr>
          <p:cNvSpPr/>
          <p:nvPr/>
        </p:nvSpPr>
        <p:spPr>
          <a:xfrm>
            <a:off x="8116066" y="4058514"/>
            <a:ext cx="279267"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7" name="正方形/長方形 36">
            <a:extLst>
              <a:ext uri="{FF2B5EF4-FFF2-40B4-BE49-F238E27FC236}">
                <a16:creationId xmlns:a16="http://schemas.microsoft.com/office/drawing/2014/main" id="{BBFEDB2C-DF2C-0D55-BEF4-5F0F0A939FB0}"/>
              </a:ext>
            </a:extLst>
          </p:cNvPr>
          <p:cNvSpPr/>
          <p:nvPr/>
        </p:nvSpPr>
        <p:spPr>
          <a:xfrm>
            <a:off x="8394022" y="4057888"/>
            <a:ext cx="688554"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grpSp>
        <p:nvGrpSpPr>
          <p:cNvPr id="46" name="グループ化 45">
            <a:extLst>
              <a:ext uri="{FF2B5EF4-FFF2-40B4-BE49-F238E27FC236}">
                <a16:creationId xmlns:a16="http://schemas.microsoft.com/office/drawing/2014/main" id="{91BD4F7D-9EB8-BF0E-5412-3EEA1B479E61}"/>
              </a:ext>
            </a:extLst>
          </p:cNvPr>
          <p:cNvGrpSpPr/>
          <p:nvPr/>
        </p:nvGrpSpPr>
        <p:grpSpPr>
          <a:xfrm>
            <a:off x="11252561" y="1750196"/>
            <a:ext cx="939439" cy="326662"/>
            <a:chOff x="2968075" y="2157636"/>
            <a:chExt cx="939439" cy="326662"/>
          </a:xfrm>
          <a:solidFill>
            <a:schemeClr val="bg1"/>
          </a:solidFill>
        </p:grpSpPr>
        <p:sp>
          <p:nvSpPr>
            <p:cNvPr id="47" name="星 5 25">
              <a:extLst>
                <a:ext uri="{FF2B5EF4-FFF2-40B4-BE49-F238E27FC236}">
                  <a16:creationId xmlns:a16="http://schemas.microsoft.com/office/drawing/2014/main" id="{1593BDF3-CE5C-03A5-CB38-A90AC5A00793}"/>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48" name="テキスト ボックス 47">
              <a:extLst>
                <a:ext uri="{FF2B5EF4-FFF2-40B4-BE49-F238E27FC236}">
                  <a16:creationId xmlns:a16="http://schemas.microsoft.com/office/drawing/2014/main" id="{76E347F6-2454-E41E-E13E-622E5AA3E524}"/>
                </a:ext>
              </a:extLst>
            </p:cNvPr>
            <p:cNvSpPr txBox="1"/>
            <p:nvPr/>
          </p:nvSpPr>
          <p:spPr>
            <a:xfrm>
              <a:off x="3112075" y="2157636"/>
              <a:ext cx="795439" cy="326662"/>
            </a:xfrm>
            <a:prstGeom prst="rect">
              <a:avLst/>
            </a:prstGeom>
            <a:grpFill/>
          </p:spPr>
          <p:txBody>
            <a:bodyPr wrap="square" lIns="36000" tIns="0" rIns="36000" bIns="0" rtlCol="0" anchor="ctr">
              <a:noAutofit/>
            </a:bodyPr>
            <a:lstStyle/>
            <a:p>
              <a:pPr algn="l"/>
              <a:r>
                <a:rPr lang="en-US" altLang="ja-JP" sz="900">
                  <a:latin typeface="Meiryo UI" panose="020B0604030504040204" pitchFamily="50" charset="-128"/>
                  <a:ea typeface="Meiryo UI" panose="020B0604030504040204" pitchFamily="50" charset="-128"/>
                  <a:cs typeface="Meiryo UI" panose="020B0604030504040204" pitchFamily="50" charset="-128"/>
                </a:rPr>
                <a:t>L3.5</a:t>
              </a:r>
              <a:r>
                <a:rPr lang="ja-JP" altLang="en-US" sz="900">
                  <a:latin typeface="Meiryo UI" panose="020B0604030504040204" pitchFamily="50" charset="-128"/>
                  <a:ea typeface="Meiryo UI" panose="020B0604030504040204" pitchFamily="50" charset="-128"/>
                  <a:cs typeface="Meiryo UI" panose="020B0604030504040204" pitchFamily="50" charset="-128"/>
                </a:rPr>
                <a:t>サーバ</a:t>
              </a:r>
              <a:endParaRPr lang="en-US" altLang="ja-JP" sz="90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サポート終了</a:t>
              </a:r>
            </a:p>
          </p:txBody>
        </p:sp>
      </p:grpSp>
      <p:sp>
        <p:nvSpPr>
          <p:cNvPr id="3" name="正方形/長方形 2">
            <a:extLst>
              <a:ext uri="{FF2B5EF4-FFF2-40B4-BE49-F238E27FC236}">
                <a16:creationId xmlns:a16="http://schemas.microsoft.com/office/drawing/2014/main" id="{80A9F023-936C-B687-9278-BA2BFBB896B2}"/>
              </a:ext>
            </a:extLst>
          </p:cNvPr>
          <p:cNvSpPr/>
          <p:nvPr/>
        </p:nvSpPr>
        <p:spPr>
          <a:xfrm>
            <a:off x="208720" y="3046469"/>
            <a:ext cx="11312479" cy="9467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061661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83321EC-2147-45BB-B770-D5BC2C3DDA15}"/>
              </a:ext>
            </a:extLst>
          </p:cNvPr>
          <p:cNvSpPr>
            <a:spLocks noGrp="1"/>
          </p:cNvSpPr>
          <p:nvPr>
            <p:ph type="title"/>
          </p:nvPr>
        </p:nvSpPr>
        <p:spPr/>
        <p:txBody>
          <a:bodyPr/>
          <a:lstStyle/>
          <a:p>
            <a:r>
              <a:rPr lang="en-US" altLang="ja-JP">
                <a:latin typeface="游明朝"/>
                <a:ea typeface="游明朝"/>
              </a:rPr>
              <a:t>６-2</a:t>
            </a:r>
            <a:r>
              <a:rPr kumimoji="1" lang="en-US" altLang="ja-JP">
                <a:latin typeface="游明朝"/>
                <a:ea typeface="游明朝"/>
              </a:rPr>
              <a:t>. </a:t>
            </a:r>
            <a:r>
              <a:rPr kumimoji="1" lang="ja-JP" altLang="en-US">
                <a:latin typeface="游明朝"/>
                <a:ea typeface="游明朝"/>
              </a:rPr>
              <a:t>スケジュール（関連対応を含めた想定）</a:t>
            </a:r>
          </a:p>
        </p:txBody>
      </p:sp>
      <p:sp>
        <p:nvSpPr>
          <p:cNvPr id="7" name="日付プレースホルダー 6">
            <a:extLst>
              <a:ext uri="{FF2B5EF4-FFF2-40B4-BE49-F238E27FC236}">
                <a16:creationId xmlns:a16="http://schemas.microsoft.com/office/drawing/2014/main" id="{07A92D67-4F0A-B547-09D2-5372BD30739C}"/>
              </a:ext>
            </a:extLst>
          </p:cNvPr>
          <p:cNvSpPr>
            <a:spLocks noGrp="1"/>
          </p:cNvSpPr>
          <p:nvPr>
            <p:ph type="dt" sz="half" idx="10"/>
          </p:nvPr>
        </p:nvSpPr>
        <p:spPr/>
        <p:txBody>
          <a:bodyPr/>
          <a:lstStyle/>
          <a:p>
            <a:r>
              <a:rPr lang="en-US" altLang="ja-JP"/>
              <a:t>2025/4/4</a:t>
            </a:r>
            <a:endParaRPr lang="en-US"/>
          </a:p>
        </p:txBody>
      </p:sp>
      <p:graphicFrame>
        <p:nvGraphicFramePr>
          <p:cNvPr id="10" name="表 9">
            <a:extLst>
              <a:ext uri="{FF2B5EF4-FFF2-40B4-BE49-F238E27FC236}">
                <a16:creationId xmlns:a16="http://schemas.microsoft.com/office/drawing/2014/main" id="{1B9651D0-1C8B-452E-8B2F-91E497A82D84}"/>
              </a:ext>
            </a:extLst>
          </p:cNvPr>
          <p:cNvGraphicFramePr>
            <a:graphicFrameLocks noGrp="1"/>
          </p:cNvGraphicFramePr>
          <p:nvPr>
            <p:extLst>
              <p:ext uri="{D42A27DB-BD31-4B8C-83A1-F6EECF244321}">
                <p14:modId xmlns:p14="http://schemas.microsoft.com/office/powerpoint/2010/main" val="1667954660"/>
              </p:ext>
            </p:extLst>
          </p:nvPr>
        </p:nvGraphicFramePr>
        <p:xfrm>
          <a:off x="208720" y="936002"/>
          <a:ext cx="11315694" cy="4954264"/>
        </p:xfrm>
        <a:graphic>
          <a:graphicData uri="http://schemas.openxmlformats.org/drawingml/2006/table">
            <a:tbl>
              <a:tblPr firstRow="1">
                <a:tableStyleId>{69012ECD-51FC-41F1-AA8D-1B2483CD663E}</a:tableStyleId>
              </a:tblPr>
              <a:tblGrid>
                <a:gridCol w="1094910">
                  <a:extLst>
                    <a:ext uri="{9D8B030D-6E8A-4147-A177-3AD203B41FA5}">
                      <a16:colId xmlns:a16="http://schemas.microsoft.com/office/drawing/2014/main" val="20001"/>
                    </a:ext>
                  </a:extLst>
                </a:gridCol>
                <a:gridCol w="486704">
                  <a:extLst>
                    <a:ext uri="{9D8B030D-6E8A-4147-A177-3AD203B41FA5}">
                      <a16:colId xmlns:a16="http://schemas.microsoft.com/office/drawing/2014/main" val="3410075611"/>
                    </a:ext>
                  </a:extLst>
                </a:gridCol>
                <a:gridCol w="486704">
                  <a:extLst>
                    <a:ext uri="{9D8B030D-6E8A-4147-A177-3AD203B41FA5}">
                      <a16:colId xmlns:a16="http://schemas.microsoft.com/office/drawing/2014/main" val="581140380"/>
                    </a:ext>
                  </a:extLst>
                </a:gridCol>
                <a:gridCol w="486704">
                  <a:extLst>
                    <a:ext uri="{9D8B030D-6E8A-4147-A177-3AD203B41FA5}">
                      <a16:colId xmlns:a16="http://schemas.microsoft.com/office/drawing/2014/main" val="2281884067"/>
                    </a:ext>
                  </a:extLst>
                </a:gridCol>
                <a:gridCol w="486704">
                  <a:extLst>
                    <a:ext uri="{9D8B030D-6E8A-4147-A177-3AD203B41FA5}">
                      <a16:colId xmlns:a16="http://schemas.microsoft.com/office/drawing/2014/main" val="3798517737"/>
                    </a:ext>
                  </a:extLst>
                </a:gridCol>
                <a:gridCol w="486704">
                  <a:extLst>
                    <a:ext uri="{9D8B030D-6E8A-4147-A177-3AD203B41FA5}">
                      <a16:colId xmlns:a16="http://schemas.microsoft.com/office/drawing/2014/main" val="3330914773"/>
                    </a:ext>
                  </a:extLst>
                </a:gridCol>
                <a:gridCol w="486704">
                  <a:extLst>
                    <a:ext uri="{9D8B030D-6E8A-4147-A177-3AD203B41FA5}">
                      <a16:colId xmlns:a16="http://schemas.microsoft.com/office/drawing/2014/main" val="20014"/>
                    </a:ext>
                  </a:extLst>
                </a:gridCol>
                <a:gridCol w="486704">
                  <a:extLst>
                    <a:ext uri="{9D8B030D-6E8A-4147-A177-3AD203B41FA5}">
                      <a16:colId xmlns:a16="http://schemas.microsoft.com/office/drawing/2014/main" val="332361526"/>
                    </a:ext>
                  </a:extLst>
                </a:gridCol>
                <a:gridCol w="486704">
                  <a:extLst>
                    <a:ext uri="{9D8B030D-6E8A-4147-A177-3AD203B41FA5}">
                      <a16:colId xmlns:a16="http://schemas.microsoft.com/office/drawing/2014/main" val="1301509302"/>
                    </a:ext>
                  </a:extLst>
                </a:gridCol>
                <a:gridCol w="486704">
                  <a:extLst>
                    <a:ext uri="{9D8B030D-6E8A-4147-A177-3AD203B41FA5}">
                      <a16:colId xmlns:a16="http://schemas.microsoft.com/office/drawing/2014/main" val="2064698816"/>
                    </a:ext>
                  </a:extLst>
                </a:gridCol>
                <a:gridCol w="486704">
                  <a:extLst>
                    <a:ext uri="{9D8B030D-6E8A-4147-A177-3AD203B41FA5}">
                      <a16:colId xmlns:a16="http://schemas.microsoft.com/office/drawing/2014/main" val="1049139473"/>
                    </a:ext>
                  </a:extLst>
                </a:gridCol>
                <a:gridCol w="486704">
                  <a:extLst>
                    <a:ext uri="{9D8B030D-6E8A-4147-A177-3AD203B41FA5}">
                      <a16:colId xmlns:a16="http://schemas.microsoft.com/office/drawing/2014/main" val="581626291"/>
                    </a:ext>
                  </a:extLst>
                </a:gridCol>
                <a:gridCol w="486704">
                  <a:extLst>
                    <a:ext uri="{9D8B030D-6E8A-4147-A177-3AD203B41FA5}">
                      <a16:colId xmlns:a16="http://schemas.microsoft.com/office/drawing/2014/main" val="1794734865"/>
                    </a:ext>
                  </a:extLst>
                </a:gridCol>
                <a:gridCol w="486704">
                  <a:extLst>
                    <a:ext uri="{9D8B030D-6E8A-4147-A177-3AD203B41FA5}">
                      <a16:colId xmlns:a16="http://schemas.microsoft.com/office/drawing/2014/main" val="2108640072"/>
                    </a:ext>
                  </a:extLst>
                </a:gridCol>
                <a:gridCol w="486704">
                  <a:extLst>
                    <a:ext uri="{9D8B030D-6E8A-4147-A177-3AD203B41FA5}">
                      <a16:colId xmlns:a16="http://schemas.microsoft.com/office/drawing/2014/main" val="2565848082"/>
                    </a:ext>
                  </a:extLst>
                </a:gridCol>
                <a:gridCol w="486704">
                  <a:extLst>
                    <a:ext uri="{9D8B030D-6E8A-4147-A177-3AD203B41FA5}">
                      <a16:colId xmlns:a16="http://schemas.microsoft.com/office/drawing/2014/main" val="625707461"/>
                    </a:ext>
                  </a:extLst>
                </a:gridCol>
                <a:gridCol w="486704">
                  <a:extLst>
                    <a:ext uri="{9D8B030D-6E8A-4147-A177-3AD203B41FA5}">
                      <a16:colId xmlns:a16="http://schemas.microsoft.com/office/drawing/2014/main" val="2208195312"/>
                    </a:ext>
                  </a:extLst>
                </a:gridCol>
                <a:gridCol w="486704">
                  <a:extLst>
                    <a:ext uri="{9D8B030D-6E8A-4147-A177-3AD203B41FA5}">
                      <a16:colId xmlns:a16="http://schemas.microsoft.com/office/drawing/2014/main" val="1113983326"/>
                    </a:ext>
                  </a:extLst>
                </a:gridCol>
                <a:gridCol w="486704">
                  <a:extLst>
                    <a:ext uri="{9D8B030D-6E8A-4147-A177-3AD203B41FA5}">
                      <a16:colId xmlns:a16="http://schemas.microsoft.com/office/drawing/2014/main" val="3033107777"/>
                    </a:ext>
                  </a:extLst>
                </a:gridCol>
                <a:gridCol w="486704">
                  <a:extLst>
                    <a:ext uri="{9D8B030D-6E8A-4147-A177-3AD203B41FA5}">
                      <a16:colId xmlns:a16="http://schemas.microsoft.com/office/drawing/2014/main" val="1162710899"/>
                    </a:ext>
                  </a:extLst>
                </a:gridCol>
                <a:gridCol w="486704">
                  <a:extLst>
                    <a:ext uri="{9D8B030D-6E8A-4147-A177-3AD203B41FA5}">
                      <a16:colId xmlns:a16="http://schemas.microsoft.com/office/drawing/2014/main" val="1123801871"/>
                    </a:ext>
                  </a:extLst>
                </a:gridCol>
                <a:gridCol w="486704">
                  <a:extLst>
                    <a:ext uri="{9D8B030D-6E8A-4147-A177-3AD203B41FA5}">
                      <a16:colId xmlns:a16="http://schemas.microsoft.com/office/drawing/2014/main" val="860796379"/>
                    </a:ext>
                  </a:extLst>
                </a:gridCol>
              </a:tblGrid>
              <a:tr h="267324">
                <a:tc rowSpan="2">
                  <a:txBody>
                    <a:bodyPr/>
                    <a:lstStyle/>
                    <a:p>
                      <a:pPr algn="ctr"/>
                      <a:endParaRPr kumimoji="1" lang="ja-JP" altLang="en-US" sz="12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gridSpan="9">
                  <a:txBody>
                    <a:bodyPr/>
                    <a:lstStyle/>
                    <a:p>
                      <a:pPr algn="ctr"/>
                      <a:r>
                        <a:rPr lang="en-US" altLang="ja-JP" sz="1400" b="0">
                          <a:solidFill>
                            <a:srgbClr val="FFFFFF"/>
                          </a:solidFill>
                          <a:latin typeface="游ゴシック"/>
                          <a:ea typeface="游ゴシック"/>
                        </a:rPr>
                        <a:t>2025</a:t>
                      </a:r>
                      <a:r>
                        <a:rPr kumimoji="1" lang="ja-JP" altLang="en-US" sz="1400" b="0">
                          <a:solidFill>
                            <a:srgbClr val="FFFFFF"/>
                          </a:solidFill>
                          <a:latin typeface="游ゴシック"/>
                          <a:ea typeface="游ゴシック"/>
                        </a:rPr>
                        <a:t>年</a:t>
                      </a: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pPr algn="ctr"/>
                      <a:endParaRPr kumimoji="1" lang="ja-JP" altLang="en-US" sz="1000" b="1">
                        <a:latin typeface="Meiryo UI" pitchFamily="50" charset="-128"/>
                        <a:ea typeface="Meiryo UI" pitchFamily="50" charset="-128"/>
                        <a:cs typeface="Meiryo UI" pitchFamily="50" charset="-128"/>
                      </a:endParaRPr>
                    </a:p>
                  </a:txBody>
                  <a:tcPr anchor="ctr">
                    <a:lnR w="6350" cap="flat" cmpd="sng" algn="ctr">
                      <a:solidFill>
                        <a:schemeClr val="bg1">
                          <a:lumMod val="65000"/>
                        </a:schemeClr>
                      </a:solidFill>
                      <a:prstDash val="sysDot"/>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5">
                        <a:lumMod val="20000"/>
                        <a:lumOff val="80000"/>
                      </a:schemeClr>
                    </a:solidFill>
                  </a:tcPr>
                </a:tc>
                <a:tc hMerge="1">
                  <a:txBody>
                    <a:bodyPr/>
                    <a:lstStyle/>
                    <a:p>
                      <a:pPr algn="ctr"/>
                      <a:endParaRPr kumimoji="1" lang="ja-JP" altLang="en-US" sz="16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gridSpan="12">
                  <a:txBody>
                    <a:bodyPr/>
                    <a:lstStyle/>
                    <a:p>
                      <a:pPr algn="ctr"/>
                      <a:r>
                        <a:rPr kumimoji="1" lang="en-US" altLang="ja-JP" sz="1400" b="0">
                          <a:solidFill>
                            <a:srgbClr val="FFFFFF"/>
                          </a:solidFill>
                          <a:latin typeface="游ゴシック" panose="020B0400000000000000" pitchFamily="50" charset="-128"/>
                          <a:ea typeface="游ゴシック" panose="020B0400000000000000" pitchFamily="50" charset="-128"/>
                          <a:cs typeface="Meiryo UI" pitchFamily="50" charset="-128"/>
                        </a:rPr>
                        <a:t>2026</a:t>
                      </a:r>
                      <a:r>
                        <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rPr>
                        <a:t>年</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endParaRPr kumimoji="1" lang="ja-JP" altLang="en-US"/>
                    </a:p>
                  </a:txBody>
                  <a:tcPr>
                    <a:lnL w="9525" cap="flat" cmpd="sng" algn="ctr">
                      <a:solidFill>
                        <a:schemeClr val="bg1">
                          <a:lumMod val="65000"/>
                        </a:schemeClr>
                      </a:solidFill>
                      <a:prstDash val="solid"/>
                      <a:round/>
                      <a:headEnd type="none" w="med" len="med"/>
                      <a:tailEnd type="none" w="med" len="med"/>
                    </a:lnL>
                  </a:tcPr>
                </a:tc>
                <a:tc hMerge="1">
                  <a:txBody>
                    <a:bodyPr/>
                    <a:lstStyle/>
                    <a:p>
                      <a:endParaRPr kumimoji="1" lang="ja-JP" altLang="en-US"/>
                    </a:p>
                  </a:txBody>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hMerge="1">
                  <a:txBody>
                    <a:bodyPr/>
                    <a:lstStyle/>
                    <a:p>
                      <a:pPr algn="ctr"/>
                      <a:endParaRPr kumimoji="1" lang="ja-JP" altLang="en-US" sz="1400" b="0">
                        <a:solidFill>
                          <a:srgbClr val="FFFFFF"/>
                        </a:solidFill>
                        <a:latin typeface="游ゴシック" panose="020B0400000000000000" pitchFamily="50" charset="-128"/>
                        <a:ea typeface="游ゴシック" panose="020B0400000000000000" pitchFamily="50" charset="-128"/>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0"/>
                  </a:ext>
                </a:extLst>
              </a:tr>
              <a:tr h="467199">
                <a:tc vMerge="1">
                  <a:txBody>
                    <a:bodyPr/>
                    <a:lstStyle/>
                    <a:p>
                      <a:endParaRPr kumimoji="1" lang="ja-JP" altLang="en-US" sz="1400">
                        <a:latin typeface="Meiryo UI" pitchFamily="50" charset="-128"/>
                        <a:ea typeface="Meiryo UI" pitchFamily="50" charset="-128"/>
                        <a:cs typeface="Meiryo UI" pitchFamily="50" charset="-128"/>
                      </a:endParaRPr>
                    </a:p>
                  </a:txBody>
                  <a:tcP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6</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7</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8</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9</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10</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1</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2</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rPr>
                        <a:t>3</a:t>
                      </a:r>
                    </a:p>
                    <a:p>
                      <a:pPr algn="ctr"/>
                      <a:r>
                        <a:rPr kumimoji="1" lang="ja-JP" altLang="en-US" sz="1400" b="0">
                          <a:solidFill>
                            <a:srgbClr val="FFFFFF"/>
                          </a:solidFill>
                          <a:latin typeface="游ゴシック"/>
                          <a:ea typeface="游ゴシック"/>
                        </a:rPr>
                        <a:t>月</a:t>
                      </a:r>
                      <a:endParaRPr kumimoji="1" lang="ja-JP" altLang="en-US" sz="1400" b="0">
                        <a:solidFill>
                          <a:srgbClr val="FFFFFF"/>
                        </a:solidFill>
                        <a:latin typeface="游ゴシック"/>
                        <a:ea typeface="游ゴシック"/>
                        <a:cs typeface="Meiryo UI"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4</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5</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6</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7</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8</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9</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10</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11</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en-US" altLang="ja-JP" sz="1400" b="0">
                          <a:solidFill>
                            <a:srgbClr val="FFFFFF"/>
                          </a:solidFill>
                          <a:latin typeface="游ゴシック"/>
                          <a:ea typeface="游ゴシック"/>
                          <a:cs typeface="Meiryo UI" pitchFamily="50" charset="-128"/>
                        </a:rPr>
                        <a:t>12</a:t>
                      </a:r>
                    </a:p>
                    <a:p>
                      <a:pPr algn="ctr"/>
                      <a:r>
                        <a:rPr kumimoji="1" lang="ja-JP" altLang="en-US" sz="1400" b="0">
                          <a:solidFill>
                            <a:srgbClr val="FFFFFF"/>
                          </a:solidFill>
                          <a:latin typeface="游ゴシック"/>
                          <a:ea typeface="游ゴシック"/>
                          <a:cs typeface="Meiryo UI" pitchFamily="50" charset="-128"/>
                        </a:rPr>
                        <a:t>月</a:t>
                      </a: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1"/>
                  </a:ext>
                </a:extLst>
              </a:tr>
              <a:tr h="633166">
                <a:tc>
                  <a:txBody>
                    <a:bodyPr/>
                    <a:lstStyle/>
                    <a:p>
                      <a:pPr lvl="0" algn="l">
                        <a:buNone/>
                      </a:pPr>
                      <a:r>
                        <a:rPr kumimoji="1" lang="ja-JP" altLang="en-US" sz="1400" b="0">
                          <a:latin typeface="游ゴシック"/>
                          <a:ea typeface="游ゴシック"/>
                          <a:cs typeface="Meiryo UI" pitchFamily="50" charset="-128"/>
                        </a:rPr>
                        <a:t>マイルストーン</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15624585"/>
                  </a:ext>
                </a:extLst>
              </a:tr>
              <a:tr h="667074">
                <a:tc>
                  <a:txBody>
                    <a:bodyPr/>
                    <a:lstStyle/>
                    <a:p>
                      <a:pPr algn="l"/>
                      <a:r>
                        <a:rPr kumimoji="1" lang="ja-JP" altLang="en-US" sz="1400" b="0">
                          <a:latin typeface="游ゴシック"/>
                          <a:ea typeface="游ゴシック"/>
                          <a:cs typeface="Meiryo UI" pitchFamily="50" charset="-128"/>
                        </a:rPr>
                        <a:t>陸上出荷システム</a:t>
                      </a:r>
                      <a:endParaRPr lang="en-US" altLang="ja-JP" sz="1400" b="0">
                        <a:latin typeface="游ゴシック"/>
                        <a:ea typeface="游ゴシック"/>
                        <a:cs typeface="Meiryo UI" pitchFamily="50" charset="-128"/>
                      </a:endParaRPr>
                    </a:p>
                    <a:p>
                      <a:pPr lvl="0" algn="l">
                        <a:buNone/>
                      </a:pPr>
                      <a:r>
                        <a:rPr kumimoji="1" lang="ja-JP" altLang="en-US" sz="1400" b="0">
                          <a:latin typeface="游ゴシック"/>
                          <a:ea typeface="游ゴシック"/>
                          <a:cs typeface="Meiryo UI" pitchFamily="50" charset="-128"/>
                        </a:rPr>
                        <a:t>構築</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31077566"/>
                  </a:ext>
                </a:extLst>
              </a:tr>
              <a:tr h="866948">
                <a:tc>
                  <a:txBody>
                    <a:bodyPr/>
                    <a:lstStyle/>
                    <a:p>
                      <a:pPr algn="l"/>
                      <a:r>
                        <a:rPr kumimoji="1" lang="ja-JP" altLang="en-US" sz="1400" b="0">
                          <a:latin typeface="游ゴシック"/>
                          <a:ea typeface="游ゴシック"/>
                          <a:cs typeface="Meiryo UI" pitchFamily="50" charset="-128"/>
                        </a:rPr>
                        <a:t>徳山ヤード操業サーバ</a:t>
                      </a:r>
                      <a:r>
                        <a:rPr kumimoji="1" lang="en-US" altLang="ja-JP" sz="1400" b="0">
                          <a:latin typeface="游ゴシック"/>
                          <a:ea typeface="游ゴシック"/>
                          <a:cs typeface="Meiryo UI" pitchFamily="50" charset="-128"/>
                        </a:rPr>
                        <a:t>MEK</a:t>
                      </a:r>
                      <a:r>
                        <a:rPr kumimoji="1" lang="ja-JP" altLang="en-US" sz="1400" b="0">
                          <a:latin typeface="游ゴシック"/>
                          <a:ea typeface="游ゴシック"/>
                          <a:cs typeface="Meiryo UI" pitchFamily="50" charset="-128"/>
                        </a:rPr>
                        <a:t>取込改修</a:t>
                      </a:r>
                      <a:endParaRPr kumimoji="1" lang="en-US" altLang="ja-JP" sz="14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FAF2D4"/>
                    </a:solidFill>
                  </a:tcPr>
                </a:tc>
                <a:extLst>
                  <a:ext uri="{0D108BD9-81ED-4DB2-BD59-A6C34878D82A}">
                    <a16:rowId xmlns:a16="http://schemas.microsoft.com/office/drawing/2014/main" val="920133689"/>
                  </a:ext>
                </a:extLst>
              </a:tr>
              <a:tr h="633166">
                <a:tc>
                  <a:txBody>
                    <a:bodyPr/>
                    <a:lstStyle/>
                    <a:p>
                      <a:pPr algn="l"/>
                      <a:r>
                        <a:rPr kumimoji="1" lang="en-US" altLang="ja-JP" sz="1200" b="0">
                          <a:latin typeface="游ゴシック"/>
                          <a:ea typeface="游ゴシック"/>
                          <a:cs typeface="Meiryo UI" pitchFamily="50" charset="-128"/>
                        </a:rPr>
                        <a:t>PIMSDB</a:t>
                      </a:r>
                      <a:endParaRPr lang="ja-JP" altLang="en-US" sz="1200" b="0">
                        <a:latin typeface="游ゴシック" panose="020B0400000000000000" pitchFamily="50" charset="-128"/>
                        <a:ea typeface="游ゴシック" panose="020B0400000000000000" pitchFamily="50" charset="-128"/>
                        <a:cs typeface="Meiryo UI" pitchFamily="50" charset="-128"/>
                      </a:endParaRPr>
                    </a:p>
                    <a:p>
                      <a:pPr lvl="0" algn="l">
                        <a:buNone/>
                      </a:pPr>
                      <a:r>
                        <a:rPr lang="en-US" altLang="ja-JP" sz="1200" b="0">
                          <a:latin typeface="游ゴシック"/>
                          <a:ea typeface="游ゴシック"/>
                          <a:cs typeface="Meiryo UI" pitchFamily="50" charset="-128"/>
                        </a:rPr>
                        <a:t>（工場系）</a:t>
                      </a:r>
                      <a:endParaRPr kumimoji="1" lang="ja-JP" altLang="en-US" sz="1200" b="0">
                        <a:latin typeface="游ゴシック"/>
                        <a:ea typeface="游ゴシック"/>
                        <a:cs typeface="Meiryo UI" pitchFamily="50" charset="-128"/>
                      </a:endParaRP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334281006"/>
                  </a:ext>
                </a:extLst>
              </a:tr>
              <a:tr h="633166">
                <a:tc>
                  <a:txBody>
                    <a:bodyPr/>
                    <a:lstStyle/>
                    <a:p>
                      <a:pPr algn="l"/>
                      <a:r>
                        <a:rPr kumimoji="1" lang="ja-JP" altLang="en-US" sz="1200" b="0">
                          <a:latin typeface="游ゴシック" panose="020B0400000000000000" pitchFamily="50" charset="-128"/>
                          <a:ea typeface="+mn-ea"/>
                          <a:cs typeface="Meiryo UI" pitchFamily="50" charset="-128"/>
                        </a:rPr>
                        <a:t>徳山</a:t>
                      </a:r>
                      <a:r>
                        <a:rPr kumimoji="1" lang="en-US" altLang="ja-JP" sz="1200" b="0">
                          <a:latin typeface="游ゴシック" panose="020B0400000000000000" pitchFamily="50" charset="-128"/>
                          <a:ea typeface="+mn-ea"/>
                          <a:cs typeface="Meiryo UI" pitchFamily="50" charset="-128"/>
                        </a:rPr>
                        <a:t>L3.5GW</a:t>
                      </a:r>
                      <a:r>
                        <a:rPr kumimoji="1" lang="ja-JP" altLang="en-US" sz="1200" b="0">
                          <a:latin typeface="游ゴシック" panose="020B0400000000000000" pitchFamily="50" charset="-128"/>
                          <a:ea typeface="+mn-ea"/>
                          <a:cs typeface="Meiryo UI" pitchFamily="50" charset="-128"/>
                        </a:rPr>
                        <a:t>サーバ</a:t>
                      </a:r>
                      <a:endParaRPr kumimoji="1" lang="en-US" altLang="ja-JP" sz="1200" b="0">
                        <a:latin typeface="游ゴシック" panose="020B0400000000000000" pitchFamily="50" charset="-128"/>
                        <a:ea typeface="+mn-ea"/>
                        <a:cs typeface="Meiryo UI" pitchFamily="50" charset="-128"/>
                      </a:endParaRPr>
                    </a:p>
                    <a:p>
                      <a:pPr algn="l"/>
                      <a:r>
                        <a:rPr kumimoji="1" lang="ja-JP" altLang="en-US" sz="1200" b="0">
                          <a:latin typeface="游ゴシック" panose="020B0400000000000000" pitchFamily="50" charset="-128"/>
                          <a:ea typeface="+mn-ea"/>
                          <a:cs typeface="Meiryo UI" pitchFamily="50" charset="-128"/>
                        </a:rPr>
                        <a:t>更新</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42838059"/>
                  </a:ext>
                </a:extLst>
              </a:tr>
              <a:tr h="633166">
                <a:tc>
                  <a:txBody>
                    <a:bodyPr/>
                    <a:lstStyle/>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千葉</a:t>
                      </a:r>
                      <a:r>
                        <a:rPr kumimoji="1" lang="en-US" altLang="ja-JP" sz="1200" b="0">
                          <a:latin typeface="游ゴシック" panose="020B0400000000000000" pitchFamily="50" charset="-128"/>
                          <a:ea typeface="游ゴシック" panose="020B0400000000000000" pitchFamily="50" charset="-128"/>
                          <a:cs typeface="Meiryo UI" pitchFamily="50" charset="-128"/>
                        </a:rPr>
                        <a:t>L3.5GW</a:t>
                      </a:r>
                      <a:r>
                        <a:rPr kumimoji="1" lang="ja-JP" altLang="en-US" sz="1200" b="0">
                          <a:latin typeface="游ゴシック" panose="020B0400000000000000" pitchFamily="50" charset="-128"/>
                          <a:ea typeface="游ゴシック" panose="020B0400000000000000" pitchFamily="50" charset="-128"/>
                          <a:cs typeface="Meiryo UI" pitchFamily="50" charset="-128"/>
                        </a:rPr>
                        <a:t>サーバ</a:t>
                      </a:r>
                      <a:endParaRPr kumimoji="1" lang="en-US" altLang="ja-JP" sz="1200" b="0">
                        <a:latin typeface="游ゴシック" panose="020B0400000000000000" pitchFamily="50" charset="-128"/>
                        <a:ea typeface="游ゴシック" panose="020B0400000000000000" pitchFamily="50" charset="-128"/>
                        <a:cs typeface="Meiryo UI" pitchFamily="50" charset="-128"/>
                      </a:endParaRPr>
                    </a:p>
                    <a:p>
                      <a:pPr algn="l"/>
                      <a:r>
                        <a:rPr kumimoji="1" lang="ja-JP" altLang="en-US" sz="1200" b="0">
                          <a:latin typeface="游ゴシック" panose="020B0400000000000000" pitchFamily="50" charset="-128"/>
                          <a:ea typeface="游ゴシック" panose="020B0400000000000000" pitchFamily="50" charset="-128"/>
                          <a:cs typeface="Meiryo UI" pitchFamily="50" charset="-128"/>
                        </a:rPr>
                        <a:t>更新</a:t>
                      </a:r>
                    </a:p>
                  </a:txBody>
                  <a:tcPr marL="7200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kumimoji="1" lang="ja-JP" altLang="en-US">
                        <a:latin typeface="游ゴシック" panose="020B0400000000000000" pitchFamily="50" charset="-128"/>
                        <a:ea typeface="游ゴシック" panose="020B0400000000000000" pitchFamily="50" charset="-128"/>
                      </a:endParaRPr>
                    </a:p>
                  </a:txBody>
                  <a:tcPr marL="0" marR="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18592313"/>
                  </a:ext>
                </a:extLst>
              </a:tr>
            </a:tbl>
          </a:graphicData>
        </a:graphic>
      </p:graphicFrame>
      <p:sp>
        <p:nvSpPr>
          <p:cNvPr id="11" name="ホームベース 30">
            <a:extLst>
              <a:ext uri="{FF2B5EF4-FFF2-40B4-BE49-F238E27FC236}">
                <a16:creationId xmlns:a16="http://schemas.microsoft.com/office/drawing/2014/main" id="{3B57EEC6-A848-4914-BC9B-95C84C7B6637}"/>
              </a:ext>
            </a:extLst>
          </p:cNvPr>
          <p:cNvSpPr/>
          <p:nvPr/>
        </p:nvSpPr>
        <p:spPr>
          <a:xfrm>
            <a:off x="7677400" y="6039490"/>
            <a:ext cx="1260000" cy="360000"/>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貴社</a:t>
            </a:r>
          </a:p>
        </p:txBody>
      </p:sp>
      <p:sp>
        <p:nvSpPr>
          <p:cNvPr id="12" name="ホームベース 31">
            <a:extLst>
              <a:ext uri="{FF2B5EF4-FFF2-40B4-BE49-F238E27FC236}">
                <a16:creationId xmlns:a16="http://schemas.microsoft.com/office/drawing/2014/main" id="{2BED1E46-0D50-4D21-A77D-92FC258B00B7}"/>
              </a:ext>
            </a:extLst>
          </p:cNvPr>
          <p:cNvSpPr/>
          <p:nvPr/>
        </p:nvSpPr>
        <p:spPr>
          <a:xfrm>
            <a:off x="8969300" y="6039490"/>
            <a:ext cx="1260000" cy="360000"/>
          </a:xfrm>
          <a:prstGeom prst="homePlate">
            <a:avLst>
              <a:gd name="adj" fmla="val 0"/>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弊社</a:t>
            </a:r>
          </a:p>
        </p:txBody>
      </p:sp>
      <p:sp>
        <p:nvSpPr>
          <p:cNvPr id="13" name="ホームベース 32">
            <a:extLst>
              <a:ext uri="{FF2B5EF4-FFF2-40B4-BE49-F238E27FC236}">
                <a16:creationId xmlns:a16="http://schemas.microsoft.com/office/drawing/2014/main" id="{C37584D3-7DC1-4AF5-821B-4EB0B466578A}"/>
              </a:ext>
            </a:extLst>
          </p:cNvPr>
          <p:cNvSpPr/>
          <p:nvPr/>
        </p:nvSpPr>
        <p:spPr>
          <a:xfrm>
            <a:off x="10261199" y="6039490"/>
            <a:ext cx="1260000" cy="360000"/>
          </a:xfrm>
          <a:prstGeom prst="homePlate">
            <a:avLst>
              <a:gd name="adj" fmla="val 0"/>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rIns="0" rtlCol="0" anchor="ctr"/>
          <a:lstStyle/>
          <a:p>
            <a:pPr algn="ctr"/>
            <a:r>
              <a:rPr lang="ja-JP" altLang="en-US" sz="1200">
                <a:solidFill>
                  <a:schemeClr val="tx1"/>
                </a:solidFill>
                <a:latin typeface="游ゴシック" panose="020B0400000000000000" pitchFamily="50" charset="-128"/>
                <a:ea typeface="游ゴシック" panose="020B0400000000000000" pitchFamily="50" charset="-128"/>
              </a:rPr>
              <a:t>貴社・弊社共同</a:t>
            </a:r>
            <a:endParaRPr kumimoji="1" lang="ja-JP" altLang="en-US" sz="1200">
              <a:solidFill>
                <a:schemeClr val="tx1"/>
              </a:solidFill>
              <a:latin typeface="游ゴシック" panose="020B0400000000000000" pitchFamily="50" charset="-128"/>
              <a:ea typeface="游ゴシック" panose="020B0400000000000000" pitchFamily="50" charset="-128"/>
            </a:endParaRPr>
          </a:p>
        </p:txBody>
      </p:sp>
      <p:sp>
        <p:nvSpPr>
          <p:cNvPr id="14" name="角丸四角形 33">
            <a:extLst>
              <a:ext uri="{FF2B5EF4-FFF2-40B4-BE49-F238E27FC236}">
                <a16:creationId xmlns:a16="http://schemas.microsoft.com/office/drawing/2014/main" id="{5E7C7353-36D9-4E13-AE62-C6438FB175BA}"/>
              </a:ext>
            </a:extLst>
          </p:cNvPr>
          <p:cNvSpPr/>
          <p:nvPr/>
        </p:nvSpPr>
        <p:spPr>
          <a:xfrm>
            <a:off x="7602363" y="5964878"/>
            <a:ext cx="4014837" cy="509396"/>
          </a:xfrm>
          <a:prstGeom prst="roundRect">
            <a:avLst/>
          </a:prstGeom>
          <a:noFill/>
          <a:ln w="19050">
            <a:solidFill>
              <a:schemeClr val="accent1"/>
            </a:solidFill>
            <a:prstDash val="solid"/>
            <a:headEnd/>
            <a:tailEnd/>
          </a:ln>
        </p:spPr>
        <p:style>
          <a:lnRef idx="2">
            <a:schemeClr val="accent3"/>
          </a:lnRef>
          <a:fillRef idx="1">
            <a:schemeClr val="lt1"/>
          </a:fillRef>
          <a:effectRef idx="0">
            <a:schemeClr val="accent3"/>
          </a:effectRef>
          <a:fontRef idx="minor">
            <a:schemeClr val="dk1"/>
          </a:fontRef>
        </p:style>
        <p:txBody>
          <a:bodyPr vert="eaVert" rtlCol="0" anchor="b"/>
          <a:lstStyle/>
          <a:p>
            <a:pPr algn="ctr">
              <a:defRPr/>
            </a:pPr>
            <a:endParaRPr kumimoji="0" lang="ja-JP" altLang="en-US" sz="1000">
              <a:solidFill>
                <a:schemeClr val="tx1"/>
              </a:solidFill>
              <a:latin typeface="游ゴシック" panose="020B0400000000000000" pitchFamily="50" charset="-128"/>
              <a:ea typeface="游ゴシック" panose="020B0400000000000000" pitchFamily="50" charset="-128"/>
              <a:cs typeface="Meiryo UI" pitchFamily="50" charset="-128"/>
            </a:endParaRPr>
          </a:p>
        </p:txBody>
      </p:sp>
      <p:sp>
        <p:nvSpPr>
          <p:cNvPr id="15" name="正方形/長方形 14">
            <a:extLst>
              <a:ext uri="{FF2B5EF4-FFF2-40B4-BE49-F238E27FC236}">
                <a16:creationId xmlns:a16="http://schemas.microsoft.com/office/drawing/2014/main" id="{9C526A88-681C-4A44-BFD9-AF76E9622DCF}"/>
              </a:ext>
            </a:extLst>
          </p:cNvPr>
          <p:cNvSpPr/>
          <p:nvPr/>
        </p:nvSpPr>
        <p:spPr>
          <a:xfrm>
            <a:off x="1790585" y="3336048"/>
            <a:ext cx="487102"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要件定義</a:t>
            </a:r>
          </a:p>
        </p:txBody>
      </p:sp>
      <p:sp>
        <p:nvSpPr>
          <p:cNvPr id="20" name="正方形/長方形 19">
            <a:extLst>
              <a:ext uri="{FF2B5EF4-FFF2-40B4-BE49-F238E27FC236}">
                <a16:creationId xmlns:a16="http://schemas.microsoft.com/office/drawing/2014/main" id="{F552483D-B47E-4672-AAB8-B1378D36B674}"/>
              </a:ext>
            </a:extLst>
          </p:cNvPr>
          <p:cNvSpPr/>
          <p:nvPr/>
        </p:nvSpPr>
        <p:spPr>
          <a:xfrm>
            <a:off x="3713542" y="3336048"/>
            <a:ext cx="987305"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21" name="正方形/長方形 20">
            <a:extLst>
              <a:ext uri="{FF2B5EF4-FFF2-40B4-BE49-F238E27FC236}">
                <a16:creationId xmlns:a16="http://schemas.microsoft.com/office/drawing/2014/main" id="{D288673B-1B1E-4C6E-BA69-E5F1FEDB27ED}"/>
              </a:ext>
            </a:extLst>
          </p:cNvPr>
          <p:cNvSpPr/>
          <p:nvPr/>
        </p:nvSpPr>
        <p:spPr>
          <a:xfrm>
            <a:off x="7131727" y="3336048"/>
            <a:ext cx="985649"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22" name="正方形/長方形 21">
            <a:extLst>
              <a:ext uri="{FF2B5EF4-FFF2-40B4-BE49-F238E27FC236}">
                <a16:creationId xmlns:a16="http://schemas.microsoft.com/office/drawing/2014/main" id="{BF31360D-FAB3-4C87-B7AB-B502DDFDA9EC}"/>
              </a:ext>
            </a:extLst>
          </p:cNvPr>
          <p:cNvSpPr/>
          <p:nvPr/>
        </p:nvSpPr>
        <p:spPr>
          <a:xfrm>
            <a:off x="2278712" y="3336048"/>
            <a:ext cx="487102"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基本設計</a:t>
            </a:r>
          </a:p>
        </p:txBody>
      </p:sp>
      <p:sp>
        <p:nvSpPr>
          <p:cNvPr id="23" name="正方形/長方形 22">
            <a:extLst>
              <a:ext uri="{FF2B5EF4-FFF2-40B4-BE49-F238E27FC236}">
                <a16:creationId xmlns:a16="http://schemas.microsoft.com/office/drawing/2014/main" id="{60BE86B4-B849-422B-8758-4720CC34871C}"/>
              </a:ext>
            </a:extLst>
          </p:cNvPr>
          <p:cNvSpPr/>
          <p:nvPr/>
        </p:nvSpPr>
        <p:spPr>
          <a:xfrm>
            <a:off x="4700847" y="3336048"/>
            <a:ext cx="490451"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24" name="正方形/長方形 23">
            <a:extLst>
              <a:ext uri="{FF2B5EF4-FFF2-40B4-BE49-F238E27FC236}">
                <a16:creationId xmlns:a16="http://schemas.microsoft.com/office/drawing/2014/main" id="{D2FFFA7C-8485-4FB5-B3FC-30EC4188DB9D}"/>
              </a:ext>
            </a:extLst>
          </p:cNvPr>
          <p:cNvSpPr/>
          <p:nvPr/>
        </p:nvSpPr>
        <p:spPr>
          <a:xfrm>
            <a:off x="8394022" y="3336048"/>
            <a:ext cx="210047"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sp>
        <p:nvSpPr>
          <p:cNvPr id="26" name="テキスト ボックス 25">
            <a:extLst>
              <a:ext uri="{FF2B5EF4-FFF2-40B4-BE49-F238E27FC236}">
                <a16:creationId xmlns:a16="http://schemas.microsoft.com/office/drawing/2014/main" id="{AA608998-7E3E-1298-045C-A506F642ABA9}"/>
              </a:ext>
            </a:extLst>
          </p:cNvPr>
          <p:cNvSpPr txBox="1"/>
          <p:nvPr/>
        </p:nvSpPr>
        <p:spPr>
          <a:xfrm>
            <a:off x="622616" y="5964878"/>
            <a:ext cx="9239993" cy="971306"/>
          </a:xfrm>
          <a:prstGeom prst="rect">
            <a:avLst/>
          </a:prstGeom>
          <a:noFill/>
        </p:spPr>
        <p:txBody>
          <a:bodyPr wrap="square" rtlCol="0">
            <a:noAutofit/>
          </a:bodyPr>
          <a:lstStyle/>
          <a:p>
            <a:r>
              <a:rPr lang="en-US" altLang="ja-JP" sz="1400">
                <a:latin typeface="+mn-ea"/>
                <a:cs typeface="メイリオ" pitchFamily="50" charset="-128"/>
              </a:rPr>
              <a:t>※1 </a:t>
            </a:r>
            <a:r>
              <a:rPr lang="ja-JP" altLang="en-US" sz="1400">
                <a:latin typeface="+mn-ea"/>
                <a:cs typeface="メイリオ" pitchFamily="50" charset="-128"/>
              </a:rPr>
              <a:t>スケジュールは想定となりますので、正式見積もり時に改めて提示いたします。</a:t>
            </a:r>
            <a:endParaRPr lang="en-US" altLang="ja-JP" sz="1400">
              <a:latin typeface="+mn-ea"/>
              <a:cs typeface="メイリオ" pitchFamily="50" charset="-128"/>
            </a:endParaRPr>
          </a:p>
          <a:p>
            <a:r>
              <a:rPr lang="en-US" altLang="ja-JP" sz="1400">
                <a:latin typeface="+mn-ea"/>
                <a:cs typeface="メイリオ" pitchFamily="50" charset="-128"/>
              </a:rPr>
              <a:t>※2 </a:t>
            </a:r>
            <a:r>
              <a:rPr lang="ja-JP" altLang="en-US" sz="1400">
                <a:latin typeface="+mn-ea"/>
                <a:cs typeface="メイリオ" pitchFamily="50" charset="-128"/>
              </a:rPr>
              <a:t>陸上出荷システム構築のスケジュールに合わせての対応を想定しております。</a:t>
            </a:r>
            <a:endParaRPr lang="en-US" altLang="ja-JP" sz="1400">
              <a:latin typeface="+mn-ea"/>
              <a:cs typeface="メイリオ" pitchFamily="50" charset="-128"/>
            </a:endParaRPr>
          </a:p>
        </p:txBody>
      </p:sp>
      <p:sp>
        <p:nvSpPr>
          <p:cNvPr id="42" name="ホームベース 30">
            <a:extLst>
              <a:ext uri="{FF2B5EF4-FFF2-40B4-BE49-F238E27FC236}">
                <a16:creationId xmlns:a16="http://schemas.microsoft.com/office/drawing/2014/main" id="{3B57EEC6-A848-4914-BC9B-95C84C7B6637}"/>
              </a:ext>
            </a:extLst>
          </p:cNvPr>
          <p:cNvSpPr/>
          <p:nvPr/>
        </p:nvSpPr>
        <p:spPr>
          <a:xfrm>
            <a:off x="1316973" y="2543565"/>
            <a:ext cx="3383874" cy="423746"/>
          </a:xfrm>
          <a:prstGeom prst="homePlate">
            <a:avLst>
              <a:gd name="adj" fmla="val 0"/>
            </a:avLst>
          </a:prstGeom>
          <a:solidFill>
            <a:schemeClr val="accent2">
              <a:lumMod val="60000"/>
              <a:lumOff val="40000"/>
            </a:schemeClr>
          </a:solidFill>
          <a:ln>
            <a:solidFill>
              <a:schemeClr val="bg1">
                <a:lumMod val="50000"/>
              </a:schemeClr>
            </a:solidFill>
          </a:ln>
        </p:spPr>
        <p:style>
          <a:lnRef idx="1">
            <a:schemeClr val="accent2"/>
          </a:lnRef>
          <a:fillRef idx="2">
            <a:schemeClr val="accent2"/>
          </a:fillRef>
          <a:effectRef idx="1">
            <a:schemeClr val="accent2"/>
          </a:effectRef>
          <a:fontRef idx="minor">
            <a:schemeClr val="dk1"/>
          </a:fontRef>
        </p:style>
        <p:txBody>
          <a:bodyPr lIns="0" rIns="0" rtlCol="0" anchor="ctr"/>
          <a:lstStyle/>
          <a:p>
            <a:pPr algn="ctr"/>
            <a:r>
              <a:rPr kumimoji="1" lang="ja-JP" altLang="en-US" sz="1200">
                <a:solidFill>
                  <a:schemeClr val="tx1"/>
                </a:solidFill>
                <a:latin typeface="游ゴシック" panose="020B0400000000000000" pitchFamily="50" charset="-128"/>
                <a:ea typeface="游ゴシック" panose="020B0400000000000000" pitchFamily="50" charset="-128"/>
              </a:rPr>
              <a:t>制作</a:t>
            </a:r>
          </a:p>
        </p:txBody>
      </p:sp>
      <p:sp>
        <p:nvSpPr>
          <p:cNvPr id="4" name="正方形/長方形 3">
            <a:extLst>
              <a:ext uri="{FF2B5EF4-FFF2-40B4-BE49-F238E27FC236}">
                <a16:creationId xmlns:a16="http://schemas.microsoft.com/office/drawing/2014/main" id="{A76D76BE-3659-2B22-1DFB-74FC63CAD12C}"/>
              </a:ext>
            </a:extLst>
          </p:cNvPr>
          <p:cNvSpPr/>
          <p:nvPr/>
        </p:nvSpPr>
        <p:spPr>
          <a:xfrm>
            <a:off x="4700847" y="2534838"/>
            <a:ext cx="490451"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IF</a:t>
            </a:r>
            <a:r>
              <a:rPr lang="ja-JP" altLang="en-US" sz="1100">
                <a:solidFill>
                  <a:schemeClr val="tx1"/>
                </a:solidFill>
                <a:latin typeface="游ゴシック" panose="020B0400000000000000" pitchFamily="50" charset="-128"/>
                <a:ea typeface="游ゴシック" panose="020B0400000000000000" pitchFamily="50" charset="-128"/>
              </a:rPr>
              <a:t>確認</a:t>
            </a:r>
          </a:p>
        </p:txBody>
      </p:sp>
      <p:sp>
        <p:nvSpPr>
          <p:cNvPr id="5" name="正方形/長方形 4">
            <a:extLst>
              <a:ext uri="{FF2B5EF4-FFF2-40B4-BE49-F238E27FC236}">
                <a16:creationId xmlns:a16="http://schemas.microsoft.com/office/drawing/2014/main" id="{BC5322C5-20EF-431B-9D0F-92AA12CEC142}"/>
              </a:ext>
            </a:extLst>
          </p:cNvPr>
          <p:cNvSpPr/>
          <p:nvPr/>
        </p:nvSpPr>
        <p:spPr>
          <a:xfrm>
            <a:off x="7131728" y="2534838"/>
            <a:ext cx="985650"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86D505A6-B0E7-C303-E3EF-0700F328982C}"/>
              </a:ext>
            </a:extLst>
          </p:cNvPr>
          <p:cNvGrpSpPr/>
          <p:nvPr/>
        </p:nvGrpSpPr>
        <p:grpSpPr>
          <a:xfrm>
            <a:off x="4763193" y="1769527"/>
            <a:ext cx="2107277" cy="144000"/>
            <a:chOff x="2968075" y="2178156"/>
            <a:chExt cx="2107277" cy="144000"/>
          </a:xfrm>
          <a:solidFill>
            <a:schemeClr val="bg1"/>
          </a:solidFill>
        </p:grpSpPr>
        <p:sp>
          <p:nvSpPr>
            <p:cNvPr id="8" name="星 5 25">
              <a:extLst>
                <a:ext uri="{FF2B5EF4-FFF2-40B4-BE49-F238E27FC236}">
                  <a16:creationId xmlns:a16="http://schemas.microsoft.com/office/drawing/2014/main" id="{FE931FDE-C482-9B04-87C9-F80BCC95EB48}"/>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9" name="テキスト ボックス 8">
              <a:extLst>
                <a:ext uri="{FF2B5EF4-FFF2-40B4-BE49-F238E27FC236}">
                  <a16:creationId xmlns:a16="http://schemas.microsoft.com/office/drawing/2014/main" id="{BB6E8BA3-0739-8EF6-5DF3-BF8750F80ACD}"/>
                </a:ext>
              </a:extLst>
            </p:cNvPr>
            <p:cNvSpPr txBox="1"/>
            <p:nvPr/>
          </p:nvSpPr>
          <p:spPr>
            <a:xfrm>
              <a:off x="3112075" y="2194058"/>
              <a:ext cx="1963277" cy="128098"/>
            </a:xfrm>
            <a:prstGeom prst="rect">
              <a:avLst/>
            </a:prstGeom>
            <a:grpFill/>
          </p:spPr>
          <p:txBody>
            <a:bodyPr wrap="square" lIns="36000" tIns="0" rIns="36000" bIns="0" rtlCol="0" anchor="ctr">
              <a:noAutofit/>
            </a:bodyPr>
            <a:lstStyle/>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陸上出荷システム</a:t>
              </a:r>
              <a:r>
                <a:rPr lang="en-US" altLang="ja-JP" sz="900">
                  <a:latin typeface="Meiryo UI" panose="020B0604030504040204" pitchFamily="50" charset="-128"/>
                  <a:ea typeface="Meiryo UI" panose="020B0604030504040204" pitchFamily="50" charset="-128"/>
                  <a:cs typeface="Meiryo UI" panose="020B0604030504040204" pitchFamily="50" charset="-128"/>
                </a:rPr>
                <a:t>-MEK</a:t>
              </a:r>
              <a:r>
                <a:rPr lang="ja-JP" altLang="en-US" sz="900">
                  <a:latin typeface="Meiryo UI" panose="020B0604030504040204" pitchFamily="50" charset="-128"/>
                  <a:ea typeface="Meiryo UI" panose="020B0604030504040204" pitchFamily="50" charset="-128"/>
                  <a:cs typeface="Meiryo UI" panose="020B0604030504040204" pitchFamily="50" charset="-128"/>
                </a:rPr>
                <a:t>取込</a:t>
              </a:r>
              <a:r>
                <a:rPr lang="en-US" altLang="ja-JP" sz="900">
                  <a:latin typeface="Meiryo UI" panose="020B0604030504040204" pitchFamily="50" charset="-128"/>
                  <a:ea typeface="Meiryo UI" panose="020B0604030504040204" pitchFamily="50" charset="-128"/>
                  <a:cs typeface="Meiryo UI" panose="020B0604030504040204" pitchFamily="50" charset="-128"/>
                </a:rPr>
                <a:t>IF</a:t>
              </a:r>
              <a:r>
                <a:rPr lang="ja-JP" altLang="en-US" sz="900">
                  <a:latin typeface="Meiryo UI" panose="020B0604030504040204" pitchFamily="50" charset="-128"/>
                  <a:ea typeface="Meiryo UI" panose="020B0604030504040204" pitchFamily="50" charset="-128"/>
                  <a:cs typeface="Meiryo UI" panose="020B0604030504040204" pitchFamily="50" charset="-128"/>
                </a:rPr>
                <a:t>テスト</a:t>
              </a:r>
            </a:p>
          </p:txBody>
        </p:sp>
      </p:grpSp>
      <p:grpSp>
        <p:nvGrpSpPr>
          <p:cNvPr id="17" name="グループ化 16">
            <a:extLst>
              <a:ext uri="{FF2B5EF4-FFF2-40B4-BE49-F238E27FC236}">
                <a16:creationId xmlns:a16="http://schemas.microsoft.com/office/drawing/2014/main" id="{8A583B1F-999C-642B-F5D2-8F844121431E}"/>
              </a:ext>
            </a:extLst>
          </p:cNvPr>
          <p:cNvGrpSpPr/>
          <p:nvPr/>
        </p:nvGrpSpPr>
        <p:grpSpPr>
          <a:xfrm>
            <a:off x="7063739" y="1770716"/>
            <a:ext cx="2107277" cy="144000"/>
            <a:chOff x="2968075" y="2178156"/>
            <a:chExt cx="2107277" cy="144000"/>
          </a:xfrm>
          <a:solidFill>
            <a:schemeClr val="bg1"/>
          </a:solidFill>
        </p:grpSpPr>
        <p:sp>
          <p:nvSpPr>
            <p:cNvPr id="18" name="星 5 25">
              <a:extLst>
                <a:ext uri="{FF2B5EF4-FFF2-40B4-BE49-F238E27FC236}">
                  <a16:creationId xmlns:a16="http://schemas.microsoft.com/office/drawing/2014/main" id="{A6560514-1B2D-7A5F-673B-ED4F9D6C71AA}"/>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19" name="テキスト ボックス 18">
              <a:extLst>
                <a:ext uri="{FF2B5EF4-FFF2-40B4-BE49-F238E27FC236}">
                  <a16:creationId xmlns:a16="http://schemas.microsoft.com/office/drawing/2014/main" id="{1A8DD411-5C0B-B305-3279-76464B967978}"/>
                </a:ext>
              </a:extLst>
            </p:cNvPr>
            <p:cNvSpPr txBox="1"/>
            <p:nvPr/>
          </p:nvSpPr>
          <p:spPr>
            <a:xfrm>
              <a:off x="3112075" y="2194058"/>
              <a:ext cx="1963277" cy="128098"/>
            </a:xfrm>
            <a:prstGeom prst="rect">
              <a:avLst/>
            </a:prstGeom>
            <a:grpFill/>
          </p:spPr>
          <p:txBody>
            <a:bodyPr wrap="square" lIns="36000" tIns="0" rIns="36000" bIns="0" rtlCol="0" anchor="ctr">
              <a:noAutofit/>
            </a:bodyPr>
            <a:lstStyle/>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陸上出荷システム</a:t>
              </a:r>
              <a:r>
                <a:rPr lang="en-US" altLang="ja-JP" sz="900">
                  <a:latin typeface="Meiryo UI" panose="020B0604030504040204" pitchFamily="50" charset="-128"/>
                  <a:ea typeface="Meiryo UI" panose="020B0604030504040204" pitchFamily="50" charset="-128"/>
                  <a:cs typeface="Meiryo UI" panose="020B0604030504040204" pitchFamily="50" charset="-128"/>
                </a:rPr>
                <a:t>-</a:t>
              </a:r>
              <a:r>
                <a:rPr lang="ja-JP" altLang="en-US" sz="900">
                  <a:latin typeface="Meiryo UI" panose="020B0604030504040204" pitchFamily="50" charset="-128"/>
                  <a:ea typeface="Meiryo UI" panose="020B0604030504040204" pitchFamily="50" charset="-128"/>
                  <a:cs typeface="Meiryo UI" panose="020B0604030504040204" pitchFamily="50" charset="-128"/>
                </a:rPr>
                <a:t>現地搬入</a:t>
              </a:r>
            </a:p>
          </p:txBody>
        </p:sp>
      </p:grpSp>
      <p:sp>
        <p:nvSpPr>
          <p:cNvPr id="25" name="正方形/長方形 24">
            <a:extLst>
              <a:ext uri="{FF2B5EF4-FFF2-40B4-BE49-F238E27FC236}">
                <a16:creationId xmlns:a16="http://schemas.microsoft.com/office/drawing/2014/main" id="{882E51B6-156B-EA3A-BDB1-4A2F2B5817A4}"/>
              </a:ext>
            </a:extLst>
          </p:cNvPr>
          <p:cNvSpPr/>
          <p:nvPr/>
        </p:nvSpPr>
        <p:spPr>
          <a:xfrm>
            <a:off x="8116066" y="3336048"/>
            <a:ext cx="279267"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27" name="正方形/長方形 26">
            <a:extLst>
              <a:ext uri="{FF2B5EF4-FFF2-40B4-BE49-F238E27FC236}">
                <a16:creationId xmlns:a16="http://schemas.microsoft.com/office/drawing/2014/main" id="{6337A289-61D5-7B41-154C-D85700C83D35}"/>
              </a:ext>
            </a:extLst>
          </p:cNvPr>
          <p:cNvSpPr/>
          <p:nvPr/>
        </p:nvSpPr>
        <p:spPr>
          <a:xfrm>
            <a:off x="3239502" y="4079230"/>
            <a:ext cx="487102"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a:t>
            </a: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1" name="正方形/長方形 30">
            <a:extLst>
              <a:ext uri="{FF2B5EF4-FFF2-40B4-BE49-F238E27FC236}">
                <a16:creationId xmlns:a16="http://schemas.microsoft.com/office/drawing/2014/main" id="{B516917E-840E-C373-303A-BB46F78E8404}"/>
              </a:ext>
            </a:extLst>
          </p:cNvPr>
          <p:cNvSpPr/>
          <p:nvPr/>
        </p:nvSpPr>
        <p:spPr>
          <a:xfrm>
            <a:off x="5191298" y="4690231"/>
            <a:ext cx="487102"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要件定義</a:t>
            </a:r>
          </a:p>
        </p:txBody>
      </p:sp>
      <p:sp>
        <p:nvSpPr>
          <p:cNvPr id="32" name="正方形/長方形 31">
            <a:extLst>
              <a:ext uri="{FF2B5EF4-FFF2-40B4-BE49-F238E27FC236}">
                <a16:creationId xmlns:a16="http://schemas.microsoft.com/office/drawing/2014/main" id="{8095533F-6795-9B85-7EEF-CDB429257850}"/>
              </a:ext>
            </a:extLst>
          </p:cNvPr>
          <p:cNvSpPr/>
          <p:nvPr/>
        </p:nvSpPr>
        <p:spPr>
          <a:xfrm>
            <a:off x="5679425" y="4690231"/>
            <a:ext cx="487102"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基本設計</a:t>
            </a:r>
          </a:p>
        </p:txBody>
      </p:sp>
      <p:sp>
        <p:nvSpPr>
          <p:cNvPr id="33" name="正方形/長方形 32">
            <a:extLst>
              <a:ext uri="{FF2B5EF4-FFF2-40B4-BE49-F238E27FC236}">
                <a16:creationId xmlns:a16="http://schemas.microsoft.com/office/drawing/2014/main" id="{C11AF0F9-5F3F-5CA8-515E-3D432EC06EF9}"/>
              </a:ext>
            </a:extLst>
          </p:cNvPr>
          <p:cNvSpPr/>
          <p:nvPr/>
        </p:nvSpPr>
        <p:spPr>
          <a:xfrm>
            <a:off x="6166527" y="4685983"/>
            <a:ext cx="487103"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34" name="正方形/長方形 33">
            <a:extLst>
              <a:ext uri="{FF2B5EF4-FFF2-40B4-BE49-F238E27FC236}">
                <a16:creationId xmlns:a16="http://schemas.microsoft.com/office/drawing/2014/main" id="{59C780EA-5CA3-0030-10D0-1AFD1604A734}"/>
              </a:ext>
            </a:extLst>
          </p:cNvPr>
          <p:cNvSpPr/>
          <p:nvPr/>
        </p:nvSpPr>
        <p:spPr>
          <a:xfrm>
            <a:off x="6653629" y="4685983"/>
            <a:ext cx="490451"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5" name="正方形/長方形 34">
            <a:extLst>
              <a:ext uri="{FF2B5EF4-FFF2-40B4-BE49-F238E27FC236}">
                <a16:creationId xmlns:a16="http://schemas.microsoft.com/office/drawing/2014/main" id="{2960D906-1DC6-A904-D0FE-D471C1C575CC}"/>
              </a:ext>
            </a:extLst>
          </p:cNvPr>
          <p:cNvSpPr/>
          <p:nvPr/>
        </p:nvSpPr>
        <p:spPr>
          <a:xfrm>
            <a:off x="7131727" y="4676462"/>
            <a:ext cx="985649"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6" name="正方形/長方形 35">
            <a:extLst>
              <a:ext uri="{FF2B5EF4-FFF2-40B4-BE49-F238E27FC236}">
                <a16:creationId xmlns:a16="http://schemas.microsoft.com/office/drawing/2014/main" id="{0B746271-B6EB-E877-ADDA-011F566A75E5}"/>
              </a:ext>
            </a:extLst>
          </p:cNvPr>
          <p:cNvSpPr/>
          <p:nvPr/>
        </p:nvSpPr>
        <p:spPr>
          <a:xfrm>
            <a:off x="8116066" y="4676462"/>
            <a:ext cx="279267"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37" name="正方形/長方形 36">
            <a:extLst>
              <a:ext uri="{FF2B5EF4-FFF2-40B4-BE49-F238E27FC236}">
                <a16:creationId xmlns:a16="http://schemas.microsoft.com/office/drawing/2014/main" id="{989F34BD-9A2D-55B8-14C6-3350B4043C2F}"/>
              </a:ext>
            </a:extLst>
          </p:cNvPr>
          <p:cNvSpPr/>
          <p:nvPr/>
        </p:nvSpPr>
        <p:spPr>
          <a:xfrm>
            <a:off x="8394022" y="4675836"/>
            <a:ext cx="688554"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sp>
        <p:nvSpPr>
          <p:cNvPr id="38" name="正方形/長方形 37">
            <a:extLst>
              <a:ext uri="{FF2B5EF4-FFF2-40B4-BE49-F238E27FC236}">
                <a16:creationId xmlns:a16="http://schemas.microsoft.com/office/drawing/2014/main" id="{BA64AECE-77CE-5D41-FE7B-8EBC1E83C3CF}"/>
              </a:ext>
            </a:extLst>
          </p:cNvPr>
          <p:cNvSpPr/>
          <p:nvPr/>
        </p:nvSpPr>
        <p:spPr>
          <a:xfrm>
            <a:off x="7144080" y="5369038"/>
            <a:ext cx="487102"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要件定義</a:t>
            </a:r>
          </a:p>
        </p:txBody>
      </p:sp>
      <p:sp>
        <p:nvSpPr>
          <p:cNvPr id="39" name="正方形/長方形 38">
            <a:extLst>
              <a:ext uri="{FF2B5EF4-FFF2-40B4-BE49-F238E27FC236}">
                <a16:creationId xmlns:a16="http://schemas.microsoft.com/office/drawing/2014/main" id="{1AA45C8F-9F02-7B53-1E10-1B0550AF9ED1}"/>
              </a:ext>
            </a:extLst>
          </p:cNvPr>
          <p:cNvSpPr/>
          <p:nvPr/>
        </p:nvSpPr>
        <p:spPr>
          <a:xfrm>
            <a:off x="7632207" y="5369038"/>
            <a:ext cx="487102" cy="441200"/>
          </a:xfrm>
          <a:prstGeom prst="rect">
            <a:avLst/>
          </a:prstGeom>
          <a:solidFill>
            <a:schemeClr val="accent1">
              <a:lumMod val="60000"/>
              <a:lumOff val="40000"/>
            </a:schemeClr>
          </a:solidFill>
          <a:ln/>
        </p:spPr>
        <p:style>
          <a:lnRef idx="1">
            <a:schemeClr val="accent1"/>
          </a:lnRef>
          <a:fillRef idx="2">
            <a:schemeClr val="accent1"/>
          </a:fillRef>
          <a:effectRef idx="1">
            <a:schemeClr val="accent1"/>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基本設計</a:t>
            </a:r>
          </a:p>
        </p:txBody>
      </p:sp>
      <p:sp>
        <p:nvSpPr>
          <p:cNvPr id="40" name="正方形/長方形 39">
            <a:extLst>
              <a:ext uri="{FF2B5EF4-FFF2-40B4-BE49-F238E27FC236}">
                <a16:creationId xmlns:a16="http://schemas.microsoft.com/office/drawing/2014/main" id="{A8F0636A-3225-CA29-811D-C9CCD47B1811}"/>
              </a:ext>
            </a:extLst>
          </p:cNvPr>
          <p:cNvSpPr/>
          <p:nvPr/>
        </p:nvSpPr>
        <p:spPr>
          <a:xfrm>
            <a:off x="8119309" y="5364790"/>
            <a:ext cx="487103"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panose="020B0400000000000000" pitchFamily="50" charset="-128"/>
                <a:ea typeface="游ゴシック" panose="020B0400000000000000" pitchFamily="50" charset="-128"/>
              </a:rPr>
              <a:t>開発</a:t>
            </a:r>
          </a:p>
        </p:txBody>
      </p:sp>
      <p:sp>
        <p:nvSpPr>
          <p:cNvPr id="41" name="正方形/長方形 40">
            <a:extLst>
              <a:ext uri="{FF2B5EF4-FFF2-40B4-BE49-F238E27FC236}">
                <a16:creationId xmlns:a16="http://schemas.microsoft.com/office/drawing/2014/main" id="{E323B815-7AB7-01BA-BEF1-933C9B394CFD}"/>
              </a:ext>
            </a:extLst>
          </p:cNvPr>
          <p:cNvSpPr/>
          <p:nvPr/>
        </p:nvSpPr>
        <p:spPr>
          <a:xfrm>
            <a:off x="8606411" y="5364790"/>
            <a:ext cx="490451" cy="441200"/>
          </a:xfrm>
          <a:prstGeom prst="rect">
            <a:avLst/>
          </a:prstGeom>
          <a:solidFill>
            <a:schemeClr val="accent3">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IT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43" name="正方形/長方形 42">
            <a:extLst>
              <a:ext uri="{FF2B5EF4-FFF2-40B4-BE49-F238E27FC236}">
                <a16:creationId xmlns:a16="http://schemas.microsoft.com/office/drawing/2014/main" id="{9536C753-33DD-4ABC-3EEC-2F55CE32D3AD}"/>
              </a:ext>
            </a:extLst>
          </p:cNvPr>
          <p:cNvSpPr/>
          <p:nvPr/>
        </p:nvSpPr>
        <p:spPr>
          <a:xfrm>
            <a:off x="9084509" y="5355269"/>
            <a:ext cx="985649"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ST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44" name="正方形/長方形 43">
            <a:extLst>
              <a:ext uri="{FF2B5EF4-FFF2-40B4-BE49-F238E27FC236}">
                <a16:creationId xmlns:a16="http://schemas.microsoft.com/office/drawing/2014/main" id="{A7FC6807-F5E5-BBA7-4627-86698274BD60}"/>
              </a:ext>
            </a:extLst>
          </p:cNvPr>
          <p:cNvSpPr/>
          <p:nvPr/>
        </p:nvSpPr>
        <p:spPr>
          <a:xfrm>
            <a:off x="10068848" y="5355269"/>
            <a:ext cx="279267"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en-US" altLang="ja-JP" sz="1100">
                <a:solidFill>
                  <a:schemeClr val="tx1"/>
                </a:solidFill>
                <a:latin typeface="游ゴシック" panose="020B0400000000000000" pitchFamily="50" charset="-128"/>
                <a:ea typeface="游ゴシック" panose="020B0400000000000000" pitchFamily="50" charset="-128"/>
              </a:rPr>
              <a:t>OT</a:t>
            </a:r>
            <a:endParaRPr lang="ja-JP" altLang="en-US" sz="1100">
              <a:solidFill>
                <a:schemeClr val="tx1"/>
              </a:solidFill>
              <a:latin typeface="游ゴシック" panose="020B0400000000000000" pitchFamily="50" charset="-128"/>
              <a:ea typeface="游ゴシック" panose="020B0400000000000000" pitchFamily="50" charset="-128"/>
            </a:endParaRPr>
          </a:p>
        </p:txBody>
      </p:sp>
      <p:sp>
        <p:nvSpPr>
          <p:cNvPr id="45" name="正方形/長方形 44">
            <a:extLst>
              <a:ext uri="{FF2B5EF4-FFF2-40B4-BE49-F238E27FC236}">
                <a16:creationId xmlns:a16="http://schemas.microsoft.com/office/drawing/2014/main" id="{B61B46D8-9089-01BA-71D3-E03A772B0656}"/>
              </a:ext>
            </a:extLst>
          </p:cNvPr>
          <p:cNvSpPr/>
          <p:nvPr/>
        </p:nvSpPr>
        <p:spPr>
          <a:xfrm>
            <a:off x="10346804" y="5354643"/>
            <a:ext cx="688554" cy="441200"/>
          </a:xfrm>
          <a:prstGeom prst="rect">
            <a:avLst/>
          </a:prstGeom>
          <a:solidFill>
            <a:schemeClr val="accent1">
              <a:lumMod val="60000"/>
              <a:lumOff val="40000"/>
            </a:schemeClr>
          </a:solidFill>
          <a:ln>
            <a:solidFill>
              <a:schemeClr val="bg1">
                <a:lumMod val="50000"/>
              </a:schemeClr>
            </a:solidFill>
          </a:ln>
        </p:spPr>
        <p:style>
          <a:lnRef idx="1">
            <a:schemeClr val="accent3"/>
          </a:lnRef>
          <a:fillRef idx="2">
            <a:schemeClr val="accent3"/>
          </a:fillRef>
          <a:effectRef idx="1">
            <a:schemeClr val="accent3"/>
          </a:effectRef>
          <a:fontRef idx="minor">
            <a:schemeClr val="dk1"/>
          </a:fontRef>
        </p:style>
        <p:txBody>
          <a:bodyPr lIns="0" tIns="36000" rIns="0" bIns="36000" rtlCol="0" anchor="ctr"/>
          <a:lstStyle/>
          <a:p>
            <a:pPr algn="ctr"/>
            <a:r>
              <a:rPr lang="ja-JP" altLang="en-US" sz="1100">
                <a:solidFill>
                  <a:schemeClr val="tx1"/>
                </a:solidFill>
                <a:latin typeface="游ゴシック"/>
                <a:ea typeface="游ゴシック"/>
              </a:rPr>
              <a:t>本番移行</a:t>
            </a:r>
            <a:endParaRPr lang="en-US" altLang="ja-JP" sz="1100">
              <a:solidFill>
                <a:schemeClr val="tx1"/>
              </a:solidFill>
              <a:latin typeface="游ゴシック"/>
              <a:ea typeface="游ゴシック"/>
            </a:endParaRPr>
          </a:p>
          <a:p>
            <a:pPr algn="ctr"/>
            <a:r>
              <a:rPr lang="ja-JP" altLang="en-US" sz="1100">
                <a:solidFill>
                  <a:schemeClr val="tx1"/>
                </a:solidFill>
                <a:latin typeface="游ゴシック"/>
                <a:ea typeface="游ゴシック"/>
              </a:rPr>
              <a:t>初期流動</a:t>
            </a:r>
          </a:p>
        </p:txBody>
      </p:sp>
      <p:grpSp>
        <p:nvGrpSpPr>
          <p:cNvPr id="46" name="グループ化 45">
            <a:extLst>
              <a:ext uri="{FF2B5EF4-FFF2-40B4-BE49-F238E27FC236}">
                <a16:creationId xmlns:a16="http://schemas.microsoft.com/office/drawing/2014/main" id="{C61AEAD1-F56D-A929-63BF-3FC3E2235F6C}"/>
              </a:ext>
            </a:extLst>
          </p:cNvPr>
          <p:cNvGrpSpPr/>
          <p:nvPr/>
        </p:nvGrpSpPr>
        <p:grpSpPr>
          <a:xfrm>
            <a:off x="11252561" y="1750196"/>
            <a:ext cx="939439" cy="326662"/>
            <a:chOff x="2968075" y="2157636"/>
            <a:chExt cx="939439" cy="326662"/>
          </a:xfrm>
          <a:solidFill>
            <a:schemeClr val="bg1"/>
          </a:solidFill>
        </p:grpSpPr>
        <p:sp>
          <p:nvSpPr>
            <p:cNvPr id="47" name="星 5 25">
              <a:extLst>
                <a:ext uri="{FF2B5EF4-FFF2-40B4-BE49-F238E27FC236}">
                  <a16:creationId xmlns:a16="http://schemas.microsoft.com/office/drawing/2014/main" id="{438C1BE0-78EB-AAAA-713A-6FF6B1407948}"/>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48" name="テキスト ボックス 47">
              <a:extLst>
                <a:ext uri="{FF2B5EF4-FFF2-40B4-BE49-F238E27FC236}">
                  <a16:creationId xmlns:a16="http://schemas.microsoft.com/office/drawing/2014/main" id="{D751A6E1-B5D5-A2A2-5E0B-A4F7BCD2F8DD}"/>
                </a:ext>
              </a:extLst>
            </p:cNvPr>
            <p:cNvSpPr txBox="1"/>
            <p:nvPr/>
          </p:nvSpPr>
          <p:spPr>
            <a:xfrm>
              <a:off x="3112075" y="2157636"/>
              <a:ext cx="795439" cy="326662"/>
            </a:xfrm>
            <a:prstGeom prst="rect">
              <a:avLst/>
            </a:prstGeom>
            <a:grpFill/>
          </p:spPr>
          <p:txBody>
            <a:bodyPr wrap="square" lIns="36000" tIns="0" rIns="36000" bIns="0" rtlCol="0" anchor="ctr">
              <a:noAutofit/>
            </a:bodyPr>
            <a:lstStyle/>
            <a:p>
              <a:pPr algn="l"/>
              <a:r>
                <a:rPr lang="en-US" altLang="ja-JP" sz="900">
                  <a:latin typeface="Meiryo UI" panose="020B0604030504040204" pitchFamily="50" charset="-128"/>
                  <a:ea typeface="Meiryo UI" panose="020B0604030504040204" pitchFamily="50" charset="-128"/>
                  <a:cs typeface="Meiryo UI" panose="020B0604030504040204" pitchFamily="50" charset="-128"/>
                </a:rPr>
                <a:t>L3.5</a:t>
              </a:r>
              <a:r>
                <a:rPr lang="ja-JP" altLang="en-US" sz="900">
                  <a:latin typeface="Meiryo UI" panose="020B0604030504040204" pitchFamily="50" charset="-128"/>
                  <a:ea typeface="Meiryo UI" panose="020B0604030504040204" pitchFamily="50" charset="-128"/>
                  <a:cs typeface="Meiryo UI" panose="020B0604030504040204" pitchFamily="50" charset="-128"/>
                </a:rPr>
                <a:t>サーバ</a:t>
              </a:r>
              <a:endParaRPr lang="en-US" altLang="ja-JP" sz="900">
                <a:latin typeface="Meiryo UI" panose="020B0604030504040204" pitchFamily="50" charset="-128"/>
                <a:ea typeface="Meiryo UI" panose="020B0604030504040204" pitchFamily="50" charset="-128"/>
                <a:cs typeface="Meiryo UI" panose="020B0604030504040204" pitchFamily="50" charset="-128"/>
              </a:endParaRPr>
            </a:p>
            <a:p>
              <a:pPr algn="l"/>
              <a:r>
                <a:rPr lang="ja-JP" altLang="en-US" sz="900">
                  <a:latin typeface="Meiryo UI" panose="020B0604030504040204" pitchFamily="50" charset="-128"/>
                  <a:ea typeface="Meiryo UI" panose="020B0604030504040204" pitchFamily="50" charset="-128"/>
                  <a:cs typeface="Meiryo UI" panose="020B0604030504040204" pitchFamily="50" charset="-128"/>
                </a:rPr>
                <a:t>サポート終了</a:t>
              </a:r>
            </a:p>
          </p:txBody>
        </p:sp>
      </p:grpSp>
      <p:grpSp>
        <p:nvGrpSpPr>
          <p:cNvPr id="3" name="グループ化 5">
            <a:extLst>
              <a:ext uri="{FF2B5EF4-FFF2-40B4-BE49-F238E27FC236}">
                <a16:creationId xmlns:a16="http://schemas.microsoft.com/office/drawing/2014/main" id="{9DA5E34E-CC0F-A269-A471-3A4A08106F66}"/>
              </a:ext>
            </a:extLst>
          </p:cNvPr>
          <p:cNvGrpSpPr/>
          <p:nvPr/>
        </p:nvGrpSpPr>
        <p:grpSpPr>
          <a:xfrm>
            <a:off x="144000" y="15902"/>
            <a:ext cx="4307744" cy="2204176"/>
            <a:chOff x="-1195669" y="117980"/>
            <a:chExt cx="4307744" cy="2204176"/>
          </a:xfrm>
          <a:solidFill>
            <a:schemeClr val="bg1"/>
          </a:solidFill>
        </p:grpSpPr>
        <p:sp>
          <p:nvSpPr>
            <p:cNvPr id="16" name="星 5 25">
              <a:extLst>
                <a:ext uri="{FF2B5EF4-FFF2-40B4-BE49-F238E27FC236}">
                  <a16:creationId xmlns:a16="http://schemas.microsoft.com/office/drawing/2014/main" id="{7BB1B78A-EA97-1A59-74F8-C41B891D027B}"/>
                </a:ext>
              </a:extLst>
            </p:cNvPr>
            <p:cNvSpPr/>
            <p:nvPr/>
          </p:nvSpPr>
          <p:spPr bwMode="auto">
            <a:xfrm>
              <a:off x="2968075" y="2178156"/>
              <a:ext cx="144000" cy="144000"/>
            </a:xfrm>
            <a:prstGeom prst="star5">
              <a:avLst/>
            </a:prstGeom>
            <a:grpFill/>
            <a:ln w="3175" cap="flat" cmpd="sng" algn="ctr">
              <a:solidFill>
                <a:schemeClr val="bg1">
                  <a:lumMod val="50000"/>
                </a:schemeClr>
              </a:solidFill>
              <a:prstDash val="solid"/>
              <a:round/>
              <a:headEnd type="none" w="med" len="med"/>
              <a:tailEnd type="triangle" w="med" len="sm"/>
            </a:ln>
            <a:effectLst/>
          </p:spPr>
          <p:txBody>
            <a:bodyPr rtlCol="0" anchor="ctr"/>
            <a:lstStyle/>
            <a:p>
              <a:pPr algn="ctr"/>
              <a:endParaRPr lang="ja-JP" altLang="en-US"/>
            </a:p>
          </p:txBody>
        </p:sp>
        <p:sp>
          <p:nvSpPr>
            <p:cNvPr id="28" name="テキスト ボックス 8">
              <a:extLst>
                <a:ext uri="{FF2B5EF4-FFF2-40B4-BE49-F238E27FC236}">
                  <a16:creationId xmlns:a16="http://schemas.microsoft.com/office/drawing/2014/main" id="{CFF73232-ADD1-28A9-C547-414856AC0A24}"/>
                </a:ext>
              </a:extLst>
            </p:cNvPr>
            <p:cNvSpPr txBox="1"/>
            <p:nvPr/>
          </p:nvSpPr>
          <p:spPr>
            <a:xfrm>
              <a:off x="-1195669" y="117980"/>
              <a:ext cx="1963277" cy="128098"/>
            </a:xfrm>
            <a:prstGeom prst="rect">
              <a:avLst/>
            </a:prstGeom>
            <a:grpFill/>
          </p:spPr>
          <p:txBody>
            <a:bodyPr wrap="square" lIns="36000" tIns="0" rIns="36000" bIns="0" rtlCol="0" anchor="ctr">
              <a:noAutofit/>
            </a:bodyPr>
            <a:lstStyle/>
            <a:p>
              <a:pPr algn="l"/>
              <a:r>
                <a:rPr lang="ja-JP" altLang="en-US" sz="900">
                  <a:latin typeface="Meiryo UI"/>
                  <a:ea typeface="Meiryo UI"/>
                </a:rPr>
                <a:t>陸上出荷システム</a:t>
              </a:r>
              <a:r>
                <a:rPr lang="en-US" altLang="ja-JP" sz="900">
                  <a:latin typeface="Meiryo UI"/>
                  <a:ea typeface="Meiryo UI"/>
                </a:rPr>
                <a:t>-MEK</a:t>
              </a:r>
              <a:r>
                <a:rPr lang="ja-JP" altLang="en-US" sz="900">
                  <a:latin typeface="Meiryo UI"/>
                  <a:ea typeface="Meiryo UI"/>
                </a:rPr>
                <a:t>取込</a:t>
              </a:r>
              <a:r>
                <a:rPr lang="en-US" altLang="ja-JP" sz="900">
                  <a:latin typeface="Meiryo UI"/>
                  <a:ea typeface="Meiryo UI"/>
                </a:rPr>
                <a:t>IF</a:t>
              </a:r>
              <a:r>
                <a:rPr lang="ja-JP" altLang="en-US" sz="900">
                  <a:latin typeface="Meiryo UI"/>
                  <a:ea typeface="Meiryo UI"/>
                </a:rPr>
                <a:t>テスト</a:t>
              </a:r>
              <a:endParaRPr lang="en-US" altLang="ja-JP"/>
            </a:p>
          </p:txBody>
        </p:sp>
      </p:grpSp>
      <p:sp>
        <p:nvSpPr>
          <p:cNvPr id="29" name="正方形/長方形 28">
            <a:extLst>
              <a:ext uri="{FF2B5EF4-FFF2-40B4-BE49-F238E27FC236}">
                <a16:creationId xmlns:a16="http://schemas.microsoft.com/office/drawing/2014/main" id="{4404E48F-6635-1301-B0FD-9C0A06398CF9}"/>
              </a:ext>
            </a:extLst>
          </p:cNvPr>
          <p:cNvSpPr/>
          <p:nvPr/>
        </p:nvSpPr>
        <p:spPr>
          <a:xfrm>
            <a:off x="208720" y="3046469"/>
            <a:ext cx="11312479" cy="946782"/>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612654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160FE1C1-CFD6-3436-3F23-42EC735280F7}"/>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p:cNvSpPr>
            <a:spLocks noGrp="1"/>
          </p:cNvSpPr>
          <p:nvPr>
            <p:ph type="title"/>
          </p:nvPr>
        </p:nvSpPr>
        <p:spPr/>
        <p:txBody>
          <a:bodyPr/>
          <a:lstStyle/>
          <a:p>
            <a:r>
              <a:rPr lang="en-US" altLang="ja-JP">
                <a:latin typeface="游明朝"/>
                <a:ea typeface="游明朝"/>
              </a:rPr>
              <a:t>７. </a:t>
            </a:r>
            <a:r>
              <a:rPr lang="ja-JP" altLang="en-US">
                <a:latin typeface="游明朝"/>
                <a:ea typeface="游明朝"/>
              </a:rPr>
              <a:t>体制（要件定義～基本設計）</a:t>
            </a:r>
            <a:endParaRPr kumimoji="1" lang="ja-JP" altLang="en-US">
              <a:latin typeface="游明朝"/>
              <a:ea typeface="游明朝"/>
            </a:endParaRPr>
          </a:p>
        </p:txBody>
      </p:sp>
      <p:sp>
        <p:nvSpPr>
          <p:cNvPr id="3" name="日付プレースホルダー 2"/>
          <p:cNvSpPr>
            <a:spLocks noGrp="1"/>
          </p:cNvSpPr>
          <p:nvPr>
            <p:ph type="dt" sz="half" idx="10"/>
          </p:nvPr>
        </p:nvSpPr>
        <p:spPr/>
        <p:txBody>
          <a:bodyPr/>
          <a:lstStyle/>
          <a:p>
            <a:r>
              <a:rPr lang="en-US" altLang="ja-JP"/>
              <a:t>2025/4/4</a:t>
            </a:r>
            <a:endParaRPr lang="en-US"/>
          </a:p>
        </p:txBody>
      </p:sp>
      <p:sp>
        <p:nvSpPr>
          <p:cNvPr id="11" name="正方形/長方形 10">
            <a:extLst>
              <a:ext uri="{FF2B5EF4-FFF2-40B4-BE49-F238E27FC236}">
                <a16:creationId xmlns:a16="http://schemas.microsoft.com/office/drawing/2014/main" id="{C13C1A20-C252-799B-F8A0-29E661C219E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960B8D2-831B-8D4C-DEBB-621591C492FD}"/>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A189C288-EA60-B222-B80F-882125DAEF80}"/>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7D6E0C23-69C7-6A70-C9ED-9BC927D3D9DC}"/>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73CEE1EB-F62F-136A-B1FF-0C11EEA1EC64}"/>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BC9B272A-446A-3576-A0E6-D8B79CB959CA}"/>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B29105FC-9B1C-512E-94BC-6ABA4C93EEAF}"/>
              </a:ext>
            </a:extLst>
          </p:cNvPr>
          <p:cNvGrpSpPr/>
          <p:nvPr/>
        </p:nvGrpSpPr>
        <p:grpSpPr>
          <a:xfrm>
            <a:off x="1213170" y="3776247"/>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3F738138-83BD-2487-7AF9-D1C1133A3FF9}"/>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2739018C-A453-9633-6AC1-CD6144A1460D}"/>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altLang="en-US" sz="1600" kern="0">
                  <a:solidFill>
                    <a:prstClr val="black"/>
                  </a:solidFill>
                  <a:latin typeface="游ゴシック"/>
                  <a:ea typeface="游ゴシック"/>
                </a:rPr>
                <a:t>麻田 善次郎</a:t>
              </a:r>
              <a:r>
                <a:rPr kumimoji="1"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a:p>
              <a:pPr algn="ctr" defTabSz="914400">
                <a:defRPr/>
              </a:pPr>
              <a:r>
                <a:rPr kumimoji="1" lang="ja-JP" altLang="en-US" sz="1600" kern="0">
                  <a:solidFill>
                    <a:prstClr val="black"/>
                  </a:solidFill>
                  <a:latin typeface="游ゴシック"/>
                  <a:ea typeface="游ゴシック"/>
                </a:rPr>
                <a:t> 滝田千紗様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27" name="正方形/長方形 26">
            <a:extLst>
              <a:ext uri="{FF2B5EF4-FFF2-40B4-BE49-F238E27FC236}">
                <a16:creationId xmlns:a16="http://schemas.microsoft.com/office/drawing/2014/main" id="{71F0CA8E-3321-9653-F38B-173211AD17F5}"/>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7AEB705-9D44-4043-5619-0DF9929425CE}"/>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44566B70-2084-F03F-F06C-5138A9F10D49}"/>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65C2D6D4-217D-3CE0-4521-AB8F849BC4BC}"/>
              </a:ext>
            </a:extLst>
          </p:cNvPr>
          <p:cNvGrpSpPr/>
          <p:nvPr/>
        </p:nvGrpSpPr>
        <p:grpSpPr>
          <a:xfrm>
            <a:off x="6582001" y="1404012"/>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C20524A9-9A69-A8BA-6842-35925C122F5D}"/>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00370C48-0D59-524A-9275-25857EAF2FCD}"/>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野村 康二</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3E36A9D1-620F-F185-F028-0AFC6E5D9989}"/>
              </a:ext>
            </a:extLst>
          </p:cNvPr>
          <p:cNvCxnSpPr>
            <a:cxnSpLocks/>
          </p:cNvCxnSpPr>
          <p:nvPr/>
        </p:nvCxnSpPr>
        <p:spPr>
          <a:xfrm>
            <a:off x="795000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44BCAC98-61A1-442A-2978-FB1E7AF56816}"/>
              </a:ext>
            </a:extLst>
          </p:cNvPr>
          <p:cNvGrpSpPr/>
          <p:nvPr/>
        </p:nvGrpSpPr>
        <p:grpSpPr>
          <a:xfrm>
            <a:off x="6570483" y="4316999"/>
            <a:ext cx="2736000" cy="1403611"/>
            <a:chOff x="6852000" y="5532583"/>
            <a:chExt cx="2736000" cy="697688"/>
          </a:xfrm>
        </p:grpSpPr>
        <p:sp>
          <p:nvSpPr>
            <p:cNvPr id="35" name="片側の 2 つの角を丸めた四角形 21">
              <a:extLst>
                <a:ext uri="{FF2B5EF4-FFF2-40B4-BE49-F238E27FC236}">
                  <a16:creationId xmlns:a16="http://schemas.microsoft.com/office/drawing/2014/main" id="{C8FE3297-20F9-5980-9C9E-46C123BEB609}"/>
                </a:ext>
              </a:extLst>
            </p:cNvPr>
            <p:cNvSpPr/>
            <p:nvPr/>
          </p:nvSpPr>
          <p:spPr>
            <a:xfrm>
              <a:off x="6852000" y="5532583"/>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36" name="正方形/長方形 35">
              <a:extLst>
                <a:ext uri="{FF2B5EF4-FFF2-40B4-BE49-F238E27FC236}">
                  <a16:creationId xmlns:a16="http://schemas.microsoft.com/office/drawing/2014/main" id="{10B0CD7D-A6F3-7E6D-328C-5A37E0631B7A}"/>
                </a:ext>
              </a:extLst>
            </p:cNvPr>
            <p:cNvSpPr/>
            <p:nvPr/>
          </p:nvSpPr>
          <p:spPr>
            <a:xfrm>
              <a:off x="6852000" y="5727938"/>
              <a:ext cx="2736000" cy="502333"/>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algn="ctr" defTabSz="914400">
                <a:defRPr/>
              </a:pPr>
              <a:r>
                <a:rPr lang="ja-JP" sz="1600">
                  <a:solidFill>
                    <a:srgbClr val="323232"/>
                  </a:solidFill>
                  <a:latin typeface="Calibri"/>
                  <a:ea typeface="游ゴシック"/>
                  <a:cs typeface="Calibri"/>
                </a:rPr>
                <a:t>伊達 翔互</a:t>
              </a:r>
              <a:endParaRPr lang="en-US" altLang="ja-JP"/>
            </a:p>
          </p:txBody>
        </p:sp>
      </p:grpSp>
      <p:cxnSp>
        <p:nvCxnSpPr>
          <p:cNvPr id="37" name="直線コネクタ 36">
            <a:extLst>
              <a:ext uri="{FF2B5EF4-FFF2-40B4-BE49-F238E27FC236}">
                <a16:creationId xmlns:a16="http://schemas.microsoft.com/office/drawing/2014/main" id="{1D74C627-C1B1-F67F-A7BE-2CFA25DCE2DB}"/>
              </a:ext>
            </a:extLst>
          </p:cNvPr>
          <p:cNvCxnSpPr>
            <a:cxnSpLocks/>
          </p:cNvCxnSpPr>
          <p:nvPr/>
        </p:nvCxnSpPr>
        <p:spPr>
          <a:xfrm flipH="1">
            <a:off x="7938483" y="2810774"/>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44B6757-E569-194B-6AFF-0F61EF39B78C}"/>
              </a:ext>
            </a:extLst>
          </p:cNvPr>
          <p:cNvGrpSpPr/>
          <p:nvPr/>
        </p:nvGrpSpPr>
        <p:grpSpPr>
          <a:xfrm>
            <a:off x="6582001" y="3338294"/>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A30D96F3-59E3-D166-4B8E-827873F700E4}"/>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EF3BD81A-10F5-3D21-B2FF-F7CAC42BB4A9}"/>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lang="ja-JP" sz="1600">
                  <a:ea typeface="游ゴシック"/>
                  <a:cs typeface="Calibri"/>
                </a:rPr>
                <a:t>石井</a:t>
              </a:r>
              <a:r>
                <a:rPr lang="ja-JP" altLang="en-US" sz="1600">
                  <a:ea typeface="游ゴシック"/>
                  <a:cs typeface="Calibri"/>
                </a:rPr>
                <a:t> 徹</a:t>
              </a:r>
              <a:endParaRPr lang="ja-JP" sz="1600">
                <a:ea typeface="游ゴシック"/>
                <a:cs typeface="Calibri"/>
              </a:endParaRPr>
            </a:p>
          </p:txBody>
        </p:sp>
      </p:grpSp>
      <p:grpSp>
        <p:nvGrpSpPr>
          <p:cNvPr id="50" name="グループ化 49">
            <a:extLst>
              <a:ext uri="{FF2B5EF4-FFF2-40B4-BE49-F238E27FC236}">
                <a16:creationId xmlns:a16="http://schemas.microsoft.com/office/drawing/2014/main" id="{D7AA0D1B-AFDF-1367-DA18-9EE6FFBC3596}"/>
              </a:ext>
            </a:extLst>
          </p:cNvPr>
          <p:cNvGrpSpPr/>
          <p:nvPr/>
        </p:nvGrpSpPr>
        <p:grpSpPr>
          <a:xfrm>
            <a:off x="8319332" y="2366692"/>
            <a:ext cx="2736000" cy="728930"/>
            <a:chOff x="8524839" y="4231002"/>
            <a:chExt cx="2736000" cy="728930"/>
          </a:xfrm>
        </p:grpSpPr>
        <p:sp>
          <p:nvSpPr>
            <p:cNvPr id="51" name="片側の 2 つの角を丸めた四角形 29">
              <a:extLst>
                <a:ext uri="{FF2B5EF4-FFF2-40B4-BE49-F238E27FC236}">
                  <a16:creationId xmlns:a16="http://schemas.microsoft.com/office/drawing/2014/main" id="{EB9E8BF8-D07C-9D89-3820-9D144452CC78}"/>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14849D04-341B-82C4-CDD2-FF6C7337B30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A0CC927F-9C1B-D647-66D3-8BB8B2462AB3}"/>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CAFC556B-5BEE-8B1E-E45B-5A87AF158B0F}"/>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D0A35059-8416-A539-CCAD-988529B59C1A}"/>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游ゴシック"/>
                  <a:ea typeface="游ゴシック"/>
                </a:rPr>
                <a:t>隼田 浩樹</a:t>
              </a:r>
              <a:r>
                <a:rPr kumimoji="0"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0"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10" name="テキスト ボックス 9">
            <a:extLst>
              <a:ext uri="{FF2B5EF4-FFF2-40B4-BE49-F238E27FC236}">
                <a16:creationId xmlns:a16="http://schemas.microsoft.com/office/drawing/2014/main" id="{B74C51C4-5DA2-6837-A56D-17C90B51E159}"/>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4C74907-76BB-E547-7A42-36F13F58EC35}"/>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C1E26E9-FFEC-98F2-12D5-BC286628CEA0}"/>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F1A966ED-94A3-BF90-314B-96016280AE02}"/>
              </a:ext>
            </a:extLst>
          </p:cNvPr>
          <p:cNvCxnSpPr>
            <a:cxnSpLocks/>
            <a:endCxn id="24" idx="1"/>
          </p:cNvCxnSpPr>
          <p:nvPr/>
        </p:nvCxnSpPr>
        <p:spPr>
          <a:xfrm rot="16200000" flipH="1">
            <a:off x="1190517" y="5107186"/>
            <a:ext cx="791999" cy="16708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1614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C5F3B-C11D-7AC3-9813-6EE42D09D23C}"/>
            </a:ext>
          </a:extLst>
        </p:cNvPr>
        <p:cNvGrpSpPr/>
        <p:nvPr/>
      </p:nvGrpSpPr>
      <p:grpSpPr>
        <a:xfrm>
          <a:off x="0" y="0"/>
          <a:ext cx="0" cy="0"/>
          <a:chOff x="0" y="0"/>
          <a:chExt cx="0" cy="0"/>
        </a:xfrm>
      </p:grpSpPr>
      <p:sp>
        <p:nvSpPr>
          <p:cNvPr id="8" name="正方形/長方形 7">
            <a:extLst>
              <a:ext uri="{FF2B5EF4-FFF2-40B4-BE49-F238E27FC236}">
                <a16:creationId xmlns:a16="http://schemas.microsoft.com/office/drawing/2014/main" id="{2DC4564F-A9FB-2BF3-6DC3-570A88E0511E}"/>
              </a:ext>
            </a:extLst>
          </p:cNvPr>
          <p:cNvSpPr/>
          <p:nvPr/>
        </p:nvSpPr>
        <p:spPr>
          <a:xfrm>
            <a:off x="683470" y="1167611"/>
            <a:ext cx="3708000" cy="4814537"/>
          </a:xfrm>
          <a:prstGeom prst="rect">
            <a:avLst/>
          </a:prstGeom>
          <a:solidFill>
            <a:sysClr val="window" lastClr="FFFFFF">
              <a:lumMod val="95000"/>
            </a:sysClr>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 name="タイトル 1">
            <a:extLst>
              <a:ext uri="{FF2B5EF4-FFF2-40B4-BE49-F238E27FC236}">
                <a16:creationId xmlns:a16="http://schemas.microsoft.com/office/drawing/2014/main" id="{B6CD31D7-B4F8-0D45-0641-A15179159879}"/>
              </a:ext>
            </a:extLst>
          </p:cNvPr>
          <p:cNvSpPr>
            <a:spLocks noGrp="1"/>
          </p:cNvSpPr>
          <p:nvPr>
            <p:ph type="title"/>
          </p:nvPr>
        </p:nvSpPr>
        <p:spPr/>
        <p:txBody>
          <a:bodyPr/>
          <a:lstStyle/>
          <a:p>
            <a:r>
              <a:rPr lang="en-US" altLang="ja-JP">
                <a:latin typeface="游明朝"/>
                <a:ea typeface="游明朝"/>
              </a:rPr>
              <a:t>７. </a:t>
            </a:r>
            <a:r>
              <a:rPr lang="ja-JP" altLang="en-US">
                <a:latin typeface="游明朝"/>
                <a:ea typeface="游明朝"/>
              </a:rPr>
              <a:t>体制（詳細設計以降）</a:t>
            </a:r>
            <a:endParaRPr kumimoji="1" lang="ja-JP" altLang="en-US">
              <a:latin typeface="游明朝"/>
              <a:ea typeface="游明朝"/>
            </a:endParaRPr>
          </a:p>
        </p:txBody>
      </p:sp>
      <p:sp>
        <p:nvSpPr>
          <p:cNvPr id="3" name="日付プレースホルダー 2">
            <a:extLst>
              <a:ext uri="{FF2B5EF4-FFF2-40B4-BE49-F238E27FC236}">
                <a16:creationId xmlns:a16="http://schemas.microsoft.com/office/drawing/2014/main" id="{533C3EF2-C1A6-F33E-D088-E6E0EAACD2E8}"/>
              </a:ext>
            </a:extLst>
          </p:cNvPr>
          <p:cNvSpPr>
            <a:spLocks noGrp="1"/>
          </p:cNvSpPr>
          <p:nvPr>
            <p:ph type="dt" sz="half" idx="10"/>
          </p:nvPr>
        </p:nvSpPr>
        <p:spPr/>
        <p:txBody>
          <a:bodyPr/>
          <a:lstStyle/>
          <a:p>
            <a:r>
              <a:rPr lang="en-US" altLang="ja-JP"/>
              <a:t>2025/4/4</a:t>
            </a:r>
            <a:endParaRPr lang="en-US"/>
          </a:p>
        </p:txBody>
      </p:sp>
      <p:sp>
        <p:nvSpPr>
          <p:cNvPr id="11" name="正方形/長方形 10">
            <a:extLst>
              <a:ext uri="{FF2B5EF4-FFF2-40B4-BE49-F238E27FC236}">
                <a16:creationId xmlns:a16="http://schemas.microsoft.com/office/drawing/2014/main" id="{64C5BDAF-0383-BB1B-CB38-FA818BE0C657}"/>
              </a:ext>
            </a:extLst>
          </p:cNvPr>
          <p:cNvSpPr/>
          <p:nvPr/>
        </p:nvSpPr>
        <p:spPr>
          <a:xfrm>
            <a:off x="4476001" y="1167611"/>
            <a:ext cx="7019999" cy="4814537"/>
          </a:xfrm>
          <a:prstGeom prst="rect">
            <a:avLst/>
          </a:prstGeom>
          <a:solidFill>
            <a:sysClr val="window" lastClr="FFFFFF">
              <a:lumMod val="95000"/>
            </a:sys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15" name="正方形/長方形 14">
            <a:extLst>
              <a:ext uri="{FF2B5EF4-FFF2-40B4-BE49-F238E27FC236}">
                <a16:creationId xmlns:a16="http://schemas.microsoft.com/office/drawing/2014/main" id="{F8254710-B917-6439-8F64-44AD76642946}"/>
              </a:ext>
            </a:extLst>
          </p:cNvPr>
          <p:cNvSpPr/>
          <p:nvPr/>
        </p:nvSpPr>
        <p:spPr>
          <a:xfrm>
            <a:off x="4476001" y="819413"/>
            <a:ext cx="7019999" cy="360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システムエグゼ</a:t>
            </a:r>
          </a:p>
        </p:txBody>
      </p:sp>
      <p:cxnSp>
        <p:nvCxnSpPr>
          <p:cNvPr id="16" name="直線コネクタ 15">
            <a:extLst>
              <a:ext uri="{FF2B5EF4-FFF2-40B4-BE49-F238E27FC236}">
                <a16:creationId xmlns:a16="http://schemas.microsoft.com/office/drawing/2014/main" id="{206E1F40-8953-527E-45A7-611801968085}"/>
              </a:ext>
            </a:extLst>
          </p:cNvPr>
          <p:cNvCxnSpPr>
            <a:cxnSpLocks/>
            <a:stCxn id="19" idx="2"/>
            <a:endCxn id="22" idx="3"/>
          </p:cNvCxnSpPr>
          <p:nvPr/>
        </p:nvCxnSpPr>
        <p:spPr>
          <a:xfrm flipH="1">
            <a:off x="2581170" y="2259479"/>
            <a:ext cx="4831" cy="1516768"/>
          </a:xfrm>
          <a:prstGeom prst="line">
            <a:avLst/>
          </a:prstGeom>
          <a:noFill/>
          <a:ln w="28575" cap="flat" cmpd="sng" algn="ctr">
            <a:solidFill>
              <a:schemeClr val="bg1">
                <a:lumMod val="75000"/>
              </a:schemeClr>
            </a:solidFill>
            <a:prstDash val="solid"/>
            <a:miter lim="800000"/>
          </a:ln>
          <a:effectLst/>
        </p:spPr>
      </p:cxnSp>
      <p:grpSp>
        <p:nvGrpSpPr>
          <p:cNvPr id="17" name="グループ化 16">
            <a:extLst>
              <a:ext uri="{FF2B5EF4-FFF2-40B4-BE49-F238E27FC236}">
                <a16:creationId xmlns:a16="http://schemas.microsoft.com/office/drawing/2014/main" id="{47721F66-F0BF-5076-90EB-30ED52F3052A}"/>
              </a:ext>
            </a:extLst>
          </p:cNvPr>
          <p:cNvGrpSpPr/>
          <p:nvPr/>
        </p:nvGrpSpPr>
        <p:grpSpPr>
          <a:xfrm>
            <a:off x="1218001" y="1539479"/>
            <a:ext cx="2736000" cy="720000"/>
            <a:chOff x="1218001" y="2016000"/>
            <a:chExt cx="2736000" cy="720000"/>
          </a:xfrm>
        </p:grpSpPr>
        <p:sp>
          <p:nvSpPr>
            <p:cNvPr id="18" name="片側の 2 つの角を丸めた四角形 13">
              <a:extLst>
                <a:ext uri="{FF2B5EF4-FFF2-40B4-BE49-F238E27FC236}">
                  <a16:creationId xmlns:a16="http://schemas.microsoft.com/office/drawing/2014/main" id="{C6D1D940-3FCB-8CF6-7CEF-E6575350360E}"/>
                </a:ext>
              </a:extLst>
            </p:cNvPr>
            <p:cNvSpPr/>
            <p:nvPr/>
          </p:nvSpPr>
          <p:spPr>
            <a:xfrm>
              <a:off x="1218001" y="2016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19" name="正方形/長方形 18">
              <a:extLst>
                <a:ext uri="{FF2B5EF4-FFF2-40B4-BE49-F238E27FC236}">
                  <a16:creationId xmlns:a16="http://schemas.microsoft.com/office/drawing/2014/main" id="{50A26090-2E90-1E8B-0203-F5691B416B49}"/>
                </a:ext>
              </a:extLst>
            </p:cNvPr>
            <p:cNvSpPr/>
            <p:nvPr/>
          </p:nvSpPr>
          <p:spPr>
            <a:xfrm>
              <a:off x="1218001" y="2304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澤田 陽哉様</a:t>
              </a:r>
            </a:p>
          </p:txBody>
        </p:sp>
      </p:grpSp>
      <p:grpSp>
        <p:nvGrpSpPr>
          <p:cNvPr id="21" name="グループ化 20">
            <a:extLst>
              <a:ext uri="{FF2B5EF4-FFF2-40B4-BE49-F238E27FC236}">
                <a16:creationId xmlns:a16="http://schemas.microsoft.com/office/drawing/2014/main" id="{C5A24E3F-AF47-9D8F-E2E9-1B061774E4AF}"/>
              </a:ext>
            </a:extLst>
          </p:cNvPr>
          <p:cNvGrpSpPr/>
          <p:nvPr/>
        </p:nvGrpSpPr>
        <p:grpSpPr>
          <a:xfrm>
            <a:off x="1213170" y="3776247"/>
            <a:ext cx="2736000" cy="1018482"/>
            <a:chOff x="1213170" y="3826430"/>
            <a:chExt cx="2736000" cy="1018482"/>
          </a:xfrm>
        </p:grpSpPr>
        <p:sp>
          <p:nvSpPr>
            <p:cNvPr id="22" name="片側の 2 つの角を丸めた四角形 15">
              <a:extLst>
                <a:ext uri="{FF2B5EF4-FFF2-40B4-BE49-F238E27FC236}">
                  <a16:creationId xmlns:a16="http://schemas.microsoft.com/office/drawing/2014/main" id="{ABBF7B2D-9D79-0174-7A5A-E4A8219326D6}"/>
                </a:ext>
              </a:extLst>
            </p:cNvPr>
            <p:cNvSpPr/>
            <p:nvPr/>
          </p:nvSpPr>
          <p:spPr>
            <a:xfrm>
              <a:off x="1213170" y="382643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プロジェクトメンバー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6" name="正方形/長方形 25">
              <a:extLst>
                <a:ext uri="{FF2B5EF4-FFF2-40B4-BE49-F238E27FC236}">
                  <a16:creationId xmlns:a16="http://schemas.microsoft.com/office/drawing/2014/main" id="{4C7F77F1-9A65-9561-03DE-D4B834F06E16}"/>
                </a:ext>
              </a:extLst>
            </p:cNvPr>
            <p:cNvSpPr/>
            <p:nvPr/>
          </p:nvSpPr>
          <p:spPr>
            <a:xfrm>
              <a:off x="1213170" y="4114429"/>
              <a:ext cx="2736000" cy="730483"/>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kumimoji="1" lang="ja-JP" altLang="en-US" sz="1600" kern="0">
                  <a:solidFill>
                    <a:prstClr val="black"/>
                  </a:solidFill>
                  <a:latin typeface="游ゴシック"/>
                  <a:ea typeface="游ゴシック"/>
                </a:rPr>
                <a:t>麻田 善次郎</a:t>
              </a:r>
              <a:r>
                <a:rPr kumimoji="1"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a:p>
              <a:pPr algn="ctr" defTabSz="914400">
                <a:defRPr/>
              </a:pPr>
              <a:r>
                <a:rPr kumimoji="1" lang="ja-JP" altLang="en-US" sz="1600" kern="0">
                  <a:solidFill>
                    <a:prstClr val="black"/>
                  </a:solidFill>
                  <a:latin typeface="游ゴシック"/>
                  <a:ea typeface="游ゴシック"/>
                </a:rPr>
                <a:t> 滝田千紗様</a:t>
              </a:r>
              <a:endParaRPr kumimoji="1"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27" name="正方形/長方形 26">
            <a:extLst>
              <a:ext uri="{FF2B5EF4-FFF2-40B4-BE49-F238E27FC236}">
                <a16:creationId xmlns:a16="http://schemas.microsoft.com/office/drawing/2014/main" id="{9935B3EE-188A-774F-ACD0-33924108C88E}"/>
              </a:ext>
            </a:extLst>
          </p:cNvPr>
          <p:cNvSpPr/>
          <p:nvPr/>
        </p:nvSpPr>
        <p:spPr>
          <a:xfrm>
            <a:off x="683470" y="819413"/>
            <a:ext cx="3708000" cy="360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出光興産様</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8" name="正方形/長方形 27">
            <a:extLst>
              <a:ext uri="{FF2B5EF4-FFF2-40B4-BE49-F238E27FC236}">
                <a16:creationId xmlns:a16="http://schemas.microsoft.com/office/drawing/2014/main" id="{8355F83D-7067-2EEB-0A7E-D30E6123E40F}"/>
              </a:ext>
            </a:extLst>
          </p:cNvPr>
          <p:cNvSpPr/>
          <p:nvPr/>
        </p:nvSpPr>
        <p:spPr>
          <a:xfrm>
            <a:off x="4476001" y="6048000"/>
            <a:ext cx="7020000" cy="72000"/>
          </a:xfrm>
          <a:prstGeom prst="rect">
            <a:avLst/>
          </a:prstGeom>
          <a:solidFill>
            <a:srgbClr val="A01D45"/>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sp>
        <p:nvSpPr>
          <p:cNvPr id="29" name="正方形/長方形 28">
            <a:extLst>
              <a:ext uri="{FF2B5EF4-FFF2-40B4-BE49-F238E27FC236}">
                <a16:creationId xmlns:a16="http://schemas.microsoft.com/office/drawing/2014/main" id="{E9E6A654-7261-1382-AFE0-361ED8D8DA22}"/>
              </a:ext>
            </a:extLst>
          </p:cNvPr>
          <p:cNvSpPr/>
          <p:nvPr/>
        </p:nvSpPr>
        <p:spPr>
          <a:xfrm>
            <a:off x="696001" y="6048000"/>
            <a:ext cx="3708000" cy="72000"/>
          </a:xfrm>
          <a:prstGeom prst="rect">
            <a:avLst/>
          </a:prstGeom>
          <a:solidFill>
            <a:srgbClr val="FF0000"/>
          </a:solidFill>
          <a:ln w="9525" cap="flat" cmpd="sng" algn="ctr">
            <a:noFill/>
            <a:prstDash val="solid"/>
            <a:miter lim="800000"/>
          </a:ln>
          <a:effectLst/>
        </p:spPr>
        <p:txBody>
          <a:bodyPr lIns="72000" rIns="72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cs typeface="+mn-cs"/>
            </a:endParaRPr>
          </a:p>
        </p:txBody>
      </p:sp>
      <p:grpSp>
        <p:nvGrpSpPr>
          <p:cNvPr id="30" name="グループ化 29">
            <a:extLst>
              <a:ext uri="{FF2B5EF4-FFF2-40B4-BE49-F238E27FC236}">
                <a16:creationId xmlns:a16="http://schemas.microsoft.com/office/drawing/2014/main" id="{5FE42AF9-D4AF-25AB-7BFE-D5277BAC0444}"/>
              </a:ext>
            </a:extLst>
          </p:cNvPr>
          <p:cNvGrpSpPr/>
          <p:nvPr/>
        </p:nvGrpSpPr>
        <p:grpSpPr>
          <a:xfrm>
            <a:off x="6582001" y="1404012"/>
            <a:ext cx="2736000" cy="720000"/>
            <a:chOff x="6852000" y="1800000"/>
            <a:chExt cx="2736000" cy="720000"/>
          </a:xfrm>
        </p:grpSpPr>
        <p:sp>
          <p:nvSpPr>
            <p:cNvPr id="31" name="片側の 2 つの角を丸めた四角形 8">
              <a:extLst>
                <a:ext uri="{FF2B5EF4-FFF2-40B4-BE49-F238E27FC236}">
                  <a16:creationId xmlns:a16="http://schemas.microsoft.com/office/drawing/2014/main" id="{282D4956-C380-ED07-532B-70DAFFBA9ABE}"/>
                </a:ext>
              </a:extLst>
            </p:cNvPr>
            <p:cNvSpPr/>
            <p:nvPr/>
          </p:nvSpPr>
          <p:spPr>
            <a:xfrm>
              <a:off x="6852000" y="1800000"/>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プロジェクト責任者</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32" name="正方形/長方形 31">
              <a:extLst>
                <a:ext uri="{FF2B5EF4-FFF2-40B4-BE49-F238E27FC236}">
                  <a16:creationId xmlns:a16="http://schemas.microsoft.com/office/drawing/2014/main" id="{235A9922-6C50-1647-DBD3-B8CFA816F222}"/>
                </a:ext>
              </a:extLst>
            </p:cNvPr>
            <p:cNvSpPr/>
            <p:nvPr/>
          </p:nvSpPr>
          <p:spPr>
            <a:xfrm>
              <a:off x="6852000" y="2088000"/>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mn-ea"/>
                </a:rPr>
                <a:t>野村 康二</a:t>
              </a:r>
              <a:endParaRPr kumimoji="0" lang="ja-JP" altLang="en-US" sz="1600" b="0" i="0" u="none" strike="noStrike" kern="0" cap="none" spc="0" normalizeH="0" baseline="0" noProof="0">
                <a:ln>
                  <a:noFill/>
                </a:ln>
                <a:solidFill>
                  <a:prstClr val="black"/>
                </a:solidFill>
                <a:effectLst/>
                <a:uLnTx/>
                <a:uFillTx/>
                <a:latin typeface="+mn-ea"/>
              </a:endParaRPr>
            </a:p>
          </p:txBody>
        </p:sp>
      </p:grpSp>
      <p:cxnSp>
        <p:nvCxnSpPr>
          <p:cNvPr id="33" name="直線コネクタ 32">
            <a:extLst>
              <a:ext uri="{FF2B5EF4-FFF2-40B4-BE49-F238E27FC236}">
                <a16:creationId xmlns:a16="http://schemas.microsoft.com/office/drawing/2014/main" id="{097BD14B-8F57-F670-50CC-CB07E1D41B11}"/>
              </a:ext>
            </a:extLst>
          </p:cNvPr>
          <p:cNvCxnSpPr>
            <a:cxnSpLocks/>
          </p:cNvCxnSpPr>
          <p:nvPr/>
        </p:nvCxnSpPr>
        <p:spPr>
          <a:xfrm>
            <a:off x="7950001" y="2124012"/>
            <a:ext cx="0" cy="2818452"/>
          </a:xfrm>
          <a:prstGeom prst="line">
            <a:avLst/>
          </a:prstGeom>
          <a:noFill/>
          <a:ln w="28575" cap="flat" cmpd="sng" algn="ctr">
            <a:solidFill>
              <a:sysClr val="window" lastClr="FFFFFF">
                <a:lumMod val="75000"/>
              </a:sysClr>
            </a:solidFill>
            <a:prstDash val="solid"/>
            <a:miter lim="800000"/>
          </a:ln>
          <a:effectLst/>
        </p:spPr>
      </p:cxnSp>
      <p:grpSp>
        <p:nvGrpSpPr>
          <p:cNvPr id="34" name="グループ化 33">
            <a:extLst>
              <a:ext uri="{FF2B5EF4-FFF2-40B4-BE49-F238E27FC236}">
                <a16:creationId xmlns:a16="http://schemas.microsoft.com/office/drawing/2014/main" id="{8340390A-2237-8909-8BDA-9721DD5474E9}"/>
              </a:ext>
            </a:extLst>
          </p:cNvPr>
          <p:cNvGrpSpPr/>
          <p:nvPr/>
        </p:nvGrpSpPr>
        <p:grpSpPr>
          <a:xfrm>
            <a:off x="6570483" y="4798718"/>
            <a:ext cx="2744758" cy="921895"/>
            <a:chOff x="6852000" y="5772028"/>
            <a:chExt cx="2744758" cy="458243"/>
          </a:xfrm>
        </p:grpSpPr>
        <p:sp>
          <p:nvSpPr>
            <p:cNvPr id="35" name="片側の 2 つの角を丸めた四角形 21">
              <a:extLst>
                <a:ext uri="{FF2B5EF4-FFF2-40B4-BE49-F238E27FC236}">
                  <a16:creationId xmlns:a16="http://schemas.microsoft.com/office/drawing/2014/main" id="{E83C926A-95C0-0139-1486-A9A44E153E3B}"/>
                </a:ext>
              </a:extLst>
            </p:cNvPr>
            <p:cNvSpPr/>
            <p:nvPr/>
          </p:nvSpPr>
          <p:spPr>
            <a:xfrm>
              <a:off x="6852000" y="5772028"/>
              <a:ext cx="2736000" cy="195349"/>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プロジェクトメンバー</a:t>
              </a:r>
            </a:p>
          </p:txBody>
        </p:sp>
        <p:sp>
          <p:nvSpPr>
            <p:cNvPr id="36" name="正方形/長方形 35">
              <a:extLst>
                <a:ext uri="{FF2B5EF4-FFF2-40B4-BE49-F238E27FC236}">
                  <a16:creationId xmlns:a16="http://schemas.microsoft.com/office/drawing/2014/main" id="{CF8E2D8E-4773-6FB8-8220-E145C64CA845}"/>
                </a:ext>
              </a:extLst>
            </p:cNvPr>
            <p:cNvSpPr/>
            <p:nvPr/>
          </p:nvSpPr>
          <p:spPr>
            <a:xfrm>
              <a:off x="6860758" y="5967387"/>
              <a:ext cx="2736000" cy="262884"/>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lvl="0" algn="ctr" defTabSz="914400">
                <a:defRPr/>
              </a:pPr>
              <a:r>
                <a:rPr lang="ja-JP" altLang="en-US" sz="1600">
                  <a:solidFill>
                    <a:srgbClr val="333333"/>
                  </a:solidFill>
                  <a:latin typeface="游ゴシック"/>
                  <a:ea typeface="游ゴシック"/>
                </a:rPr>
                <a:t>TBD</a:t>
              </a:r>
              <a:endParaRPr lang="ja-JP" altLang="en-US" sz="1600" b="0" i="0">
                <a:solidFill>
                  <a:srgbClr val="333333"/>
                </a:solidFill>
                <a:effectLst/>
                <a:latin typeface="游ゴシック"/>
                <a:ea typeface="游ゴシック"/>
              </a:endParaRPr>
            </a:p>
          </p:txBody>
        </p:sp>
      </p:grpSp>
      <p:cxnSp>
        <p:nvCxnSpPr>
          <p:cNvPr id="37" name="直線コネクタ 36">
            <a:extLst>
              <a:ext uri="{FF2B5EF4-FFF2-40B4-BE49-F238E27FC236}">
                <a16:creationId xmlns:a16="http://schemas.microsoft.com/office/drawing/2014/main" id="{37CF75C8-8DD6-BE79-2C05-CA6A7238FA34}"/>
              </a:ext>
            </a:extLst>
          </p:cNvPr>
          <p:cNvCxnSpPr>
            <a:cxnSpLocks/>
          </p:cNvCxnSpPr>
          <p:nvPr/>
        </p:nvCxnSpPr>
        <p:spPr>
          <a:xfrm flipH="1">
            <a:off x="7938483" y="2810774"/>
            <a:ext cx="380849" cy="0"/>
          </a:xfrm>
          <a:prstGeom prst="line">
            <a:avLst/>
          </a:prstGeom>
          <a:noFill/>
          <a:ln w="28575" cap="flat" cmpd="sng" algn="ctr">
            <a:solidFill>
              <a:sysClr val="window" lastClr="FFFFFF">
                <a:lumMod val="75000"/>
              </a:sysClr>
            </a:solidFill>
            <a:prstDash val="solid"/>
            <a:miter lim="800000"/>
          </a:ln>
          <a:effectLst/>
        </p:spPr>
      </p:cxnSp>
      <p:grpSp>
        <p:nvGrpSpPr>
          <p:cNvPr id="44" name="グループ化 43">
            <a:extLst>
              <a:ext uri="{FF2B5EF4-FFF2-40B4-BE49-F238E27FC236}">
                <a16:creationId xmlns:a16="http://schemas.microsoft.com/office/drawing/2014/main" id="{ABAD43B8-FFA2-4FC5-4EF8-286829843E6C}"/>
              </a:ext>
            </a:extLst>
          </p:cNvPr>
          <p:cNvGrpSpPr/>
          <p:nvPr/>
        </p:nvGrpSpPr>
        <p:grpSpPr>
          <a:xfrm>
            <a:off x="6582001" y="3198156"/>
            <a:ext cx="2736000" cy="711533"/>
            <a:chOff x="6852000" y="2538555"/>
            <a:chExt cx="2736000" cy="711533"/>
          </a:xfrm>
        </p:grpSpPr>
        <p:sp>
          <p:nvSpPr>
            <p:cNvPr id="45" name="片側の 2 つの角を丸めた四角形 8">
              <a:extLst>
                <a:ext uri="{FF2B5EF4-FFF2-40B4-BE49-F238E27FC236}">
                  <a16:creationId xmlns:a16="http://schemas.microsoft.com/office/drawing/2014/main" id="{F7901CA1-EF06-6E68-700A-6DEF7A287CEF}"/>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1" i="0" u="none" strike="noStrike" kern="0" cap="none" spc="0" normalizeH="0" baseline="0" noProof="0">
                  <a:ln>
                    <a:noFill/>
                  </a:ln>
                  <a:solidFill>
                    <a:prstClr val="white"/>
                  </a:solidFill>
                  <a:effectLst/>
                  <a:uLnTx/>
                  <a:uFillTx/>
                  <a:latin typeface="+mn-ea"/>
                </a:rPr>
                <a:t>プロジェクトマネージャー</a:t>
              </a: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46" name="正方形/長方形 45">
              <a:extLst>
                <a:ext uri="{FF2B5EF4-FFF2-40B4-BE49-F238E27FC236}">
                  <a16:creationId xmlns:a16="http://schemas.microsoft.com/office/drawing/2014/main" id="{718E53B2-A062-4B41-8DDC-2409E7CBC3AD}"/>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lang="ja-JP" altLang="en-US" sz="1600">
                  <a:ea typeface="游ゴシック"/>
                  <a:cs typeface="Calibri"/>
                </a:rPr>
                <a:t>石井 徹</a:t>
              </a:r>
              <a:endParaRPr lang="ja-JP" sz="1600">
                <a:ea typeface="游ゴシック"/>
                <a:cs typeface="Calibri"/>
              </a:endParaRPr>
            </a:p>
          </p:txBody>
        </p:sp>
      </p:grpSp>
      <p:grpSp>
        <p:nvGrpSpPr>
          <p:cNvPr id="50" name="グループ化 49">
            <a:extLst>
              <a:ext uri="{FF2B5EF4-FFF2-40B4-BE49-F238E27FC236}">
                <a16:creationId xmlns:a16="http://schemas.microsoft.com/office/drawing/2014/main" id="{46A58BF0-1068-1AA9-CDCE-9721E140E7DC}"/>
              </a:ext>
            </a:extLst>
          </p:cNvPr>
          <p:cNvGrpSpPr/>
          <p:nvPr/>
        </p:nvGrpSpPr>
        <p:grpSpPr>
          <a:xfrm>
            <a:off x="8319332" y="2366692"/>
            <a:ext cx="2736000" cy="728930"/>
            <a:chOff x="8524839" y="4231002"/>
            <a:chExt cx="2736000" cy="728930"/>
          </a:xfrm>
        </p:grpSpPr>
        <p:sp>
          <p:nvSpPr>
            <p:cNvPr id="51" name="片側の 2 つの角を丸めた四角形 29">
              <a:extLst>
                <a:ext uri="{FF2B5EF4-FFF2-40B4-BE49-F238E27FC236}">
                  <a16:creationId xmlns:a16="http://schemas.microsoft.com/office/drawing/2014/main" id="{991F46D8-08C2-78EC-D668-A46B0C41AE8C}"/>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営業</a:t>
              </a:r>
            </a:p>
          </p:txBody>
        </p:sp>
        <p:sp>
          <p:nvSpPr>
            <p:cNvPr id="52" name="正方形/長方形 51">
              <a:extLst>
                <a:ext uri="{FF2B5EF4-FFF2-40B4-BE49-F238E27FC236}">
                  <a16:creationId xmlns:a16="http://schemas.microsoft.com/office/drawing/2014/main" id="{48F47779-08C9-7151-587C-3BC1AE7C0030}"/>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1600" b="0" i="0" u="none" strike="noStrike" kern="0" cap="none" spc="0" normalizeH="0" baseline="0" noProof="0">
                  <a:ln>
                    <a:noFill/>
                  </a:ln>
                  <a:solidFill>
                    <a:prstClr val="black"/>
                  </a:solidFill>
                  <a:effectLst/>
                  <a:uLnTx/>
                  <a:uFillTx/>
                  <a:latin typeface="+mn-ea"/>
                </a:rPr>
                <a:t>髙浦 祐朗</a:t>
              </a:r>
              <a:endParaRPr kumimoji="0" lang="en-US" altLang="ja-JP" sz="1600" b="0" i="0" u="none" strike="noStrike" kern="0" cap="none" spc="0" normalizeH="0" baseline="0" noProof="0">
                <a:ln>
                  <a:noFill/>
                </a:ln>
                <a:solidFill>
                  <a:prstClr val="black"/>
                </a:solidFill>
                <a:effectLst/>
                <a:uLnTx/>
                <a:uFillTx/>
                <a:latin typeface="+mn-ea"/>
              </a:endParaRPr>
            </a:p>
          </p:txBody>
        </p:sp>
      </p:grpSp>
      <p:grpSp>
        <p:nvGrpSpPr>
          <p:cNvPr id="53" name="グループ化 52">
            <a:extLst>
              <a:ext uri="{FF2B5EF4-FFF2-40B4-BE49-F238E27FC236}">
                <a16:creationId xmlns:a16="http://schemas.microsoft.com/office/drawing/2014/main" id="{B46FB46F-764E-D457-6B8E-895E9171BB96}"/>
              </a:ext>
            </a:extLst>
          </p:cNvPr>
          <p:cNvGrpSpPr/>
          <p:nvPr/>
        </p:nvGrpSpPr>
        <p:grpSpPr>
          <a:xfrm>
            <a:off x="1218001" y="2653398"/>
            <a:ext cx="2736000" cy="728930"/>
            <a:chOff x="8524839" y="4231002"/>
            <a:chExt cx="2736000" cy="728930"/>
          </a:xfrm>
        </p:grpSpPr>
        <p:sp>
          <p:nvSpPr>
            <p:cNvPr id="54" name="片側の 2 つの角を丸めた四角形 29">
              <a:extLst>
                <a:ext uri="{FF2B5EF4-FFF2-40B4-BE49-F238E27FC236}">
                  <a16:creationId xmlns:a16="http://schemas.microsoft.com/office/drawing/2014/main" id="{4AC81FF9-EB85-3FFA-DCCD-CB42C4ECC4E3}"/>
                </a:ext>
              </a:extLst>
            </p:cNvPr>
            <p:cNvSpPr/>
            <p:nvPr/>
          </p:nvSpPr>
          <p:spPr>
            <a:xfrm>
              <a:off x="8524839" y="4231002"/>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1" i="0" u="none" strike="noStrike" kern="0" cap="none" spc="0" normalizeH="0" baseline="0" noProof="0">
                  <a:ln>
                    <a:noFill/>
                  </a:ln>
                  <a:solidFill>
                    <a:prstClr val="white"/>
                  </a:solidFill>
                  <a:effectLst/>
                  <a:uLnTx/>
                  <a:uFillTx/>
                  <a:latin typeface="+mn-ea"/>
                </a:rPr>
                <a:t>プロジェクト管理者</a:t>
              </a:r>
            </a:p>
          </p:txBody>
        </p:sp>
        <p:sp>
          <p:nvSpPr>
            <p:cNvPr id="55" name="正方形/長方形 54">
              <a:extLst>
                <a:ext uri="{FF2B5EF4-FFF2-40B4-BE49-F238E27FC236}">
                  <a16:creationId xmlns:a16="http://schemas.microsoft.com/office/drawing/2014/main" id="{E99635A6-DA54-F9D3-5D45-230B26FFDA43}"/>
                </a:ext>
              </a:extLst>
            </p:cNvPr>
            <p:cNvSpPr/>
            <p:nvPr/>
          </p:nvSpPr>
          <p:spPr>
            <a:xfrm>
              <a:off x="8524839" y="4527932"/>
              <a:ext cx="2736000" cy="432000"/>
            </a:xfrm>
            <a:prstGeom prst="rect">
              <a:avLst/>
            </a:prstGeom>
            <a:solidFill>
              <a:sysClr val="window" lastClr="FFFFFF"/>
            </a:solidFill>
            <a:ln w="12700" cap="flat" cmpd="sng" algn="ctr">
              <a:solidFill>
                <a:srgbClr val="A5A5A5"/>
              </a:solidFill>
              <a:prstDash val="solid"/>
              <a:miter lim="800000"/>
            </a:ln>
            <a:effectLst/>
          </p:spPr>
          <p:txBody>
            <a:bodyPr lIns="72000" tIns="108000" rIns="72000" bIns="45720"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ja-JP" altLang="en-US" sz="1600" kern="0">
                  <a:solidFill>
                    <a:prstClr val="black"/>
                  </a:solidFill>
                  <a:latin typeface="游ゴシック"/>
                  <a:ea typeface="游ゴシック"/>
                </a:rPr>
                <a:t>隼田 浩樹</a:t>
              </a:r>
              <a:r>
                <a:rPr kumimoji="0" lang="ja-JP" altLang="en-US" sz="1600" b="0" i="0" u="none" strike="noStrike" kern="0" cap="none" spc="0" normalizeH="0" baseline="0" noProof="0">
                  <a:ln>
                    <a:noFill/>
                  </a:ln>
                  <a:solidFill>
                    <a:prstClr val="black"/>
                  </a:solidFill>
                  <a:effectLst/>
                  <a:uLnTx/>
                  <a:uFillTx/>
                  <a:latin typeface="游ゴシック"/>
                  <a:ea typeface="游ゴシック"/>
                </a:rPr>
                <a:t>様</a:t>
              </a:r>
              <a:endParaRPr kumimoji="0" lang="en-US" altLang="ja-JP" sz="1600" b="0" i="0" u="none" strike="noStrike" kern="0" cap="none" spc="0" normalizeH="0" baseline="0" noProof="0">
                <a:ln>
                  <a:noFill/>
                </a:ln>
                <a:solidFill>
                  <a:prstClr val="black"/>
                </a:solidFill>
                <a:effectLst/>
                <a:uLnTx/>
                <a:uFillTx/>
                <a:latin typeface="游ゴシック"/>
                <a:ea typeface="游ゴシック"/>
              </a:endParaRPr>
            </a:p>
          </p:txBody>
        </p:sp>
      </p:grpSp>
      <p:sp>
        <p:nvSpPr>
          <p:cNvPr id="10" name="テキスト ボックス 9">
            <a:extLst>
              <a:ext uri="{FF2B5EF4-FFF2-40B4-BE49-F238E27FC236}">
                <a16:creationId xmlns:a16="http://schemas.microsoft.com/office/drawing/2014/main" id="{23AD0769-8EF8-BA78-E79E-FE5E601D274F}"/>
              </a:ext>
            </a:extLst>
          </p:cNvPr>
          <p:cNvSpPr txBox="1"/>
          <p:nvPr/>
        </p:nvSpPr>
        <p:spPr>
          <a:xfrm>
            <a:off x="4480073" y="6131060"/>
            <a:ext cx="7134413" cy="406156"/>
          </a:xfrm>
          <a:prstGeom prst="rect">
            <a:avLst/>
          </a:prstGeom>
          <a:noFill/>
        </p:spPr>
        <p:txBody>
          <a:bodyPr wrap="square" lIns="91440" tIns="45720" rIns="91440" bIns="45720" rtlCol="0" anchor="t">
            <a:noAutofit/>
          </a:bodyPr>
          <a:lstStyle/>
          <a:p>
            <a:pPr marL="171450" indent="-171450">
              <a:buFont typeface="游ゴシック" panose="020B0400000000000000" pitchFamily="50" charset="-128"/>
              <a:buChar char="※"/>
            </a:pPr>
            <a:r>
              <a:rPr lang="ja-JP" altLang="en-US" sz="1400">
                <a:latin typeface="游ゴシック"/>
                <a:ea typeface="游ゴシック"/>
                <a:cs typeface="メイリオ" pitchFamily="50" charset="-128"/>
              </a:rPr>
              <a:t>体制については、ご契約のタイミング状況により変更となる場合がございます。</a:t>
            </a:r>
            <a:endParaRPr lang="en-US" altLang="ja-JP" sz="1400">
              <a:latin typeface="游ゴシック"/>
              <a:ea typeface="游ゴシック"/>
              <a:cs typeface="メイリオ" pitchFamily="50" charset="-128"/>
            </a:endParaRPr>
          </a:p>
        </p:txBody>
      </p:sp>
      <p:sp>
        <p:nvSpPr>
          <p:cNvPr id="23" name="片側の 2 つの角を丸めた四角形 15">
            <a:extLst>
              <a:ext uri="{FF2B5EF4-FFF2-40B4-BE49-F238E27FC236}">
                <a16:creationId xmlns:a16="http://schemas.microsoft.com/office/drawing/2014/main" id="{C880EA00-072A-B94E-12D4-DE5081E2636E}"/>
              </a:ext>
            </a:extLst>
          </p:cNvPr>
          <p:cNvSpPr/>
          <p:nvPr/>
        </p:nvSpPr>
        <p:spPr>
          <a:xfrm>
            <a:off x="1670060" y="5082730"/>
            <a:ext cx="227911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600" b="1" i="0" u="none" strike="noStrike" kern="0" cap="none" spc="0" normalizeH="0" baseline="0" noProof="0">
              <a:ln>
                <a:noFill/>
              </a:ln>
              <a:solidFill>
                <a:prstClr val="white"/>
              </a:solidFill>
              <a:effectLst/>
              <a:uLnTx/>
              <a:uFillTx/>
              <a:latin typeface="+mn-ea"/>
            </a:endParaRPr>
          </a:p>
        </p:txBody>
      </p:sp>
      <p:sp>
        <p:nvSpPr>
          <p:cNvPr id="24" name="正方形/長方形 23">
            <a:extLst>
              <a:ext uri="{FF2B5EF4-FFF2-40B4-BE49-F238E27FC236}">
                <a16:creationId xmlns:a16="http://schemas.microsoft.com/office/drawing/2014/main" id="{D4654218-E4DF-060D-4D9E-7190EA67DC46}"/>
              </a:ext>
            </a:extLst>
          </p:cNvPr>
          <p:cNvSpPr/>
          <p:nvPr/>
        </p:nvSpPr>
        <p:spPr>
          <a:xfrm>
            <a:off x="1670060" y="5370730"/>
            <a:ext cx="2279110" cy="432000"/>
          </a:xfrm>
          <a:prstGeom prst="rect">
            <a:avLst/>
          </a:prstGeom>
          <a:solidFill>
            <a:sysClr val="window" lastClr="FFFFFF"/>
          </a:solidFill>
          <a:ln w="12700" cap="flat" cmpd="sng" algn="ctr">
            <a:solidFill>
              <a:srgbClr val="A5A5A5"/>
            </a:solidFill>
            <a:prstDash val="solid"/>
            <a:miter lim="800000"/>
          </a:ln>
          <a:effectLst/>
        </p:spPr>
        <p:txBody>
          <a:bodyPr lIns="36000" rIns="36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ja-JP" altLang="en-US" sz="1600" b="0" i="0" u="none" strike="noStrike" kern="0" cap="none" spc="0" normalizeH="0" baseline="0" noProof="0">
                <a:ln>
                  <a:noFill/>
                </a:ln>
                <a:solidFill>
                  <a:prstClr val="black"/>
                </a:solidFill>
                <a:effectLst/>
                <a:uLnTx/>
                <a:uFillTx/>
                <a:latin typeface="+mn-ea"/>
              </a:rPr>
              <a:t>現場利用者様</a:t>
            </a:r>
            <a:endParaRPr kumimoji="1" lang="en-US" altLang="ja-JP" sz="1600" b="0" i="0" u="none" strike="noStrike" kern="0" cap="none" spc="0" normalizeH="0" baseline="0" noProof="0">
              <a:ln>
                <a:noFill/>
              </a:ln>
              <a:solidFill>
                <a:prstClr val="black"/>
              </a:solidFill>
              <a:effectLst/>
              <a:uLnTx/>
              <a:uFillTx/>
              <a:latin typeface="+mn-ea"/>
            </a:endParaRPr>
          </a:p>
        </p:txBody>
      </p:sp>
      <p:cxnSp>
        <p:nvCxnSpPr>
          <p:cNvPr id="42" name="コネクタ: カギ線 41">
            <a:extLst>
              <a:ext uri="{FF2B5EF4-FFF2-40B4-BE49-F238E27FC236}">
                <a16:creationId xmlns:a16="http://schemas.microsoft.com/office/drawing/2014/main" id="{286EFD78-6818-C4AB-E609-018C7D112014}"/>
              </a:ext>
            </a:extLst>
          </p:cNvPr>
          <p:cNvCxnSpPr>
            <a:cxnSpLocks/>
            <a:endCxn id="24" idx="1"/>
          </p:cNvCxnSpPr>
          <p:nvPr/>
        </p:nvCxnSpPr>
        <p:spPr>
          <a:xfrm rot="16200000" flipH="1">
            <a:off x="1190517" y="5107186"/>
            <a:ext cx="791999" cy="167088"/>
          </a:xfrm>
          <a:prstGeom prst="bentConnector2">
            <a:avLst/>
          </a:prstGeom>
          <a:ln w="285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グループ化 43">
            <a:extLst>
              <a:ext uri="{FF2B5EF4-FFF2-40B4-BE49-F238E27FC236}">
                <a16:creationId xmlns:a16="http://schemas.microsoft.com/office/drawing/2014/main" id="{3CC463F8-EF97-A0C9-35A8-965F2728535A}"/>
              </a:ext>
            </a:extLst>
          </p:cNvPr>
          <p:cNvGrpSpPr/>
          <p:nvPr/>
        </p:nvGrpSpPr>
        <p:grpSpPr>
          <a:xfrm>
            <a:off x="8316207" y="4021466"/>
            <a:ext cx="2736000" cy="711533"/>
            <a:chOff x="6852000" y="2538555"/>
            <a:chExt cx="2736000" cy="711533"/>
          </a:xfrm>
        </p:grpSpPr>
        <p:sp>
          <p:nvSpPr>
            <p:cNvPr id="5" name="片側の 2 つの角を丸めた四角形 8">
              <a:extLst>
                <a:ext uri="{FF2B5EF4-FFF2-40B4-BE49-F238E27FC236}">
                  <a16:creationId xmlns:a16="http://schemas.microsoft.com/office/drawing/2014/main" id="{87471182-3211-D826-767F-1938ABE25D78}"/>
                </a:ext>
              </a:extLst>
            </p:cNvPr>
            <p:cNvSpPr/>
            <p:nvPr/>
          </p:nvSpPr>
          <p:spPr>
            <a:xfrm>
              <a:off x="6852000" y="2538555"/>
              <a:ext cx="2736000" cy="288000"/>
            </a:xfrm>
            <a:prstGeom prst="round2SameRect">
              <a:avLst/>
            </a:prstGeom>
            <a:solidFill>
              <a:sysClr val="window" lastClr="FFFFFF">
                <a:lumMod val="50000"/>
              </a:sysClr>
            </a:solidFill>
            <a:ln w="12700" cap="flat" cmpd="sng" algn="ctr">
              <a:solidFill>
                <a:srgbClr val="A5A5A5"/>
              </a:solidFill>
              <a:prstDash val="solid"/>
              <a:miter lim="800000"/>
            </a:ln>
            <a:effectLst/>
          </p:spPr>
          <p:txBody>
            <a:bodyPr lIns="36000" tIns="45720" rIns="36000" bIns="45720" rtlCol="0" anchor="ctr"/>
            <a:lstStyle/>
            <a:p>
              <a:pPr marL="0" marR="0" lvl="0" indent="0" algn="ctr" defTabSz="914400">
                <a:lnSpc>
                  <a:spcPct val="100000"/>
                </a:lnSpc>
                <a:spcBef>
                  <a:spcPts val="0"/>
                </a:spcBef>
                <a:spcAft>
                  <a:spcPts val="0"/>
                </a:spcAft>
                <a:buClrTx/>
                <a:buSzTx/>
                <a:buFontTx/>
                <a:buNone/>
                <a:tabLst/>
                <a:defRPr/>
              </a:pPr>
              <a:r>
                <a:rPr lang="ja-JP" altLang="en-US" sz="1600" b="1" kern="0">
                  <a:solidFill>
                    <a:prstClr val="white"/>
                  </a:solidFill>
                  <a:latin typeface="游ゴシック"/>
                  <a:ea typeface="游ゴシック"/>
                </a:rPr>
                <a:t>保守サポート</a:t>
              </a:r>
              <a:endParaRPr lang="ja-JP" altLang="en-US" sz="1600" b="1" i="0" u="none" strike="noStrike" kern="0" cap="none" spc="0" normalizeH="0" baseline="0" noProof="0">
                <a:ln>
                  <a:noFill/>
                </a:ln>
                <a:solidFill>
                  <a:prstClr val="white"/>
                </a:solidFill>
                <a:effectLst/>
                <a:uLnTx/>
                <a:uFillTx/>
                <a:latin typeface="游ゴシック"/>
                <a:ea typeface="游ゴシック"/>
              </a:endParaRPr>
            </a:p>
          </p:txBody>
        </p:sp>
        <p:sp>
          <p:nvSpPr>
            <p:cNvPr id="6" name="正方形/長方形 45">
              <a:extLst>
                <a:ext uri="{FF2B5EF4-FFF2-40B4-BE49-F238E27FC236}">
                  <a16:creationId xmlns:a16="http://schemas.microsoft.com/office/drawing/2014/main" id="{3A81C36B-BCAA-095B-FA9E-3DC93B865E7B}"/>
                </a:ext>
              </a:extLst>
            </p:cNvPr>
            <p:cNvSpPr/>
            <p:nvPr/>
          </p:nvSpPr>
          <p:spPr>
            <a:xfrm>
              <a:off x="6852000" y="2818088"/>
              <a:ext cx="2736000" cy="432000"/>
            </a:xfrm>
            <a:prstGeom prst="rect">
              <a:avLst/>
            </a:prstGeom>
            <a:solidFill>
              <a:sysClr val="window" lastClr="FFFFFF"/>
            </a:solidFill>
            <a:ln w="12700" cap="flat" cmpd="sng" algn="ctr">
              <a:solidFill>
                <a:srgbClr val="A5A5A5"/>
              </a:solidFill>
              <a:prstDash val="solid"/>
              <a:miter lim="800000"/>
            </a:ln>
            <a:effectLst/>
          </p:spPr>
          <p:txBody>
            <a:bodyPr lIns="36000" tIns="45720" rIns="36000" bIns="45720" rtlCol="0" anchor="ctr"/>
            <a:lstStyle/>
            <a:p>
              <a:pPr algn="ctr" defTabSz="914400">
                <a:defRPr/>
              </a:pPr>
              <a:r>
                <a:rPr lang="ja-JP" altLang="en-US" sz="1600">
                  <a:ea typeface="游ゴシック"/>
                  <a:cs typeface="Calibri"/>
                </a:rPr>
                <a:t>伊達 翔互</a:t>
              </a:r>
            </a:p>
          </p:txBody>
        </p:sp>
      </p:grpSp>
      <p:cxnSp>
        <p:nvCxnSpPr>
          <p:cNvPr id="7" name="直線コネクタ 36">
            <a:extLst>
              <a:ext uri="{FF2B5EF4-FFF2-40B4-BE49-F238E27FC236}">
                <a16:creationId xmlns:a16="http://schemas.microsoft.com/office/drawing/2014/main" id="{37580819-ED20-57DA-1C40-DBE123AB7DB7}"/>
              </a:ext>
            </a:extLst>
          </p:cNvPr>
          <p:cNvCxnSpPr>
            <a:cxnSpLocks/>
          </p:cNvCxnSpPr>
          <p:nvPr/>
        </p:nvCxnSpPr>
        <p:spPr>
          <a:xfrm flipH="1">
            <a:off x="7938482" y="4483670"/>
            <a:ext cx="380849" cy="0"/>
          </a:xfrm>
          <a:prstGeom prst="line">
            <a:avLst/>
          </a:prstGeom>
          <a:noFill/>
          <a:ln w="28575" cap="flat" cmpd="sng" algn="ctr">
            <a:solidFill>
              <a:sysClr val="window" lastClr="FFFFFF">
                <a:lumMod val="75000"/>
              </a:sysClr>
            </a:solidFill>
            <a:prstDash val="solid"/>
            <a:miter lim="800000"/>
          </a:ln>
          <a:effectLst/>
        </p:spPr>
      </p:cxnSp>
    </p:spTree>
    <p:extLst>
      <p:ext uri="{BB962C8B-B14F-4D97-AF65-F5344CB8AC3E}">
        <p14:creationId xmlns:p14="http://schemas.microsoft.com/office/powerpoint/2010/main" val="2716451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37277-C62D-4F59-323C-41FB2DBB5FC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F1B3D1D-7E85-617E-AC69-3C98014F1C6D}"/>
              </a:ext>
            </a:extLst>
          </p:cNvPr>
          <p:cNvSpPr>
            <a:spLocks noGrp="1"/>
          </p:cNvSpPr>
          <p:nvPr>
            <p:ph type="title"/>
          </p:nvPr>
        </p:nvSpPr>
        <p:spPr/>
        <p:txBody>
          <a:bodyPr/>
          <a:lstStyle/>
          <a:p>
            <a:r>
              <a:rPr lang="en-US" altLang="ja-JP">
                <a:latin typeface="游明朝"/>
                <a:ea typeface="游明朝"/>
              </a:rPr>
              <a:t>８. </a:t>
            </a:r>
            <a:r>
              <a:rPr lang="ja-JP" altLang="en-US">
                <a:latin typeface="游明朝"/>
                <a:ea typeface="游明朝"/>
              </a:rPr>
              <a:t>お見積もり</a:t>
            </a:r>
            <a:endParaRPr kumimoji="1" lang="ja-JP" altLang="en-US" sz="2000">
              <a:latin typeface="游明朝"/>
              <a:ea typeface="游明朝"/>
            </a:endParaRPr>
          </a:p>
        </p:txBody>
      </p:sp>
      <p:sp>
        <p:nvSpPr>
          <p:cNvPr id="5" name="日付プレースホルダー 4">
            <a:extLst>
              <a:ext uri="{FF2B5EF4-FFF2-40B4-BE49-F238E27FC236}">
                <a16:creationId xmlns:a16="http://schemas.microsoft.com/office/drawing/2014/main" id="{4603A548-F2AF-2C98-E435-7AC80BA0AC52}"/>
              </a:ext>
            </a:extLst>
          </p:cNvPr>
          <p:cNvSpPr>
            <a:spLocks noGrp="1"/>
          </p:cNvSpPr>
          <p:nvPr>
            <p:ph type="dt" sz="half" idx="10"/>
          </p:nvPr>
        </p:nvSpPr>
        <p:spPr/>
        <p:txBody>
          <a:bodyPr/>
          <a:lstStyle/>
          <a:p>
            <a:r>
              <a:rPr lang="en-US" altLang="ja-JP"/>
              <a:t>2025/4/4</a:t>
            </a:r>
            <a:endParaRPr lang="en-US"/>
          </a:p>
        </p:txBody>
      </p:sp>
      <p:sp>
        <p:nvSpPr>
          <p:cNvPr id="8" name="テキスト ボックス 7">
            <a:extLst>
              <a:ext uri="{FF2B5EF4-FFF2-40B4-BE49-F238E27FC236}">
                <a16:creationId xmlns:a16="http://schemas.microsoft.com/office/drawing/2014/main" id="{453955C1-0D61-FE82-6F40-7F3B27DB02AD}"/>
              </a:ext>
            </a:extLst>
          </p:cNvPr>
          <p:cNvSpPr txBox="1"/>
          <p:nvPr/>
        </p:nvSpPr>
        <p:spPr>
          <a:xfrm>
            <a:off x="696000" y="928154"/>
            <a:ext cx="7595218" cy="345057"/>
          </a:xfrm>
          <a:prstGeom prst="rect">
            <a:avLst/>
          </a:prstGeom>
          <a:noFill/>
        </p:spPr>
        <p:txBody>
          <a:bodyPr wrap="square" rtlCol="0">
            <a:noAutofit/>
          </a:bodyPr>
          <a:lstStyle/>
          <a:p>
            <a:r>
              <a:rPr lang="ja-JP" altLang="en-US" sz="1400" b="1">
                <a:latin typeface="+mn-ea"/>
                <a:cs typeface="メイリオ" pitchFamily="50" charset="-128"/>
              </a:rPr>
              <a:t>新</a:t>
            </a:r>
            <a:r>
              <a:rPr lang="en-US" altLang="ja-JP" sz="1400" b="1">
                <a:latin typeface="+mn-ea"/>
                <a:cs typeface="メイリオ" pitchFamily="50" charset="-128"/>
              </a:rPr>
              <a:t>IRIS</a:t>
            </a:r>
            <a:r>
              <a:rPr lang="ja-JP" altLang="en-US" sz="1400" b="1">
                <a:latin typeface="+mn-ea"/>
                <a:cs typeface="メイリオ" pitchFamily="50" charset="-128"/>
              </a:rPr>
              <a:t>操業・品質システムの移行（</a:t>
            </a:r>
            <a:r>
              <a:rPr lang="en-US" altLang="ja-JP" sz="1400" b="1">
                <a:latin typeface="+mn-ea"/>
                <a:cs typeface="メイリオ" pitchFamily="50" charset="-128"/>
              </a:rPr>
              <a:t>A-Auto</a:t>
            </a:r>
            <a:r>
              <a:rPr lang="ja-JP" altLang="en-US" sz="1400" b="1">
                <a:latin typeface="+mn-ea"/>
                <a:cs typeface="メイリオ" pitchFamily="50" charset="-128"/>
              </a:rPr>
              <a:t>の場合）</a:t>
            </a:r>
            <a:endParaRPr lang="en-US" altLang="ja-JP" sz="1400" b="1">
              <a:latin typeface="+mn-ea"/>
              <a:cs typeface="メイリオ" pitchFamily="50" charset="-128"/>
            </a:endParaRPr>
          </a:p>
        </p:txBody>
      </p:sp>
      <p:graphicFrame>
        <p:nvGraphicFramePr>
          <p:cNvPr id="9" name="表 8">
            <a:extLst>
              <a:ext uri="{FF2B5EF4-FFF2-40B4-BE49-F238E27FC236}">
                <a16:creationId xmlns:a16="http://schemas.microsoft.com/office/drawing/2014/main" id="{BBA8B256-12B2-6E8C-50F9-31564ECC0266}"/>
              </a:ext>
            </a:extLst>
          </p:cNvPr>
          <p:cNvGraphicFramePr>
            <a:graphicFrameLocks noGrp="1"/>
          </p:cNvGraphicFramePr>
          <p:nvPr>
            <p:extLst>
              <p:ext uri="{D42A27DB-BD31-4B8C-83A1-F6EECF244321}">
                <p14:modId xmlns:p14="http://schemas.microsoft.com/office/powerpoint/2010/main" val="2519098980"/>
              </p:ext>
            </p:extLst>
          </p:nvPr>
        </p:nvGraphicFramePr>
        <p:xfrm>
          <a:off x="695999" y="865868"/>
          <a:ext cx="10890000" cy="5563680"/>
        </p:xfrm>
        <a:graphic>
          <a:graphicData uri="http://schemas.openxmlformats.org/drawingml/2006/table">
            <a:tbl>
              <a:tblPr firstRow="1" bandRow="1">
                <a:tableStyleId>{2D5ABB26-0587-4C30-8999-92F81FD0307C}</a:tableStyleId>
              </a:tblPr>
              <a:tblGrid>
                <a:gridCol w="466714">
                  <a:extLst>
                    <a:ext uri="{9D8B030D-6E8A-4147-A177-3AD203B41FA5}">
                      <a16:colId xmlns:a16="http://schemas.microsoft.com/office/drawing/2014/main" val="233225342"/>
                    </a:ext>
                  </a:extLst>
                </a:gridCol>
                <a:gridCol w="1199516">
                  <a:extLst>
                    <a:ext uri="{9D8B030D-6E8A-4147-A177-3AD203B41FA5}">
                      <a16:colId xmlns:a16="http://schemas.microsoft.com/office/drawing/2014/main" val="568014644"/>
                    </a:ext>
                  </a:extLst>
                </a:gridCol>
                <a:gridCol w="1878588">
                  <a:extLst>
                    <a:ext uri="{9D8B030D-6E8A-4147-A177-3AD203B41FA5}">
                      <a16:colId xmlns:a16="http://schemas.microsoft.com/office/drawing/2014/main" val="3608806225"/>
                    </a:ext>
                  </a:extLst>
                </a:gridCol>
                <a:gridCol w="890711">
                  <a:extLst>
                    <a:ext uri="{9D8B030D-6E8A-4147-A177-3AD203B41FA5}">
                      <a16:colId xmlns:a16="http://schemas.microsoft.com/office/drawing/2014/main" val="2247639322"/>
                    </a:ext>
                  </a:extLst>
                </a:gridCol>
                <a:gridCol w="2876328">
                  <a:extLst>
                    <a:ext uri="{9D8B030D-6E8A-4147-A177-3AD203B41FA5}">
                      <a16:colId xmlns:a16="http://schemas.microsoft.com/office/drawing/2014/main" val="4260495519"/>
                    </a:ext>
                  </a:extLst>
                </a:gridCol>
                <a:gridCol w="1555714">
                  <a:extLst>
                    <a:ext uri="{9D8B030D-6E8A-4147-A177-3AD203B41FA5}">
                      <a16:colId xmlns:a16="http://schemas.microsoft.com/office/drawing/2014/main" val="3343664097"/>
                    </a:ext>
                  </a:extLst>
                </a:gridCol>
                <a:gridCol w="2022429">
                  <a:extLst>
                    <a:ext uri="{9D8B030D-6E8A-4147-A177-3AD203B41FA5}">
                      <a16:colId xmlns:a16="http://schemas.microsoft.com/office/drawing/2014/main" val="2912004341"/>
                    </a:ext>
                  </a:extLst>
                </a:gridCol>
              </a:tblGrid>
              <a:tr h="324000">
                <a:tc>
                  <a:txBody>
                    <a:bodyPr/>
                    <a:lstStyle/>
                    <a:p>
                      <a:pPr algn="ctr" rtl="0" fontAlgn="ctr"/>
                      <a:r>
                        <a:rPr lang="en-US" sz="1600" b="1" i="0" u="none" strike="noStrike">
                          <a:solidFill>
                            <a:srgbClr val="FFFFFF"/>
                          </a:solidFill>
                          <a:effectLst/>
                          <a:latin typeface="游ゴシック"/>
                          <a:ea typeface="游ゴシック"/>
                        </a:rPr>
                        <a:t>No.</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契約種別</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フェーズ</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区分</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工程</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zh-CN" altLang="en-US" sz="1600" b="1" i="0" u="none" strike="noStrike">
                          <a:solidFill>
                            <a:srgbClr val="FFFFFF"/>
                          </a:solidFill>
                          <a:effectLst/>
                          <a:latin typeface="游ゴシック" panose="020B0400000000000000" pitchFamily="50" charset="-128"/>
                          <a:ea typeface="游ゴシック" panose="020B0400000000000000" pitchFamily="50" charset="-128"/>
                        </a:rPr>
                        <a:t>工数（人月）</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tc>
                  <a:txBody>
                    <a:bodyPr/>
                    <a:lstStyle/>
                    <a:p>
                      <a:pPr algn="ctr" rtl="0" fontAlgn="ctr"/>
                      <a:r>
                        <a:rPr lang="ja-JP" altLang="en-US" sz="1600" b="1" i="0" u="none" strike="noStrike">
                          <a:solidFill>
                            <a:srgbClr val="FFFFFF"/>
                          </a:solidFill>
                          <a:effectLst/>
                          <a:latin typeface="游ゴシック" panose="020B0400000000000000" pitchFamily="50" charset="-128"/>
                          <a:ea typeface="游ゴシック" panose="020B0400000000000000" pitchFamily="50" charset="-128"/>
                        </a:rPr>
                        <a:t>金額（税抜き）</a:t>
                      </a: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424401785"/>
                  </a:ext>
                </a:extLst>
              </a:tr>
              <a:tr h="288000">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１</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正式</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要件定義</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712587978"/>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基本設計</a:t>
                      </a:r>
                    </a:p>
                  </a:txBody>
                  <a:tcPr marL="72000" marR="72000" marT="36000" marB="3600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0.7</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\700,000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045517169"/>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游ゴシック"/>
                        </a:rPr>
                        <a:t>0.3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tc>
                  <a:txBody>
                    <a:bodyPr/>
                    <a:lstStyle/>
                    <a:p>
                      <a:pPr algn="r" rtl="0" fontAlgn="ctr"/>
                      <a:r>
                        <a:rPr lang="en-US" altLang="ja-JP" sz="1600" b="0" i="0" u="none" strike="noStrike">
                          <a:solidFill>
                            <a:srgbClr val="000000"/>
                          </a:solidFill>
                          <a:effectLst/>
                          <a:latin typeface="游ゴシック"/>
                          <a:ea typeface="+mn-ea"/>
                        </a:rPr>
                        <a:t>\420,000</a:t>
                      </a:r>
                      <a:endParaRPr lang="ja-JP" altLang="en-US"/>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3099362617"/>
                  </a:ext>
                </a:extLst>
              </a:tr>
              <a:tr h="288000">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vMerge="1">
                  <a:txBody>
                    <a:bodyPr/>
                    <a:lstStyle/>
                    <a:p>
                      <a:endParaRPr kumimoji="1" lang="ja-JP" altLang="en-US"/>
                    </a:p>
                  </a:txBody>
                  <a:tcPr>
                    <a:lnL w="6350" cap="flat" cmpd="sng" algn="ctr">
                      <a:solidFill>
                        <a:schemeClr val="accent3"/>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6350" cap="flat" cmpd="sng" algn="ctr">
                      <a:solidFill>
                        <a:schemeClr val="accent3"/>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6350" cap="flat" cmpd="sng" algn="ctr">
                      <a:solidFill>
                        <a:schemeClr val="accent3"/>
                      </a:solidFill>
                      <a:prstDash val="solid"/>
                      <a:round/>
                      <a:headEnd type="none" w="med" len="med"/>
                      <a:tailEnd type="none" w="med" len="med"/>
                    </a:lnB>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1.5</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¥1,620,000</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952203023"/>
                  </a:ext>
                </a:extLst>
              </a:tr>
              <a:tr h="288000">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２</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請負契約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5">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詳細設計</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0.8</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\800,000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281687587"/>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開発</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\1,500,000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776895876"/>
                  </a:ext>
                </a:extLst>
              </a:tr>
              <a:tr h="288000">
                <a:tc vMerge="1">
                  <a:txBody>
                    <a:bodyPr/>
                    <a:lstStyle/>
                    <a:p>
                      <a:pPr algn="ctr" rtl="0" fontAlgn="ctr"/>
                      <a:endParaRPr lang="en-US" altLang="ja-JP" sz="1600" b="0" i="0" u="none" strike="noStrike">
                        <a:solidFill>
                          <a:srgbClr val="000000"/>
                        </a:solidFill>
                        <a:effectLst/>
                        <a:latin typeface="+mn-ea"/>
                        <a:ea typeface="+mn-ea"/>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mn-ea"/>
                        <a:ea typeface="+mn-ea"/>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結合テスト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a:ea typeface="+mn-ea"/>
                        </a:rPr>
                        <a:t>0.8</a:t>
                      </a:r>
                      <a:endParaRPr lang="en-US" altLang="ja-JP" sz="1600" b="0"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a:ea typeface="游ゴシック"/>
                        </a:rPr>
                        <a:t>\800,000</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59213899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a:ea typeface="游ゴシック"/>
                        </a:rPr>
                        <a:t>0.5</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chemeClr val="tx1"/>
                          </a:solidFill>
                          <a:effectLst/>
                          <a:latin typeface="游ゴシック"/>
                          <a:ea typeface="+mn-ea"/>
                        </a:rPr>
                        <a:t>\700,000</a:t>
                      </a:r>
                      <a:endParaRPr lang="en-US" altLang="ja-JP"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49424680"/>
                  </a:ext>
                </a:extLst>
              </a:tr>
              <a:tr h="288000">
                <a:tc vMerge="1">
                  <a:txBody>
                    <a:bodyPr/>
                    <a:lstStyle/>
                    <a:p>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3.6</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¥3,800,000</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53255510"/>
                  </a:ext>
                </a:extLst>
              </a:tr>
              <a:tr h="28800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a:ea typeface="+mn-ea"/>
                        </a:rPr>
                        <a:t>システムテスト</a:t>
                      </a:r>
                      <a:endParaRPr lang="ja-JP"/>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chemeClr val="tx1"/>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システムテスト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a:ea typeface="+mn-ea"/>
                        </a:rPr>
                        <a:t>0.9</a:t>
                      </a:r>
                      <a:endParaRPr lang="en-US" altLang="ja-JP" sz="1600" b="0"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mn-ea"/>
                        </a:rPr>
                        <a:t>¥900,000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616798484"/>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運用テスト</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r" defTabSz="914400" rtl="0" eaLnBrk="1" fontAlgn="ctr" latinLnBrk="0" hangingPunct="1">
                        <a:lnSpc>
                          <a:spcPct val="100000"/>
                        </a:lnSpc>
                        <a:spcBef>
                          <a:spcPts val="0"/>
                        </a:spcBef>
                        <a:spcAft>
                          <a:spcPts val="0"/>
                        </a:spcAft>
                        <a:buClrTx/>
                        <a:buSzTx/>
                        <a:buFontTx/>
                        <a:buNone/>
                        <a:tabLst/>
                        <a:defRPr/>
                      </a:pPr>
                      <a:r>
                        <a:rPr lang="en-US" altLang="ja-JP" sz="1600" b="0" i="0" u="none" strike="noStrike">
                          <a:solidFill>
                            <a:srgbClr val="000000"/>
                          </a:solidFill>
                          <a:effectLst/>
                          <a:latin typeface="游ゴシック" panose="020B0400000000000000" pitchFamily="50" charset="-128"/>
                          <a:ea typeface="+mn-ea"/>
                        </a:rPr>
                        <a:t>0.3</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\300,000</a:t>
                      </a: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12496499"/>
                  </a:ext>
                </a:extLst>
              </a:tr>
              <a:tr h="288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ja-JP" altLang="en-US" sz="1600" b="0" i="0" u="none" strike="noStrike">
                          <a:solidFill>
                            <a:srgbClr val="000000"/>
                          </a:solidFill>
                          <a:effectLst/>
                          <a:latin typeface="游ゴシック" panose="020B0400000000000000" pitchFamily="50" charset="-128"/>
                          <a:ea typeface="+mn-ea"/>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游ゴシック"/>
                        </a:rPr>
                        <a:t>0.2</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r" rtl="0" fontAlgn="ctr"/>
                      <a:r>
                        <a:rPr lang="en-US" altLang="ja-JP" sz="1600" b="0" i="0" u="none" strike="noStrike">
                          <a:solidFill>
                            <a:srgbClr val="000000"/>
                          </a:solidFill>
                          <a:effectLst/>
                          <a:latin typeface="游ゴシック"/>
                          <a:ea typeface="+mn-ea"/>
                        </a:rPr>
                        <a:t>\280,000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018862414"/>
                  </a:ext>
                </a:extLst>
              </a:tr>
              <a:tr h="288000">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l" rtl="0" fontAlgn="ctr"/>
                      <a:endParaRPr lang="ja-JP" altLang="en-US"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pPr algn="ctr" rtl="0" fontAlgn="ctr"/>
                      <a:endParaRPr lang="ja-JP" altLang="en-US" sz="1600" b="0" i="0" u="none" strike="noStrike">
                        <a:solidFill>
                          <a:schemeClr val="tx1"/>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1.4</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¥1,480,000</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747902244"/>
                  </a:ext>
                </a:extLst>
              </a:tr>
              <a:tr h="288000">
                <a:tc rowSpan="4">
                  <a:txBody>
                    <a:bodyPr/>
                    <a:lstStyle/>
                    <a:p>
                      <a:pPr algn="ctr" rtl="0" fontAlgn="ctr"/>
                      <a:r>
                        <a:rPr lang="en-US" altLang="ja-JP" sz="1600" b="0" i="0" u="none" strike="noStrike">
                          <a:solidFill>
                            <a:srgbClr val="000000"/>
                          </a:solidFill>
                          <a:effectLst/>
                          <a:latin typeface="游ゴシック" panose="020B0400000000000000" pitchFamily="50" charset="-128"/>
                          <a:ea typeface="游ゴシック" panose="020B0400000000000000" pitchFamily="50" charset="-128"/>
                        </a:rPr>
                        <a:t>4</a:t>
                      </a:r>
                    </a:p>
                  </a:txBody>
                  <a:tcPr marL="0" marR="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準委任契約</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rowSpan="4">
                  <a:txBody>
                    <a:bodyPr/>
                    <a:lstStyle/>
                    <a:p>
                      <a:pPr algn="ctr"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概算</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本番移行</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0.5</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¥500,000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118611761"/>
                  </a:ext>
                </a:extLst>
              </a:tr>
              <a:tr h="288000">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初期流動</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0.3</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panose="020B0400000000000000" pitchFamily="50" charset="-128"/>
                          <a:ea typeface="+mn-ea"/>
                        </a:rPr>
                        <a:t>¥300,000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14659426"/>
                  </a:ext>
                </a:extLst>
              </a:tr>
              <a:tr h="288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T w="12700" cap="flat" cmpd="sng" algn="ctr">
                      <a:solidFill>
                        <a:schemeClr val="bg1">
                          <a:lumMod val="65000"/>
                        </a:schemeClr>
                      </a:solidFill>
                      <a:prstDash val="solid"/>
                      <a:round/>
                      <a:headEnd type="none" w="med" len="med"/>
                      <a:tailEnd type="none" w="med" len="med"/>
                    </a:lnT>
                  </a:tcPr>
                </a:tc>
                <a:tc vMerge="1">
                  <a:txBody>
                    <a:bodyPr/>
                    <a:lstStyle/>
                    <a:p>
                      <a:endParaRPr kumimoji="1" lang="ja-JP" altLang="en-US"/>
                    </a:p>
                  </a:txBody>
                  <a:tcPr>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l" rtl="0" fontAlgn="ctr"/>
                      <a:r>
                        <a:rPr lang="ja-JP" altLang="en-US" sz="1600" b="0" i="0" u="none" strike="noStrike">
                          <a:solidFill>
                            <a:srgbClr val="000000"/>
                          </a:solidFill>
                          <a:effectLst/>
                          <a:latin typeface="游ゴシック" panose="020B0400000000000000" pitchFamily="50" charset="-128"/>
                          <a:ea typeface="游ゴシック" panose="020B0400000000000000" pitchFamily="50" charset="-128"/>
                        </a:rPr>
                        <a:t>プロジェクト管理</a:t>
                      </a:r>
                    </a:p>
                  </a:txBody>
                  <a:tcPr marL="7200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游ゴシック"/>
                        </a:rPr>
                        <a:t>0.1</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tc>
                  <a:txBody>
                    <a:bodyPr/>
                    <a:lstStyle/>
                    <a:p>
                      <a:pPr algn="r" rtl="0" fontAlgn="ctr"/>
                      <a:r>
                        <a:rPr lang="en-US" altLang="ja-JP" sz="1600" b="0" i="0" u="none" strike="noStrike">
                          <a:solidFill>
                            <a:srgbClr val="000000"/>
                          </a:solidFill>
                          <a:effectLst/>
                          <a:latin typeface="游ゴシック"/>
                          <a:ea typeface="+mn-ea"/>
                        </a:rPr>
                        <a:t>\140,000</a:t>
                      </a:r>
                      <a:endParaRPr lang="en-US" altLang="ja-JP" sz="1600" b="0"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52556576"/>
                  </a:ext>
                </a:extLst>
              </a:tr>
              <a:tr h="288000">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vMerge="1">
                  <a:txBody>
                    <a:bodyPr/>
                    <a:lstStyle/>
                    <a:p>
                      <a:endParaRPr kumimoji="1" lang="ja-JP" altLang="en-US"/>
                    </a:p>
                  </a:txBody>
                  <a:tcPr/>
                </a:tc>
                <a:tc vMerge="1">
                  <a:txBody>
                    <a:bodyPr/>
                    <a:lstStyle/>
                    <a:p>
                      <a:endParaRPr kumimoji="1" lang="ja-JP" altLang="en-US"/>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小計</a:t>
                      </a: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0.9</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¥940,000</a:t>
                      </a:r>
                      <a:endParaRPr lang="en-US" altLang="ja-JP" sz="1600" b="1" i="0" u="none" strike="noStrike">
                        <a:solidFill>
                          <a:srgbClr val="000000"/>
                        </a:solidFill>
                        <a:effectLst/>
                        <a:latin typeface="游ゴシック" panose="020B0400000000000000" pitchFamily="50" charset="-128"/>
                        <a:ea typeface="+mn-ea"/>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037077344"/>
                  </a:ext>
                </a:extLst>
              </a:tr>
              <a:tr h="288000">
                <a:tc gridSpan="5">
                  <a:txBody>
                    <a:bodyPr/>
                    <a:lstStyle/>
                    <a:p>
                      <a:pPr algn="r" rtl="0" fontAlgn="ctr"/>
                      <a:r>
                        <a:rPr lang="ja-JP" altLang="en-US" sz="1600" b="1" i="0" u="none" strike="noStrike">
                          <a:solidFill>
                            <a:srgbClr val="000000"/>
                          </a:solidFill>
                          <a:effectLst/>
                          <a:latin typeface="游ゴシック" panose="020B0400000000000000" pitchFamily="50" charset="-128"/>
                          <a:ea typeface="游ゴシック" panose="020B0400000000000000" pitchFamily="50" charset="-128"/>
                        </a:rPr>
                        <a:t>合計</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7620" marR="7200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endParaRPr kumimoji="1" lang="ja-JP" altLang="en-US"/>
                    </a:p>
                  </a:txBody>
                  <a:tcPr/>
                </a:tc>
                <a:tc hMerge="1">
                  <a:txBody>
                    <a:bodyPr/>
                    <a:lstStyle/>
                    <a:p>
                      <a:pPr algn="l" rtl="0" fontAlgn="ctr"/>
                      <a:endParaRPr lang="ja-JP" altLang="en-US" sz="1600" b="0" i="0" u="none" strike="noStrike">
                        <a:solidFill>
                          <a:srgbClr val="000000"/>
                        </a:solidFill>
                        <a:effectLst/>
                        <a:latin typeface="+mn-ea"/>
                        <a:ea typeface="+mn-ea"/>
                      </a:endParaRPr>
                    </a:p>
                  </a:txBody>
                  <a:tcPr marL="7200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95000"/>
                      </a:schemeClr>
                    </a:solidFill>
                  </a:tcPr>
                </a:tc>
                <a:tc hMerge="1">
                  <a:txBody>
                    <a:bodyPr/>
                    <a:lstStyle/>
                    <a:p>
                      <a:pPr algn="r" rtl="0" fontAlgn="ctr"/>
                      <a:endParaRPr lang="ja-JP" altLang="en-US" sz="1600" b="1" i="0" u="none" strike="noStrike">
                        <a:solidFill>
                          <a:srgbClr val="000000"/>
                        </a:solidFill>
                        <a:effectLst/>
                        <a:latin typeface="+mn-ea"/>
                        <a:ea typeface="+mn-ea"/>
                      </a:endParaRPr>
                    </a:p>
                  </a:txBody>
                  <a:tcPr marL="7620" marR="7620" marT="762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1">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游ゴシック"/>
                        </a:rPr>
                        <a:t>7.4</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algn="r" rtl="0" fontAlgn="ctr"/>
                      <a:r>
                        <a:rPr lang="en-US" altLang="ja-JP" sz="1600" b="1" i="0" u="none" strike="noStrike">
                          <a:solidFill>
                            <a:srgbClr val="000000"/>
                          </a:solidFill>
                          <a:effectLst/>
                          <a:latin typeface="游ゴシック"/>
                          <a:ea typeface="+mn-ea"/>
                        </a:rPr>
                        <a:t>¥7,840,000</a:t>
                      </a:r>
                      <a:endParaRPr lang="en-US" altLang="ja-JP" sz="1600" b="1" i="0" u="none" strike="noStrike">
                        <a:solidFill>
                          <a:srgbClr val="000000"/>
                        </a:solidFill>
                        <a:effectLst/>
                        <a:latin typeface="游ゴシック" panose="020B0400000000000000" pitchFamily="50" charset="-128"/>
                        <a:ea typeface="游ゴシック" panose="020B0400000000000000" pitchFamily="50" charset="-128"/>
                      </a:endParaRPr>
                    </a:p>
                  </a:txBody>
                  <a:tcPr marL="6350" marR="72000" marT="6350" marB="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51803144"/>
                  </a:ext>
                </a:extLst>
              </a:tr>
            </a:tbl>
          </a:graphicData>
        </a:graphic>
      </p:graphicFrame>
    </p:spTree>
    <p:extLst>
      <p:ext uri="{BB962C8B-B14F-4D97-AF65-F5344CB8AC3E}">
        <p14:creationId xmlns:p14="http://schemas.microsoft.com/office/powerpoint/2010/main" val="2453405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A7EAB47-04C7-45A7-AD57-B693B92CF23D}"/>
              </a:ext>
            </a:extLst>
          </p:cNvPr>
          <p:cNvSpPr>
            <a:spLocks noGrp="1"/>
          </p:cNvSpPr>
          <p:nvPr>
            <p:ph type="title"/>
          </p:nvPr>
        </p:nvSpPr>
        <p:spPr/>
        <p:txBody>
          <a:bodyPr/>
          <a:lstStyle/>
          <a:p>
            <a:r>
              <a:rPr lang="en-US" altLang="ja-JP">
                <a:latin typeface="游明朝"/>
                <a:ea typeface="游明朝"/>
              </a:rPr>
              <a:t>９.</a:t>
            </a:r>
            <a:r>
              <a:rPr lang="ja-JP" altLang="en-US">
                <a:latin typeface="游明朝"/>
                <a:ea typeface="游明朝"/>
              </a:rPr>
              <a:t> お見積もり前提条件</a:t>
            </a:r>
            <a:endParaRPr kumimoji="1" lang="ja-JP" altLang="en-US">
              <a:latin typeface="游明朝"/>
              <a:ea typeface="游明朝"/>
            </a:endParaRPr>
          </a:p>
        </p:txBody>
      </p:sp>
      <p:sp>
        <p:nvSpPr>
          <p:cNvPr id="5" name="テキスト プレースホルダー 4">
            <a:extLst>
              <a:ext uri="{FF2B5EF4-FFF2-40B4-BE49-F238E27FC236}">
                <a16:creationId xmlns:a16="http://schemas.microsoft.com/office/drawing/2014/main" id="{97E6FBE8-190C-40F0-AA01-14695A77D734}"/>
              </a:ext>
            </a:extLst>
          </p:cNvPr>
          <p:cNvSpPr>
            <a:spLocks noGrp="1"/>
          </p:cNvSpPr>
          <p:nvPr>
            <p:ph type="body" sz="quarter" idx="13"/>
          </p:nvPr>
        </p:nvSpPr>
        <p:spPr>
          <a:xfrm>
            <a:off x="576000" y="936000"/>
            <a:ext cx="11320436" cy="5350500"/>
          </a:xfrm>
        </p:spPr>
        <p:txBody>
          <a:bodyPr vert="horz" lIns="91440" tIns="45720" rIns="91440" bIns="45720" rtlCol="0" anchor="t">
            <a:normAutofit/>
          </a:bodyPr>
          <a:lstStyle/>
          <a:p>
            <a:r>
              <a:rPr lang="ja-JP" altLang="en-US" b="0" u="none">
                <a:latin typeface="游ゴシック"/>
                <a:ea typeface="游ゴシック"/>
                <a:cs typeface="+mn-ea"/>
              </a:rPr>
              <a:t>連携監視ジョブについて</a:t>
            </a:r>
            <a:r>
              <a:rPr lang="en-US" altLang="ja-JP" b="0" u="none">
                <a:latin typeface="游ゴシック"/>
                <a:ea typeface="游ゴシック"/>
                <a:cs typeface="+mn-ea"/>
              </a:rPr>
              <a:t>A-AUTO</a:t>
            </a:r>
            <a:r>
              <a:rPr lang="ja-JP" altLang="en-US" b="0" u="none">
                <a:latin typeface="游ゴシック"/>
                <a:ea typeface="游ゴシック"/>
                <a:cs typeface="+mn-ea"/>
              </a:rPr>
              <a:t>側の設定は貴社にて対応頂く想定となります。</a:t>
            </a:r>
            <a:endParaRPr lang="en-US" altLang="ja-JP" b="0" u="none">
              <a:latin typeface="游ゴシック"/>
              <a:ea typeface="游ゴシック"/>
              <a:cs typeface="+mn-ea"/>
            </a:endParaRPr>
          </a:p>
          <a:p>
            <a:r>
              <a:rPr lang="ja-JP" altLang="en-US" b="0" u="none">
                <a:latin typeface="游ゴシック"/>
                <a:ea typeface="游ゴシック"/>
                <a:cs typeface="+mn-ea"/>
              </a:rPr>
              <a:t>システムテストは陸上出荷側が主体となってスケジュール等が決定される想定となります。</a:t>
            </a:r>
            <a:endParaRPr lang="en-US" altLang="ja-JP" b="0" u="none">
              <a:latin typeface="游ゴシック"/>
              <a:ea typeface="游ゴシック"/>
              <a:cs typeface="+mn-ea"/>
            </a:endParaRPr>
          </a:p>
          <a:p>
            <a:r>
              <a:rPr lang="ja-JP" altLang="en-US" b="0" u="none">
                <a:latin typeface="游ゴシック"/>
                <a:ea typeface="游ゴシック"/>
                <a:cs typeface="+mn-ea"/>
              </a:rPr>
              <a:t>システムテストはシナリオテストとしてヤードから陸上出荷まで一気通貫で実施する想定となります。</a:t>
            </a:r>
            <a:endParaRPr kumimoji="1" lang="en-US" altLang="ja-JP" b="0" u="none"/>
          </a:p>
          <a:p>
            <a:r>
              <a:rPr kumimoji="1" lang="ja-JP" altLang="en-US" b="0" u="none"/>
              <a:t>本資料記載の金額は全て税抜となります。</a:t>
            </a:r>
            <a:endParaRPr kumimoji="1" lang="en-US" altLang="ja-JP" b="0" u="none"/>
          </a:p>
          <a:p>
            <a:r>
              <a:rPr lang="ja-JP" altLang="en-US" b="0" u="none"/>
              <a:t>お見積もりは概算お見積もりのため、改めて正式にお見積もりさせていただきます。</a:t>
            </a:r>
            <a:endParaRPr lang="en-US" altLang="ja-JP" b="0" u="none"/>
          </a:p>
          <a:p>
            <a:r>
              <a:rPr kumimoji="1" lang="ja-JP" altLang="en-US" b="0" u="none"/>
              <a:t>本お見積りは単純移行を想定しております。</a:t>
            </a:r>
            <a:endParaRPr kumimoji="1" lang="en-US" altLang="ja-JP" b="0" u="none"/>
          </a:p>
          <a:p>
            <a:r>
              <a:rPr lang="ja-JP" altLang="en-US" b="0" u="none"/>
              <a:t>作業場所は原則弊社オフィス内とします。弊社オフィス内には在宅での勤務を含みます。</a:t>
            </a:r>
            <a:endParaRPr lang="en-US" altLang="ja-JP" b="0" u="none"/>
          </a:p>
          <a:p>
            <a:r>
              <a:rPr lang="ja-JP" altLang="en-US" b="0" u="none">
                <a:latin typeface="游ゴシック"/>
                <a:ea typeface="游ゴシック"/>
              </a:rPr>
              <a:t>瑕疵担保責任期間は本稼働日より１年間とします。</a:t>
            </a:r>
            <a:br>
              <a:rPr lang="en-US" altLang="ja-JP" b="0" u="none">
                <a:latin typeface="游ゴシック"/>
                <a:ea typeface="游ゴシック"/>
              </a:rPr>
            </a:br>
            <a:r>
              <a:rPr lang="ja-JP" altLang="en-US" b="0" u="none">
                <a:latin typeface="游ゴシック"/>
                <a:ea typeface="游ゴシック"/>
              </a:rPr>
              <a:t>（本稼働日より</a:t>
            </a:r>
            <a:r>
              <a:rPr lang="en-US" altLang="ja-JP" b="0" u="none">
                <a:latin typeface="游ゴシック"/>
                <a:ea typeface="游ゴシック"/>
              </a:rPr>
              <a:t>1</a:t>
            </a:r>
            <a:r>
              <a:rPr lang="ja-JP" altLang="en-US" b="0" u="none">
                <a:latin typeface="游ゴシック"/>
                <a:ea typeface="游ゴシック"/>
              </a:rPr>
              <a:t>年間に限り契約不適合責任を追及できることとします。）</a:t>
            </a:r>
            <a:endParaRPr lang="en-US" altLang="ja-JP" b="0" u="none">
              <a:latin typeface="游ゴシック"/>
              <a:ea typeface="游ゴシック"/>
            </a:endParaRPr>
          </a:p>
          <a:p>
            <a:r>
              <a:rPr lang="ja-JP" altLang="en-US" b="0" u="none">
                <a:latin typeface="游ゴシック"/>
                <a:ea typeface="游ゴシック"/>
              </a:rPr>
              <a:t>アプリケーション、ミドルウェアのライセンスやインストールは貴社にてご対応をお願いいたします。</a:t>
            </a:r>
            <a:endParaRPr lang="en-US" altLang="ja-JP" b="0" u="none">
              <a:latin typeface="游ゴシック"/>
              <a:ea typeface="游ゴシック"/>
            </a:endParaRPr>
          </a:p>
          <a:p>
            <a:r>
              <a:rPr lang="ja-JP" altLang="en-US" b="0" u="none"/>
              <a:t>既存の</a:t>
            </a:r>
            <a:r>
              <a:rPr lang="en-US" altLang="ja-JP" b="0" u="none"/>
              <a:t>OWFT</a:t>
            </a:r>
            <a:r>
              <a:rPr lang="ja-JP" altLang="en-US" b="0" u="none"/>
              <a:t>を利用した構成と</a:t>
            </a:r>
            <a:r>
              <a:rPr lang="ja-JP" b="0" u="none">
                <a:latin typeface="游ゴシック"/>
                <a:ea typeface="游ゴシック"/>
              </a:rPr>
              <a:t>なります。</a:t>
            </a:r>
            <a:endParaRPr lang="ja-JP" altLang="en-US" b="0" u="none">
              <a:latin typeface="游ゴシック"/>
              <a:ea typeface="游ゴシック"/>
            </a:endParaRPr>
          </a:p>
          <a:p>
            <a:r>
              <a:rPr lang="ja-JP" altLang="en-US" b="0" u="none">
                <a:latin typeface="游ゴシック"/>
                <a:ea typeface="游ゴシック"/>
              </a:rPr>
              <a:t>インフラ環境（ネットワーク等）の構築は含まれておりません</a:t>
            </a:r>
            <a:endParaRPr lang="en-US" altLang="ja-JP" b="0" u="none">
              <a:latin typeface="游ゴシック"/>
              <a:ea typeface="游ゴシック"/>
            </a:endParaRPr>
          </a:p>
          <a:p>
            <a:r>
              <a:rPr lang="ja-JP" altLang="en-US" b="0" u="none">
                <a:latin typeface="游ゴシック"/>
                <a:ea typeface="游ゴシック"/>
                <a:cs typeface="+mn-ea"/>
              </a:rPr>
              <a:t>本対応以外の業務変更などのプログラム改修は想定していません。</a:t>
            </a:r>
            <a:endParaRPr lang="en-US" altLang="ja-JP" b="0" u="none">
              <a:latin typeface="游ゴシック"/>
              <a:ea typeface="游ゴシック"/>
              <a:cs typeface="+mn-ea"/>
            </a:endParaRPr>
          </a:p>
          <a:p>
            <a:r>
              <a:rPr kumimoji="1" lang="ja-JP" altLang="en-US" b="0" u="none"/>
              <a:t>上記に記載のない諸条件につきましては、別途ご相談の上、決定させていただきます。</a:t>
            </a:r>
          </a:p>
        </p:txBody>
      </p:sp>
      <p:sp>
        <p:nvSpPr>
          <p:cNvPr id="6" name="日付プレースホルダー 5">
            <a:extLst>
              <a:ext uri="{FF2B5EF4-FFF2-40B4-BE49-F238E27FC236}">
                <a16:creationId xmlns:a16="http://schemas.microsoft.com/office/drawing/2014/main" id="{8640E069-3293-AEF9-7E9C-B6104BAA7676}"/>
              </a:ext>
            </a:extLst>
          </p:cNvPr>
          <p:cNvSpPr>
            <a:spLocks noGrp="1"/>
          </p:cNvSpPr>
          <p:nvPr>
            <p:ph type="dt" sz="half" idx="10"/>
          </p:nvPr>
        </p:nvSpPr>
        <p:spPr/>
        <p:txBody>
          <a:bodyPr/>
          <a:lstStyle/>
          <a:p>
            <a:r>
              <a:rPr lang="en-US" altLang="ja-JP"/>
              <a:t>2025/4/4</a:t>
            </a:r>
            <a:endParaRPr lang="en-US"/>
          </a:p>
        </p:txBody>
      </p:sp>
    </p:spTree>
    <p:extLst>
      <p:ext uri="{BB962C8B-B14F-4D97-AF65-F5344CB8AC3E}">
        <p14:creationId xmlns:p14="http://schemas.microsoft.com/office/powerpoint/2010/main" val="24103749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98BBBA1E-94AB-4E3B-9E77-B45E577B51A5}"/>
              </a:ext>
            </a:extLst>
          </p:cNvPr>
          <p:cNvSpPr>
            <a:spLocks noGrp="1"/>
          </p:cNvSpPr>
          <p:nvPr>
            <p:ph type="body" sz="quarter" idx="13"/>
          </p:nvPr>
        </p:nvSpPr>
        <p:spPr/>
        <p:txBody>
          <a:bodyPr/>
          <a:lstStyle/>
          <a:p>
            <a:r>
              <a:rPr kumimoji="1" lang="ja-JP" altLang="en-US"/>
              <a:t>株式会社システムエグゼ</a:t>
            </a:r>
          </a:p>
        </p:txBody>
      </p:sp>
      <p:sp>
        <p:nvSpPr>
          <p:cNvPr id="5" name="テキスト プレースホルダー 4">
            <a:extLst>
              <a:ext uri="{FF2B5EF4-FFF2-40B4-BE49-F238E27FC236}">
                <a16:creationId xmlns:a16="http://schemas.microsoft.com/office/drawing/2014/main" id="{7F991670-34BF-469F-8779-F7AF8FF3751B}"/>
              </a:ext>
            </a:extLst>
          </p:cNvPr>
          <p:cNvSpPr>
            <a:spLocks noGrp="1"/>
          </p:cNvSpPr>
          <p:nvPr>
            <p:ph type="body" sz="quarter" idx="14"/>
          </p:nvPr>
        </p:nvSpPr>
        <p:spPr>
          <a:xfrm>
            <a:off x="1920000" y="3086684"/>
            <a:ext cx="3936000" cy="432000"/>
          </a:xfrm>
        </p:spPr>
        <p:txBody>
          <a:bodyPr/>
          <a:lstStyle/>
          <a:p>
            <a:r>
              <a:rPr kumimoji="1" lang="ja-JP" altLang="en-US">
                <a:latin typeface="游ゴシック"/>
                <a:ea typeface="游ゴシック"/>
              </a:rPr>
              <a:t>担当：髙浦祐朗</a:t>
            </a:r>
          </a:p>
        </p:txBody>
      </p:sp>
      <p:sp>
        <p:nvSpPr>
          <p:cNvPr id="6" name="テキスト プレースホルダー 5">
            <a:extLst>
              <a:ext uri="{FF2B5EF4-FFF2-40B4-BE49-F238E27FC236}">
                <a16:creationId xmlns:a16="http://schemas.microsoft.com/office/drawing/2014/main" id="{FE4390D4-3234-4341-AB1E-4ED43D45D25C}"/>
              </a:ext>
            </a:extLst>
          </p:cNvPr>
          <p:cNvSpPr>
            <a:spLocks noGrp="1"/>
          </p:cNvSpPr>
          <p:nvPr>
            <p:ph type="body" sz="quarter" idx="15"/>
          </p:nvPr>
        </p:nvSpPr>
        <p:spPr/>
        <p:txBody>
          <a:bodyPr/>
          <a:lstStyle/>
          <a:p>
            <a:r>
              <a:rPr kumimoji="1" lang="en-US" altLang="ja-JP"/>
              <a:t>TEL</a:t>
            </a:r>
            <a:r>
              <a:rPr kumimoji="1" lang="ja-JP" altLang="en-US"/>
              <a:t>：</a:t>
            </a:r>
            <a:r>
              <a:rPr kumimoji="1" lang="en-US" altLang="ja-JP"/>
              <a:t>03-5299-5351</a:t>
            </a:r>
            <a:endParaRPr kumimoji="1" lang="ja-JP" altLang="en-US"/>
          </a:p>
        </p:txBody>
      </p:sp>
      <p:sp>
        <p:nvSpPr>
          <p:cNvPr id="7" name="テキスト プレースホルダー 6">
            <a:extLst>
              <a:ext uri="{FF2B5EF4-FFF2-40B4-BE49-F238E27FC236}">
                <a16:creationId xmlns:a16="http://schemas.microsoft.com/office/drawing/2014/main" id="{13DC9859-5929-4710-A8F2-FBBA9210DDDD}"/>
              </a:ext>
            </a:extLst>
          </p:cNvPr>
          <p:cNvSpPr>
            <a:spLocks noGrp="1"/>
          </p:cNvSpPr>
          <p:nvPr>
            <p:ph type="body" sz="quarter" idx="16"/>
          </p:nvPr>
        </p:nvSpPr>
        <p:spPr>
          <a:xfrm>
            <a:off x="1920000" y="4011757"/>
            <a:ext cx="3936000" cy="422683"/>
          </a:xfrm>
        </p:spPr>
        <p:txBody>
          <a:bodyPr/>
          <a:lstStyle/>
          <a:p>
            <a:r>
              <a:rPr kumimoji="1" lang="en-US" altLang="ja-JP">
                <a:latin typeface="游ゴシック"/>
                <a:ea typeface="游ゴシック"/>
              </a:rPr>
              <a:t>Mail</a:t>
            </a:r>
            <a:r>
              <a:rPr kumimoji="1" lang="ja-JP" altLang="en-US">
                <a:latin typeface="游ゴシック"/>
                <a:ea typeface="游ゴシック"/>
              </a:rPr>
              <a:t>：</a:t>
            </a:r>
            <a:r>
              <a:rPr kumimoji="1" lang="en-US" altLang="ja-JP">
                <a:latin typeface="游ゴシック"/>
                <a:ea typeface="游ゴシック"/>
              </a:rPr>
              <a:t>masaaki.takaura@system-exe.jp</a:t>
            </a:r>
            <a:endParaRPr kumimoji="1" lang="ja-JP" altLang="en-US">
              <a:latin typeface="游ゴシック"/>
              <a:ea typeface="游ゴシック"/>
            </a:endParaRPr>
          </a:p>
        </p:txBody>
      </p:sp>
      <p:sp>
        <p:nvSpPr>
          <p:cNvPr id="8" name="テキスト プレースホルダー 7">
            <a:extLst>
              <a:ext uri="{FF2B5EF4-FFF2-40B4-BE49-F238E27FC236}">
                <a16:creationId xmlns:a16="http://schemas.microsoft.com/office/drawing/2014/main" id="{00A413B6-8F7C-48BB-9D71-4076EBB30EB9}"/>
              </a:ext>
            </a:extLst>
          </p:cNvPr>
          <p:cNvSpPr>
            <a:spLocks noGrp="1"/>
          </p:cNvSpPr>
          <p:nvPr>
            <p:ph type="body" sz="quarter" idx="17"/>
          </p:nvPr>
        </p:nvSpPr>
        <p:spPr/>
        <p:txBody>
          <a:bodyPr/>
          <a:lstStyle/>
          <a:p>
            <a:r>
              <a:rPr kumimoji="1" lang="en-US" altLang="ja-JP"/>
              <a:t>URL</a:t>
            </a:r>
            <a:r>
              <a:rPr kumimoji="1" lang="ja-JP" altLang="en-US"/>
              <a:t>：</a:t>
            </a:r>
            <a:r>
              <a:rPr kumimoji="1" lang="en-US" altLang="ja-JP"/>
              <a:t>https://www.system-exe.co.jp</a:t>
            </a:r>
            <a:endParaRPr kumimoji="1" lang="ja-JP" altLang="en-US"/>
          </a:p>
        </p:txBody>
      </p:sp>
      <p:sp>
        <p:nvSpPr>
          <p:cNvPr id="9" name="テキスト プレースホルダー 8">
            <a:extLst>
              <a:ext uri="{FF2B5EF4-FFF2-40B4-BE49-F238E27FC236}">
                <a16:creationId xmlns:a16="http://schemas.microsoft.com/office/drawing/2014/main" id="{1A1339C8-3BE8-4E1B-83AE-6CA3E2BCCEB3}"/>
              </a:ext>
            </a:extLst>
          </p:cNvPr>
          <p:cNvSpPr>
            <a:spLocks noGrp="1"/>
          </p:cNvSpPr>
          <p:nvPr>
            <p:ph type="body" sz="quarter" idx="18"/>
          </p:nvPr>
        </p:nvSpPr>
        <p:spPr>
          <a:xfrm>
            <a:off x="1920000" y="4824000"/>
            <a:ext cx="3936000" cy="570036"/>
          </a:xfrm>
        </p:spPr>
        <p:txBody>
          <a:bodyPr/>
          <a:lstStyle/>
          <a:p>
            <a:r>
              <a:rPr kumimoji="1" lang="ja-JP" altLang="en-US"/>
              <a:t>〒</a:t>
            </a:r>
            <a:r>
              <a:rPr lang="en-US" altLang="ja-JP"/>
              <a:t>103-0022</a:t>
            </a:r>
            <a:endParaRPr kumimoji="1" lang="en-US" altLang="ja-JP"/>
          </a:p>
          <a:p>
            <a:r>
              <a:rPr kumimoji="1" lang="ja-JP" altLang="en-US"/>
              <a:t>東京都中央区日本橋室町</a:t>
            </a:r>
            <a:r>
              <a:rPr kumimoji="1" lang="en-US" altLang="ja-JP"/>
              <a:t>3-4-4 OVOL</a:t>
            </a:r>
            <a:r>
              <a:rPr kumimoji="1" lang="ja-JP" altLang="en-US"/>
              <a:t>日本橋ビル</a:t>
            </a:r>
            <a:r>
              <a:rPr kumimoji="1" lang="en-US" altLang="ja-JP"/>
              <a:t>7</a:t>
            </a:r>
            <a:r>
              <a:rPr lang="en-US" altLang="ja-JP"/>
              <a:t>F</a:t>
            </a:r>
            <a:endParaRPr kumimoji="1" lang="en-US" altLang="ja-JP"/>
          </a:p>
        </p:txBody>
      </p:sp>
      <p:sp>
        <p:nvSpPr>
          <p:cNvPr id="10" name="日付プレースホルダー 9">
            <a:extLst>
              <a:ext uri="{FF2B5EF4-FFF2-40B4-BE49-F238E27FC236}">
                <a16:creationId xmlns:a16="http://schemas.microsoft.com/office/drawing/2014/main" id="{A41C1F9F-BB99-BC2B-903A-E4C33F9BE94E}"/>
              </a:ext>
            </a:extLst>
          </p:cNvPr>
          <p:cNvSpPr>
            <a:spLocks noGrp="1"/>
          </p:cNvSpPr>
          <p:nvPr>
            <p:ph type="dt" sz="half" idx="10"/>
          </p:nvPr>
        </p:nvSpPr>
        <p:spPr/>
        <p:txBody>
          <a:bodyPr/>
          <a:lstStyle/>
          <a:p>
            <a:r>
              <a:rPr lang="en-US" altLang="ja-JP"/>
              <a:t>2025/4/4</a:t>
            </a:r>
            <a:endParaRPr lang="en-US"/>
          </a:p>
        </p:txBody>
      </p:sp>
    </p:spTree>
    <p:extLst>
      <p:ext uri="{BB962C8B-B14F-4D97-AF65-F5344CB8AC3E}">
        <p14:creationId xmlns:p14="http://schemas.microsoft.com/office/powerpoint/2010/main" val="3325638293"/>
      </p:ext>
    </p:extLst>
  </p:cSld>
  <p:clrMapOvr>
    <a:masterClrMapping/>
  </p:clrMapOvr>
</p:sld>
</file>

<file path=ppt/theme/theme1.xml><?xml version="1.0" encoding="utf-8"?>
<a:theme xmlns:a="http://schemas.openxmlformats.org/drawingml/2006/main" name="Office テーマ">
  <a:themeElements>
    <a:clrScheme name="ユーザー定義 1">
      <a:dk1>
        <a:srgbClr val="323232"/>
      </a:dk1>
      <a:lt1>
        <a:srgbClr val="FFFFFF"/>
      </a:lt1>
      <a:dk2>
        <a:srgbClr val="4B4B4B"/>
      </a:dk2>
      <a:lt2>
        <a:srgbClr val="A0A095"/>
      </a:lt2>
      <a:accent1>
        <a:srgbClr val="9A3B5D"/>
      </a:accent1>
      <a:accent2>
        <a:srgbClr val="86CEFA"/>
      </a:accent2>
      <a:accent3>
        <a:srgbClr val="3D9599"/>
      </a:accent3>
      <a:accent4>
        <a:srgbClr val="CC6600"/>
      </a:accent4>
      <a:accent5>
        <a:srgbClr val="6666FF"/>
      </a:accent5>
      <a:accent6>
        <a:srgbClr val="FFFFFF"/>
      </a:accent6>
      <a:hlink>
        <a:srgbClr val="0070C0"/>
      </a:hlink>
      <a:folHlink>
        <a:srgbClr val="0070C0"/>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kumimoji="1" sz="1600" dirty="0" smtClean="0">
            <a:latin typeface="游ゴシック" panose="020B0400000000000000" pitchFamily="50" charset="-128"/>
            <a:ea typeface="游ゴシック" panose="020B0400000000000000" pitchFamily="50" charset="-128"/>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8B207C222D4A704392DD812ABE7F848A" ma:contentTypeVersion="4" ma:contentTypeDescription="新しいドキュメントを作成します。" ma:contentTypeScope="" ma:versionID="8d136f6bca879cb90346a66279902dfa">
  <xsd:schema xmlns:xsd="http://www.w3.org/2001/XMLSchema" xmlns:xs="http://www.w3.org/2001/XMLSchema" xmlns:p="http://schemas.microsoft.com/office/2006/metadata/properties" xmlns:ns2="2fd442da-66a9-4fa6-ba31-eb0d54ad1381" targetNamespace="http://schemas.microsoft.com/office/2006/metadata/properties" ma:root="true" ma:fieldsID="5b8a779dc52d08a32251a6f3465a5e55" ns2:_="">
    <xsd:import namespace="2fd442da-66a9-4fa6-ba31-eb0d54ad138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fd442da-66a9-4fa6-ba31-eb0d54ad13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E183816-01A4-4A51-B5EE-0646240FC211}">
  <ds:schemaRefs>
    <ds:schemaRef ds:uri="2fd442da-66a9-4fa6-ba31-eb0d54ad138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4C728C5-B22A-42B4-8163-E4A5D49941FF}">
  <ds:schemaRefs>
    <ds:schemaRef ds:uri="2fd442da-66a9-4fa6-ba31-eb0d54ad138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E332BF2-0A3C-4B34-A48C-16084CC4E11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4</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テーマ</vt:lpstr>
      <vt:lpstr>概算お見積もり(第5.0版）</vt:lpstr>
      <vt:lpstr>１. はじめに</vt:lpstr>
      <vt:lpstr>２. お見積り範囲</vt:lpstr>
      <vt:lpstr>２. お見積り範囲</vt:lpstr>
      <vt:lpstr>３. システム構成（AsIs）</vt:lpstr>
      <vt:lpstr>３. システム構成（ToBe）</vt:lpstr>
      <vt:lpstr>３. システム構成（ToBe）：作業範囲</vt:lpstr>
      <vt:lpstr>４. 対応内容</vt:lpstr>
      <vt:lpstr>５. 想定している成果物</vt:lpstr>
      <vt:lpstr>６-1. スケジュール（想定）</vt:lpstr>
      <vt:lpstr>６-2. スケジュール（関連対応を含めた想定）</vt:lpstr>
      <vt:lpstr>７. 体制（要件定義～基本設計）</vt:lpstr>
      <vt:lpstr>７. 体制（詳細設計以降）</vt:lpstr>
      <vt:lpstr>８. お見積もり</vt:lpstr>
      <vt:lpstr>９. お見積もり前提条件</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田村 晃</dc:creator>
  <cp:revision>1</cp:revision>
  <dcterms:created xsi:type="dcterms:W3CDTF">2021-02-05T06:36:21Z</dcterms:created>
  <dcterms:modified xsi:type="dcterms:W3CDTF">2025-04-07T02:23:33Z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0x0101008B207C222D4A704392DD812ABE7F848A</vt:lpwstr>
  </property>
  <property fmtid="{D5CDD505-2E9C-101B-9397-08002B2CF9AE}" pid="3" name="MediaServiceImageTags">
    <vt:lpwstr/>
  </property>
</Properties>
</file>