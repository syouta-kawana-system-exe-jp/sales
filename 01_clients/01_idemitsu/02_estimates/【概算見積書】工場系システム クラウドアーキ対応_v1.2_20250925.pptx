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70" r:id="rId4"/>
  </p:sldMasterIdLst>
  <p:notesMasterIdLst>
    <p:notesMasterId r:id="rId33"/>
  </p:notesMasterIdLst>
  <p:handoutMasterIdLst>
    <p:handoutMasterId r:id="rId34"/>
  </p:handoutMasterIdLst>
  <p:sldIdLst>
    <p:sldId id="714" r:id="rId5"/>
    <p:sldId id="836" r:id="rId6"/>
    <p:sldId id="722" r:id="rId7"/>
    <p:sldId id="918" r:id="rId8"/>
    <p:sldId id="905" r:id="rId9"/>
    <p:sldId id="932" r:id="rId10"/>
    <p:sldId id="908" r:id="rId11"/>
    <p:sldId id="933" r:id="rId12"/>
    <p:sldId id="934" r:id="rId13"/>
    <p:sldId id="939" r:id="rId14"/>
    <p:sldId id="940" r:id="rId15"/>
    <p:sldId id="919" r:id="rId16"/>
    <p:sldId id="943" r:id="rId17"/>
    <p:sldId id="920" r:id="rId18"/>
    <p:sldId id="941" r:id="rId19"/>
    <p:sldId id="942" r:id="rId20"/>
    <p:sldId id="915" r:id="rId21"/>
    <p:sldId id="946" r:id="rId22"/>
    <p:sldId id="922" r:id="rId23"/>
    <p:sldId id="923" r:id="rId24"/>
    <p:sldId id="929" r:id="rId25"/>
    <p:sldId id="930" r:id="rId26"/>
    <p:sldId id="924" r:id="rId27"/>
    <p:sldId id="925" r:id="rId28"/>
    <p:sldId id="938" r:id="rId29"/>
    <p:sldId id="765" r:id="rId30"/>
    <p:sldId id="767" r:id="rId31"/>
    <p:sldId id="749" r:id="rId32"/>
  </p:sldIdLst>
  <p:sldSz cx="12192000" cy="6858000"/>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1D77F"/>
    <a:srgbClr val="F8C891"/>
    <a:srgbClr val="5B9BD5"/>
    <a:srgbClr val="A01D45"/>
    <a:srgbClr val="E6E6E6"/>
    <a:srgbClr val="DBE1D3"/>
    <a:srgbClr val="000000"/>
    <a:srgbClr val="F2F2F2"/>
    <a:srgbClr val="C9D3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9D28B2-308E-42D7-B335-37616E5D9F09}" v="385" dt="2025-09-25T05:06:22.942"/>
    <p1510:client id="{61B0851C-4D3B-473E-95F0-F9D2DF000FDF}" v="21" dt="2025-09-24T06:27:50.518"/>
    <p1510:client id="{E3564F6F-00D0-4CF5-A782-11B75FF0A193}" v="28" dt="2025-09-24T10:17:46.62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髙浦祐朗" userId="S::masaaki.takaura@system-exe.jp::d6d860fe-bc64-411b-9605-a16d1ba875f6" providerId="AD" clId="Web-{61B0851C-4D3B-473E-95F0-F9D2DF000FDF}"/>
    <pc:docChg chg="modSld">
      <pc:chgData name="髙浦祐朗" userId="S::masaaki.takaura@system-exe.jp::d6d860fe-bc64-411b-9605-a16d1ba875f6" providerId="AD" clId="Web-{61B0851C-4D3B-473E-95F0-F9D2DF000FDF}" dt="2025-09-24T06:27:50.518" v="20" actId="14100"/>
      <pc:docMkLst>
        <pc:docMk/>
      </pc:docMkLst>
      <pc:sldChg chg="modSp">
        <pc:chgData name="髙浦祐朗" userId="S::masaaki.takaura@system-exe.jp::d6d860fe-bc64-411b-9605-a16d1ba875f6" providerId="AD" clId="Web-{61B0851C-4D3B-473E-95F0-F9D2DF000FDF}" dt="2025-09-24T06:27:50.518" v="20" actId="14100"/>
        <pc:sldMkLst>
          <pc:docMk/>
          <pc:sldMk cId="2399073518" sldId="941"/>
        </pc:sldMkLst>
        <pc:spChg chg="mod">
          <ac:chgData name="髙浦祐朗" userId="S::masaaki.takaura@system-exe.jp::d6d860fe-bc64-411b-9605-a16d1ba875f6" providerId="AD" clId="Web-{61B0851C-4D3B-473E-95F0-F9D2DF000FDF}" dt="2025-09-24T06:27:50.502" v="19" actId="14100"/>
          <ac:spMkLst>
            <pc:docMk/>
            <pc:sldMk cId="2399073518" sldId="941"/>
            <ac:spMk id="8" creationId="{160FE1C1-CFD6-3436-3F23-42EC735280F7}"/>
          </ac:spMkLst>
        </pc:spChg>
        <pc:spChg chg="mod">
          <ac:chgData name="髙浦祐朗" userId="S::masaaki.takaura@system-exe.jp::d6d860fe-bc64-411b-9605-a16d1ba875f6" providerId="AD" clId="Web-{61B0851C-4D3B-473E-95F0-F9D2DF000FDF}" dt="2025-09-24T06:27:50.518" v="20" actId="14100"/>
          <ac:spMkLst>
            <pc:docMk/>
            <pc:sldMk cId="2399073518" sldId="941"/>
            <ac:spMk id="11" creationId="{C13C1A20-C252-799B-F8A0-29E661C219E7}"/>
          </ac:spMkLst>
        </pc:spChg>
        <pc:grpChg chg="mod">
          <ac:chgData name="髙浦祐朗" userId="S::masaaki.takaura@system-exe.jp::d6d860fe-bc64-411b-9605-a16d1ba875f6" providerId="AD" clId="Web-{61B0851C-4D3B-473E-95F0-F9D2DF000FDF}" dt="2025-09-24T06:26:34.594" v="0" actId="1076"/>
          <ac:grpSpMkLst>
            <pc:docMk/>
            <pc:sldMk cId="2399073518" sldId="941"/>
            <ac:grpSpMk id="17" creationId="{7D6E0C23-69C7-6A70-C9ED-9BC927D3D9DC}"/>
          </ac:grpSpMkLst>
        </pc:grpChg>
        <pc:grpChg chg="mod">
          <ac:chgData name="髙浦祐朗" userId="S::masaaki.takaura@system-exe.jp::d6d860fe-bc64-411b-9605-a16d1ba875f6" providerId="AD" clId="Web-{61B0851C-4D3B-473E-95F0-F9D2DF000FDF}" dt="2025-09-24T06:26:46.594" v="2" actId="1076"/>
          <ac:grpSpMkLst>
            <pc:docMk/>
            <pc:sldMk cId="2399073518" sldId="941"/>
            <ac:grpSpMk id="30" creationId="{65C2D6D4-217D-3CE0-4521-AB8F849BC4BC}"/>
          </ac:grpSpMkLst>
        </pc:grpChg>
        <pc:grpChg chg="mod">
          <ac:chgData name="髙浦祐朗" userId="S::masaaki.takaura@system-exe.jp::d6d860fe-bc64-411b-9605-a16d1ba875f6" providerId="AD" clId="Web-{61B0851C-4D3B-473E-95F0-F9D2DF000FDF}" dt="2025-09-24T06:26:46.641" v="3" actId="1076"/>
          <ac:grpSpMkLst>
            <pc:docMk/>
            <pc:sldMk cId="2399073518" sldId="941"/>
            <ac:grpSpMk id="34" creationId="{44BCAC98-61A1-442A-2978-FB1E7AF56816}"/>
          </ac:grpSpMkLst>
        </pc:grpChg>
        <pc:grpChg chg="mod">
          <ac:chgData name="髙浦祐朗" userId="S::masaaki.takaura@system-exe.jp::d6d860fe-bc64-411b-9605-a16d1ba875f6" providerId="AD" clId="Web-{61B0851C-4D3B-473E-95F0-F9D2DF000FDF}" dt="2025-09-24T06:26:46.704" v="4" actId="1076"/>
          <ac:grpSpMkLst>
            <pc:docMk/>
            <pc:sldMk cId="2399073518" sldId="941"/>
            <ac:grpSpMk id="44" creationId="{A44B6757-E569-194B-6AFF-0F61EF39B78C}"/>
          </ac:grpSpMkLst>
        </pc:grpChg>
        <pc:grpChg chg="mod">
          <ac:chgData name="髙浦祐朗" userId="S::masaaki.takaura@system-exe.jp::d6d860fe-bc64-411b-9605-a16d1ba875f6" providerId="AD" clId="Web-{61B0851C-4D3B-473E-95F0-F9D2DF000FDF}" dt="2025-09-24T06:26:52.219" v="5" actId="1076"/>
          <ac:grpSpMkLst>
            <pc:docMk/>
            <pc:sldMk cId="2399073518" sldId="941"/>
            <ac:grpSpMk id="50" creationId="{D7AA0D1B-AFDF-1367-DA18-9EE6FFBC3596}"/>
          </ac:grpSpMkLst>
        </pc:grpChg>
        <pc:cxnChg chg="mod">
          <ac:chgData name="髙浦祐朗" userId="S::masaaki.takaura@system-exe.jp::d6d860fe-bc64-411b-9605-a16d1ba875f6" providerId="AD" clId="Web-{61B0851C-4D3B-473E-95F0-F9D2DF000FDF}" dt="2025-09-24T06:26:34.594" v="0" actId="1076"/>
          <ac:cxnSpMkLst>
            <pc:docMk/>
            <pc:sldMk cId="2399073518" sldId="941"/>
            <ac:cxnSpMk id="16" creationId="{A189C288-EA60-B222-B80F-882125DAEF80}"/>
          </ac:cxnSpMkLst>
        </pc:cxnChg>
        <pc:cxnChg chg="mod">
          <ac:chgData name="髙浦祐朗" userId="S::masaaki.takaura@system-exe.jp::d6d860fe-bc64-411b-9605-a16d1ba875f6" providerId="AD" clId="Web-{61B0851C-4D3B-473E-95F0-F9D2DF000FDF}" dt="2025-09-24T06:26:57.423" v="7" actId="14100"/>
          <ac:cxnSpMkLst>
            <pc:docMk/>
            <pc:sldMk cId="2399073518" sldId="941"/>
            <ac:cxnSpMk id="33" creationId="{3E36A9D1-620F-F185-F028-0AFC6E5D9989}"/>
          </ac:cxnSpMkLst>
        </pc:cxnChg>
        <pc:cxnChg chg="mod">
          <ac:chgData name="髙浦祐朗" userId="S::masaaki.takaura@system-exe.jp::d6d860fe-bc64-411b-9605-a16d1ba875f6" providerId="AD" clId="Web-{61B0851C-4D3B-473E-95F0-F9D2DF000FDF}" dt="2025-09-24T06:27:22.595" v="17" actId="14100"/>
          <ac:cxnSpMkLst>
            <pc:docMk/>
            <pc:sldMk cId="2399073518" sldId="941"/>
            <ac:cxnSpMk id="37" creationId="{1D74C627-C1B1-F67F-A7BE-2CFA25DCE2DB}"/>
          </ac:cxnSpMkLst>
        </pc:cxnChg>
        <pc:cxnChg chg="mod">
          <ac:chgData name="髙浦祐朗" userId="S::masaaki.takaura@system-exe.jp::d6d860fe-bc64-411b-9605-a16d1ba875f6" providerId="AD" clId="Web-{61B0851C-4D3B-473E-95F0-F9D2DF000FDF}" dt="2025-09-24T06:26:46.704" v="4" actId="1076"/>
          <ac:cxnSpMkLst>
            <pc:docMk/>
            <pc:sldMk cId="2399073518" sldId="941"/>
            <ac:cxnSpMk id="59" creationId="{3E36A9D1-620F-F185-F028-0AFC6E5D9989}"/>
          </ac:cxnSpMkLst>
        </pc:cxnChg>
      </pc:sldChg>
    </pc:docChg>
  </pc:docChgLst>
  <pc:docChgLst>
    <pc:chgData name="髙浦祐朗" userId="d6d860fe-bc64-411b-9605-a16d1ba875f6" providerId="ADAL" clId="{A65FDE6D-D768-44DB-ADF3-5348D2950BED}"/>
    <pc:docChg chg="undo custSel addSld modSld">
      <pc:chgData name="髙浦祐朗" userId="d6d860fe-bc64-411b-9605-a16d1ba875f6" providerId="ADAL" clId="{A65FDE6D-D768-44DB-ADF3-5348D2950BED}" dt="2025-09-25T05:06:22.942" v="1224"/>
      <pc:docMkLst>
        <pc:docMk/>
      </pc:docMkLst>
      <pc:sldChg chg="delSp modSp mod">
        <pc:chgData name="髙浦祐朗" userId="d6d860fe-bc64-411b-9605-a16d1ba875f6" providerId="ADAL" clId="{A65FDE6D-D768-44DB-ADF3-5348D2950BED}" dt="2025-09-24T07:27:22.625" v="439" actId="255"/>
        <pc:sldMkLst>
          <pc:docMk/>
          <pc:sldMk cId="1028982059" sldId="915"/>
        </pc:sldMkLst>
        <pc:spChg chg="del mod ord">
          <ac:chgData name="髙浦祐朗" userId="d6d860fe-bc64-411b-9605-a16d1ba875f6" providerId="ADAL" clId="{A65FDE6D-D768-44DB-ADF3-5348D2950BED}" dt="2025-09-24T07:21:30.374" v="377" actId="478"/>
          <ac:spMkLst>
            <pc:docMk/>
            <pc:sldMk cId="1028982059" sldId="915"/>
            <ac:spMk id="7" creationId="{AF762215-9777-E5CF-4D60-84B58DEFF785}"/>
          </ac:spMkLst>
        </pc:spChg>
        <pc:graphicFrameChg chg="mod ord modGraphic">
          <ac:chgData name="髙浦祐朗" userId="d6d860fe-bc64-411b-9605-a16d1ba875f6" providerId="ADAL" clId="{A65FDE6D-D768-44DB-ADF3-5348D2950BED}" dt="2025-09-24T07:27:22.625" v="439" actId="255"/>
          <ac:graphicFrameMkLst>
            <pc:docMk/>
            <pc:sldMk cId="1028982059" sldId="915"/>
            <ac:graphicFrameMk id="6" creationId="{F3CA70DD-3CDC-11D0-6B6D-BF206EF21FE1}"/>
          </ac:graphicFrameMkLst>
        </pc:graphicFrameChg>
      </pc:sldChg>
      <pc:sldChg chg="modSp mod">
        <pc:chgData name="髙浦祐朗" userId="d6d860fe-bc64-411b-9605-a16d1ba875f6" providerId="ADAL" clId="{A65FDE6D-D768-44DB-ADF3-5348D2950BED}" dt="2025-09-25T05:03:18.559" v="1198" actId="1076"/>
        <pc:sldMkLst>
          <pc:docMk/>
          <pc:sldMk cId="2396939042" sldId="922"/>
        </pc:sldMkLst>
        <pc:graphicFrameChg chg="mod modGraphic">
          <ac:chgData name="髙浦祐朗" userId="d6d860fe-bc64-411b-9605-a16d1ba875f6" providerId="ADAL" clId="{A65FDE6D-D768-44DB-ADF3-5348D2950BED}" dt="2025-09-25T05:03:18.559" v="1198" actId="1076"/>
          <ac:graphicFrameMkLst>
            <pc:docMk/>
            <pc:sldMk cId="2396939042" sldId="922"/>
            <ac:graphicFrameMk id="7" creationId="{C406601F-85E5-4137-E30F-1D5178EDEF47}"/>
          </ac:graphicFrameMkLst>
        </pc:graphicFrameChg>
      </pc:sldChg>
      <pc:sldChg chg="modSp mod">
        <pc:chgData name="髙浦祐朗" userId="d6d860fe-bc64-411b-9605-a16d1ba875f6" providerId="ADAL" clId="{A65FDE6D-D768-44DB-ADF3-5348D2950BED}" dt="2025-09-25T05:04:22.404" v="1210"/>
        <pc:sldMkLst>
          <pc:docMk/>
          <pc:sldMk cId="1567995326" sldId="923"/>
        </pc:sldMkLst>
        <pc:graphicFrameChg chg="mod modGraphic">
          <ac:chgData name="髙浦祐朗" userId="d6d860fe-bc64-411b-9605-a16d1ba875f6" providerId="ADAL" clId="{A65FDE6D-D768-44DB-ADF3-5348D2950BED}" dt="2025-09-25T05:04:22.404" v="1210"/>
          <ac:graphicFrameMkLst>
            <pc:docMk/>
            <pc:sldMk cId="1567995326" sldId="923"/>
            <ac:graphicFrameMk id="10" creationId="{45AFF2BD-3B50-3475-02CA-E70B7B651BA4}"/>
          </ac:graphicFrameMkLst>
        </pc:graphicFrameChg>
      </pc:sldChg>
      <pc:sldChg chg="modSp mod">
        <pc:chgData name="髙浦祐朗" userId="d6d860fe-bc64-411b-9605-a16d1ba875f6" providerId="ADAL" clId="{A65FDE6D-D768-44DB-ADF3-5348D2950BED}" dt="2025-09-25T05:06:22.942" v="1224"/>
        <pc:sldMkLst>
          <pc:docMk/>
          <pc:sldMk cId="4173716593" sldId="924"/>
        </pc:sldMkLst>
        <pc:graphicFrameChg chg="mod modGraphic">
          <ac:chgData name="髙浦祐朗" userId="d6d860fe-bc64-411b-9605-a16d1ba875f6" providerId="ADAL" clId="{A65FDE6D-D768-44DB-ADF3-5348D2950BED}" dt="2025-09-25T05:06:22.942" v="1224"/>
          <ac:graphicFrameMkLst>
            <pc:docMk/>
            <pc:sldMk cId="4173716593" sldId="924"/>
            <ac:graphicFrameMk id="10" creationId="{A0FF095D-8DC5-1CA5-485C-7C4D01B2100D}"/>
          </ac:graphicFrameMkLst>
        </pc:graphicFrameChg>
      </pc:sldChg>
      <pc:sldChg chg="modSp mod">
        <pc:chgData name="髙浦祐朗" userId="d6d860fe-bc64-411b-9605-a16d1ba875f6" providerId="ADAL" clId="{A65FDE6D-D768-44DB-ADF3-5348D2950BED}" dt="2025-09-25T05:05:33.024" v="1220" actId="1076"/>
        <pc:sldMkLst>
          <pc:docMk/>
          <pc:sldMk cId="3687200648" sldId="925"/>
        </pc:sldMkLst>
        <pc:graphicFrameChg chg="mod modGraphic">
          <ac:chgData name="髙浦祐朗" userId="d6d860fe-bc64-411b-9605-a16d1ba875f6" providerId="ADAL" clId="{A65FDE6D-D768-44DB-ADF3-5348D2950BED}" dt="2025-09-25T05:05:33.024" v="1220" actId="1076"/>
          <ac:graphicFrameMkLst>
            <pc:docMk/>
            <pc:sldMk cId="3687200648" sldId="925"/>
            <ac:graphicFrameMk id="10" creationId="{519A6C98-800A-6833-4562-254D2CFA5A1E}"/>
          </ac:graphicFrameMkLst>
        </pc:graphicFrameChg>
      </pc:sldChg>
      <pc:sldChg chg="modSp mod">
        <pc:chgData name="髙浦祐朗" userId="d6d860fe-bc64-411b-9605-a16d1ba875f6" providerId="ADAL" clId="{A65FDE6D-D768-44DB-ADF3-5348D2950BED}" dt="2025-09-25T05:04:33.113" v="1211"/>
        <pc:sldMkLst>
          <pc:docMk/>
          <pc:sldMk cId="85884448" sldId="929"/>
        </pc:sldMkLst>
        <pc:graphicFrameChg chg="mod modGraphic">
          <ac:chgData name="髙浦祐朗" userId="d6d860fe-bc64-411b-9605-a16d1ba875f6" providerId="ADAL" clId="{A65FDE6D-D768-44DB-ADF3-5348D2950BED}" dt="2025-09-25T05:04:33.113" v="1211"/>
          <ac:graphicFrameMkLst>
            <pc:docMk/>
            <pc:sldMk cId="85884448" sldId="929"/>
            <ac:graphicFrameMk id="10" creationId="{EC9EB9C0-441A-C361-025C-670EC1CD497A}"/>
          </ac:graphicFrameMkLst>
        </pc:graphicFrameChg>
      </pc:sldChg>
      <pc:sldChg chg="modSp mod">
        <pc:chgData name="髙浦祐朗" userId="d6d860fe-bc64-411b-9605-a16d1ba875f6" providerId="ADAL" clId="{A65FDE6D-D768-44DB-ADF3-5348D2950BED}" dt="2025-09-25T05:04:56.200" v="1214" actId="1076"/>
        <pc:sldMkLst>
          <pc:docMk/>
          <pc:sldMk cId="1070349036" sldId="930"/>
        </pc:sldMkLst>
        <pc:graphicFrameChg chg="mod modGraphic">
          <ac:chgData name="髙浦祐朗" userId="d6d860fe-bc64-411b-9605-a16d1ba875f6" providerId="ADAL" clId="{A65FDE6D-D768-44DB-ADF3-5348D2950BED}" dt="2025-09-25T05:04:56.200" v="1214" actId="1076"/>
          <ac:graphicFrameMkLst>
            <pc:docMk/>
            <pc:sldMk cId="1070349036" sldId="930"/>
            <ac:graphicFrameMk id="10" creationId="{4AE35F84-277B-5FB2-5577-2C74DCA0D521}"/>
          </ac:graphicFrameMkLst>
        </pc:graphicFrameChg>
      </pc:sldChg>
      <pc:sldChg chg="modSp mod">
        <pc:chgData name="髙浦祐朗" userId="d6d860fe-bc64-411b-9605-a16d1ba875f6" providerId="ADAL" clId="{A65FDE6D-D768-44DB-ADF3-5348D2950BED}" dt="2025-09-25T05:05:52.378" v="1223" actId="1076"/>
        <pc:sldMkLst>
          <pc:docMk/>
          <pc:sldMk cId="3972268183" sldId="938"/>
        </pc:sldMkLst>
        <pc:graphicFrameChg chg="mod modGraphic">
          <ac:chgData name="髙浦祐朗" userId="d6d860fe-bc64-411b-9605-a16d1ba875f6" providerId="ADAL" clId="{A65FDE6D-D768-44DB-ADF3-5348D2950BED}" dt="2025-09-25T05:05:52.378" v="1223" actId="1076"/>
          <ac:graphicFrameMkLst>
            <pc:docMk/>
            <pc:sldMk cId="3972268183" sldId="938"/>
            <ac:graphicFrameMk id="10" creationId="{5F16F463-C90A-6074-51CD-01CACB4E7221}"/>
          </ac:graphicFrameMkLst>
        </pc:graphicFrameChg>
      </pc:sldChg>
      <pc:sldChg chg="addSp delSp modSp mod">
        <pc:chgData name="髙浦祐朗" userId="d6d860fe-bc64-411b-9605-a16d1ba875f6" providerId="ADAL" clId="{A65FDE6D-D768-44DB-ADF3-5348D2950BED}" dt="2025-09-24T06:43:52.593" v="275" actId="20577"/>
        <pc:sldMkLst>
          <pc:docMk/>
          <pc:sldMk cId="2399073518" sldId="941"/>
        </pc:sldMkLst>
        <pc:spChg chg="mod">
          <ac:chgData name="髙浦祐朗" userId="d6d860fe-bc64-411b-9605-a16d1ba875f6" providerId="ADAL" clId="{A65FDE6D-D768-44DB-ADF3-5348D2950BED}" dt="2025-09-24T06:42:24.539" v="265" actId="1035"/>
          <ac:spMkLst>
            <pc:docMk/>
            <pc:sldMk cId="2399073518" sldId="941"/>
            <ac:spMk id="6" creationId="{14C69844-415C-BED7-1161-1916AD317F20}"/>
          </ac:spMkLst>
        </pc:spChg>
        <pc:spChg chg="mod">
          <ac:chgData name="髙浦祐朗" userId="d6d860fe-bc64-411b-9605-a16d1ba875f6" providerId="ADAL" clId="{A65FDE6D-D768-44DB-ADF3-5348D2950BED}" dt="2025-09-24T06:43:52.593" v="275" actId="20577"/>
          <ac:spMkLst>
            <pc:docMk/>
            <pc:sldMk cId="2399073518" sldId="941"/>
            <ac:spMk id="7" creationId="{8011C017-B9D2-4FD1-6627-83A43751A5A4}"/>
          </ac:spMkLst>
        </pc:spChg>
        <pc:spChg chg="mod">
          <ac:chgData name="髙浦祐朗" userId="d6d860fe-bc64-411b-9605-a16d1ba875f6" providerId="ADAL" clId="{A65FDE6D-D768-44DB-ADF3-5348D2950BED}" dt="2025-09-24T06:31:51.576" v="59"/>
          <ac:spMkLst>
            <pc:docMk/>
            <pc:sldMk cId="2399073518" sldId="941"/>
            <ac:spMk id="12" creationId="{6B90E707-963B-7CC3-79FD-1DB2A0DAB451}"/>
          </ac:spMkLst>
        </pc:spChg>
        <pc:spChg chg="mod">
          <ac:chgData name="髙浦祐朗" userId="d6d860fe-bc64-411b-9605-a16d1ba875f6" providerId="ADAL" clId="{A65FDE6D-D768-44DB-ADF3-5348D2950BED}" dt="2025-09-24T06:42:03.705" v="241" actId="21"/>
          <ac:spMkLst>
            <pc:docMk/>
            <pc:sldMk cId="2399073518" sldId="941"/>
            <ac:spMk id="13" creationId="{BF61D2EC-FC48-CFA4-736C-22A1CA597EE3}"/>
          </ac:spMkLst>
        </pc:spChg>
        <pc:spChg chg="mod">
          <ac:chgData name="髙浦祐朗" userId="d6d860fe-bc64-411b-9605-a16d1ba875f6" providerId="ADAL" clId="{A65FDE6D-D768-44DB-ADF3-5348D2950BED}" dt="2025-09-24T06:32:38.102" v="99" actId="20577"/>
          <ac:spMkLst>
            <pc:docMk/>
            <pc:sldMk cId="2399073518" sldId="941"/>
            <ac:spMk id="36" creationId="{10B0CD7D-A6F3-7E6D-328C-5A37E0631B7A}"/>
          </ac:spMkLst>
        </pc:spChg>
        <pc:spChg chg="mod">
          <ac:chgData name="髙浦祐朗" userId="d6d860fe-bc64-411b-9605-a16d1ba875f6" providerId="ADAL" clId="{A65FDE6D-D768-44DB-ADF3-5348D2950BED}" dt="2025-09-24T06:40:40.164" v="197" actId="20577"/>
          <ac:spMkLst>
            <pc:docMk/>
            <pc:sldMk cId="2399073518" sldId="941"/>
            <ac:spMk id="46" creationId="{EF3BD81A-10F5-3D21-B2FF-F7CAC42BB4A9}"/>
          </ac:spMkLst>
        </pc:spChg>
        <pc:grpChg chg="add mod">
          <ac:chgData name="髙浦祐朗" userId="d6d860fe-bc64-411b-9605-a16d1ba875f6" providerId="ADAL" clId="{A65FDE6D-D768-44DB-ADF3-5348D2950BED}" dt="2025-09-24T06:31:57.671" v="60" actId="1076"/>
          <ac:grpSpMkLst>
            <pc:docMk/>
            <pc:sldMk cId="2399073518" sldId="941"/>
            <ac:grpSpMk id="5" creationId="{98F35467-9321-4DED-0A08-AFB524C7DCE5}"/>
          </ac:grpSpMkLst>
        </pc:grpChg>
        <pc:grpChg chg="add del mod">
          <ac:chgData name="髙浦祐朗" userId="d6d860fe-bc64-411b-9605-a16d1ba875f6" providerId="ADAL" clId="{A65FDE6D-D768-44DB-ADF3-5348D2950BED}" dt="2025-09-24T06:42:16.693" v="251" actId="478"/>
          <ac:grpSpMkLst>
            <pc:docMk/>
            <pc:sldMk cId="2399073518" sldId="941"/>
            <ac:grpSpMk id="9" creationId="{D3FE63ED-BB00-8C6E-0402-7B550B1B69E8}"/>
          </ac:grpSpMkLst>
        </pc:grpChg>
        <pc:grpChg chg="mod">
          <ac:chgData name="髙浦祐朗" userId="d6d860fe-bc64-411b-9605-a16d1ba875f6" providerId="ADAL" clId="{A65FDE6D-D768-44DB-ADF3-5348D2950BED}" dt="2025-09-24T06:32:04.944" v="89" actId="1038"/>
          <ac:grpSpMkLst>
            <pc:docMk/>
            <pc:sldMk cId="2399073518" sldId="941"/>
            <ac:grpSpMk id="30" creationId="{65C2D6D4-217D-3CE0-4521-AB8F849BC4BC}"/>
          </ac:grpSpMkLst>
        </pc:grpChg>
        <pc:grpChg chg="mod">
          <ac:chgData name="髙浦祐朗" userId="d6d860fe-bc64-411b-9605-a16d1ba875f6" providerId="ADAL" clId="{A65FDE6D-D768-44DB-ADF3-5348D2950BED}" dt="2025-09-24T06:32:04.944" v="89" actId="1038"/>
          <ac:grpSpMkLst>
            <pc:docMk/>
            <pc:sldMk cId="2399073518" sldId="941"/>
            <ac:grpSpMk id="34" creationId="{44BCAC98-61A1-442A-2978-FB1E7AF56816}"/>
          </ac:grpSpMkLst>
        </pc:grpChg>
        <pc:grpChg chg="mod">
          <ac:chgData name="髙浦祐朗" userId="d6d860fe-bc64-411b-9605-a16d1ba875f6" providerId="ADAL" clId="{A65FDE6D-D768-44DB-ADF3-5348D2950BED}" dt="2025-09-24T06:32:04.944" v="89" actId="1038"/>
          <ac:grpSpMkLst>
            <pc:docMk/>
            <pc:sldMk cId="2399073518" sldId="941"/>
            <ac:grpSpMk id="44" creationId="{A44B6757-E569-194B-6AFF-0F61EF39B78C}"/>
          </ac:grpSpMkLst>
        </pc:grpChg>
        <pc:cxnChg chg="add del mod">
          <ac:chgData name="髙浦祐朗" userId="d6d860fe-bc64-411b-9605-a16d1ba875f6" providerId="ADAL" clId="{A65FDE6D-D768-44DB-ADF3-5348D2950BED}" dt="2025-09-24T06:42:17.657" v="252" actId="478"/>
          <ac:cxnSpMkLst>
            <pc:docMk/>
            <pc:sldMk cId="2399073518" sldId="941"/>
            <ac:cxnSpMk id="20" creationId="{7B1B98A4-BE8A-0840-7E99-11A59950EAEC}"/>
          </ac:cxnSpMkLst>
        </pc:cxnChg>
        <pc:cxnChg chg="add mod">
          <ac:chgData name="髙浦祐朗" userId="d6d860fe-bc64-411b-9605-a16d1ba875f6" providerId="ADAL" clId="{A65FDE6D-D768-44DB-ADF3-5348D2950BED}" dt="2025-09-24T06:33:24.898" v="122" actId="14100"/>
          <ac:cxnSpMkLst>
            <pc:docMk/>
            <pc:sldMk cId="2399073518" sldId="941"/>
            <ac:cxnSpMk id="25" creationId="{C8F1E9A6-3A13-FB56-3856-0A9F78599494}"/>
          </ac:cxnSpMkLst>
        </pc:cxnChg>
        <pc:cxnChg chg="mod">
          <ac:chgData name="髙浦祐朗" userId="d6d860fe-bc64-411b-9605-a16d1ba875f6" providerId="ADAL" clId="{A65FDE6D-D768-44DB-ADF3-5348D2950BED}" dt="2025-09-24T06:43:17.166" v="271" actId="14100"/>
          <ac:cxnSpMkLst>
            <pc:docMk/>
            <pc:sldMk cId="2399073518" sldId="941"/>
            <ac:cxnSpMk id="33" creationId="{3E36A9D1-620F-F185-F028-0AFC6E5D9989}"/>
          </ac:cxnSpMkLst>
        </pc:cxnChg>
        <pc:cxnChg chg="mod">
          <ac:chgData name="髙浦祐朗" userId="d6d860fe-bc64-411b-9605-a16d1ba875f6" providerId="ADAL" clId="{A65FDE6D-D768-44DB-ADF3-5348D2950BED}" dt="2025-09-24T06:32:13.820" v="91" actId="14100"/>
          <ac:cxnSpMkLst>
            <pc:docMk/>
            <pc:sldMk cId="2399073518" sldId="941"/>
            <ac:cxnSpMk id="37" creationId="{1D74C627-C1B1-F67F-A7BE-2CFA25DCE2DB}"/>
          </ac:cxnSpMkLst>
        </pc:cxnChg>
        <pc:cxnChg chg="add mod">
          <ac:chgData name="髙浦祐朗" userId="d6d860fe-bc64-411b-9605-a16d1ba875f6" providerId="ADAL" clId="{A65FDE6D-D768-44DB-ADF3-5348D2950BED}" dt="2025-09-24T06:33:05.053" v="119"/>
          <ac:cxnSpMkLst>
            <pc:docMk/>
            <pc:sldMk cId="2399073518" sldId="941"/>
            <ac:cxnSpMk id="38" creationId="{604910F8-DBB1-EE8B-3023-B560641E21FB}"/>
          </ac:cxnSpMkLst>
        </pc:cxnChg>
        <pc:cxnChg chg="add mod">
          <ac:chgData name="髙浦祐朗" userId="d6d860fe-bc64-411b-9605-a16d1ba875f6" providerId="ADAL" clId="{A65FDE6D-D768-44DB-ADF3-5348D2950BED}" dt="2025-09-24T06:42:48.670" v="270" actId="14100"/>
          <ac:cxnSpMkLst>
            <pc:docMk/>
            <pc:sldMk cId="2399073518" sldId="941"/>
            <ac:cxnSpMk id="41" creationId="{D6EA175D-47D1-0512-EC56-A3E9A54A5BD2}"/>
          </ac:cxnSpMkLst>
        </pc:cxnChg>
        <pc:cxnChg chg="mod">
          <ac:chgData name="髙浦祐朗" userId="d6d860fe-bc64-411b-9605-a16d1ba875f6" providerId="ADAL" clId="{A65FDE6D-D768-44DB-ADF3-5348D2950BED}" dt="2025-09-24T06:32:04.944" v="89" actId="1038"/>
          <ac:cxnSpMkLst>
            <pc:docMk/>
            <pc:sldMk cId="2399073518" sldId="941"/>
            <ac:cxnSpMk id="59" creationId="{3E36A9D1-620F-F185-F028-0AFC6E5D9989}"/>
          </ac:cxnSpMkLst>
        </pc:cxnChg>
      </pc:sldChg>
      <pc:sldChg chg="modSp add mod">
        <pc:chgData name="髙浦祐朗" userId="d6d860fe-bc64-411b-9605-a16d1ba875f6" providerId="ADAL" clId="{A65FDE6D-D768-44DB-ADF3-5348D2950BED}" dt="2025-09-24T10:10:53.435" v="860" actId="166"/>
        <pc:sldMkLst>
          <pc:docMk/>
          <pc:sldMk cId="1955579678" sldId="943"/>
        </pc:sldMkLst>
        <pc:spChg chg="mod">
          <ac:chgData name="髙浦祐朗" userId="d6d860fe-bc64-411b-9605-a16d1ba875f6" providerId="ADAL" clId="{A65FDE6D-D768-44DB-ADF3-5348D2950BED}" dt="2025-09-19T06:25:21.028" v="51" actId="14100"/>
          <ac:spMkLst>
            <pc:docMk/>
            <pc:sldMk cId="1955579678" sldId="943"/>
            <ac:spMk id="5" creationId="{32C3C009-C0AF-6240-BD2F-FB3964991E27}"/>
          </ac:spMkLst>
        </pc:spChg>
        <pc:spChg chg="mod">
          <ac:chgData name="髙浦祐朗" userId="d6d860fe-bc64-411b-9605-a16d1ba875f6" providerId="ADAL" clId="{A65FDE6D-D768-44DB-ADF3-5348D2950BED}" dt="2025-09-24T07:55:47.694" v="825" actId="14100"/>
          <ac:spMkLst>
            <pc:docMk/>
            <pc:sldMk cId="1955579678" sldId="943"/>
            <ac:spMk id="11" creationId="{55998AC9-01C5-EC3C-3567-F3589ABA78A2}"/>
          </ac:spMkLst>
        </pc:spChg>
        <pc:spChg chg="mod">
          <ac:chgData name="髙浦祐朗" userId="d6d860fe-bc64-411b-9605-a16d1ba875f6" providerId="ADAL" clId="{A65FDE6D-D768-44DB-ADF3-5348D2950BED}" dt="2025-09-24T07:55:50.470" v="826" actId="14100"/>
          <ac:spMkLst>
            <pc:docMk/>
            <pc:sldMk cId="1955579678" sldId="943"/>
            <ac:spMk id="12" creationId="{2761166E-B722-53CB-583F-ECE28B50C491}"/>
          </ac:spMkLst>
        </pc:spChg>
        <pc:spChg chg="mod">
          <ac:chgData name="髙浦祐朗" userId="d6d860fe-bc64-411b-9605-a16d1ba875f6" providerId="ADAL" clId="{A65FDE6D-D768-44DB-ADF3-5348D2950BED}" dt="2025-09-24T07:55:54.848" v="828" actId="14100"/>
          <ac:spMkLst>
            <pc:docMk/>
            <pc:sldMk cId="1955579678" sldId="943"/>
            <ac:spMk id="13" creationId="{02CE623E-D66F-F518-E522-B4AA697B8A69}"/>
          </ac:spMkLst>
        </pc:spChg>
        <pc:spChg chg="mod">
          <ac:chgData name="髙浦祐朗" userId="d6d860fe-bc64-411b-9605-a16d1ba875f6" providerId="ADAL" clId="{A65FDE6D-D768-44DB-ADF3-5348D2950BED}" dt="2025-09-24T10:10:08.430" v="855" actId="554"/>
          <ac:spMkLst>
            <pc:docMk/>
            <pc:sldMk cId="1955579678" sldId="943"/>
            <ac:spMk id="21" creationId="{F3C4551A-D4D7-F853-4FD6-56EDBCC239FE}"/>
          </ac:spMkLst>
        </pc:spChg>
        <pc:spChg chg="mod">
          <ac:chgData name="髙浦祐朗" userId="d6d860fe-bc64-411b-9605-a16d1ba875f6" providerId="ADAL" clId="{A65FDE6D-D768-44DB-ADF3-5348D2950BED}" dt="2025-09-24T10:10:32.401" v="856" actId="14100"/>
          <ac:spMkLst>
            <pc:docMk/>
            <pc:sldMk cId="1955579678" sldId="943"/>
            <ac:spMk id="22" creationId="{8B2F2C32-E5DA-175A-82F6-628BFEC5CA3D}"/>
          </ac:spMkLst>
        </pc:spChg>
        <pc:spChg chg="mod ord">
          <ac:chgData name="髙浦祐朗" userId="d6d860fe-bc64-411b-9605-a16d1ba875f6" providerId="ADAL" clId="{A65FDE6D-D768-44DB-ADF3-5348D2950BED}" dt="2025-09-24T10:10:53.435" v="860" actId="166"/>
          <ac:spMkLst>
            <pc:docMk/>
            <pc:sldMk cId="1955579678" sldId="943"/>
            <ac:spMk id="23" creationId="{1BBD44C5-E3F6-001C-5FA5-CA8AA267EBB7}"/>
          </ac:spMkLst>
        </pc:spChg>
        <pc:spChg chg="mod">
          <ac:chgData name="髙浦祐朗" userId="d6d860fe-bc64-411b-9605-a16d1ba875f6" providerId="ADAL" clId="{A65FDE6D-D768-44DB-ADF3-5348D2950BED}" dt="2025-09-24T07:56:02.472" v="829" actId="1038"/>
          <ac:spMkLst>
            <pc:docMk/>
            <pc:sldMk cId="1955579678" sldId="943"/>
            <ac:spMk id="25" creationId="{55A48170-D93D-DDCD-C30E-DDB6AAC9AF35}"/>
          </ac:spMkLst>
        </pc:spChg>
        <pc:graphicFrameChg chg="modGraphic">
          <ac:chgData name="髙浦祐朗" userId="d6d860fe-bc64-411b-9605-a16d1ba875f6" providerId="ADAL" clId="{A65FDE6D-D768-44DB-ADF3-5348D2950BED}" dt="2025-09-24T07:56:10.006" v="831" actId="20577"/>
          <ac:graphicFrameMkLst>
            <pc:docMk/>
            <pc:sldMk cId="1955579678" sldId="943"/>
            <ac:graphicFrameMk id="6" creationId="{0EBF415C-0FBA-EE15-981F-A86BB64AE542}"/>
          </ac:graphicFrameMkLst>
        </pc:graphicFrameChg>
        <pc:cxnChg chg="mod">
          <ac:chgData name="髙浦祐朗" userId="d6d860fe-bc64-411b-9605-a16d1ba875f6" providerId="ADAL" clId="{A65FDE6D-D768-44DB-ADF3-5348D2950BED}" dt="2025-09-19T06:25:08.558" v="48" actId="14100"/>
          <ac:cxnSpMkLst>
            <pc:docMk/>
            <pc:sldMk cId="1955579678" sldId="943"/>
            <ac:cxnSpMk id="10" creationId="{1034DF93-E07F-ADDD-D331-080A9DC95273}"/>
          </ac:cxnSpMkLst>
        </pc:cxnChg>
        <pc:cxnChg chg="mod">
          <ac:chgData name="髙浦祐朗" userId="d6d860fe-bc64-411b-9605-a16d1ba875f6" providerId="ADAL" clId="{A65FDE6D-D768-44DB-ADF3-5348D2950BED}" dt="2025-09-19T06:25:11.703" v="49" actId="14100"/>
          <ac:cxnSpMkLst>
            <pc:docMk/>
            <pc:sldMk cId="1955579678" sldId="943"/>
            <ac:cxnSpMk id="17" creationId="{949FD4E2-C111-D86C-E7EE-120359972024}"/>
          </ac:cxnSpMkLst>
        </pc:cxnChg>
      </pc:sldChg>
      <pc:sldChg chg="modSp add mod">
        <pc:chgData name="髙浦祐朗" userId="d6d860fe-bc64-411b-9605-a16d1ba875f6" providerId="ADAL" clId="{A65FDE6D-D768-44DB-ADF3-5348D2950BED}" dt="2025-09-24T08:28:14.108" v="839" actId="20577"/>
        <pc:sldMkLst>
          <pc:docMk/>
          <pc:sldMk cId="741050788" sldId="944"/>
        </pc:sldMkLst>
        <pc:spChg chg="mod">
          <ac:chgData name="髙浦祐朗" userId="d6d860fe-bc64-411b-9605-a16d1ba875f6" providerId="ADAL" clId="{A65FDE6D-D768-44DB-ADF3-5348D2950BED}" dt="2025-09-24T07:31:56.218" v="509"/>
          <ac:spMkLst>
            <pc:docMk/>
            <pc:sldMk cId="741050788" sldId="944"/>
            <ac:spMk id="2" creationId="{7AE58A4D-1A89-4F98-B0FE-EC37EF0DA50F}"/>
          </ac:spMkLst>
        </pc:spChg>
        <pc:graphicFrameChg chg="modGraphic">
          <ac:chgData name="髙浦祐朗" userId="d6d860fe-bc64-411b-9605-a16d1ba875f6" providerId="ADAL" clId="{A65FDE6D-D768-44DB-ADF3-5348D2950BED}" dt="2025-09-24T08:28:14.108" v="839" actId="20577"/>
          <ac:graphicFrameMkLst>
            <pc:docMk/>
            <pc:sldMk cId="741050788" sldId="944"/>
            <ac:graphicFrameMk id="6" creationId="{AE4D2295-05EB-DCB0-C1CE-880BAD4295D4}"/>
          </ac:graphicFrameMkLst>
        </pc:graphicFrameChg>
      </pc:sldChg>
    </pc:docChg>
  </pc:docChgLst>
  <pc:docChgLst>
    <pc:chgData name="石井徹" userId="bd567184-c19d-4717-9194-a1e548d2dddf" providerId="ADAL" clId="{05D4A948-EC3F-4FC5-ABE2-EFD0693673FF}"/>
    <pc:docChg chg="undo redo custSel modSld">
      <pc:chgData name="石井徹" userId="bd567184-c19d-4717-9194-a1e548d2dddf" providerId="ADAL" clId="{05D4A948-EC3F-4FC5-ABE2-EFD0693673FF}" dt="2025-09-24T10:17:46.620" v="27" actId="1036"/>
      <pc:docMkLst>
        <pc:docMk/>
      </pc:docMkLst>
      <pc:sldChg chg="modSp mod">
        <pc:chgData name="石井徹" userId="bd567184-c19d-4717-9194-a1e548d2dddf" providerId="ADAL" clId="{05D4A948-EC3F-4FC5-ABE2-EFD0693673FF}" dt="2025-09-24T09:58:26.322" v="6" actId="14100"/>
        <pc:sldMkLst>
          <pc:docMk/>
          <pc:sldMk cId="1395438993" sldId="765"/>
        </pc:sldMkLst>
        <pc:spChg chg="mod">
          <ac:chgData name="石井徹" userId="bd567184-c19d-4717-9194-a1e548d2dddf" providerId="ADAL" clId="{05D4A948-EC3F-4FC5-ABE2-EFD0693673FF}" dt="2025-09-24T09:58:26.322" v="6" actId="14100"/>
          <ac:spMkLst>
            <pc:docMk/>
            <pc:sldMk cId="1395438993" sldId="765"/>
            <ac:spMk id="8" creationId="{1454B619-98AD-1962-2D38-B1A39E93C7AB}"/>
          </ac:spMkLst>
        </pc:spChg>
      </pc:sldChg>
      <pc:sldChg chg="modSp mod">
        <pc:chgData name="石井徹" userId="bd567184-c19d-4717-9194-a1e548d2dddf" providerId="ADAL" clId="{05D4A948-EC3F-4FC5-ABE2-EFD0693673FF}" dt="2025-09-24T09:46:32.848" v="5" actId="20577"/>
        <pc:sldMkLst>
          <pc:docMk/>
          <pc:sldMk cId="1567995326" sldId="923"/>
        </pc:sldMkLst>
        <pc:graphicFrameChg chg="modGraphic">
          <ac:chgData name="石井徹" userId="bd567184-c19d-4717-9194-a1e548d2dddf" providerId="ADAL" clId="{05D4A948-EC3F-4FC5-ABE2-EFD0693673FF}" dt="2025-09-24T09:46:32.848" v="5" actId="20577"/>
          <ac:graphicFrameMkLst>
            <pc:docMk/>
            <pc:sldMk cId="1567995326" sldId="923"/>
            <ac:graphicFrameMk id="10" creationId="{45AFF2BD-3B50-3475-02CA-E70B7B651BA4}"/>
          </ac:graphicFrameMkLst>
        </pc:graphicFrameChg>
      </pc:sldChg>
      <pc:sldChg chg="modSp mod">
        <pc:chgData name="石井徹" userId="bd567184-c19d-4717-9194-a1e548d2dddf" providerId="ADAL" clId="{05D4A948-EC3F-4FC5-ABE2-EFD0693673FF}" dt="2025-09-24T10:17:46.620" v="27" actId="1036"/>
        <pc:sldMkLst>
          <pc:docMk/>
          <pc:sldMk cId="1955579678" sldId="943"/>
        </pc:sldMkLst>
        <pc:spChg chg="mod">
          <ac:chgData name="石井徹" userId="bd567184-c19d-4717-9194-a1e548d2dddf" providerId="ADAL" clId="{05D4A948-EC3F-4FC5-ABE2-EFD0693673FF}" dt="2025-09-24T10:17:46.620" v="27" actId="1036"/>
          <ac:spMkLst>
            <pc:docMk/>
            <pc:sldMk cId="1955579678" sldId="943"/>
            <ac:spMk id="21" creationId="{F3C4551A-D4D7-F853-4FD6-56EDBCC239FE}"/>
          </ac:spMkLst>
        </pc:spChg>
        <pc:spChg chg="mod">
          <ac:chgData name="石井徹" userId="bd567184-c19d-4717-9194-a1e548d2dddf" providerId="ADAL" clId="{05D4A948-EC3F-4FC5-ABE2-EFD0693673FF}" dt="2025-09-24T10:13:41.125" v="23" actId="1076"/>
          <ac:spMkLst>
            <pc:docMk/>
            <pc:sldMk cId="1955579678" sldId="943"/>
            <ac:spMk id="22" creationId="{8B2F2C32-E5DA-175A-82F6-628BFEC5CA3D}"/>
          </ac:spMkLst>
        </pc:spChg>
        <pc:spChg chg="mod">
          <ac:chgData name="石井徹" userId="bd567184-c19d-4717-9194-a1e548d2dddf" providerId="ADAL" clId="{05D4A948-EC3F-4FC5-ABE2-EFD0693673FF}" dt="2025-09-24T10:13:41.561" v="24" actId="1076"/>
          <ac:spMkLst>
            <pc:docMk/>
            <pc:sldMk cId="1955579678" sldId="943"/>
            <ac:spMk id="23" creationId="{1BBD44C5-E3F6-001C-5FA5-CA8AA267EBB7}"/>
          </ac:spMkLst>
        </pc:spChg>
        <pc:cxnChg chg="mod">
          <ac:chgData name="石井徹" userId="bd567184-c19d-4717-9194-a1e548d2dddf" providerId="ADAL" clId="{05D4A948-EC3F-4FC5-ABE2-EFD0693673FF}" dt="2025-09-24T10:13:42.012" v="25" actId="14100"/>
          <ac:cxnSpMkLst>
            <pc:docMk/>
            <pc:sldMk cId="1955579678" sldId="943"/>
            <ac:cxnSpMk id="18" creationId="{A275F451-B7DE-C3E0-BAFE-D5D6346BF387}"/>
          </ac:cxnSpMkLst>
        </pc:cxnChg>
      </pc:sldChg>
    </pc:docChg>
  </pc:docChgLst>
  <pc:docChgLst>
    <pc:chgData name="石井徹" userId="bd567184-c19d-4717-9194-a1e548d2dddf" providerId="ADAL" clId="{375B60DC-E49F-4C2D-9FDF-40CEE9438047}"/>
    <pc:docChg chg="undo redo custSel addSld modSld sldOrd">
      <pc:chgData name="石井徹" userId="bd567184-c19d-4717-9194-a1e548d2dddf" providerId="ADAL" clId="{375B60DC-E49F-4C2D-9FDF-40CEE9438047}" dt="2025-08-27T01:42:26.081" v="2885" actId="20577"/>
      <pc:docMkLst>
        <pc:docMk/>
      </pc:docMkLst>
      <pc:sldChg chg="modSp mod">
        <pc:chgData name="石井徹" userId="bd567184-c19d-4717-9194-a1e548d2dddf" providerId="ADAL" clId="{375B60DC-E49F-4C2D-9FDF-40CEE9438047}" dt="2025-08-27T01:41:59.685" v="2882" actId="20577"/>
        <pc:sldMkLst>
          <pc:docMk/>
          <pc:sldMk cId="3201888243" sldId="714"/>
        </pc:sldMkLst>
        <pc:spChg chg="mod">
          <ac:chgData name="石井徹" userId="bd567184-c19d-4717-9194-a1e548d2dddf" providerId="ADAL" clId="{375B60DC-E49F-4C2D-9FDF-40CEE9438047}" dt="2025-08-27T01:41:59.685" v="2882" actId="20577"/>
          <ac:spMkLst>
            <pc:docMk/>
            <pc:sldMk cId="3201888243" sldId="714"/>
            <ac:spMk id="6" creationId="{00000000-0000-0000-0000-000000000000}"/>
          </ac:spMkLst>
        </pc:spChg>
      </pc:sldChg>
      <pc:sldChg chg="modSp mod">
        <pc:chgData name="石井徹" userId="bd567184-c19d-4717-9194-a1e548d2dddf" providerId="ADAL" clId="{375B60DC-E49F-4C2D-9FDF-40CEE9438047}" dt="2025-08-26T08:53:40.378" v="2740"/>
        <pc:sldMkLst>
          <pc:docMk/>
          <pc:sldMk cId="635652658" sldId="722"/>
        </pc:sldMkLst>
        <pc:spChg chg="mod">
          <ac:chgData name="石井徹" userId="bd567184-c19d-4717-9194-a1e548d2dddf" providerId="ADAL" clId="{375B60DC-E49F-4C2D-9FDF-40CEE9438047}" dt="2025-08-26T08:53:40.378" v="2740"/>
          <ac:spMkLst>
            <pc:docMk/>
            <pc:sldMk cId="635652658" sldId="722"/>
            <ac:spMk id="5" creationId="{8DA1B286-E00C-3E0D-702B-3B58336AB599}"/>
          </ac:spMkLst>
        </pc:spChg>
      </pc:sldChg>
      <pc:sldChg chg="modSp mod">
        <pc:chgData name="石井徹" userId="bd567184-c19d-4717-9194-a1e548d2dddf" providerId="ADAL" clId="{375B60DC-E49F-4C2D-9FDF-40CEE9438047}" dt="2025-08-26T08:54:51.942" v="2762"/>
        <pc:sldMkLst>
          <pc:docMk/>
          <pc:sldMk cId="3325638293" sldId="749"/>
        </pc:sldMkLst>
        <pc:spChg chg="mod">
          <ac:chgData name="石井徹" userId="bd567184-c19d-4717-9194-a1e548d2dddf" providerId="ADAL" clId="{375B60DC-E49F-4C2D-9FDF-40CEE9438047}" dt="2025-08-26T08:54:51.942" v="2762"/>
          <ac:spMkLst>
            <pc:docMk/>
            <pc:sldMk cId="3325638293" sldId="749"/>
            <ac:spMk id="10" creationId="{A41C1F9F-BB99-BC2B-903A-E4C33F9BE94E}"/>
          </ac:spMkLst>
        </pc:spChg>
      </pc:sldChg>
      <pc:sldChg chg="addSp delSp modSp mod">
        <pc:chgData name="石井徹" userId="bd567184-c19d-4717-9194-a1e548d2dddf" providerId="ADAL" clId="{375B60DC-E49F-4C2D-9FDF-40CEE9438047}" dt="2025-08-26T08:54:45.009" v="2760"/>
        <pc:sldMkLst>
          <pc:docMk/>
          <pc:sldMk cId="1395438993" sldId="765"/>
        </pc:sldMkLst>
        <pc:spChg chg="mod">
          <ac:chgData name="石井徹" userId="bd567184-c19d-4717-9194-a1e548d2dddf" providerId="ADAL" clId="{375B60DC-E49F-4C2D-9FDF-40CEE9438047}" dt="2025-08-26T08:54:45.009" v="2760"/>
          <ac:spMkLst>
            <pc:docMk/>
            <pc:sldMk cId="1395438993" sldId="765"/>
            <ac:spMk id="5" creationId="{D2781ADA-8500-0BAE-2B15-37819E39CA51}"/>
          </ac:spMkLst>
        </pc:spChg>
      </pc:sldChg>
      <pc:sldChg chg="modSp mod">
        <pc:chgData name="石井徹" userId="bd567184-c19d-4717-9194-a1e548d2dddf" providerId="ADAL" clId="{375B60DC-E49F-4C2D-9FDF-40CEE9438047}" dt="2025-08-26T08:54:47.697" v="2761"/>
        <pc:sldMkLst>
          <pc:docMk/>
          <pc:sldMk cId="2410374903" sldId="767"/>
        </pc:sldMkLst>
        <pc:spChg chg="mod">
          <ac:chgData name="石井徹" userId="bd567184-c19d-4717-9194-a1e548d2dddf" providerId="ADAL" clId="{375B60DC-E49F-4C2D-9FDF-40CEE9438047}" dt="2025-08-26T00:29:10.962" v="2555" actId="20577"/>
          <ac:spMkLst>
            <pc:docMk/>
            <pc:sldMk cId="2410374903" sldId="767"/>
            <ac:spMk id="5" creationId="{97E6FBE8-190C-40F0-AA01-14695A77D734}"/>
          </ac:spMkLst>
        </pc:spChg>
        <pc:spChg chg="mod">
          <ac:chgData name="石井徹" userId="bd567184-c19d-4717-9194-a1e548d2dddf" providerId="ADAL" clId="{375B60DC-E49F-4C2D-9FDF-40CEE9438047}" dt="2025-08-26T08:54:47.697" v="2761"/>
          <ac:spMkLst>
            <pc:docMk/>
            <pc:sldMk cId="2410374903" sldId="767"/>
            <ac:spMk id="6" creationId="{8640E069-3293-AEF9-7E9C-B6104BAA7676}"/>
          </ac:spMkLst>
        </pc:spChg>
      </pc:sldChg>
      <pc:sldChg chg="modSp mod">
        <pc:chgData name="石井徹" userId="bd567184-c19d-4717-9194-a1e548d2dddf" providerId="ADAL" clId="{375B60DC-E49F-4C2D-9FDF-40CEE9438047}" dt="2025-08-26T08:53:32.113" v="2739" actId="20577"/>
        <pc:sldMkLst>
          <pc:docMk/>
          <pc:sldMk cId="256560585" sldId="836"/>
        </pc:sldMkLst>
        <pc:spChg chg="mod">
          <ac:chgData name="石井徹" userId="bd567184-c19d-4717-9194-a1e548d2dddf" providerId="ADAL" clId="{375B60DC-E49F-4C2D-9FDF-40CEE9438047}" dt="2025-08-26T08:53:32.113" v="2739" actId="20577"/>
          <ac:spMkLst>
            <pc:docMk/>
            <pc:sldMk cId="256560585" sldId="836"/>
            <ac:spMk id="3" creationId="{00000000-0000-0000-0000-000000000000}"/>
          </ac:spMkLst>
        </pc:spChg>
      </pc:sldChg>
      <pc:sldChg chg="modSp mod">
        <pc:chgData name="石井徹" userId="bd567184-c19d-4717-9194-a1e548d2dddf" providerId="ADAL" clId="{375B60DC-E49F-4C2D-9FDF-40CEE9438047}" dt="2025-08-26T08:53:45.603" v="2742"/>
        <pc:sldMkLst>
          <pc:docMk/>
          <pc:sldMk cId="2858731769" sldId="905"/>
        </pc:sldMkLst>
        <pc:spChg chg="mod">
          <ac:chgData name="石井徹" userId="bd567184-c19d-4717-9194-a1e548d2dddf" providerId="ADAL" clId="{375B60DC-E49F-4C2D-9FDF-40CEE9438047}" dt="2025-08-26T08:53:45.603" v="2742"/>
          <ac:spMkLst>
            <pc:docMk/>
            <pc:sldMk cId="2858731769" sldId="905"/>
            <ac:spMk id="7" creationId="{DEBD4F15-693B-1BC8-23A6-778883B6CBB6}"/>
          </ac:spMkLst>
        </pc:spChg>
      </pc:sldChg>
      <pc:sldChg chg="modSp mod">
        <pc:chgData name="石井徹" userId="bd567184-c19d-4717-9194-a1e548d2dddf" providerId="ADAL" clId="{375B60DC-E49F-4C2D-9FDF-40CEE9438047}" dt="2025-08-26T08:53:53.851" v="2744"/>
        <pc:sldMkLst>
          <pc:docMk/>
          <pc:sldMk cId="643247034" sldId="908"/>
        </pc:sldMkLst>
        <pc:spChg chg="mod">
          <ac:chgData name="石井徹" userId="bd567184-c19d-4717-9194-a1e548d2dddf" providerId="ADAL" clId="{375B60DC-E49F-4C2D-9FDF-40CEE9438047}" dt="2025-08-26T08:53:53.851" v="2744"/>
          <ac:spMkLst>
            <pc:docMk/>
            <pc:sldMk cId="643247034" sldId="908"/>
            <ac:spMk id="7" creationId="{94606E7B-CF9F-7A4D-5375-23D15B3AA17D}"/>
          </ac:spMkLst>
        </pc:spChg>
      </pc:sldChg>
      <pc:sldChg chg="modSp mod">
        <pc:chgData name="石井徹" userId="bd567184-c19d-4717-9194-a1e548d2dddf" providerId="ADAL" clId="{375B60DC-E49F-4C2D-9FDF-40CEE9438047}" dt="2025-08-27T01:42:26.081" v="2885" actId="20577"/>
        <pc:sldMkLst>
          <pc:docMk/>
          <pc:sldMk cId="1028982059" sldId="915"/>
        </pc:sldMkLst>
        <pc:spChg chg="mod">
          <ac:chgData name="石井徹" userId="bd567184-c19d-4717-9194-a1e548d2dddf" providerId="ADAL" clId="{375B60DC-E49F-4C2D-9FDF-40CEE9438047}" dt="2025-08-26T08:55:02.454" v="2763"/>
          <ac:spMkLst>
            <pc:docMk/>
            <pc:sldMk cId="1028982059" sldId="915"/>
            <ac:spMk id="5" creationId="{ADF1BEC6-D63C-9B35-2ABE-C2B2A375A89D}"/>
          </ac:spMkLst>
        </pc:spChg>
        <pc:graphicFrameChg chg="mod modGraphic">
          <ac:chgData name="石井徹" userId="bd567184-c19d-4717-9194-a1e548d2dddf" providerId="ADAL" clId="{375B60DC-E49F-4C2D-9FDF-40CEE9438047}" dt="2025-08-27T01:42:26.081" v="2885" actId="20577"/>
          <ac:graphicFrameMkLst>
            <pc:docMk/>
            <pc:sldMk cId="1028982059" sldId="915"/>
            <ac:graphicFrameMk id="6" creationId="{F3CA70DD-3CDC-11D0-6B6D-BF206EF21FE1}"/>
          </ac:graphicFrameMkLst>
        </pc:graphicFrameChg>
      </pc:sldChg>
      <pc:sldChg chg="modSp mod">
        <pc:chgData name="石井徹" userId="bd567184-c19d-4717-9194-a1e548d2dddf" providerId="ADAL" clId="{375B60DC-E49F-4C2D-9FDF-40CEE9438047}" dt="2025-08-26T08:53:42.995" v="2741"/>
        <pc:sldMkLst>
          <pc:docMk/>
          <pc:sldMk cId="1475072274" sldId="918"/>
        </pc:sldMkLst>
        <pc:spChg chg="mod">
          <ac:chgData name="石井徹" userId="bd567184-c19d-4717-9194-a1e548d2dddf" providerId="ADAL" clId="{375B60DC-E49F-4C2D-9FDF-40CEE9438047}" dt="2025-08-26T08:53:42.995" v="2741"/>
          <ac:spMkLst>
            <pc:docMk/>
            <pc:sldMk cId="1475072274" sldId="918"/>
            <ac:spMk id="2" creationId="{2F2B28F9-1354-5EB5-EAA8-108516D3814F}"/>
          </ac:spMkLst>
        </pc:spChg>
      </pc:sldChg>
      <pc:sldChg chg="modSp mod">
        <pc:chgData name="石井徹" userId="bd567184-c19d-4717-9194-a1e548d2dddf" providerId="ADAL" clId="{375B60DC-E49F-4C2D-9FDF-40CEE9438047}" dt="2025-08-26T08:54:08.344" v="2748"/>
        <pc:sldMkLst>
          <pc:docMk/>
          <pc:sldMk cId="3189248034" sldId="919"/>
        </pc:sldMkLst>
        <pc:spChg chg="mod">
          <ac:chgData name="石井徹" userId="bd567184-c19d-4717-9194-a1e548d2dddf" providerId="ADAL" clId="{375B60DC-E49F-4C2D-9FDF-40CEE9438047}" dt="2025-08-26T08:54:08.344" v="2748"/>
          <ac:spMkLst>
            <pc:docMk/>
            <pc:sldMk cId="3189248034" sldId="919"/>
            <ac:spMk id="2" creationId="{02B4BB41-002A-5092-F3FF-4F2C219790D5}"/>
          </ac:spMkLst>
        </pc:spChg>
      </pc:sldChg>
      <pc:sldChg chg="addSp modSp mod ord">
        <pc:chgData name="石井徹" userId="bd567184-c19d-4717-9194-a1e548d2dddf" providerId="ADAL" clId="{375B60DC-E49F-4C2D-9FDF-40CEE9438047}" dt="2025-08-26T08:54:14.682" v="2750"/>
        <pc:sldMkLst>
          <pc:docMk/>
          <pc:sldMk cId="4161440777" sldId="920"/>
        </pc:sldMkLst>
        <pc:spChg chg="mod">
          <ac:chgData name="石井徹" userId="bd567184-c19d-4717-9194-a1e548d2dddf" providerId="ADAL" clId="{375B60DC-E49F-4C2D-9FDF-40CEE9438047}" dt="2025-08-26T08:54:14.682" v="2750"/>
          <ac:spMkLst>
            <pc:docMk/>
            <pc:sldMk cId="4161440777" sldId="920"/>
            <ac:spMk id="2" creationId="{0F9C4210-EE3B-B5C4-ED69-32B1276DD97D}"/>
          </ac:spMkLst>
        </pc:spChg>
        <pc:spChg chg="mod">
          <ac:chgData name="石井徹" userId="bd567184-c19d-4717-9194-a1e548d2dddf" providerId="ADAL" clId="{375B60DC-E49F-4C2D-9FDF-40CEE9438047}" dt="2025-08-26T07:33:04.113" v="2734" actId="20577"/>
          <ac:spMkLst>
            <pc:docMk/>
            <pc:sldMk cId="4161440777" sldId="920"/>
            <ac:spMk id="5" creationId="{D9EB6182-B9A3-27DB-A5A1-6F439ECE2072}"/>
          </ac:spMkLst>
        </pc:spChg>
      </pc:sldChg>
      <pc:sldChg chg="modSp mod">
        <pc:chgData name="石井徹" userId="bd567184-c19d-4717-9194-a1e548d2dddf" providerId="ADAL" clId="{375B60DC-E49F-4C2D-9FDF-40CEE9438047}" dt="2025-08-26T08:54:22.163" v="2753"/>
        <pc:sldMkLst>
          <pc:docMk/>
          <pc:sldMk cId="2396939042" sldId="922"/>
        </pc:sldMkLst>
        <pc:spChg chg="mod">
          <ac:chgData name="石井徹" userId="bd567184-c19d-4717-9194-a1e548d2dddf" providerId="ADAL" clId="{375B60DC-E49F-4C2D-9FDF-40CEE9438047}" dt="2025-08-26T08:54:22.163" v="2753"/>
          <ac:spMkLst>
            <pc:docMk/>
            <pc:sldMk cId="2396939042" sldId="922"/>
            <ac:spMk id="5" creationId="{4BB22A9B-2FA2-071C-2E09-F50FF347B20F}"/>
          </ac:spMkLst>
        </pc:spChg>
      </pc:sldChg>
      <pc:sldChg chg="modSp mod">
        <pc:chgData name="石井徹" userId="bd567184-c19d-4717-9194-a1e548d2dddf" providerId="ADAL" clId="{375B60DC-E49F-4C2D-9FDF-40CEE9438047}" dt="2025-08-26T08:54:26.238" v="2754"/>
        <pc:sldMkLst>
          <pc:docMk/>
          <pc:sldMk cId="1567995326" sldId="923"/>
        </pc:sldMkLst>
        <pc:spChg chg="mod">
          <ac:chgData name="石井徹" userId="bd567184-c19d-4717-9194-a1e548d2dddf" providerId="ADAL" clId="{375B60DC-E49F-4C2D-9FDF-40CEE9438047}" dt="2025-08-26T08:54:26.238" v="2754"/>
          <ac:spMkLst>
            <pc:docMk/>
            <pc:sldMk cId="1567995326" sldId="923"/>
            <ac:spMk id="5" creationId="{CD2551E8-B432-140B-5E3B-61C8594E722C}"/>
          </ac:spMkLst>
        </pc:spChg>
      </pc:sldChg>
      <pc:sldChg chg="modSp mod">
        <pc:chgData name="石井徹" userId="bd567184-c19d-4717-9194-a1e548d2dddf" providerId="ADAL" clId="{375B60DC-E49F-4C2D-9FDF-40CEE9438047}" dt="2025-08-26T08:54:34.974" v="2757"/>
        <pc:sldMkLst>
          <pc:docMk/>
          <pc:sldMk cId="4173716593" sldId="924"/>
        </pc:sldMkLst>
        <pc:spChg chg="mod">
          <ac:chgData name="石井徹" userId="bd567184-c19d-4717-9194-a1e548d2dddf" providerId="ADAL" clId="{375B60DC-E49F-4C2D-9FDF-40CEE9438047}" dt="2025-08-26T08:54:34.974" v="2757"/>
          <ac:spMkLst>
            <pc:docMk/>
            <pc:sldMk cId="4173716593" sldId="924"/>
            <ac:spMk id="5" creationId="{18F31128-9004-8A62-A753-D86A02B386C8}"/>
          </ac:spMkLst>
        </pc:spChg>
      </pc:sldChg>
      <pc:sldChg chg="modSp mod">
        <pc:chgData name="石井徹" userId="bd567184-c19d-4717-9194-a1e548d2dddf" providerId="ADAL" clId="{375B60DC-E49F-4C2D-9FDF-40CEE9438047}" dt="2025-08-26T08:54:40.585" v="2758"/>
        <pc:sldMkLst>
          <pc:docMk/>
          <pc:sldMk cId="3687200648" sldId="925"/>
        </pc:sldMkLst>
        <pc:spChg chg="mod">
          <ac:chgData name="石井徹" userId="bd567184-c19d-4717-9194-a1e548d2dddf" providerId="ADAL" clId="{375B60DC-E49F-4C2D-9FDF-40CEE9438047}" dt="2025-08-26T08:54:40.585" v="2758"/>
          <ac:spMkLst>
            <pc:docMk/>
            <pc:sldMk cId="3687200648" sldId="925"/>
            <ac:spMk id="5" creationId="{5FEDF3AA-0523-3537-8F51-D7D0ED5889A6}"/>
          </ac:spMkLst>
        </pc:spChg>
      </pc:sldChg>
      <pc:sldChg chg="modSp mod">
        <pc:chgData name="石井徹" userId="bd567184-c19d-4717-9194-a1e548d2dddf" providerId="ADAL" clId="{375B60DC-E49F-4C2D-9FDF-40CEE9438047}" dt="2025-08-26T08:54:29.090" v="2755"/>
        <pc:sldMkLst>
          <pc:docMk/>
          <pc:sldMk cId="85884448" sldId="929"/>
        </pc:sldMkLst>
        <pc:spChg chg="mod">
          <ac:chgData name="石井徹" userId="bd567184-c19d-4717-9194-a1e548d2dddf" providerId="ADAL" clId="{375B60DC-E49F-4C2D-9FDF-40CEE9438047}" dt="2025-08-26T08:54:29.090" v="2755"/>
          <ac:spMkLst>
            <pc:docMk/>
            <pc:sldMk cId="85884448" sldId="929"/>
            <ac:spMk id="5" creationId="{D68021F5-1091-3D55-4535-D95E39DACE9C}"/>
          </ac:spMkLst>
        </pc:spChg>
      </pc:sldChg>
      <pc:sldChg chg="modSp mod">
        <pc:chgData name="石井徹" userId="bd567184-c19d-4717-9194-a1e548d2dddf" providerId="ADAL" clId="{375B60DC-E49F-4C2D-9FDF-40CEE9438047}" dt="2025-08-26T08:54:31.709" v="2756"/>
        <pc:sldMkLst>
          <pc:docMk/>
          <pc:sldMk cId="1070349036" sldId="930"/>
        </pc:sldMkLst>
        <pc:spChg chg="mod">
          <ac:chgData name="石井徹" userId="bd567184-c19d-4717-9194-a1e548d2dddf" providerId="ADAL" clId="{375B60DC-E49F-4C2D-9FDF-40CEE9438047}" dt="2025-08-26T08:54:31.709" v="2756"/>
          <ac:spMkLst>
            <pc:docMk/>
            <pc:sldMk cId="1070349036" sldId="930"/>
            <ac:spMk id="5" creationId="{0B4A855C-5D54-8318-34C9-FB0BFB66D4B0}"/>
          </ac:spMkLst>
        </pc:spChg>
      </pc:sldChg>
      <pc:sldChg chg="modSp mod">
        <pc:chgData name="石井徹" userId="bd567184-c19d-4717-9194-a1e548d2dddf" providerId="ADAL" clId="{375B60DC-E49F-4C2D-9FDF-40CEE9438047}" dt="2025-08-26T08:53:49.313" v="2743"/>
        <pc:sldMkLst>
          <pc:docMk/>
          <pc:sldMk cId="355862355" sldId="932"/>
        </pc:sldMkLst>
        <pc:spChg chg="mod">
          <ac:chgData name="石井徹" userId="bd567184-c19d-4717-9194-a1e548d2dddf" providerId="ADAL" clId="{375B60DC-E49F-4C2D-9FDF-40CEE9438047}" dt="2025-08-26T08:53:49.313" v="2743"/>
          <ac:spMkLst>
            <pc:docMk/>
            <pc:sldMk cId="355862355" sldId="932"/>
            <ac:spMk id="7" creationId="{DEBD4F15-693B-1BC8-23A6-778883B6CBB6}"/>
          </ac:spMkLst>
        </pc:spChg>
      </pc:sldChg>
      <pc:sldChg chg="modSp mod">
        <pc:chgData name="石井徹" userId="bd567184-c19d-4717-9194-a1e548d2dddf" providerId="ADAL" clId="{375B60DC-E49F-4C2D-9FDF-40CEE9438047}" dt="2025-08-26T08:53:56.465" v="2745"/>
        <pc:sldMkLst>
          <pc:docMk/>
          <pc:sldMk cId="956433591" sldId="933"/>
        </pc:sldMkLst>
        <pc:spChg chg="mod">
          <ac:chgData name="石井徹" userId="bd567184-c19d-4717-9194-a1e548d2dddf" providerId="ADAL" clId="{375B60DC-E49F-4C2D-9FDF-40CEE9438047}" dt="2025-08-26T08:53:56.465" v="2745"/>
          <ac:spMkLst>
            <pc:docMk/>
            <pc:sldMk cId="956433591" sldId="933"/>
            <ac:spMk id="7" creationId="{94606E7B-CF9F-7A4D-5375-23D15B3AA17D}"/>
          </ac:spMkLst>
        </pc:spChg>
      </pc:sldChg>
      <pc:sldChg chg="modSp mod">
        <pc:chgData name="石井徹" userId="bd567184-c19d-4717-9194-a1e548d2dddf" providerId="ADAL" clId="{375B60DC-E49F-4C2D-9FDF-40CEE9438047}" dt="2025-08-26T08:55:14.608" v="2764"/>
        <pc:sldMkLst>
          <pc:docMk/>
          <pc:sldMk cId="614113989" sldId="934"/>
        </pc:sldMkLst>
        <pc:spChg chg="mod">
          <ac:chgData name="石井徹" userId="bd567184-c19d-4717-9194-a1e548d2dddf" providerId="ADAL" clId="{375B60DC-E49F-4C2D-9FDF-40CEE9438047}" dt="2025-08-26T08:55:14.608" v="2764"/>
          <ac:spMkLst>
            <pc:docMk/>
            <pc:sldMk cId="614113989" sldId="934"/>
            <ac:spMk id="7" creationId="{94606E7B-CF9F-7A4D-5375-23D15B3AA17D}"/>
          </ac:spMkLst>
        </pc:spChg>
      </pc:sldChg>
      <pc:sldChg chg="modSp mod">
        <pc:chgData name="石井徹" userId="bd567184-c19d-4717-9194-a1e548d2dddf" providerId="ADAL" clId="{375B60DC-E49F-4C2D-9FDF-40CEE9438047}" dt="2025-08-26T08:54:43.006" v="2759"/>
        <pc:sldMkLst>
          <pc:docMk/>
          <pc:sldMk cId="3972268183" sldId="938"/>
        </pc:sldMkLst>
        <pc:spChg chg="mod">
          <ac:chgData name="石井徹" userId="bd567184-c19d-4717-9194-a1e548d2dddf" providerId="ADAL" clId="{375B60DC-E49F-4C2D-9FDF-40CEE9438047}" dt="2025-08-26T08:54:43.006" v="2759"/>
          <ac:spMkLst>
            <pc:docMk/>
            <pc:sldMk cId="3972268183" sldId="938"/>
            <ac:spMk id="5" creationId="{57D34DB8-0298-E0E3-80FD-DB69E0A02D0A}"/>
          </ac:spMkLst>
        </pc:spChg>
      </pc:sldChg>
      <pc:sldChg chg="modSp mod">
        <pc:chgData name="石井徹" userId="bd567184-c19d-4717-9194-a1e548d2dddf" providerId="ADAL" clId="{375B60DC-E49F-4C2D-9FDF-40CEE9438047}" dt="2025-08-26T08:53:59.082" v="2746"/>
        <pc:sldMkLst>
          <pc:docMk/>
          <pc:sldMk cId="2787593024" sldId="939"/>
        </pc:sldMkLst>
        <pc:spChg chg="mod">
          <ac:chgData name="石井徹" userId="bd567184-c19d-4717-9194-a1e548d2dddf" providerId="ADAL" clId="{375B60DC-E49F-4C2D-9FDF-40CEE9438047}" dt="2025-08-26T08:53:59.082" v="2746"/>
          <ac:spMkLst>
            <pc:docMk/>
            <pc:sldMk cId="2787593024" sldId="939"/>
            <ac:spMk id="7" creationId="{C6B8AF0C-2979-E816-719B-A27CA730EB90}"/>
          </ac:spMkLst>
        </pc:spChg>
      </pc:sldChg>
      <pc:sldChg chg="modSp">
        <pc:chgData name="石井徹" userId="bd567184-c19d-4717-9194-a1e548d2dddf" providerId="ADAL" clId="{375B60DC-E49F-4C2D-9FDF-40CEE9438047}" dt="2025-08-26T08:54:03.955" v="2747"/>
        <pc:sldMkLst>
          <pc:docMk/>
          <pc:sldMk cId="3977283745" sldId="940"/>
        </pc:sldMkLst>
        <pc:spChg chg="mod">
          <ac:chgData name="石井徹" userId="bd567184-c19d-4717-9194-a1e548d2dddf" providerId="ADAL" clId="{375B60DC-E49F-4C2D-9FDF-40CEE9438047}" dt="2025-08-26T08:54:03.955" v="2747"/>
          <ac:spMkLst>
            <pc:docMk/>
            <pc:sldMk cId="3977283745" sldId="940"/>
            <ac:spMk id="7" creationId="{C6B8AF0C-2979-E816-719B-A27CA730EB90}"/>
          </ac:spMkLst>
        </pc:spChg>
      </pc:sldChg>
      <pc:sldChg chg="addSp delSp modSp add mod">
        <pc:chgData name="石井徹" userId="bd567184-c19d-4717-9194-a1e548d2dddf" providerId="ADAL" clId="{375B60DC-E49F-4C2D-9FDF-40CEE9438047}" dt="2025-08-27T00:58:37.600" v="2880" actId="1036"/>
        <pc:sldMkLst>
          <pc:docMk/>
          <pc:sldMk cId="2399073518" sldId="941"/>
        </pc:sldMkLst>
        <pc:spChg chg="mod">
          <ac:chgData name="石井徹" userId="bd567184-c19d-4717-9194-a1e548d2dddf" providerId="ADAL" clId="{375B60DC-E49F-4C2D-9FDF-40CEE9438047}" dt="2025-08-26T23:59:30.809" v="2824" actId="20577"/>
          <ac:spMkLst>
            <pc:docMk/>
            <pc:sldMk cId="2399073518" sldId="941"/>
            <ac:spMk id="2" creationId="{00000000-0000-0000-0000-000000000000}"/>
          </ac:spMkLst>
        </pc:spChg>
        <pc:spChg chg="mod">
          <ac:chgData name="石井徹" userId="bd567184-c19d-4717-9194-a1e548d2dddf" providerId="ADAL" clId="{375B60DC-E49F-4C2D-9FDF-40CEE9438047}" dt="2025-08-26T08:54:16.991" v="2751"/>
          <ac:spMkLst>
            <pc:docMk/>
            <pc:sldMk cId="2399073518" sldId="941"/>
            <ac:spMk id="3" creationId="{00000000-0000-0000-0000-000000000000}"/>
          </ac:spMkLst>
        </pc:spChg>
        <pc:spChg chg="mod">
          <ac:chgData name="石井徹" userId="bd567184-c19d-4717-9194-a1e548d2dddf" providerId="ADAL" clId="{375B60DC-E49F-4C2D-9FDF-40CEE9438047}" dt="2025-08-26T07:26:29.989" v="2580"/>
          <ac:spMkLst>
            <pc:docMk/>
            <pc:sldMk cId="2399073518" sldId="941"/>
            <ac:spMk id="26" creationId="{2739018C-A453-9633-6AC1-CD6144A1460D}"/>
          </ac:spMkLst>
        </pc:spChg>
        <pc:spChg chg="add del mod topLvl">
          <ac:chgData name="石井徹" userId="bd567184-c19d-4717-9194-a1e548d2dddf" providerId="ADAL" clId="{375B60DC-E49F-4C2D-9FDF-40CEE9438047}" dt="2025-08-26T07:32:13.596" v="2719" actId="14100"/>
          <ac:spMkLst>
            <pc:docMk/>
            <pc:sldMk cId="2399073518" sldId="941"/>
            <ac:spMk id="35" creationId="{C8FE3297-20F9-5980-9C9E-46C123BEB609}"/>
          </ac:spMkLst>
        </pc:spChg>
        <pc:spChg chg="mod topLvl">
          <ac:chgData name="石井徹" userId="bd567184-c19d-4717-9194-a1e548d2dddf" providerId="ADAL" clId="{375B60DC-E49F-4C2D-9FDF-40CEE9438047}" dt="2025-08-26T07:33:50.527" v="2735"/>
          <ac:spMkLst>
            <pc:docMk/>
            <pc:sldMk cId="2399073518" sldId="941"/>
            <ac:spMk id="36" creationId="{10B0CD7D-A6F3-7E6D-328C-5A37E0631B7A}"/>
          </ac:spMkLst>
        </pc:spChg>
        <pc:spChg chg="mod">
          <ac:chgData name="石井徹" userId="bd567184-c19d-4717-9194-a1e548d2dddf" providerId="ADAL" clId="{375B60DC-E49F-4C2D-9FDF-40CEE9438047}" dt="2025-08-26T07:30:55.436" v="2679" actId="14100"/>
          <ac:spMkLst>
            <pc:docMk/>
            <pc:sldMk cId="2399073518" sldId="941"/>
            <ac:spMk id="46" creationId="{EF3BD81A-10F5-3D21-B2FF-F7CAC42BB4A9}"/>
          </ac:spMkLst>
        </pc:spChg>
        <pc:spChg chg="mod">
          <ac:chgData name="石井徹" userId="bd567184-c19d-4717-9194-a1e548d2dddf" providerId="ADAL" clId="{375B60DC-E49F-4C2D-9FDF-40CEE9438047}" dt="2025-08-26T23:51:16.116" v="2769" actId="20577"/>
          <ac:spMkLst>
            <pc:docMk/>
            <pc:sldMk cId="2399073518" sldId="941"/>
            <ac:spMk id="55" creationId="{D0A35059-8416-A539-CCAD-988529B59C1A}"/>
          </ac:spMkLst>
        </pc:spChg>
        <pc:grpChg chg="add del mod">
          <ac:chgData name="石井徹" userId="bd567184-c19d-4717-9194-a1e548d2dddf" providerId="ADAL" clId="{375B60DC-E49F-4C2D-9FDF-40CEE9438047}" dt="2025-08-26T07:31:09.296" v="2684" actId="14100"/>
          <ac:grpSpMkLst>
            <pc:docMk/>
            <pc:sldMk cId="2399073518" sldId="941"/>
            <ac:grpSpMk id="34" creationId="{44BCAC98-61A1-442A-2978-FB1E7AF56816}"/>
          </ac:grpSpMkLst>
        </pc:grpChg>
        <pc:cxnChg chg="mod">
          <ac:chgData name="石井徹" userId="bd567184-c19d-4717-9194-a1e548d2dddf" providerId="ADAL" clId="{375B60DC-E49F-4C2D-9FDF-40CEE9438047}" dt="2025-08-26T07:32:13.596" v="2719" actId="14100"/>
          <ac:cxnSpMkLst>
            <pc:docMk/>
            <pc:sldMk cId="2399073518" sldId="941"/>
            <ac:cxnSpMk id="59" creationId="{3E36A9D1-620F-F185-F028-0AFC6E5D9989}"/>
          </ac:cxnSpMkLst>
        </pc:cxnChg>
      </pc:sldChg>
      <pc:sldChg chg="addSp delSp modSp new mod modClrScheme chgLayout">
        <pc:chgData name="石井徹" userId="bd567184-c19d-4717-9194-a1e548d2dddf" providerId="ADAL" clId="{375B60DC-E49F-4C2D-9FDF-40CEE9438047}" dt="2025-08-26T08:54:19.187" v="2752"/>
        <pc:sldMkLst>
          <pc:docMk/>
          <pc:sldMk cId="363978203" sldId="942"/>
        </pc:sldMkLst>
        <pc:spChg chg="mod ord">
          <ac:chgData name="石井徹" userId="bd567184-c19d-4717-9194-a1e548d2dddf" providerId="ADAL" clId="{375B60DC-E49F-4C2D-9FDF-40CEE9438047}" dt="2025-08-26T08:54:19.187" v="2752"/>
          <ac:spMkLst>
            <pc:docMk/>
            <pc:sldMk cId="363978203" sldId="942"/>
            <ac:spMk id="3" creationId="{E152ECD1-30B7-914E-AA48-E24ADE7E8E00}"/>
          </ac:spMkLst>
        </pc:spChg>
        <pc:spChg chg="mod ord">
          <ac:chgData name="石井徹" userId="bd567184-c19d-4717-9194-a1e548d2dddf" providerId="ADAL" clId="{375B60DC-E49F-4C2D-9FDF-40CEE9438047}" dt="2025-08-26T07:25:55.176" v="2562" actId="700"/>
          <ac:spMkLst>
            <pc:docMk/>
            <pc:sldMk cId="363978203" sldId="942"/>
            <ac:spMk id="4" creationId="{F0E3FDAA-4EA7-5BDC-E5FD-B3CB275D7B18}"/>
          </ac:spMkLst>
        </pc:spChg>
        <pc:spChg chg="add mod ord">
          <ac:chgData name="石井徹" userId="bd567184-c19d-4717-9194-a1e548d2dddf" providerId="ADAL" clId="{375B60DC-E49F-4C2D-9FDF-40CEE9438047}" dt="2025-08-26T07:26:20.921" v="2579" actId="20577"/>
          <ac:spMkLst>
            <pc:docMk/>
            <pc:sldMk cId="363978203" sldId="942"/>
            <ac:spMk id="6" creationId="{663C8BE5-61F2-70EC-33D9-42D81126654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2025/9/25</a:t>
            </a:fld>
            <a:endParaRPr kumimoji="1" lang="ja-JP" altLang="en-US"/>
          </a:p>
        </p:txBody>
      </p:sp>
      <p:sp>
        <p:nvSpPr>
          <p:cNvPr id="4" name="フッター プレースホルダー 3"/>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2025/9/25</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976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2967232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BECAD-24D9-C695-7EB6-DAFE016C35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A90EAB-404C-ED56-3A5F-AA019BF346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9D12891-D27B-5E45-2607-6FEF66F2C6C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9D6699-C6C2-C93C-09D5-4333A07083AA}"/>
              </a:ext>
            </a:extLst>
          </p:cNvPr>
          <p:cNvSpPr>
            <a:spLocks noGrp="1"/>
          </p:cNvSpPr>
          <p:nvPr>
            <p:ph type="sldNum" sz="quarter" idx="5"/>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1412616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16</a:t>
            </a:fld>
            <a:endParaRPr kumimoji="1" lang="ja-JP" altLang="en-US"/>
          </a:p>
        </p:txBody>
      </p:sp>
    </p:spTree>
    <p:extLst>
      <p:ext uri="{BB962C8B-B14F-4D97-AF65-F5344CB8AC3E}">
        <p14:creationId xmlns:p14="http://schemas.microsoft.com/office/powerpoint/2010/main" val="746816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B5128-4B6A-97CD-FAAE-014E0F20C3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EDD6AF-6911-1935-8AF7-5B33958279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31B7905-C231-9DD0-C6C0-98B18593699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E1D0CE2-45DB-AA69-1AEF-A52984C0112C}"/>
              </a:ext>
            </a:extLst>
          </p:cNvPr>
          <p:cNvSpPr>
            <a:spLocks noGrp="1"/>
          </p:cNvSpPr>
          <p:nvPr>
            <p:ph type="sldNum" sz="quarter" idx="5"/>
          </p:nvPr>
        </p:nvSpPr>
        <p:spPr/>
        <p:txBody>
          <a:bodyPr/>
          <a:lstStyle/>
          <a:p>
            <a:fld id="{BC57080C-E8FE-C146-B769-6100616B65A7}" type="slidenum">
              <a:rPr kumimoji="1" lang="ja-JP" altLang="en-US" smtClean="0"/>
              <a:t>17</a:t>
            </a:fld>
            <a:endParaRPr kumimoji="1" lang="ja-JP" altLang="en-US"/>
          </a:p>
        </p:txBody>
      </p:sp>
    </p:spTree>
    <p:extLst>
      <p:ext uri="{BB962C8B-B14F-4D97-AF65-F5344CB8AC3E}">
        <p14:creationId xmlns:p14="http://schemas.microsoft.com/office/powerpoint/2010/main" val="30962468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200">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2025/9/25</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2025/9/25</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2025/9/25</a:t>
            </a:r>
            <a:endParaRPr 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p:nvSpPr>
        <p:spPr>
          <a:xfrm>
            <a:off x="9552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p:nvPr/>
        </p:nvSpPr>
        <p:spPr>
          <a:xfrm>
            <a:off x="2820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p:nvPr/>
        </p:nvSpPr>
        <p:spPr>
          <a:xfrm>
            <a:off x="5064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p:nvPr/>
        </p:nvSpPr>
        <p:spPr>
          <a:xfrm>
            <a:off x="7308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576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4" name="テキスト ボックス 23"/>
          <p:cNvSpPr txBox="1"/>
          <p:nvPr/>
        </p:nvSpPr>
        <p:spPr>
          <a:xfrm>
            <a:off x="9552001" y="3648001"/>
            <a:ext cx="896399"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A</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2820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5064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7" name="テキスト ボックス 26"/>
          <p:cNvSpPr txBox="1"/>
          <p:nvPr/>
        </p:nvSpPr>
        <p:spPr>
          <a:xfrm>
            <a:off x="7308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9</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2820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2820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5064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5064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7308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7308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9552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9552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576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576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2820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2820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5064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5064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6" name="テキスト プレースホルダー 38"/>
          <p:cNvSpPr>
            <a:spLocks noGrp="1"/>
          </p:cNvSpPr>
          <p:nvPr>
            <p:ph type="body" sz="quarter" idx="29"/>
          </p:nvPr>
        </p:nvSpPr>
        <p:spPr>
          <a:xfrm>
            <a:off x="7308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7" name="テキスト プレースホルダー 38"/>
          <p:cNvSpPr>
            <a:spLocks noGrp="1"/>
          </p:cNvSpPr>
          <p:nvPr>
            <p:ph type="body" sz="quarter" idx="30"/>
          </p:nvPr>
        </p:nvSpPr>
        <p:spPr>
          <a:xfrm>
            <a:off x="7308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8" name="テキスト プレースホルダー 38"/>
          <p:cNvSpPr>
            <a:spLocks noGrp="1"/>
          </p:cNvSpPr>
          <p:nvPr>
            <p:ph type="body" sz="quarter" idx="31"/>
          </p:nvPr>
        </p:nvSpPr>
        <p:spPr>
          <a:xfrm>
            <a:off x="9552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9" name="テキスト プレースホルダー 38"/>
          <p:cNvSpPr>
            <a:spLocks noGrp="1"/>
          </p:cNvSpPr>
          <p:nvPr>
            <p:ph type="body" sz="quarter" idx="32"/>
          </p:nvPr>
        </p:nvSpPr>
        <p:spPr>
          <a:xfrm>
            <a:off x="9552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788520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577863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2025/9/25</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2092115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30"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2025/9/25</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807" r:id="rId25"/>
    <p:sldLayoutId id="2147483766" r:id="rId26"/>
    <p:sldLayoutId id="2147483808" r:id="rId27"/>
    <p:sldLayoutId id="2147483809" r:id="rId28"/>
  </p:sldLayoutIdLst>
  <p:hf sldNum="0" hdr="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サブタイトル 3"/>
          <p:cNvSpPr>
            <a:spLocks noGrp="1"/>
          </p:cNvSpPr>
          <p:nvPr>
            <p:ph type="subTitle" idx="1"/>
          </p:nvPr>
        </p:nvSpPr>
        <p:spPr>
          <a:xfrm>
            <a:off x="398199" y="2806700"/>
            <a:ext cx="9009799" cy="1460499"/>
          </a:xfrm>
        </p:spPr>
        <p:txBody>
          <a:bodyPr>
            <a:normAutofit/>
          </a:bodyPr>
          <a:lstStyle/>
          <a:p>
            <a:r>
              <a:rPr lang="ja-JP" altLang="en-US" sz="2800" dirty="0"/>
              <a:t>工場系システム クラウドアーキ移行</a:t>
            </a:r>
            <a:endParaRPr lang="en-US" altLang="ja-JP" sz="2800" dirty="0"/>
          </a:p>
          <a:p>
            <a:r>
              <a:rPr kumimoji="1" lang="ja-JP" altLang="en-US" sz="3200" dirty="0"/>
              <a:t>お見積もり</a:t>
            </a:r>
            <a:r>
              <a:rPr kumimoji="1" lang="en-US" altLang="ja-JP" sz="3200" dirty="0"/>
              <a:t>(</a:t>
            </a:r>
            <a:r>
              <a:rPr kumimoji="1" lang="ja-JP" altLang="en-US" sz="3200" dirty="0"/>
              <a:t>第</a:t>
            </a:r>
            <a:r>
              <a:rPr kumimoji="1" lang="en-US" altLang="ja-JP" sz="3200" dirty="0"/>
              <a:t>1.2</a:t>
            </a:r>
            <a:r>
              <a:rPr kumimoji="1" lang="ja-JP" altLang="en-US" sz="3200" dirty="0"/>
              <a:t>版）</a:t>
            </a:r>
          </a:p>
        </p:txBody>
      </p:sp>
      <p:sp>
        <p:nvSpPr>
          <p:cNvPr id="5" name="テキスト プレースホルダー 4"/>
          <p:cNvSpPr>
            <a:spLocks noGrp="1"/>
          </p:cNvSpPr>
          <p:nvPr>
            <p:ph type="body" sz="quarter" idx="13"/>
          </p:nvPr>
        </p:nvSpPr>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6" name="日付プレースホルダー 5"/>
          <p:cNvSpPr>
            <a:spLocks noGrp="1"/>
          </p:cNvSpPr>
          <p:nvPr>
            <p:ph type="dt" sz="half" idx="10"/>
          </p:nvPr>
        </p:nvSpPr>
        <p:spPr>
          <a:xfrm>
            <a:off x="10003667" y="3882333"/>
            <a:ext cx="1920000" cy="288000"/>
          </a:xfrm>
        </p:spPr>
        <p:txBody>
          <a:bodyPr/>
          <a:lstStyle/>
          <a:p>
            <a:r>
              <a:rPr lang="en-US" altLang="ja-JP"/>
              <a:t>2025/9/25</a:t>
            </a:r>
            <a:endParaRPr lang="en-US"/>
          </a:p>
        </p:txBody>
      </p:sp>
      <p:sp>
        <p:nvSpPr>
          <p:cNvPr id="7" name="テキスト プレースホルダー 6"/>
          <p:cNvSpPr>
            <a:spLocks noGrp="1"/>
          </p:cNvSpPr>
          <p:nvPr>
            <p:ph type="body" sz="quarter" idx="14"/>
          </p:nvPr>
        </p:nvSpPr>
        <p:spPr/>
        <p:txBody>
          <a:bodyPr>
            <a:normAutofit/>
          </a:bodyPr>
          <a:lstStyle/>
          <a:p>
            <a:r>
              <a:rPr kumimoji="1" lang="ja-JP" altLang="en-US"/>
              <a:t>出光興産株式会社 御中</a:t>
            </a:r>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80000"/>
            <a:ext cx="11041200" cy="504000"/>
          </a:xfrm>
        </p:spPr>
        <p:txBody>
          <a:bodyPr/>
          <a:lstStyle/>
          <a:p>
            <a:r>
              <a:rPr lang="ja-JP" altLang="en-US"/>
              <a:t>はじめに</a:t>
            </a:r>
            <a:endParaRPr kumimoji="1" lang="ja-JP" altLang="en-US"/>
          </a:p>
        </p:txBody>
      </p:sp>
      <p:sp>
        <p:nvSpPr>
          <p:cNvPr id="3" name="日付プレースホルダー 2"/>
          <p:cNvSpPr>
            <a:spLocks noGrp="1"/>
          </p:cNvSpPr>
          <p:nvPr>
            <p:ph type="dt" sz="half" idx="10"/>
          </p:nvPr>
        </p:nvSpPr>
        <p:spPr/>
        <p:txBody>
          <a:bodyPr/>
          <a:lstStyle/>
          <a:p>
            <a:r>
              <a:rPr lang="en-US" altLang="ja-JP"/>
              <a:t>2025/9/25</a:t>
            </a:r>
            <a:endParaRPr lang="ja-JP" altLang="en-US"/>
          </a:p>
        </p:txBody>
      </p:sp>
      <p:sp>
        <p:nvSpPr>
          <p:cNvPr id="27" name="正方形/長方形 26">
            <a:extLst>
              <a:ext uri="{FF2B5EF4-FFF2-40B4-BE49-F238E27FC236}">
                <a16:creationId xmlns:a16="http://schemas.microsoft.com/office/drawing/2014/main" id="{9776B0A2-6AE7-408F-AFE7-A0CDCC3AE1D6}"/>
              </a:ext>
            </a:extLst>
          </p:cNvPr>
          <p:cNvSpPr/>
          <p:nvPr/>
        </p:nvSpPr>
        <p:spPr>
          <a:xfrm>
            <a:off x="8921704" y="2604907"/>
            <a:ext cx="2468571" cy="424890"/>
          </a:xfrm>
          <a:prstGeom prst="rect">
            <a:avLst/>
          </a:prstGeom>
          <a:solidFill>
            <a:schemeClr val="bg1"/>
          </a:solidFill>
          <a:ln w="12700">
            <a:no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endParaRPr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6" name="フッター プレースホルダー 1">
            <a:extLst>
              <a:ext uri="{FF2B5EF4-FFF2-40B4-BE49-F238E27FC236}">
                <a16:creationId xmlns:a16="http://schemas.microsoft.com/office/drawing/2014/main" id="{9CDE3F59-41F8-2DA5-BE3A-E8FA92DF335D}"/>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4" name="テキスト プレースホルダー 4">
            <a:extLst>
              <a:ext uri="{FF2B5EF4-FFF2-40B4-BE49-F238E27FC236}">
                <a16:creationId xmlns:a16="http://schemas.microsoft.com/office/drawing/2014/main" id="{526A638D-86FF-2DDA-E04E-691060FB9AF6}"/>
              </a:ext>
            </a:extLst>
          </p:cNvPr>
          <p:cNvSpPr txBox="1">
            <a:spLocks/>
          </p:cNvSpPr>
          <p:nvPr/>
        </p:nvSpPr>
        <p:spPr>
          <a:xfrm>
            <a:off x="606000" y="936001"/>
            <a:ext cx="10980000" cy="209379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本資料は館林</a:t>
            </a:r>
            <a:r>
              <a:rPr lang="en-US" altLang="ja-JP">
                <a:solidFill>
                  <a:srgbClr val="000000"/>
                </a:solidFill>
              </a:rPr>
              <a:t>DC</a:t>
            </a:r>
            <a:r>
              <a:rPr lang="ja-JP" altLang="en-US">
                <a:solidFill>
                  <a:srgbClr val="000000"/>
                </a:solidFill>
              </a:rPr>
              <a:t>センターの廃止に伴い、以下システムのクラウドアーキ移行に関してお見積もりを行った資料です。</a:t>
            </a:r>
            <a:endParaRPr lang="en-US" altLang="ja-JP">
              <a:solidFill>
                <a:srgbClr val="000000"/>
              </a:solidFill>
            </a:endParaRPr>
          </a:p>
          <a:p>
            <a:r>
              <a:rPr lang="ja-JP" altLang="en-US"/>
              <a:t>クラウドアーキ移行作業として必要な作業については、以下資料よりお見積りを作成しております。</a:t>
            </a:r>
            <a:endParaRPr lang="en-US" altLang="ja-JP"/>
          </a:p>
          <a:p>
            <a:r>
              <a:rPr lang="ja-JP" altLang="en-US"/>
              <a:t>・共通基盤から次期アーキに移行する場合の変化点</a:t>
            </a:r>
            <a:r>
              <a:rPr lang="en-US" altLang="ja-JP"/>
              <a:t>_202507</a:t>
            </a:r>
            <a:r>
              <a:rPr lang="ja-JP" altLang="en-US"/>
              <a:t>改</a:t>
            </a:r>
            <a:r>
              <a:rPr lang="en-US" altLang="ja-JP"/>
              <a:t>.pptx</a:t>
            </a:r>
          </a:p>
          <a:p>
            <a:r>
              <a:rPr lang="ja-JP" altLang="en-US"/>
              <a:t>・業務アプリ側対応内容</a:t>
            </a:r>
            <a:r>
              <a:rPr lang="en-US" altLang="ja-JP"/>
              <a:t>_Java8Tomcat9EntraID</a:t>
            </a:r>
            <a:r>
              <a:rPr lang="ja-JP" altLang="en-US"/>
              <a:t>利用</a:t>
            </a:r>
            <a:r>
              <a:rPr lang="en-US" altLang="ja-JP"/>
              <a:t>_Ajax</a:t>
            </a:r>
            <a:r>
              <a:rPr lang="ja-JP" altLang="en-US"/>
              <a:t>アプリ向け</a:t>
            </a:r>
            <a:endParaRPr lang="en-US" altLang="ja-JP"/>
          </a:p>
          <a:p>
            <a:endParaRPr lang="en-US" altLang="ja-JP">
              <a:solidFill>
                <a:srgbClr val="000000"/>
              </a:solidFill>
            </a:endParaRPr>
          </a:p>
          <a:p>
            <a:endParaRPr lang="en-US" altLang="ja-JP" sz="2000">
              <a:solidFill>
                <a:srgbClr val="000000"/>
              </a:solidFill>
            </a:endParaRPr>
          </a:p>
          <a:p>
            <a:endParaRPr lang="en-US" altLang="ja-JP" sz="2000">
              <a:solidFill>
                <a:srgbClr val="000000"/>
              </a:solidFill>
            </a:endParaRPr>
          </a:p>
          <a:p>
            <a:endParaRPr lang="ja-JP" altLang="en-US" sz="2000"/>
          </a:p>
        </p:txBody>
      </p:sp>
      <p:sp>
        <p:nvSpPr>
          <p:cNvPr id="8" name="テキスト プレースホルダー 4">
            <a:extLst>
              <a:ext uri="{FF2B5EF4-FFF2-40B4-BE49-F238E27FC236}">
                <a16:creationId xmlns:a16="http://schemas.microsoft.com/office/drawing/2014/main" id="{E70320E3-CDD5-FD65-C709-887A98B77874}"/>
              </a:ext>
            </a:extLst>
          </p:cNvPr>
          <p:cNvSpPr txBox="1">
            <a:spLocks/>
          </p:cNvSpPr>
          <p:nvPr/>
        </p:nvSpPr>
        <p:spPr>
          <a:xfrm>
            <a:off x="606000" y="3029797"/>
            <a:ext cx="5040000" cy="2613212"/>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a:t>
            </a:r>
            <a:r>
              <a:rPr lang="en-US" altLang="ja-JP">
                <a:solidFill>
                  <a:srgbClr val="000000"/>
                </a:solidFill>
              </a:rPr>
              <a:t>Azure</a:t>
            </a:r>
            <a:r>
              <a:rPr lang="ja-JP" altLang="en-US">
                <a:solidFill>
                  <a:srgbClr val="000000"/>
                </a:solidFill>
              </a:rPr>
              <a:t>移行 対象システム</a:t>
            </a:r>
            <a:endParaRPr lang="en-US" altLang="ja-JP">
              <a:solidFill>
                <a:srgbClr val="000000"/>
              </a:solidFill>
            </a:endParaRPr>
          </a:p>
          <a:p>
            <a:r>
              <a:rPr lang="ja-JP" altLang="en-US">
                <a:solidFill>
                  <a:srgbClr val="000000"/>
                </a:solidFill>
              </a:rPr>
              <a:t>　①数量管理システム</a:t>
            </a:r>
            <a:endParaRPr lang="en-US" altLang="ja-JP">
              <a:solidFill>
                <a:srgbClr val="000000"/>
              </a:solidFill>
            </a:endParaRPr>
          </a:p>
          <a:p>
            <a:r>
              <a:rPr lang="ja-JP" altLang="en-US">
                <a:solidFill>
                  <a:srgbClr val="000000"/>
                </a:solidFill>
              </a:rPr>
              <a:t>　②用役管理システム</a:t>
            </a:r>
            <a:endParaRPr lang="en-US" altLang="ja-JP">
              <a:solidFill>
                <a:srgbClr val="000000"/>
              </a:solidFill>
            </a:endParaRPr>
          </a:p>
          <a:p>
            <a:r>
              <a:rPr lang="ja-JP" altLang="en-US">
                <a:solidFill>
                  <a:srgbClr val="000000"/>
                </a:solidFill>
              </a:rPr>
              <a:t>　③千葉化学品質管理システム</a:t>
            </a:r>
            <a:endParaRPr lang="en-US" altLang="ja-JP">
              <a:solidFill>
                <a:srgbClr val="000000"/>
              </a:solidFill>
            </a:endParaRPr>
          </a:p>
          <a:p>
            <a:r>
              <a:rPr lang="ja-JP" altLang="en-US">
                <a:solidFill>
                  <a:srgbClr val="000000"/>
                </a:solidFill>
              </a:rPr>
              <a:t>　④ＬＭＰＰ包装システム</a:t>
            </a:r>
            <a:endParaRPr lang="en-US" altLang="ja-JP">
              <a:solidFill>
                <a:srgbClr val="000000"/>
              </a:solidFill>
            </a:endParaRPr>
          </a:p>
          <a:p>
            <a:r>
              <a:rPr lang="ja-JP" altLang="en-US">
                <a:solidFill>
                  <a:srgbClr val="000000"/>
                </a:solidFill>
              </a:rPr>
              <a:t>　⑤工場</a:t>
            </a:r>
            <a:r>
              <a:rPr lang="en-US" altLang="ja-JP">
                <a:solidFill>
                  <a:srgbClr val="000000"/>
                </a:solidFill>
              </a:rPr>
              <a:t>DB</a:t>
            </a:r>
            <a:endParaRPr lang="en-US" altLang="ja-JP" sz="2000">
              <a:solidFill>
                <a:srgbClr val="000000"/>
              </a:solidFill>
            </a:endParaRPr>
          </a:p>
          <a:p>
            <a:r>
              <a:rPr lang="ja-JP" altLang="en-US" sz="2000">
                <a:solidFill>
                  <a:srgbClr val="000000"/>
                </a:solidFill>
              </a:rPr>
              <a:t>   ⑥ヤード操業システム（認証基盤のみ）</a:t>
            </a:r>
            <a:endParaRPr lang="en-US" altLang="ja-JP">
              <a:solidFill>
                <a:srgbClr val="000000"/>
              </a:solidFill>
            </a:endParaRPr>
          </a:p>
        </p:txBody>
      </p:sp>
    </p:spTree>
    <p:extLst>
      <p:ext uri="{BB962C8B-B14F-4D97-AF65-F5344CB8AC3E}">
        <p14:creationId xmlns:p14="http://schemas.microsoft.com/office/powerpoint/2010/main" val="256560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80000"/>
            <a:ext cx="11041200" cy="504000"/>
          </a:xfrm>
        </p:spPr>
        <p:txBody>
          <a:bodyPr>
            <a:normAutofit fontScale="90000"/>
          </a:bodyPr>
          <a:lstStyle/>
          <a:p>
            <a:r>
              <a:rPr kumimoji="1" lang="ja-JP" altLang="en-US"/>
              <a:t>目次</a:t>
            </a:r>
          </a:p>
        </p:txBody>
      </p:sp>
      <p:sp>
        <p:nvSpPr>
          <p:cNvPr id="4" name="フッター プレースホルダー 3"/>
          <p:cNvSpPr>
            <a:spLocks noGrp="1"/>
          </p:cNvSpPr>
          <p:nvPr>
            <p:ph type="ftr" sz="quarter" idx="11"/>
          </p:nvPr>
        </p:nvSpPr>
        <p:spPr/>
        <p:txBody>
          <a:bodyPr/>
          <a:lstStyle/>
          <a:p>
            <a:r>
              <a:rPr lang="en-US"/>
              <a:t>Copyright © 2025 </a:t>
            </a:r>
            <a:r>
              <a:rPr lang="en-US" err="1"/>
              <a:t>SystemEXE,Inc</a:t>
            </a:r>
            <a:r>
              <a:rPr lang="en-US"/>
              <a:t>. All Rights Reserved.</a:t>
            </a:r>
          </a:p>
        </p:txBody>
      </p:sp>
      <p:grpSp>
        <p:nvGrpSpPr>
          <p:cNvPr id="8" name="グループ化 7">
            <a:extLst>
              <a:ext uri="{FF2B5EF4-FFF2-40B4-BE49-F238E27FC236}">
                <a16:creationId xmlns:a16="http://schemas.microsoft.com/office/drawing/2014/main" id="{1A6DDCE2-3E97-9300-1491-3646FB4EFB85}"/>
              </a:ext>
            </a:extLst>
          </p:cNvPr>
          <p:cNvGrpSpPr/>
          <p:nvPr/>
        </p:nvGrpSpPr>
        <p:grpSpPr>
          <a:xfrm>
            <a:off x="545968" y="1071900"/>
            <a:ext cx="4350032" cy="1616608"/>
            <a:chOff x="575998" y="1080000"/>
            <a:chExt cx="4350032" cy="1616608"/>
          </a:xfrm>
        </p:grpSpPr>
        <p:sp>
          <p:nvSpPr>
            <p:cNvPr id="60" name="正方形/長方形 59">
              <a:extLst>
                <a:ext uri="{FF2B5EF4-FFF2-40B4-BE49-F238E27FC236}">
                  <a16:creationId xmlns:a16="http://schemas.microsoft.com/office/drawing/2014/main" id="{BF9BC967-B8B8-46B6-B03A-711C9BFB5C3C}"/>
                </a:ext>
              </a:extLst>
            </p:cNvPr>
            <p:cNvSpPr/>
            <p:nvPr/>
          </p:nvSpPr>
          <p:spPr>
            <a:xfrm>
              <a:off x="576000" y="1080000"/>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1" name="テキスト ボックス 60">
              <a:extLst>
                <a:ext uri="{FF2B5EF4-FFF2-40B4-BE49-F238E27FC236}">
                  <a16:creationId xmlns:a16="http://schemas.microsoft.com/office/drawing/2014/main" id="{5A382FAF-4184-4A50-A1E6-188923640F24}"/>
                </a:ext>
              </a:extLst>
            </p:cNvPr>
            <p:cNvSpPr txBox="1"/>
            <p:nvPr/>
          </p:nvSpPr>
          <p:spPr>
            <a:xfrm>
              <a:off x="720000" y="1080000"/>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１</a:t>
              </a:r>
            </a:p>
          </p:txBody>
        </p:sp>
        <p:sp>
          <p:nvSpPr>
            <p:cNvPr id="62" name="テキスト ボックス 61">
              <a:extLst>
                <a:ext uri="{FF2B5EF4-FFF2-40B4-BE49-F238E27FC236}">
                  <a16:creationId xmlns:a16="http://schemas.microsoft.com/office/drawing/2014/main" id="{51C5B434-8B01-4A0F-97EE-81B09DFC8BE5}"/>
                </a:ext>
              </a:extLst>
            </p:cNvPr>
            <p:cNvSpPr txBox="1"/>
            <p:nvPr/>
          </p:nvSpPr>
          <p:spPr>
            <a:xfrm>
              <a:off x="1116000" y="1080000"/>
              <a:ext cx="1368000" cy="360000"/>
            </a:xfrm>
            <a:prstGeom prst="rect">
              <a:avLst/>
            </a:prstGeom>
            <a:noFill/>
          </p:spPr>
          <p:txBody>
            <a:bodyPr wrap="none" rtlCol="0" anchor="ctr">
              <a:noAutofit/>
            </a:bodyPr>
            <a:lstStyle/>
            <a:p>
              <a:r>
                <a:rPr kumimoji="1" lang="ja-JP" altLang="en-US" sz="1600" b="1">
                  <a:latin typeface="+mn-ea"/>
                </a:rPr>
                <a:t>移行方針・想定作業</a:t>
              </a:r>
            </a:p>
          </p:txBody>
        </p:sp>
        <p:sp>
          <p:nvSpPr>
            <p:cNvPr id="63" name="正方形/長方形 62">
              <a:extLst>
                <a:ext uri="{FF2B5EF4-FFF2-40B4-BE49-F238E27FC236}">
                  <a16:creationId xmlns:a16="http://schemas.microsoft.com/office/drawing/2014/main" id="{FD1E870F-097E-4F89-BC74-B4E6C95E8E9E}"/>
                </a:ext>
              </a:extLst>
            </p:cNvPr>
            <p:cNvSpPr/>
            <p:nvPr/>
          </p:nvSpPr>
          <p:spPr>
            <a:xfrm rot="10800000">
              <a:off x="575998" y="1439999"/>
              <a:ext cx="4320000" cy="75946"/>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64" name="テキスト ボックス 63">
              <a:extLst>
                <a:ext uri="{FF2B5EF4-FFF2-40B4-BE49-F238E27FC236}">
                  <a16:creationId xmlns:a16="http://schemas.microsoft.com/office/drawing/2014/main" id="{0EB62FFC-89AE-4E0E-B22D-D47D9E9673F2}"/>
                </a:ext>
              </a:extLst>
            </p:cNvPr>
            <p:cNvSpPr txBox="1"/>
            <p:nvPr/>
          </p:nvSpPr>
          <p:spPr>
            <a:xfrm>
              <a:off x="791999" y="1511999"/>
              <a:ext cx="4134030" cy="1184609"/>
            </a:xfrm>
            <a:prstGeom prst="rect">
              <a:avLst/>
            </a:prstGeom>
            <a:noFill/>
          </p:spPr>
          <p:txBody>
            <a:bodyPr wrap="square" rtlCol="0">
              <a:noAutofit/>
            </a:bodyPr>
            <a:lstStyle/>
            <a:p>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移行方針</a:t>
              </a:r>
              <a:endParaRPr kumimoji="1" lang="en-US" altLang="ja-JP" sz="1200">
                <a:latin typeface="游ゴシック" panose="020B0400000000000000" pitchFamily="50" charset="-128"/>
                <a:ea typeface="游ゴシック" panose="020B0400000000000000" pitchFamily="50" charset="-128"/>
              </a:endParaRPr>
            </a:p>
            <a:p>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移行における想定作業</a:t>
              </a:r>
              <a:endParaRPr kumimoji="1" lang="en-US" altLang="ja-JP" sz="1200">
                <a:latin typeface="游ゴシック" panose="020B0400000000000000" pitchFamily="50" charset="-128"/>
                <a:ea typeface="游ゴシック" panose="020B0400000000000000" pitchFamily="50" charset="-128"/>
              </a:endParaRPr>
            </a:p>
          </p:txBody>
        </p:sp>
        <p:sp>
          <p:nvSpPr>
            <p:cNvPr id="171" name="テキスト ボックス 170">
              <a:extLst>
                <a:ext uri="{FF2B5EF4-FFF2-40B4-BE49-F238E27FC236}">
                  <a16:creationId xmlns:a16="http://schemas.microsoft.com/office/drawing/2014/main" id="{DB6300A7-2B21-44BF-9CDB-E1F2474E3E4C}"/>
                </a:ext>
              </a:extLst>
            </p:cNvPr>
            <p:cNvSpPr txBox="1"/>
            <p:nvPr/>
          </p:nvSpPr>
          <p:spPr>
            <a:xfrm>
              <a:off x="4452282" y="1083946"/>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 3</a:t>
              </a:r>
              <a:endParaRPr kumimoji="1" lang="ja-JP" altLang="en-US" sz="1600">
                <a:solidFill>
                  <a:schemeClr val="bg1">
                    <a:lumMod val="50000"/>
                  </a:schemeClr>
                </a:solidFill>
                <a:latin typeface="游明朝" panose="02020400000000000000" pitchFamily="18" charset="-128"/>
                <a:ea typeface="游明朝" panose="02020400000000000000" pitchFamily="18" charset="-128"/>
              </a:endParaRPr>
            </a:p>
          </p:txBody>
        </p:sp>
      </p:grpSp>
      <p:grpSp>
        <p:nvGrpSpPr>
          <p:cNvPr id="9" name="グループ化 8">
            <a:extLst>
              <a:ext uri="{FF2B5EF4-FFF2-40B4-BE49-F238E27FC236}">
                <a16:creationId xmlns:a16="http://schemas.microsoft.com/office/drawing/2014/main" id="{F9724523-2218-02D1-78B7-6B1005F2685D}"/>
              </a:ext>
            </a:extLst>
          </p:cNvPr>
          <p:cNvGrpSpPr/>
          <p:nvPr/>
        </p:nvGrpSpPr>
        <p:grpSpPr>
          <a:xfrm>
            <a:off x="545968" y="2887876"/>
            <a:ext cx="4350032" cy="936000"/>
            <a:chOff x="575998" y="2990977"/>
            <a:chExt cx="4350032" cy="936000"/>
          </a:xfrm>
        </p:grpSpPr>
        <p:sp>
          <p:nvSpPr>
            <p:cNvPr id="180" name="正方形/長方形 179">
              <a:extLst>
                <a:ext uri="{FF2B5EF4-FFF2-40B4-BE49-F238E27FC236}">
                  <a16:creationId xmlns:a16="http://schemas.microsoft.com/office/drawing/2014/main" id="{8B0F8FEE-B196-4EA1-AC82-D6BE438EE82D}"/>
                </a:ext>
              </a:extLst>
            </p:cNvPr>
            <p:cNvSpPr/>
            <p:nvPr/>
          </p:nvSpPr>
          <p:spPr>
            <a:xfrm>
              <a:off x="576000" y="2990977"/>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1" name="テキスト ボックス 180">
              <a:extLst>
                <a:ext uri="{FF2B5EF4-FFF2-40B4-BE49-F238E27FC236}">
                  <a16:creationId xmlns:a16="http://schemas.microsoft.com/office/drawing/2014/main" id="{9FADC2B5-2E97-46B8-AF26-490C9399957F}"/>
                </a:ext>
              </a:extLst>
            </p:cNvPr>
            <p:cNvSpPr txBox="1"/>
            <p:nvPr/>
          </p:nvSpPr>
          <p:spPr>
            <a:xfrm>
              <a:off x="720000" y="2990977"/>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２</a:t>
              </a:r>
            </a:p>
          </p:txBody>
        </p:sp>
        <p:sp>
          <p:nvSpPr>
            <p:cNvPr id="182" name="テキスト ボックス 181">
              <a:extLst>
                <a:ext uri="{FF2B5EF4-FFF2-40B4-BE49-F238E27FC236}">
                  <a16:creationId xmlns:a16="http://schemas.microsoft.com/office/drawing/2014/main" id="{1F85765A-CE56-40B9-AD6C-C8CDA291B867}"/>
                </a:ext>
              </a:extLst>
            </p:cNvPr>
            <p:cNvSpPr txBox="1"/>
            <p:nvPr/>
          </p:nvSpPr>
          <p:spPr>
            <a:xfrm>
              <a:off x="1116000" y="2990977"/>
              <a:ext cx="1368000" cy="360000"/>
            </a:xfrm>
            <a:prstGeom prst="rect">
              <a:avLst/>
            </a:prstGeom>
            <a:noFill/>
          </p:spPr>
          <p:txBody>
            <a:bodyPr wrap="none" rtlCol="0" anchor="ctr">
              <a:noAutofit/>
            </a:bodyPr>
            <a:lstStyle/>
            <a:p>
              <a:r>
                <a:rPr kumimoji="1" lang="ja-JP" altLang="en-US" sz="1600" b="1">
                  <a:latin typeface="+mn-ea"/>
                </a:rPr>
                <a:t>スケジュール</a:t>
              </a:r>
            </a:p>
          </p:txBody>
        </p:sp>
        <p:sp>
          <p:nvSpPr>
            <p:cNvPr id="183" name="正方形/長方形 182">
              <a:extLst>
                <a:ext uri="{FF2B5EF4-FFF2-40B4-BE49-F238E27FC236}">
                  <a16:creationId xmlns:a16="http://schemas.microsoft.com/office/drawing/2014/main" id="{CE94C9E8-047E-47BC-A0D0-5ECB98881132}"/>
                </a:ext>
              </a:extLst>
            </p:cNvPr>
            <p:cNvSpPr/>
            <p:nvPr/>
          </p:nvSpPr>
          <p:spPr>
            <a:xfrm rot="10800000">
              <a:off x="575998" y="3350977"/>
              <a:ext cx="43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84" name="テキスト ボックス 183">
              <a:extLst>
                <a:ext uri="{FF2B5EF4-FFF2-40B4-BE49-F238E27FC236}">
                  <a16:creationId xmlns:a16="http://schemas.microsoft.com/office/drawing/2014/main" id="{8B02B881-A7FF-45E4-8C69-59B7B6327D99}"/>
                </a:ext>
              </a:extLst>
            </p:cNvPr>
            <p:cNvSpPr txBox="1"/>
            <p:nvPr/>
          </p:nvSpPr>
          <p:spPr>
            <a:xfrm>
              <a:off x="791999" y="3422977"/>
              <a:ext cx="3947054" cy="504000"/>
            </a:xfrm>
            <a:prstGeom prst="rect">
              <a:avLst/>
            </a:prstGeom>
            <a:noFill/>
          </p:spPr>
          <p:txBody>
            <a:bodyPr wrap="square" rtlCol="0">
              <a:noAutofit/>
            </a:bodyPr>
            <a:lstStyle/>
            <a:p>
              <a:r>
                <a:rPr kumimoji="1" lang="ja-JP" altLang="en-US" sz="1200">
                  <a:latin typeface="游ゴシック" panose="020B0400000000000000" pitchFamily="50" charset="-128"/>
                  <a:ea typeface="游ゴシック" panose="020B0400000000000000" pitchFamily="50" charset="-128"/>
                </a:rPr>
                <a:t>スケジュール（</a:t>
              </a:r>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a:t>
              </a:r>
              <a:endParaRPr kumimoji="1" lang="en-US" altLang="ja-JP" sz="1200">
                <a:latin typeface="游ゴシック" panose="020B0400000000000000" pitchFamily="50" charset="-128"/>
                <a:ea typeface="游ゴシック" panose="020B0400000000000000" pitchFamily="50" charset="-128"/>
              </a:endParaRPr>
            </a:p>
            <a:p>
              <a:endParaRPr kumimoji="1" lang="en-US" altLang="ja-JP" sz="1200">
                <a:latin typeface="游ゴシック" panose="020B0400000000000000" pitchFamily="50" charset="-128"/>
                <a:ea typeface="游ゴシック" panose="020B0400000000000000" pitchFamily="50" charset="-128"/>
              </a:endParaRPr>
            </a:p>
          </p:txBody>
        </p:sp>
        <p:sp>
          <p:nvSpPr>
            <p:cNvPr id="185" name="テキスト ボックス 184">
              <a:extLst>
                <a:ext uri="{FF2B5EF4-FFF2-40B4-BE49-F238E27FC236}">
                  <a16:creationId xmlns:a16="http://schemas.microsoft.com/office/drawing/2014/main" id="{7B3DA1DA-D3C6-4930-87C9-4AF11231D254}"/>
                </a:ext>
              </a:extLst>
            </p:cNvPr>
            <p:cNvSpPr txBox="1"/>
            <p:nvPr/>
          </p:nvSpPr>
          <p:spPr>
            <a:xfrm>
              <a:off x="4452282" y="3006692"/>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P.7</a:t>
              </a:r>
            </a:p>
          </p:txBody>
        </p:sp>
      </p:grpSp>
      <p:grpSp>
        <p:nvGrpSpPr>
          <p:cNvPr id="10" name="グループ化 9">
            <a:extLst>
              <a:ext uri="{FF2B5EF4-FFF2-40B4-BE49-F238E27FC236}">
                <a16:creationId xmlns:a16="http://schemas.microsoft.com/office/drawing/2014/main" id="{3EF2DCE4-4985-C82C-C6DB-5B579194FE6C}"/>
              </a:ext>
            </a:extLst>
          </p:cNvPr>
          <p:cNvGrpSpPr/>
          <p:nvPr/>
        </p:nvGrpSpPr>
        <p:grpSpPr>
          <a:xfrm>
            <a:off x="545968" y="4543200"/>
            <a:ext cx="4910404" cy="1620900"/>
            <a:chOff x="575997" y="4551300"/>
            <a:chExt cx="4910404" cy="1620900"/>
          </a:xfrm>
        </p:grpSpPr>
        <p:sp>
          <p:nvSpPr>
            <p:cNvPr id="84" name="正方形/長方形 83">
              <a:extLst>
                <a:ext uri="{FF2B5EF4-FFF2-40B4-BE49-F238E27FC236}">
                  <a16:creationId xmlns:a16="http://schemas.microsoft.com/office/drawing/2014/main" id="{99E94F5D-5C6B-42D6-8E88-B9D1207C2CAA}"/>
                </a:ext>
              </a:extLst>
            </p:cNvPr>
            <p:cNvSpPr/>
            <p:nvPr/>
          </p:nvSpPr>
          <p:spPr>
            <a:xfrm>
              <a:off x="575999" y="4581346"/>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5" name="テキスト ボックス 84">
              <a:extLst>
                <a:ext uri="{FF2B5EF4-FFF2-40B4-BE49-F238E27FC236}">
                  <a16:creationId xmlns:a16="http://schemas.microsoft.com/office/drawing/2014/main" id="{2A27BA55-9ED8-480B-93F6-134A7D35B9F5}"/>
                </a:ext>
              </a:extLst>
            </p:cNvPr>
            <p:cNvSpPr txBox="1"/>
            <p:nvPr/>
          </p:nvSpPr>
          <p:spPr>
            <a:xfrm>
              <a:off x="719999" y="4581346"/>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３</a:t>
              </a:r>
            </a:p>
          </p:txBody>
        </p:sp>
        <p:sp>
          <p:nvSpPr>
            <p:cNvPr id="86" name="テキスト ボックス 85">
              <a:extLst>
                <a:ext uri="{FF2B5EF4-FFF2-40B4-BE49-F238E27FC236}">
                  <a16:creationId xmlns:a16="http://schemas.microsoft.com/office/drawing/2014/main" id="{33CFD14D-CE16-4A39-BD8C-F952A998E5C9}"/>
                </a:ext>
              </a:extLst>
            </p:cNvPr>
            <p:cNvSpPr txBox="1"/>
            <p:nvPr/>
          </p:nvSpPr>
          <p:spPr>
            <a:xfrm>
              <a:off x="1115999" y="4581346"/>
              <a:ext cx="1368000" cy="360000"/>
            </a:xfrm>
            <a:prstGeom prst="rect">
              <a:avLst/>
            </a:prstGeom>
            <a:noFill/>
          </p:spPr>
          <p:txBody>
            <a:bodyPr wrap="none" rtlCol="0" anchor="ctr">
              <a:noAutofit/>
            </a:bodyPr>
            <a:lstStyle/>
            <a:p>
              <a:r>
                <a:rPr kumimoji="1" lang="ja-JP" altLang="en-US" sz="1600" b="1">
                  <a:latin typeface="+mn-ea"/>
                </a:rPr>
                <a:t>システム環境</a:t>
              </a:r>
            </a:p>
          </p:txBody>
        </p:sp>
        <p:sp>
          <p:nvSpPr>
            <p:cNvPr id="87" name="正方形/長方形 86">
              <a:extLst>
                <a:ext uri="{FF2B5EF4-FFF2-40B4-BE49-F238E27FC236}">
                  <a16:creationId xmlns:a16="http://schemas.microsoft.com/office/drawing/2014/main" id="{0ACC9572-315F-4334-AD38-FBD7913BB361}"/>
                </a:ext>
              </a:extLst>
            </p:cNvPr>
            <p:cNvSpPr/>
            <p:nvPr/>
          </p:nvSpPr>
          <p:spPr>
            <a:xfrm rot="10800000">
              <a:off x="575997" y="4941346"/>
              <a:ext cx="43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88" name="テキスト ボックス 87">
              <a:extLst>
                <a:ext uri="{FF2B5EF4-FFF2-40B4-BE49-F238E27FC236}">
                  <a16:creationId xmlns:a16="http://schemas.microsoft.com/office/drawing/2014/main" id="{AE6B12BC-A075-43F7-AB75-B9683615AF7B}"/>
                </a:ext>
              </a:extLst>
            </p:cNvPr>
            <p:cNvSpPr txBox="1"/>
            <p:nvPr/>
          </p:nvSpPr>
          <p:spPr>
            <a:xfrm>
              <a:off x="791999" y="5013346"/>
              <a:ext cx="4694402" cy="1158854"/>
            </a:xfrm>
            <a:prstGeom prst="rect">
              <a:avLst/>
            </a:prstGeom>
            <a:noFill/>
          </p:spPr>
          <p:txBody>
            <a:bodyPr wrap="square" rtlCol="0">
              <a:noAutofit/>
            </a:bodyPr>
            <a:lstStyle/>
            <a:p>
              <a:r>
                <a:rPr kumimoji="1" lang="ja-JP" altLang="en-US" sz="1200">
                  <a:latin typeface="游ゴシック" panose="020B0400000000000000" pitchFamily="50" charset="-128"/>
                  <a:ea typeface="游ゴシック" panose="020B0400000000000000" pitchFamily="50" charset="-128"/>
                </a:rPr>
                <a:t>お見積もり</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想定している成果物</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お見積もり前提条件</a:t>
              </a:r>
              <a:endParaRPr kumimoji="1" lang="en-US" altLang="ja-JP" sz="1200">
                <a:latin typeface="游ゴシック" panose="020B0400000000000000" pitchFamily="50" charset="-128"/>
                <a:ea typeface="游ゴシック" panose="020B0400000000000000" pitchFamily="50" charset="-128"/>
              </a:endParaRPr>
            </a:p>
            <a:p>
              <a:endParaRPr kumimoji="1" lang="en-US" altLang="ja-JP" sz="1200">
                <a:latin typeface="游ゴシック" panose="020B0400000000000000" pitchFamily="50" charset="-128"/>
                <a:ea typeface="游ゴシック" panose="020B0400000000000000" pitchFamily="50" charset="-128"/>
              </a:endParaRPr>
            </a:p>
          </p:txBody>
        </p:sp>
        <p:sp>
          <p:nvSpPr>
            <p:cNvPr id="89" name="テキスト ボックス 88">
              <a:extLst>
                <a:ext uri="{FF2B5EF4-FFF2-40B4-BE49-F238E27FC236}">
                  <a16:creationId xmlns:a16="http://schemas.microsoft.com/office/drawing/2014/main" id="{3461CFAF-64A6-403C-B6BD-DC002C5C78BB}"/>
                </a:ext>
              </a:extLst>
            </p:cNvPr>
            <p:cNvSpPr txBox="1"/>
            <p:nvPr/>
          </p:nvSpPr>
          <p:spPr>
            <a:xfrm>
              <a:off x="4452282" y="4551300"/>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P.10</a:t>
              </a:r>
              <a:endParaRPr kumimoji="1" lang="ja-JP" altLang="en-US" sz="1600">
                <a:solidFill>
                  <a:schemeClr val="bg1">
                    <a:lumMod val="50000"/>
                  </a:schemeClr>
                </a:solidFill>
                <a:latin typeface="游明朝" panose="02020400000000000000" pitchFamily="18" charset="-128"/>
                <a:ea typeface="游明朝" panose="02020400000000000000" pitchFamily="18" charset="-128"/>
              </a:endParaRPr>
            </a:p>
          </p:txBody>
        </p:sp>
      </p:grpSp>
      <p:sp>
        <p:nvSpPr>
          <p:cNvPr id="5" name="Date Placeholder 3">
            <a:extLst>
              <a:ext uri="{FF2B5EF4-FFF2-40B4-BE49-F238E27FC236}">
                <a16:creationId xmlns:a16="http://schemas.microsoft.com/office/drawing/2014/main" id="{8DA1B286-E00C-3E0D-702B-3B58336AB599}"/>
              </a:ext>
            </a:extLst>
          </p:cNvPr>
          <p:cNvSpPr>
            <a:spLocks noGrp="1"/>
          </p:cNvSpPr>
          <p:nvPr>
            <p:ph type="dt" sz="half" idx="2"/>
          </p:nvPr>
        </p:nvSpPr>
        <p:spPr>
          <a:xfrm>
            <a:off x="0" y="6552000"/>
            <a:ext cx="1440000" cy="21600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游ゴシック" panose="020B0400000000000000" pitchFamily="50" charset="-128"/>
                <a:ea typeface="游ゴシック" panose="020B0400000000000000" pitchFamily="50"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ja-JP"/>
              <a:t>2025/9/25</a:t>
            </a:r>
            <a:endParaRPr lang="ja-JP" altLang="en-US"/>
          </a:p>
        </p:txBody>
      </p:sp>
    </p:spTree>
    <p:extLst>
      <p:ext uri="{BB962C8B-B14F-4D97-AF65-F5344CB8AC3E}">
        <p14:creationId xmlns:p14="http://schemas.microsoft.com/office/powerpoint/2010/main" val="63565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F2B28F9-1354-5EB5-EAA8-108516D3814F}"/>
              </a:ext>
            </a:extLst>
          </p:cNvPr>
          <p:cNvSpPr>
            <a:spLocks noGrp="1"/>
          </p:cNvSpPr>
          <p:nvPr>
            <p:ph type="dt" sz="half" idx="10"/>
          </p:nvPr>
        </p:nvSpPr>
        <p:spPr/>
        <p:txBody>
          <a:bodyPr/>
          <a:lstStyle/>
          <a:p>
            <a:r>
              <a:rPr lang="en-US" altLang="ja-JP"/>
              <a:t>2025/9/25</a:t>
            </a:r>
            <a:endParaRPr lang="ja-JP" altLang="en-US"/>
          </a:p>
        </p:txBody>
      </p:sp>
      <p:sp>
        <p:nvSpPr>
          <p:cNvPr id="3" name="フッター プレースホルダー 2">
            <a:extLst>
              <a:ext uri="{FF2B5EF4-FFF2-40B4-BE49-F238E27FC236}">
                <a16:creationId xmlns:a16="http://schemas.microsoft.com/office/drawing/2014/main" id="{CB510880-7F36-9FD9-664F-7C0238EA84B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4E018BE7-3956-4CC9-9D9F-3F82030BFBE0}"/>
              </a:ext>
            </a:extLst>
          </p:cNvPr>
          <p:cNvSpPr>
            <a:spLocks noGrp="1"/>
          </p:cNvSpPr>
          <p:nvPr>
            <p:ph type="title"/>
          </p:nvPr>
        </p:nvSpPr>
        <p:spPr/>
        <p:txBody>
          <a:bodyPr/>
          <a:lstStyle/>
          <a:p>
            <a:r>
              <a:rPr lang="ja-JP" altLang="en-US"/>
              <a:t>移行</a:t>
            </a:r>
            <a:r>
              <a:rPr kumimoji="1" lang="ja-JP" altLang="en-US"/>
              <a:t>方針・想定作業</a:t>
            </a:r>
          </a:p>
        </p:txBody>
      </p:sp>
    </p:spTree>
    <p:extLst>
      <p:ext uri="{BB962C8B-B14F-4D97-AF65-F5344CB8AC3E}">
        <p14:creationId xmlns:p14="http://schemas.microsoft.com/office/powerpoint/2010/main" val="1475072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8EA2-BDC4-A1A1-29C7-759BE8D565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8D367D-4AFA-E817-4247-8ABC9AC43C49}"/>
              </a:ext>
            </a:extLst>
          </p:cNvPr>
          <p:cNvSpPr>
            <a:spLocks noGrp="1"/>
          </p:cNvSpPr>
          <p:nvPr>
            <p:ph type="title"/>
          </p:nvPr>
        </p:nvSpPr>
        <p:spPr/>
        <p:txBody>
          <a:bodyPr/>
          <a:lstStyle/>
          <a:p>
            <a:r>
              <a:rPr lang="ja-JP" altLang="en-US"/>
              <a:t>１．</a:t>
            </a:r>
            <a:r>
              <a:rPr kumimoji="1" lang="en-US" altLang="ja-JP"/>
              <a:t>Azure</a:t>
            </a:r>
            <a:r>
              <a:rPr kumimoji="1" lang="ja-JP" altLang="en-US"/>
              <a:t>移行方針 </a:t>
            </a:r>
            <a:r>
              <a:rPr kumimoji="1" lang="en-US" altLang="ja-JP"/>
              <a:t>1/2</a:t>
            </a:r>
            <a:r>
              <a:rPr lang="ja-JP" altLang="en-US"/>
              <a:t> </a:t>
            </a:r>
            <a:endParaRPr kumimoji="1" lang="ja-JP" altLang="en-US"/>
          </a:p>
        </p:txBody>
      </p:sp>
      <p:sp>
        <p:nvSpPr>
          <p:cNvPr id="6" name="コンテンツ プレースホルダー 2">
            <a:extLst>
              <a:ext uri="{FF2B5EF4-FFF2-40B4-BE49-F238E27FC236}">
                <a16:creationId xmlns:a16="http://schemas.microsoft.com/office/drawing/2014/main" id="{E434C125-3135-638D-7CB3-638981F6471D}"/>
              </a:ext>
            </a:extLst>
          </p:cNvPr>
          <p:cNvSpPr txBox="1">
            <a:spLocks/>
          </p:cNvSpPr>
          <p:nvPr/>
        </p:nvSpPr>
        <p:spPr>
          <a:xfrm>
            <a:off x="720000" y="684000"/>
            <a:ext cx="10964977" cy="518612"/>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50000"/>
              </a:lnSpc>
              <a:buNone/>
            </a:pPr>
            <a:r>
              <a:rPr lang="ja-JP" altLang="en-US" b="1"/>
              <a:t>以下の貴社方針に従い、現行共通基盤から</a:t>
            </a:r>
            <a:r>
              <a:rPr lang="en-US" altLang="ja-JP" b="1"/>
              <a:t>Azure</a:t>
            </a:r>
            <a:r>
              <a:rPr lang="ja-JP" altLang="en-US" b="1"/>
              <a:t>に構築されるクラウドアーキ（次期アーキ）に移行します。</a:t>
            </a:r>
            <a:br>
              <a:rPr lang="en-US" altLang="ja-JP" b="1"/>
            </a:br>
            <a:br>
              <a:rPr lang="ja-JP" altLang="en-US"/>
            </a:br>
            <a:endParaRPr lang="en-US" altLang="ja-JP"/>
          </a:p>
        </p:txBody>
      </p:sp>
      <p:sp>
        <p:nvSpPr>
          <p:cNvPr id="7" name="日付プレースホルダー 2">
            <a:extLst>
              <a:ext uri="{FF2B5EF4-FFF2-40B4-BE49-F238E27FC236}">
                <a16:creationId xmlns:a16="http://schemas.microsoft.com/office/drawing/2014/main" id="{DEBD4F15-693B-1BC8-23A6-778883B6CBB6}"/>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F7F7380D-9FCA-8AA2-D13C-2F8224C00B23}"/>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9" name="表 8">
            <a:extLst>
              <a:ext uri="{FF2B5EF4-FFF2-40B4-BE49-F238E27FC236}">
                <a16:creationId xmlns:a16="http://schemas.microsoft.com/office/drawing/2014/main" id="{45817219-D79C-4C19-A65D-B5F1B66DF95B}"/>
              </a:ext>
            </a:extLst>
          </p:cNvPr>
          <p:cNvGraphicFramePr>
            <a:graphicFrameLocks noGrp="1"/>
          </p:cNvGraphicFramePr>
          <p:nvPr>
            <p:extLst>
              <p:ext uri="{D42A27DB-BD31-4B8C-83A1-F6EECF244321}">
                <p14:modId xmlns:p14="http://schemas.microsoft.com/office/powerpoint/2010/main" val="4152866599"/>
              </p:ext>
            </p:extLst>
          </p:nvPr>
        </p:nvGraphicFramePr>
        <p:xfrm>
          <a:off x="541511" y="1116000"/>
          <a:ext cx="11108978" cy="4887600"/>
        </p:xfrm>
        <a:graphic>
          <a:graphicData uri="http://schemas.openxmlformats.org/drawingml/2006/table">
            <a:tbl>
              <a:tblPr firstRow="1" bandRow="1">
                <a:tableStyleId>{5C22544A-7EE6-4342-B048-85BDC9FD1C3A}</a:tableStyleId>
              </a:tblPr>
              <a:tblGrid>
                <a:gridCol w="938139">
                  <a:extLst>
                    <a:ext uri="{9D8B030D-6E8A-4147-A177-3AD203B41FA5}">
                      <a16:colId xmlns:a16="http://schemas.microsoft.com/office/drawing/2014/main" val="3219009856"/>
                    </a:ext>
                  </a:extLst>
                </a:gridCol>
                <a:gridCol w="1369844">
                  <a:extLst>
                    <a:ext uri="{9D8B030D-6E8A-4147-A177-3AD203B41FA5}">
                      <a16:colId xmlns:a16="http://schemas.microsoft.com/office/drawing/2014/main" val="40445666"/>
                    </a:ext>
                  </a:extLst>
                </a:gridCol>
                <a:gridCol w="2355958">
                  <a:extLst>
                    <a:ext uri="{9D8B030D-6E8A-4147-A177-3AD203B41FA5}">
                      <a16:colId xmlns:a16="http://schemas.microsoft.com/office/drawing/2014/main" val="1184009231"/>
                    </a:ext>
                  </a:extLst>
                </a:gridCol>
                <a:gridCol w="4459307">
                  <a:extLst>
                    <a:ext uri="{9D8B030D-6E8A-4147-A177-3AD203B41FA5}">
                      <a16:colId xmlns:a16="http://schemas.microsoft.com/office/drawing/2014/main" val="699857513"/>
                    </a:ext>
                  </a:extLst>
                </a:gridCol>
                <a:gridCol w="1985730">
                  <a:extLst>
                    <a:ext uri="{9D8B030D-6E8A-4147-A177-3AD203B41FA5}">
                      <a16:colId xmlns:a16="http://schemas.microsoft.com/office/drawing/2014/main" val="827068164"/>
                    </a:ext>
                  </a:extLst>
                </a:gridCol>
              </a:tblGrid>
              <a:tr h="1605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現行の共通基盤</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共通基盤</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次期アーキで利用するサービス</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工場システム移行方針</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対象システム</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51390071"/>
                  </a:ext>
                </a:extLst>
              </a:tr>
              <a:tr h="1605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DB</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Oracle Database</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solidFill>
                            <a:schemeClr val="tx1"/>
                          </a:solidFill>
                          <a:latin typeface="+mn-ea"/>
                          <a:ea typeface="+mn-ea"/>
                        </a:rPr>
                        <a:t>Azure PaaS DB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Database for MySQL(</a:t>
                      </a:r>
                      <a:r>
                        <a:rPr kumimoji="1" lang="ja-JP" altLang="en-US" sz="1000" baseline="0">
                          <a:solidFill>
                            <a:schemeClr val="tx1"/>
                          </a:solidFill>
                          <a:latin typeface="+mn-ea"/>
                          <a:ea typeface="+mn-ea"/>
                        </a:rPr>
                        <a:t>標準</a:t>
                      </a:r>
                      <a:r>
                        <a:rPr kumimoji="1" lang="en-US" altLang="ja-JP" sz="1000" baseline="0">
                          <a:solidFill>
                            <a:schemeClr val="tx1"/>
                          </a:solidFill>
                          <a:latin typeface="+mn-ea"/>
                          <a:ea typeface="+mn-ea"/>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Database for PostgreSQL</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SQL Database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Oracle Database @Azure(ODAA)</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Oracle Database @Azure(ODAA)</a:t>
                      </a:r>
                      <a:r>
                        <a:rPr kumimoji="1" lang="ja-JP" altLang="en-US" sz="1000" b="0" baseline="0">
                          <a:solidFill>
                            <a:schemeClr val="tx1"/>
                          </a:solidFill>
                          <a:latin typeface="+mn-ea"/>
                          <a:ea typeface="+mn-ea"/>
                        </a:rPr>
                        <a:t>を採用。</a:t>
                      </a:r>
                      <a:endParaRPr kumimoji="1" lang="en-US" altLang="ja-JP" sz="1000" b="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　</a:t>
                      </a:r>
                      <a:r>
                        <a:rPr kumimoji="1" lang="en-US" altLang="ja-JP" sz="1000" b="0" baseline="0">
                          <a:solidFill>
                            <a:schemeClr val="tx1"/>
                          </a:solidFill>
                          <a:latin typeface="+mn-ea"/>
                          <a:ea typeface="+mn-ea"/>
                        </a:rPr>
                        <a:t>※</a:t>
                      </a:r>
                      <a:r>
                        <a:rPr kumimoji="1" lang="ja-JP" altLang="en-US" sz="1000" b="0" baseline="0">
                          <a:solidFill>
                            <a:schemeClr val="tx1"/>
                          </a:solidFill>
                          <a:latin typeface="+mn-ea"/>
                          <a:ea typeface="+mn-ea"/>
                        </a:rPr>
                        <a:t>当初予定していた移行先</a:t>
                      </a:r>
                      <a:r>
                        <a:rPr kumimoji="1" lang="en-US" altLang="ja-JP" sz="1000" b="0" baseline="0">
                          <a:solidFill>
                            <a:schemeClr val="tx1"/>
                          </a:solidFill>
                          <a:latin typeface="+mn-ea"/>
                          <a:ea typeface="+mn-ea"/>
                        </a:rPr>
                        <a:t>DB</a:t>
                      </a:r>
                      <a:r>
                        <a:rPr kumimoji="1" lang="ja-JP" altLang="en-US" sz="1000" b="0" baseline="0">
                          <a:solidFill>
                            <a:schemeClr val="tx1"/>
                          </a:solidFill>
                          <a:latin typeface="+mn-ea"/>
                          <a:ea typeface="+mn-ea"/>
                        </a:rPr>
                        <a:t>が上記に該当するため、既に環境構築済み。（追加対応不要）</a:t>
                      </a:r>
                      <a:endParaRPr kumimoji="1" lang="en-US" altLang="ja-JP" sz="1000" b="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⑤工場</a:t>
                      </a:r>
                      <a:r>
                        <a:rPr kumimoji="1" lang="en-US" altLang="ja-JP" sz="1000" baseline="0">
                          <a:latin typeface="+mn-ea"/>
                          <a:ea typeface="+mn-ea"/>
                        </a:rPr>
                        <a:t>DB</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8079078"/>
                  </a:ext>
                </a:extLst>
              </a:tr>
              <a:tr h="160554">
                <a:tc>
                  <a:txBody>
                    <a:bodyPr/>
                    <a:lstStyle/>
                    <a:p>
                      <a:pPr algn="l"/>
                      <a:r>
                        <a:rPr kumimoji="1" lang="en-US" altLang="ja-JP" sz="1000" baseline="0">
                          <a:latin typeface="+mn-ea"/>
                          <a:ea typeface="+mn-ea"/>
                        </a:rPr>
                        <a:t>AP</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latin typeface="+mn-ea"/>
                          <a:ea typeface="+mn-ea"/>
                        </a:rPr>
                        <a:t>Oracle WebLogic</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solidFill>
                            <a:schemeClr val="tx1"/>
                          </a:solidFill>
                          <a:latin typeface="+mn-ea"/>
                          <a:ea typeface="+mn-ea"/>
                        </a:rPr>
                        <a:t>Azure App Service (PaaS)</a:t>
                      </a:r>
                    </a:p>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Apache Tomcat</a:t>
                      </a:r>
                    </a:p>
                    <a:p>
                      <a:pPr algn="l"/>
                      <a:r>
                        <a:rPr kumimoji="1" lang="ja-JP" altLang="en-US" sz="1000" baseline="0">
                          <a:solidFill>
                            <a:schemeClr val="tx1"/>
                          </a:solidFill>
                          <a:latin typeface="+mn-ea"/>
                          <a:ea typeface="+mn-ea"/>
                        </a:rPr>
                        <a:t>＊システムごとにインスタンスを用意</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a:t>
                      </a:r>
                      <a:r>
                        <a:rPr kumimoji="1" lang="en-US" altLang="ja-JP" sz="1000" baseline="0">
                          <a:latin typeface="+mn-ea"/>
                          <a:ea typeface="+mn-ea"/>
                        </a:rPr>
                        <a:t>Azure</a:t>
                      </a:r>
                      <a:r>
                        <a:rPr kumimoji="1" lang="ja-JP" altLang="en-US" sz="1000" baseline="0">
                          <a:latin typeface="+mn-ea"/>
                          <a:ea typeface="+mn-ea"/>
                        </a:rPr>
                        <a:t> </a:t>
                      </a:r>
                      <a:r>
                        <a:rPr kumimoji="1" lang="en-US" altLang="ja-JP" sz="1000" baseline="0">
                          <a:latin typeface="+mn-ea"/>
                          <a:ea typeface="+mn-ea"/>
                        </a:rPr>
                        <a:t>App</a:t>
                      </a:r>
                      <a:r>
                        <a:rPr kumimoji="1" lang="ja-JP" altLang="en-US" sz="1000" baseline="0">
                          <a:latin typeface="+mn-ea"/>
                          <a:ea typeface="+mn-ea"/>
                        </a:rPr>
                        <a:t> </a:t>
                      </a:r>
                      <a:r>
                        <a:rPr kumimoji="1" lang="en-US" altLang="ja-JP" sz="1000" baseline="0">
                          <a:latin typeface="+mn-ea"/>
                          <a:ea typeface="+mn-ea"/>
                        </a:rPr>
                        <a:t>Service</a:t>
                      </a:r>
                      <a:r>
                        <a:rPr kumimoji="1" lang="ja-JP" altLang="en-US" sz="1000" baseline="0">
                          <a:latin typeface="+mn-ea"/>
                          <a:ea typeface="+mn-ea"/>
                        </a:rPr>
                        <a:t>＋</a:t>
                      </a:r>
                      <a:r>
                        <a:rPr kumimoji="1" lang="en-US" altLang="ja-JP" sz="1000" baseline="0">
                          <a:solidFill>
                            <a:schemeClr val="tx1"/>
                          </a:solidFill>
                          <a:latin typeface="+mn-ea"/>
                          <a:ea typeface="+mn-ea"/>
                        </a:rPr>
                        <a:t>Apache Tomcat</a:t>
                      </a:r>
                      <a:r>
                        <a:rPr kumimoji="1" lang="ja-JP" altLang="en-US" sz="1000" baseline="0">
                          <a:solidFill>
                            <a:schemeClr val="tx1"/>
                          </a:solidFill>
                          <a:latin typeface="+mn-ea"/>
                          <a:ea typeface="+mn-ea"/>
                        </a:rPr>
                        <a:t>を採用。</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・上記に伴い、以下アプリ改修を行う。</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-Java8</a:t>
                      </a: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Tomcat9</a:t>
                      </a:r>
                      <a:r>
                        <a:rPr kumimoji="1" lang="ja-JP" altLang="en-US" sz="1000" baseline="0">
                          <a:solidFill>
                            <a:schemeClr val="tx1"/>
                          </a:solidFill>
                          <a:latin typeface="+mn-ea"/>
                          <a:ea typeface="+mn-ea"/>
                        </a:rPr>
                        <a:t>に対応した共通ライブラリ置き換え</a:t>
                      </a:r>
                      <a:br>
                        <a:rPr kumimoji="1" lang="en-US" altLang="ja-JP" sz="1000" baseline="0">
                          <a:solidFill>
                            <a:schemeClr val="tx1"/>
                          </a:solidFill>
                          <a:latin typeface="+mn-ea"/>
                          <a:ea typeface="+mn-ea"/>
                        </a:rPr>
                      </a:b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a:t>
                      </a:r>
                      <a:r>
                        <a:rPr kumimoji="1" lang="en-US" altLang="ja-JP" sz="1000" baseline="0" err="1">
                          <a:solidFill>
                            <a:schemeClr val="tx1"/>
                          </a:solidFill>
                          <a:latin typeface="+mn-ea"/>
                          <a:ea typeface="+mn-ea"/>
                        </a:rPr>
                        <a:t>Weblogic</a:t>
                      </a:r>
                      <a:r>
                        <a:rPr kumimoji="1" lang="ja-JP" altLang="en-US" sz="1000" baseline="0">
                          <a:solidFill>
                            <a:schemeClr val="tx1"/>
                          </a:solidFill>
                          <a:latin typeface="+mn-ea"/>
                          <a:ea typeface="+mn-ea"/>
                        </a:rPr>
                        <a:t>ライブラリを使用した処理の修正</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a:t>
                      </a:r>
                      <a:r>
                        <a:rPr kumimoji="1" lang="ja-JP" altLang="en-US" sz="1000" baseline="0">
                          <a:solidFill>
                            <a:schemeClr val="tx1"/>
                          </a:solidFill>
                          <a:latin typeface="+mn-ea"/>
                          <a:ea typeface="+mn-ea"/>
                        </a:rPr>
                        <a:t>パッケージングを</a:t>
                      </a:r>
                      <a:r>
                        <a:rPr kumimoji="1" lang="en-US" altLang="ja-JP" sz="1000" baseline="0">
                          <a:solidFill>
                            <a:schemeClr val="tx1"/>
                          </a:solidFill>
                          <a:latin typeface="+mn-ea"/>
                          <a:ea typeface="+mn-ea"/>
                        </a:rPr>
                        <a:t>EAR</a:t>
                      </a: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WAR</a:t>
                      </a:r>
                      <a:r>
                        <a:rPr kumimoji="1" lang="ja-JP" altLang="en-US" sz="1000" baseline="0">
                          <a:solidFill>
                            <a:schemeClr val="tx1"/>
                          </a:solidFill>
                          <a:latin typeface="+mn-ea"/>
                          <a:ea typeface="+mn-ea"/>
                        </a:rPr>
                        <a:t>形式変更に伴う各種修正</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a:t>
                      </a:r>
                      <a:r>
                        <a:rPr kumimoji="1" lang="ja-JP" altLang="en-US" sz="1000" baseline="0">
                          <a:solidFill>
                            <a:schemeClr val="tx1"/>
                          </a:solidFill>
                          <a:latin typeface="+mn-ea"/>
                          <a:ea typeface="+mn-ea"/>
                        </a:rPr>
                        <a:t>各種設定ファイルの書き換え</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solidFill>
                            <a:schemeClr val="tx1"/>
                          </a:solidFill>
                          <a:latin typeface="+mn-ea"/>
                          <a:ea typeface="+mn-ea"/>
                        </a:rPr>
                        <a:t>※</a:t>
                      </a:r>
                      <a:r>
                        <a:rPr kumimoji="1" lang="ja-JP" altLang="en-US" sz="1000" baseline="0">
                          <a:solidFill>
                            <a:schemeClr val="tx1"/>
                          </a:solidFill>
                          <a:latin typeface="+mn-ea"/>
                          <a:ea typeface="+mn-ea"/>
                        </a:rPr>
                        <a:t>現行のフレームワーク（</a:t>
                      </a:r>
                      <a:r>
                        <a:rPr kumimoji="1" lang="en-US" altLang="ja-JP" sz="1000" baseline="0">
                          <a:solidFill>
                            <a:schemeClr val="tx1"/>
                          </a:solidFill>
                          <a:latin typeface="+mn-ea"/>
                          <a:ea typeface="+mn-ea"/>
                        </a:rPr>
                        <a:t>Struts</a:t>
                      </a:r>
                      <a:r>
                        <a:rPr kumimoji="1" lang="ja-JP" altLang="en-US" sz="1000" baseline="0">
                          <a:solidFill>
                            <a:schemeClr val="tx1"/>
                          </a:solidFill>
                          <a:latin typeface="+mn-ea"/>
                          <a:ea typeface="+mn-ea"/>
                        </a:rPr>
                        <a:t>）は継続とする。</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361899"/>
                  </a:ext>
                </a:extLst>
              </a:tr>
              <a:tr h="160554">
                <a:tc>
                  <a:txBody>
                    <a:bodyPr/>
                    <a:lstStyle/>
                    <a:p>
                      <a:pPr algn="l"/>
                      <a:r>
                        <a:rPr kumimoji="1" lang="ja-JP" altLang="en-US" sz="1000" baseline="0">
                          <a:latin typeface="+mn-ea"/>
                          <a:ea typeface="+mn-ea"/>
                        </a:rPr>
                        <a:t>バッチ基盤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富士通</a:t>
                      </a:r>
                      <a:endParaRPr kumimoji="1" lang="en-US" altLang="ja-JP" sz="1000" baseline="0">
                        <a:latin typeface="+mn-ea"/>
                        <a:ea typeface="+mn-ea"/>
                      </a:endParaRPr>
                    </a:p>
                    <a:p>
                      <a:pPr algn="l"/>
                      <a:r>
                        <a:rPr kumimoji="1" lang="en-US" altLang="ja-JP" sz="1000" baseline="0">
                          <a:latin typeface="+mn-ea"/>
                          <a:ea typeface="+mn-ea"/>
                        </a:rPr>
                        <a:t>System Walker Operation Manager</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・ユニリタ </a:t>
                      </a:r>
                      <a:r>
                        <a:rPr kumimoji="1" lang="en-US" altLang="ja-JP" sz="1000" baseline="0">
                          <a:solidFill>
                            <a:schemeClr val="tx1"/>
                          </a:solidFill>
                          <a:latin typeface="+mn-ea"/>
                          <a:ea typeface="+mn-ea"/>
                        </a:rPr>
                        <a:t>A-AUTO</a:t>
                      </a:r>
                    </a:p>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IaaS</a:t>
                      </a:r>
                      <a:r>
                        <a:rPr kumimoji="1" lang="ja-JP" altLang="en-US" sz="1000" baseline="0">
                          <a:solidFill>
                            <a:schemeClr val="tx1"/>
                          </a:solidFill>
                          <a:latin typeface="+mn-ea"/>
                          <a:ea typeface="+mn-ea"/>
                        </a:rPr>
                        <a:t>サーバ</a:t>
                      </a:r>
                      <a:endParaRPr kumimoji="1" lang="en-US" altLang="ja-JP" sz="1000" baseline="0">
                        <a:solidFill>
                          <a:schemeClr val="tx1"/>
                        </a:solidFill>
                        <a:latin typeface="+mn-ea"/>
                        <a:ea typeface="+mn-ea"/>
                      </a:endParaRPr>
                    </a:p>
                    <a:p>
                      <a:pPr algn="l"/>
                      <a:r>
                        <a:rPr kumimoji="1" lang="ja-JP" altLang="en-US" sz="1000" baseline="0">
                          <a:solidFill>
                            <a:schemeClr val="tx1"/>
                          </a:solidFill>
                          <a:latin typeface="+mn-ea"/>
                          <a:ea typeface="+mn-ea"/>
                        </a:rPr>
                        <a:t>・</a:t>
                      </a: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SAP</a:t>
                      </a:r>
                      <a:r>
                        <a:rPr kumimoji="1" lang="ja-JP" altLang="en-US" sz="1000" b="0" baseline="0">
                          <a:solidFill>
                            <a:schemeClr val="tx1"/>
                          </a:solidFill>
                          <a:latin typeface="+mn-ea"/>
                          <a:ea typeface="+mn-ea"/>
                        </a:rPr>
                        <a:t>のみ）</a:t>
                      </a:r>
                      <a:r>
                        <a:rPr kumimoji="1" lang="ja-JP" altLang="en-US" sz="1000" baseline="0">
                          <a:solidFill>
                            <a:schemeClr val="tx1"/>
                          </a:solidFill>
                          <a:latin typeface="+mn-ea"/>
                          <a:ea typeface="+mn-ea"/>
                        </a:rPr>
                        <a:t>富士通</a:t>
                      </a:r>
                      <a:endParaRPr kumimoji="1" lang="en-US" altLang="ja-JP" sz="1000" baseline="0">
                        <a:solidFill>
                          <a:schemeClr val="tx1"/>
                        </a:solidFill>
                        <a:latin typeface="+mn-ea"/>
                        <a:ea typeface="+mn-ea"/>
                      </a:endParaRPr>
                    </a:p>
                    <a:p>
                      <a:pPr algn="l"/>
                      <a:r>
                        <a:rPr kumimoji="1" lang="en-US" altLang="ja-JP" sz="1000" baseline="0" err="1">
                          <a:solidFill>
                            <a:schemeClr val="tx1"/>
                          </a:solidFill>
                          <a:latin typeface="+mn-ea"/>
                          <a:ea typeface="+mn-ea"/>
                        </a:rPr>
                        <a:t>SystemWalker</a:t>
                      </a:r>
                      <a:r>
                        <a:rPr kumimoji="1" lang="en-US" altLang="ja-JP" sz="1000" baseline="0">
                          <a:solidFill>
                            <a:schemeClr val="tx1"/>
                          </a:solidFill>
                          <a:latin typeface="+mn-ea"/>
                          <a:ea typeface="+mn-ea"/>
                        </a:rPr>
                        <a:t> Operation Manager</a:t>
                      </a:r>
                      <a:r>
                        <a:rPr kumimoji="1" lang="ja-JP" altLang="en-US" sz="1000" baseline="0">
                          <a:solidFill>
                            <a:schemeClr val="tx1"/>
                          </a:solidFill>
                          <a:latin typeface="+mn-ea"/>
                          <a:ea typeface="+mn-ea"/>
                        </a:rPr>
                        <a:t>（継続利用）</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a:t>
                      </a:r>
                      <a:r>
                        <a:rPr kumimoji="1" lang="en-US" altLang="ja-JP" sz="1000" baseline="0">
                          <a:latin typeface="+mn-ea"/>
                          <a:ea typeface="+mn-ea"/>
                        </a:rPr>
                        <a:t>A-AUTO</a:t>
                      </a:r>
                      <a:r>
                        <a:rPr kumimoji="1" lang="ja-JP" altLang="en-US" sz="1000" baseline="0">
                          <a:latin typeface="+mn-ea"/>
                          <a:ea typeface="+mn-ea"/>
                        </a:rPr>
                        <a:t>を採用とし、現行ジョブを移行する。（</a:t>
                      </a:r>
                      <a:r>
                        <a:rPr kumimoji="1" lang="en-US" altLang="ja-JP" sz="1000" baseline="0">
                          <a:latin typeface="+mn-ea"/>
                          <a:ea typeface="+mn-ea"/>
                        </a:rPr>
                        <a:t>DP</a:t>
                      </a:r>
                      <a:r>
                        <a:rPr kumimoji="1" lang="ja-JP" altLang="en-US" sz="1000" baseline="0">
                          <a:latin typeface="+mn-ea"/>
                          <a:ea typeface="+mn-ea"/>
                        </a:rPr>
                        <a:t>課作業）</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a:t>
                      </a:r>
                      <a:r>
                        <a:rPr kumimoji="1" lang="ja-JP" altLang="en-US" sz="1000" baseline="0">
                          <a:latin typeface="+mn-ea"/>
                          <a:ea typeface="+mn-ea"/>
                        </a:rPr>
                        <a:t>アプリ側は以下を対応。</a:t>
                      </a:r>
                      <a:br>
                        <a:rPr kumimoji="1" lang="en-US" altLang="ja-JP" sz="1000" baseline="0">
                          <a:latin typeface="+mn-ea"/>
                          <a:ea typeface="+mn-ea"/>
                        </a:rPr>
                      </a:br>
                      <a:r>
                        <a:rPr kumimoji="1" lang="ja-JP" altLang="en-US" sz="1000" baseline="0">
                          <a:latin typeface="+mn-ea"/>
                          <a:ea typeface="+mn-ea"/>
                        </a:rPr>
                        <a:t>　　・ジョブネット一覧、ジョブ構成図の資料提供</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FW</a:t>
                      </a:r>
                      <a:r>
                        <a:rPr kumimoji="1" lang="ja-JP" altLang="en-US" sz="1000" baseline="0">
                          <a:latin typeface="+mn-ea"/>
                          <a:ea typeface="+mn-ea"/>
                        </a:rPr>
                        <a:t>申請</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DP</a:t>
                      </a:r>
                      <a:r>
                        <a:rPr kumimoji="1" lang="ja-JP" altLang="en-US" sz="1000" baseline="0">
                          <a:latin typeface="+mn-ea"/>
                          <a:ea typeface="+mn-ea"/>
                        </a:rPr>
                        <a:t>課との認識合わせ（命名ルール等々）</a:t>
                      </a:r>
                      <a:endParaRPr kumimoji="1" lang="en-US" altLang="ja-JP" sz="1000" baseline="0">
                        <a:latin typeface="+mn-ea"/>
                        <a:ea typeface="+mn-ea"/>
                      </a:endParaRPr>
                    </a:p>
                    <a:p>
                      <a:pPr algn="l"/>
                      <a:r>
                        <a:rPr kumimoji="1" lang="ja-JP" altLang="en-US" sz="1000" baseline="0">
                          <a:latin typeface="+mn-ea"/>
                          <a:ea typeface="+mn-ea"/>
                        </a:rPr>
                        <a:t>・バッチ実行環境は</a:t>
                      </a:r>
                      <a:r>
                        <a:rPr kumimoji="1" lang="en-US" altLang="ja-JP" sz="1000" baseline="0">
                          <a:latin typeface="+mn-ea"/>
                          <a:ea typeface="+mn-ea"/>
                        </a:rPr>
                        <a:t>A-AUTO</a:t>
                      </a:r>
                      <a:r>
                        <a:rPr kumimoji="1" lang="ja-JP" altLang="en-US" sz="1000" baseline="0">
                          <a:latin typeface="+mn-ea"/>
                          <a:ea typeface="+mn-ea"/>
                        </a:rPr>
                        <a:t>バッチ実行サーバとする。</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9158487"/>
                  </a:ext>
                </a:extLst>
              </a:tr>
              <a:tr h="160554">
                <a:tc>
                  <a:txBody>
                    <a:bodyPr/>
                    <a:lstStyle/>
                    <a:p>
                      <a:pPr algn="l"/>
                      <a:r>
                        <a:rPr kumimoji="1" lang="ja-JP" altLang="en-US" sz="1000" baseline="0">
                          <a:latin typeface="+mn-ea"/>
                          <a:ea typeface="+mn-ea"/>
                        </a:rPr>
                        <a:t>認証基盤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認証</a:t>
                      </a:r>
                      <a:r>
                        <a:rPr kumimoji="1" lang="en-US" altLang="ja-JP" sz="1000" baseline="0">
                          <a:latin typeface="+mn-ea"/>
                          <a:ea typeface="+mn-ea"/>
                        </a:rPr>
                        <a:t>AP</a:t>
                      </a:r>
                      <a:r>
                        <a:rPr kumimoji="1" lang="ja-JP" altLang="en-US" sz="1000" baseline="0">
                          <a:latin typeface="+mn-ea"/>
                          <a:ea typeface="+mn-ea"/>
                        </a:rPr>
                        <a:t>：</a:t>
                      </a:r>
                      <a:endParaRPr kumimoji="1" lang="en-US" altLang="ja-JP" sz="1000" baseline="0">
                        <a:latin typeface="+mn-ea"/>
                        <a:ea typeface="+mn-ea"/>
                      </a:endParaRPr>
                    </a:p>
                    <a:p>
                      <a:pPr algn="l"/>
                      <a:r>
                        <a:rPr kumimoji="1" lang="ja-JP" altLang="en-US" sz="1000" baseline="0">
                          <a:latin typeface="+mn-ea"/>
                          <a:ea typeface="+mn-ea"/>
                        </a:rPr>
                        <a:t>・</a:t>
                      </a:r>
                      <a:r>
                        <a:rPr kumimoji="1" lang="en-US" altLang="ja-JP" sz="1000" baseline="0">
                          <a:latin typeface="+mn-ea"/>
                          <a:ea typeface="+mn-ea"/>
                        </a:rPr>
                        <a:t>Oracle WebLogic</a:t>
                      </a:r>
                    </a:p>
                    <a:p>
                      <a:pPr algn="l"/>
                      <a:r>
                        <a:rPr kumimoji="1" lang="ja-JP" altLang="en-US" sz="1000" baseline="0">
                          <a:latin typeface="+mn-ea"/>
                          <a:ea typeface="+mn-ea"/>
                        </a:rPr>
                        <a:t>認証</a:t>
                      </a:r>
                      <a:r>
                        <a:rPr kumimoji="1" lang="en-US" altLang="ja-JP" sz="1000" baseline="0">
                          <a:latin typeface="+mn-ea"/>
                          <a:ea typeface="+mn-ea"/>
                        </a:rPr>
                        <a:t>LDAP</a:t>
                      </a:r>
                      <a:r>
                        <a:rPr kumimoji="1" lang="ja-JP" altLang="en-US" sz="1000" baseline="0">
                          <a:latin typeface="+mn-ea"/>
                          <a:ea typeface="+mn-ea"/>
                        </a:rPr>
                        <a:t>：</a:t>
                      </a:r>
                      <a:endParaRPr kumimoji="1" lang="en-US" altLang="ja-JP" sz="1000" baseline="0">
                        <a:latin typeface="+mn-ea"/>
                        <a:ea typeface="+mn-ea"/>
                      </a:endParaRPr>
                    </a:p>
                    <a:p>
                      <a:pPr algn="l"/>
                      <a:r>
                        <a:rPr kumimoji="1" lang="ja-JP" altLang="en-US" sz="1000" baseline="0">
                          <a:latin typeface="+mn-ea"/>
                          <a:ea typeface="+mn-ea"/>
                        </a:rPr>
                        <a:t>・</a:t>
                      </a:r>
                      <a:r>
                        <a:rPr kumimoji="1" lang="en-US" altLang="ja-JP" sz="1000" baseline="0">
                          <a:latin typeface="+mn-ea"/>
                          <a:ea typeface="+mn-ea"/>
                        </a:rPr>
                        <a:t>Open LDAP</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a:t>
                      </a:r>
                      <a:r>
                        <a:rPr kumimoji="1" lang="en-US" altLang="ja-JP" sz="1000" baseline="0" err="1">
                          <a:solidFill>
                            <a:schemeClr val="tx1"/>
                          </a:solidFill>
                          <a:latin typeface="+mn-ea"/>
                          <a:ea typeface="+mn-ea"/>
                        </a:rPr>
                        <a:t>Entra</a:t>
                      </a:r>
                      <a:r>
                        <a:rPr kumimoji="1" lang="en-US" altLang="ja-JP" sz="1000" baseline="0">
                          <a:solidFill>
                            <a:schemeClr val="tx1"/>
                          </a:solidFill>
                          <a:latin typeface="+mn-ea"/>
                          <a:ea typeface="+mn-ea"/>
                        </a:rPr>
                        <a:t> ID</a:t>
                      </a:r>
                      <a:r>
                        <a:rPr kumimoji="1" lang="ja-JP" altLang="en-US" sz="1000" baseline="0">
                          <a:solidFill>
                            <a:schemeClr val="tx1"/>
                          </a:solidFill>
                          <a:latin typeface="+mn-ea"/>
                          <a:ea typeface="+mn-ea"/>
                        </a:rPr>
                        <a:t>（旧</a:t>
                      </a:r>
                      <a:r>
                        <a:rPr kumimoji="1" lang="en-US" altLang="ja-JP" sz="1000" baseline="0">
                          <a:solidFill>
                            <a:schemeClr val="tx1"/>
                          </a:solidFill>
                          <a:latin typeface="+mn-ea"/>
                          <a:ea typeface="+mn-ea"/>
                        </a:rPr>
                        <a:t>Azure AD</a:t>
                      </a:r>
                      <a:r>
                        <a:rPr kumimoji="1" lang="ja-JP" altLang="en-US" sz="1000" baseline="0">
                          <a:solidFill>
                            <a:schemeClr val="tx1"/>
                          </a:solidFill>
                          <a:latin typeface="+mn-ea"/>
                          <a:ea typeface="+mn-ea"/>
                        </a:rPr>
                        <a:t>）</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ヤード操業</a:t>
                      </a:r>
                      <a:endParaRPr kumimoji="1" lang="en-US" altLang="ja-JP" sz="1000" baseline="0">
                        <a:latin typeface="+mn-ea"/>
                        <a:ea typeface="+mn-ea"/>
                      </a:endParaRPr>
                    </a:p>
                    <a:p>
                      <a:pPr algn="l"/>
                      <a:r>
                        <a:rPr kumimoji="1" lang="ja-JP" altLang="en-US" sz="1000" baseline="0">
                          <a:latin typeface="+mn-ea"/>
                          <a:ea typeface="+mn-ea"/>
                        </a:rPr>
                        <a:t>・ログイン時の認証を</a:t>
                      </a:r>
                      <a:r>
                        <a:rPr kumimoji="1" lang="en-US" altLang="ja-JP" sz="1000" baseline="0">
                          <a:latin typeface="+mn-ea"/>
                          <a:ea typeface="+mn-ea"/>
                        </a:rPr>
                        <a:t>Azure </a:t>
                      </a:r>
                      <a:r>
                        <a:rPr kumimoji="1" lang="en-US" altLang="ja-JP" sz="1000" baseline="0" err="1">
                          <a:latin typeface="+mn-ea"/>
                          <a:ea typeface="+mn-ea"/>
                        </a:rPr>
                        <a:t>Entra</a:t>
                      </a:r>
                      <a:r>
                        <a:rPr kumimoji="1" lang="en-US" altLang="ja-JP" sz="1000" baseline="0">
                          <a:latin typeface="+mn-ea"/>
                          <a:ea typeface="+mn-ea"/>
                        </a:rPr>
                        <a:t> ID</a:t>
                      </a:r>
                      <a:r>
                        <a:rPr kumimoji="1" lang="ja-JP" altLang="en-US" sz="1000" baseline="0">
                          <a:latin typeface="+mn-ea"/>
                          <a:ea typeface="+mn-ea"/>
                        </a:rPr>
                        <a:t>に変更</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a:t>
                      </a:r>
                      <a:r>
                        <a:rPr kumimoji="1" lang="en-US" altLang="ja-JP" sz="1000" baseline="0" err="1">
                          <a:latin typeface="+mn-ea"/>
                          <a:ea typeface="+mn-ea"/>
                        </a:rPr>
                        <a:t>Entra</a:t>
                      </a:r>
                      <a:r>
                        <a:rPr kumimoji="1" lang="en-US" altLang="ja-JP" sz="1000" baseline="0">
                          <a:latin typeface="+mn-ea"/>
                          <a:ea typeface="+mn-ea"/>
                        </a:rPr>
                        <a:t> ID</a:t>
                      </a:r>
                      <a:r>
                        <a:rPr kumimoji="1" lang="ja-JP" altLang="en-US" sz="1000" baseline="0" err="1">
                          <a:latin typeface="+mn-ea"/>
                          <a:ea typeface="+mn-ea"/>
                        </a:rPr>
                        <a:t>での</a:t>
                      </a:r>
                      <a:r>
                        <a:rPr kumimoji="1" lang="ja-JP" altLang="en-US" sz="1000" baseline="0">
                          <a:latin typeface="+mn-ea"/>
                          <a:ea typeface="+mn-ea"/>
                        </a:rPr>
                        <a:t>認証に対応した共通ライブラリ置き換え</a:t>
                      </a:r>
                      <a:endParaRPr kumimoji="1" lang="en-US" altLang="ja-JP" sz="1000" baseline="0">
                        <a:latin typeface="+mn-ea"/>
                        <a:ea typeface="+mn-ea"/>
                      </a:endParaRPr>
                    </a:p>
                    <a:p>
                      <a:pPr algn="l"/>
                      <a:r>
                        <a:rPr kumimoji="1" lang="ja-JP" altLang="en-US" sz="1000" baseline="0">
                          <a:latin typeface="+mn-ea"/>
                          <a:ea typeface="+mn-ea"/>
                        </a:rPr>
                        <a:t>　</a:t>
                      </a:r>
                      <a:r>
                        <a:rPr kumimoji="1" lang="en-US" altLang="ja-JP" sz="1000" baseline="0">
                          <a:latin typeface="+mn-ea"/>
                          <a:ea typeface="+mn-ea"/>
                        </a:rPr>
                        <a:t>-SSL</a:t>
                      </a:r>
                      <a:r>
                        <a:rPr kumimoji="1" lang="ja-JP" altLang="en-US" sz="1000" baseline="0">
                          <a:latin typeface="+mn-ea"/>
                          <a:ea typeface="+mn-ea"/>
                        </a:rPr>
                        <a:t>化（</a:t>
                      </a:r>
                      <a:r>
                        <a:rPr kumimoji="1" lang="en-US" altLang="ja-JP" sz="1000" baseline="0">
                          <a:latin typeface="+mn-ea"/>
                          <a:ea typeface="+mn-ea"/>
                        </a:rPr>
                        <a:t>HTTPS</a:t>
                      </a:r>
                      <a:r>
                        <a:rPr kumimoji="1" lang="ja-JP" altLang="en-US" sz="1000" baseline="0">
                          <a:latin typeface="+mn-ea"/>
                          <a:ea typeface="+mn-ea"/>
                        </a:rPr>
                        <a:t>化）に伴うアプリ修正（</a:t>
                      </a:r>
                      <a:r>
                        <a:rPr kumimoji="1" lang="en-US" altLang="ja-JP" sz="1000" baseline="0" err="1">
                          <a:latin typeface="+mn-ea"/>
                          <a:ea typeface="+mn-ea"/>
                        </a:rPr>
                        <a:t>EntraID</a:t>
                      </a:r>
                      <a:r>
                        <a:rPr kumimoji="1" lang="ja-JP" altLang="en-US" sz="1000" baseline="0">
                          <a:latin typeface="+mn-ea"/>
                          <a:ea typeface="+mn-ea"/>
                        </a:rPr>
                        <a:t>認証に必要）</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a:t>
                      </a:r>
                      <a:r>
                        <a:rPr kumimoji="1" lang="en-US" altLang="ja-JP" sz="1000" baseline="0" err="1">
                          <a:latin typeface="+mn-ea"/>
                          <a:ea typeface="+mn-ea"/>
                        </a:rPr>
                        <a:t>Entra</a:t>
                      </a:r>
                      <a:r>
                        <a:rPr kumimoji="1" lang="en-US" altLang="ja-JP" sz="1000" baseline="0">
                          <a:latin typeface="+mn-ea"/>
                          <a:ea typeface="+mn-ea"/>
                        </a:rPr>
                        <a:t> ID</a:t>
                      </a:r>
                      <a:r>
                        <a:rPr kumimoji="1" lang="ja-JP" altLang="en-US" sz="1000" baseline="0">
                          <a:latin typeface="+mn-ea"/>
                          <a:ea typeface="+mn-ea"/>
                        </a:rPr>
                        <a:t>利用に必要な各種申請（業務大別</a:t>
                      </a:r>
                      <a:r>
                        <a:rPr kumimoji="1" lang="en-US" altLang="ja-JP" sz="1000" baseline="0">
                          <a:latin typeface="+mn-ea"/>
                          <a:ea typeface="+mn-ea"/>
                        </a:rPr>
                        <a:t>CD</a:t>
                      </a:r>
                      <a:r>
                        <a:rPr kumimoji="1" lang="ja-JP" altLang="en-US" sz="1000" baseline="0" err="1">
                          <a:latin typeface="+mn-ea"/>
                          <a:ea typeface="+mn-ea"/>
                        </a:rPr>
                        <a:t>、</a:t>
                      </a:r>
                      <a:r>
                        <a:rPr kumimoji="1" lang="en-US" altLang="ja-JP" sz="1000" baseline="0">
                          <a:latin typeface="+mn-ea"/>
                          <a:ea typeface="+mn-ea"/>
                        </a:rPr>
                        <a:t>IDM</a:t>
                      </a:r>
                      <a:r>
                        <a:rPr kumimoji="1" lang="ja-JP" altLang="en-US" sz="1000" baseline="0" err="1">
                          <a:latin typeface="+mn-ea"/>
                          <a:ea typeface="+mn-ea"/>
                        </a:rPr>
                        <a:t>、</a:t>
                      </a:r>
                      <a:r>
                        <a:rPr kumimoji="1" lang="en-US" altLang="ja-JP" sz="1000" baseline="0" err="1">
                          <a:latin typeface="+mn-ea"/>
                          <a:ea typeface="+mn-ea"/>
                        </a:rPr>
                        <a:t>EntraID</a:t>
                      </a:r>
                      <a:r>
                        <a:rPr kumimoji="1" lang="ja-JP" altLang="en-US" sz="1000" baseline="0">
                          <a:latin typeface="+mn-ea"/>
                          <a:ea typeface="+mn-ea"/>
                        </a:rPr>
                        <a:t>利用）</a:t>
                      </a:r>
                      <a:endParaRPr kumimoji="1" lang="en-US" altLang="ja-JP" sz="1000" baseline="0">
                        <a:latin typeface="+mn-ea"/>
                        <a:ea typeface="+mn-ea"/>
                      </a:endParaRPr>
                    </a:p>
                    <a:p>
                      <a:pPr algn="l"/>
                      <a:r>
                        <a:rPr kumimoji="1" lang="ja-JP" altLang="en-US" sz="1000" baseline="0">
                          <a:latin typeface="+mn-ea"/>
                          <a:ea typeface="+mn-ea"/>
                        </a:rPr>
                        <a:t>工場システム</a:t>
                      </a:r>
                      <a:endParaRPr kumimoji="1" lang="en-US" altLang="ja-JP" sz="1000" baseline="0">
                        <a:latin typeface="+mn-ea"/>
                        <a:ea typeface="+mn-ea"/>
                      </a:endParaRPr>
                    </a:p>
                    <a:p>
                      <a:pPr algn="l"/>
                      <a:r>
                        <a:rPr kumimoji="1" lang="ja-JP" altLang="en-US" sz="1000" baseline="0">
                          <a:latin typeface="+mn-ea"/>
                          <a:ea typeface="+mn-ea"/>
                        </a:rPr>
                        <a:t>上記に加え、以下を対応。</a:t>
                      </a:r>
                      <a:endParaRPr kumimoji="1" lang="en-US" altLang="ja-JP" sz="1000" baseline="0">
                        <a:latin typeface="+mn-ea"/>
                        <a:ea typeface="+mn-ea"/>
                      </a:endParaRPr>
                    </a:p>
                    <a:p>
                      <a:pPr algn="l"/>
                      <a:r>
                        <a:rPr kumimoji="1" lang="ja-JP" altLang="en-US" sz="1000" baseline="0">
                          <a:latin typeface="+mn-ea"/>
                          <a:ea typeface="+mn-ea"/>
                        </a:rPr>
                        <a:t>・共通ログインを廃止。</a:t>
                      </a:r>
                      <a:br>
                        <a:rPr kumimoji="1" lang="en-US" altLang="ja-JP" sz="1000" baseline="0">
                          <a:latin typeface="+mn-ea"/>
                          <a:ea typeface="+mn-ea"/>
                        </a:rPr>
                      </a:br>
                      <a:r>
                        <a:rPr kumimoji="1" lang="ja-JP" altLang="en-US" sz="1000" baseline="0">
                          <a:latin typeface="+mn-ea"/>
                          <a:ea typeface="+mn-ea"/>
                        </a:rPr>
                        <a:t>　アプリトップページに認証処理を追加し、直接遷移する方式とする。</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algn="l"/>
                      <a:r>
                        <a:rPr kumimoji="1" lang="ja-JP" altLang="en-US" sz="1000" baseline="0">
                          <a:latin typeface="+mn-ea"/>
                          <a:ea typeface="+mn-ea"/>
                        </a:rPr>
                        <a:t>⑥ヤード操業システム</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5633047"/>
                  </a:ext>
                </a:extLst>
              </a:tr>
            </a:tbl>
          </a:graphicData>
        </a:graphic>
      </p:graphicFrame>
    </p:spTree>
    <p:extLst>
      <p:ext uri="{BB962C8B-B14F-4D97-AF65-F5344CB8AC3E}">
        <p14:creationId xmlns:p14="http://schemas.microsoft.com/office/powerpoint/2010/main" val="2858731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8EA2-BDC4-A1A1-29C7-759BE8D565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8D367D-4AFA-E817-4247-8ABC9AC43C49}"/>
              </a:ext>
            </a:extLst>
          </p:cNvPr>
          <p:cNvSpPr>
            <a:spLocks noGrp="1"/>
          </p:cNvSpPr>
          <p:nvPr>
            <p:ph type="title"/>
          </p:nvPr>
        </p:nvSpPr>
        <p:spPr/>
        <p:txBody>
          <a:bodyPr/>
          <a:lstStyle/>
          <a:p>
            <a:r>
              <a:rPr lang="ja-JP" altLang="en-US"/>
              <a:t>１．</a:t>
            </a:r>
            <a:r>
              <a:rPr kumimoji="1" lang="en-US" altLang="ja-JP"/>
              <a:t>Azure</a:t>
            </a:r>
            <a:r>
              <a:rPr kumimoji="1" lang="ja-JP" altLang="en-US"/>
              <a:t>移行方針</a:t>
            </a:r>
            <a:r>
              <a:rPr lang="ja-JP" altLang="en-US"/>
              <a:t>  </a:t>
            </a:r>
            <a:r>
              <a:rPr lang="en-US" altLang="ja-JP"/>
              <a:t>2/2</a:t>
            </a:r>
            <a:endParaRPr kumimoji="1" lang="ja-JP" altLang="en-US"/>
          </a:p>
        </p:txBody>
      </p:sp>
      <p:sp>
        <p:nvSpPr>
          <p:cNvPr id="7" name="日付プレースホルダー 2">
            <a:extLst>
              <a:ext uri="{FF2B5EF4-FFF2-40B4-BE49-F238E27FC236}">
                <a16:creationId xmlns:a16="http://schemas.microsoft.com/office/drawing/2014/main" id="{DEBD4F15-693B-1BC8-23A6-778883B6CBB6}"/>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F7F7380D-9FCA-8AA2-D13C-2F8224C00B23}"/>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1" name="表 10">
            <a:extLst>
              <a:ext uri="{FF2B5EF4-FFF2-40B4-BE49-F238E27FC236}">
                <a16:creationId xmlns:a16="http://schemas.microsoft.com/office/drawing/2014/main" id="{28876C5C-A126-4983-8F28-2BFE3AB76A7F}"/>
              </a:ext>
            </a:extLst>
          </p:cNvPr>
          <p:cNvGraphicFramePr>
            <a:graphicFrameLocks noGrp="1"/>
          </p:cNvGraphicFramePr>
          <p:nvPr>
            <p:extLst>
              <p:ext uri="{D42A27DB-BD31-4B8C-83A1-F6EECF244321}">
                <p14:modId xmlns:p14="http://schemas.microsoft.com/office/powerpoint/2010/main" val="3046439389"/>
              </p:ext>
            </p:extLst>
          </p:nvPr>
        </p:nvGraphicFramePr>
        <p:xfrm>
          <a:off x="539400" y="1116000"/>
          <a:ext cx="11113200" cy="5287573"/>
        </p:xfrm>
        <a:graphic>
          <a:graphicData uri="http://schemas.openxmlformats.org/drawingml/2006/table">
            <a:tbl>
              <a:tblPr firstRow="1" bandRow="1">
                <a:tableStyleId>{5C22544A-7EE6-4342-B048-85BDC9FD1C3A}</a:tableStyleId>
              </a:tblPr>
              <a:tblGrid>
                <a:gridCol w="939600">
                  <a:extLst>
                    <a:ext uri="{9D8B030D-6E8A-4147-A177-3AD203B41FA5}">
                      <a16:colId xmlns:a16="http://schemas.microsoft.com/office/drawing/2014/main" val="3219009856"/>
                    </a:ext>
                  </a:extLst>
                </a:gridCol>
                <a:gridCol w="1371600">
                  <a:extLst>
                    <a:ext uri="{9D8B030D-6E8A-4147-A177-3AD203B41FA5}">
                      <a16:colId xmlns:a16="http://schemas.microsoft.com/office/drawing/2014/main" val="40445666"/>
                    </a:ext>
                  </a:extLst>
                </a:gridCol>
                <a:gridCol w="2354400">
                  <a:extLst>
                    <a:ext uri="{9D8B030D-6E8A-4147-A177-3AD203B41FA5}">
                      <a16:colId xmlns:a16="http://schemas.microsoft.com/office/drawing/2014/main" val="1184009231"/>
                    </a:ext>
                  </a:extLst>
                </a:gridCol>
                <a:gridCol w="4460400">
                  <a:extLst>
                    <a:ext uri="{9D8B030D-6E8A-4147-A177-3AD203B41FA5}">
                      <a16:colId xmlns:a16="http://schemas.microsoft.com/office/drawing/2014/main" val="699857513"/>
                    </a:ext>
                  </a:extLst>
                </a:gridCol>
                <a:gridCol w="1987200">
                  <a:extLst>
                    <a:ext uri="{9D8B030D-6E8A-4147-A177-3AD203B41FA5}">
                      <a16:colId xmlns:a16="http://schemas.microsoft.com/office/drawing/2014/main" val="860621372"/>
                    </a:ext>
                  </a:extLst>
                </a:gridCol>
              </a:tblGrid>
              <a:tr h="1573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現行の共通基盤</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共通基盤</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次期アーキで利用するサービス</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工場システム移行方針</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対象システム</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51390071"/>
                  </a:ext>
                </a:extLst>
              </a:tr>
              <a:tr h="156314">
                <a:tc rowSpan="4">
                  <a:txBody>
                    <a:bodyPr/>
                    <a:lstStyle/>
                    <a:p>
                      <a:pPr algn="l"/>
                      <a:r>
                        <a:rPr kumimoji="1" lang="ja-JP" altLang="en-US" sz="1000" baseline="0">
                          <a:latin typeface="+mn-ea"/>
                          <a:ea typeface="+mn-ea"/>
                        </a:rPr>
                        <a:t>連携基盤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en-US" altLang="ja-JP" sz="1000" baseline="0">
                          <a:latin typeface="+mn-ea"/>
                          <a:ea typeface="+mn-ea"/>
                        </a:rPr>
                        <a:t>Oracle Service Bus</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API Management</a:t>
                      </a:r>
                    </a:p>
                    <a:p>
                      <a:pPr algn="l"/>
                      <a:r>
                        <a:rPr kumimoji="1" lang="ja-JP" altLang="en-US" sz="1000" baseline="0">
                          <a:solidFill>
                            <a:schemeClr val="tx1"/>
                          </a:solidFill>
                          <a:latin typeface="+mn-ea"/>
                          <a:ea typeface="+mn-ea"/>
                        </a:rPr>
                        <a:t>　＊社内用 </a:t>
                      </a:r>
                      <a:r>
                        <a:rPr kumimoji="1" lang="en-US" altLang="ja-JP" sz="1000" baseline="0">
                          <a:solidFill>
                            <a:schemeClr val="tx1"/>
                          </a:solidFill>
                          <a:latin typeface="+mn-ea"/>
                          <a:ea typeface="+mn-ea"/>
                        </a:rPr>
                        <a:t>/ </a:t>
                      </a:r>
                      <a:r>
                        <a:rPr kumimoji="1" lang="ja-JP" altLang="en-US" sz="1000" baseline="0">
                          <a:solidFill>
                            <a:schemeClr val="tx1"/>
                          </a:solidFill>
                          <a:latin typeface="+mn-ea"/>
                          <a:ea typeface="+mn-ea"/>
                        </a:rPr>
                        <a:t>社外用を構築予定</a:t>
                      </a:r>
                      <a:endParaRPr kumimoji="1" lang="en-US" altLang="ja-JP" sz="1000" baseline="0">
                        <a:solidFill>
                          <a:schemeClr val="tx1"/>
                        </a:solidFill>
                        <a:latin typeface="+mn-ea"/>
                        <a:ea typeface="+mn-ea"/>
                      </a:endParaRPr>
                    </a:p>
                    <a:p>
                      <a:pPr algn="l"/>
                      <a:r>
                        <a:rPr kumimoji="1" lang="ja-JP" altLang="en-US" sz="1000" strike="dblStrike" baseline="0">
                          <a:solidFill>
                            <a:schemeClr val="tx1"/>
                          </a:solidFill>
                          <a:latin typeface="+mn-ea"/>
                          <a:ea typeface="+mn-ea"/>
                        </a:rPr>
                        <a:t>・</a:t>
                      </a:r>
                      <a:r>
                        <a:rPr kumimoji="1" lang="en-US" altLang="ja-JP" sz="1000" strike="dblStrike" baseline="0">
                          <a:solidFill>
                            <a:schemeClr val="tx1"/>
                          </a:solidFill>
                          <a:latin typeface="+mn-ea"/>
                          <a:ea typeface="+mn-ea"/>
                        </a:rPr>
                        <a:t>DIH</a:t>
                      </a:r>
                    </a:p>
                    <a:p>
                      <a:pPr algn="l"/>
                      <a:r>
                        <a:rPr kumimoji="1" lang="ja-JP" altLang="en-US" sz="1000" strike="noStrike" baseline="0">
                          <a:solidFill>
                            <a:schemeClr val="tx1"/>
                          </a:solidFill>
                          <a:latin typeface="+mn-ea"/>
                          <a:ea typeface="+mn-ea"/>
                        </a:rPr>
                        <a:t>・</a:t>
                      </a:r>
                      <a:r>
                        <a:rPr kumimoji="1" lang="en-US" altLang="ja-JP" sz="1000" strike="noStrike" baseline="0">
                          <a:solidFill>
                            <a:schemeClr val="tx1"/>
                          </a:solidFill>
                          <a:latin typeface="+mn-ea"/>
                          <a:ea typeface="+mn-ea"/>
                        </a:rPr>
                        <a:t>Azure Data Factory</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19039369"/>
                  </a:ext>
                </a:extLst>
              </a:tr>
              <a:tr h="156314">
                <a:tc v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en-US" altLang="ja-JP" sz="1000" baseline="0">
                          <a:latin typeface="+mn-ea"/>
                          <a:ea typeface="+mn-ea"/>
                        </a:rPr>
                        <a:t>DIH</a:t>
                      </a:r>
                      <a:r>
                        <a:rPr kumimoji="1" lang="ja-JP" altLang="en-US" sz="1000" strike="dblStrike" baseline="0">
                          <a:latin typeface="+mn-ea"/>
                          <a:ea typeface="+mn-ea"/>
                        </a:rPr>
                        <a:t>（継続利用）</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strike="noStrike" baseline="0">
                          <a:solidFill>
                            <a:schemeClr val="tx1"/>
                          </a:solidFill>
                          <a:latin typeface="+mn-ea"/>
                          <a:ea typeface="+mn-ea"/>
                        </a:rPr>
                        <a:t>・</a:t>
                      </a:r>
                      <a:r>
                        <a:rPr kumimoji="1" lang="en-US" altLang="ja-JP" sz="1050" strike="noStrike" baseline="0">
                          <a:solidFill>
                            <a:schemeClr val="tx1"/>
                          </a:solidFill>
                          <a:latin typeface="+mn-ea"/>
                          <a:ea typeface="+mn-ea"/>
                        </a:rPr>
                        <a:t>Azure Data Factory</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77892928"/>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PI</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4111605"/>
                  </a:ext>
                </a:extLst>
              </a:tr>
              <a:tr h="156314">
                <a:tc v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gridSpan="2">
                  <a:txBody>
                    <a:bodyPr/>
                    <a:lstStyle/>
                    <a:p>
                      <a:pPr algn="l"/>
                      <a:r>
                        <a:rPr kumimoji="1" lang="ja-JP" altLang="en-US" sz="1000" baseline="0">
                          <a:latin typeface="+mn-ea"/>
                          <a:ea typeface="+mn-ea"/>
                        </a:rPr>
                        <a:t>共通</a:t>
                      </a:r>
                      <a:r>
                        <a:rPr kumimoji="1" lang="en-US" altLang="ja-JP" sz="1000" baseline="0">
                          <a:latin typeface="+mn-ea"/>
                          <a:ea typeface="+mn-ea"/>
                        </a:rPr>
                        <a:t>S/L</a:t>
                      </a:r>
                      <a:r>
                        <a:rPr kumimoji="1" lang="ja-JP" altLang="en-US" sz="1000" baseline="0">
                          <a:latin typeface="+mn-ea"/>
                          <a:ea typeface="+mn-ea"/>
                        </a:rPr>
                        <a:t>：</a:t>
                      </a:r>
                      <a:r>
                        <a:rPr kumimoji="1" lang="en-US" altLang="ja-JP" sz="1000" baseline="0">
                          <a:latin typeface="+mn-ea"/>
                          <a:ea typeface="+mn-ea"/>
                        </a:rPr>
                        <a:t>OWFT, HULFT</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mn-ea"/>
                          <a:ea typeface="+mn-ea"/>
                        </a:rPr>
                        <a:t>・連携</a:t>
                      </a:r>
                      <a:r>
                        <a:rPr kumimoji="1" lang="en-US" altLang="ja-JP" sz="1000" baseline="0">
                          <a:latin typeface="+mn-ea"/>
                          <a:ea typeface="+mn-ea"/>
                        </a:rPr>
                        <a:t>NAS</a:t>
                      </a:r>
                      <a:r>
                        <a:rPr kumimoji="1" lang="ja-JP" altLang="en-US" sz="1000" baseline="0">
                          <a:latin typeface="+mn-ea"/>
                          <a:ea typeface="+mn-ea"/>
                        </a:rPr>
                        <a:t>を継続利用</a:t>
                      </a:r>
                      <a:br>
                        <a:rPr kumimoji="1" lang="en-US" altLang="ja-JP" sz="1000" baseline="0">
                          <a:latin typeface="+mn-ea"/>
                          <a:ea typeface="+mn-ea"/>
                        </a:rPr>
                      </a:br>
                      <a:r>
                        <a:rPr kumimoji="1" lang="en-US" altLang="ja-JP" sz="1000" baseline="0">
                          <a:latin typeface="+mn-ea"/>
                          <a:ea typeface="+mn-ea"/>
                        </a:rPr>
                        <a:t>※2025/10</a:t>
                      </a:r>
                      <a:r>
                        <a:rPr kumimoji="1" lang="ja-JP" altLang="en-US" sz="1000" baseline="0">
                          <a:latin typeface="+mn-ea"/>
                          <a:ea typeface="+mn-ea"/>
                        </a:rPr>
                        <a:t>に館林連携</a:t>
                      </a:r>
                      <a:r>
                        <a:rPr kumimoji="1" lang="en-US" altLang="ja-JP" sz="1000" baseline="0">
                          <a:latin typeface="+mn-ea"/>
                          <a:ea typeface="+mn-ea"/>
                        </a:rPr>
                        <a:t>NAS</a:t>
                      </a:r>
                      <a:r>
                        <a:rPr kumimoji="1" lang="ja-JP" altLang="en-US" sz="1000" baseline="0">
                          <a:latin typeface="+mn-ea"/>
                          <a:ea typeface="+mn-ea"/>
                        </a:rPr>
                        <a:t>が</a:t>
                      </a:r>
                      <a:r>
                        <a:rPr kumimoji="1" lang="en-US" altLang="ja-JP" sz="1000" baseline="0" err="1">
                          <a:latin typeface="+mn-ea"/>
                          <a:ea typeface="+mn-ea"/>
                        </a:rPr>
                        <a:t>AzureNetAppFiles</a:t>
                      </a:r>
                      <a:r>
                        <a:rPr kumimoji="1" lang="ja-JP" altLang="en-US" sz="1000" baseline="0">
                          <a:latin typeface="+mn-ea"/>
                          <a:ea typeface="+mn-ea"/>
                        </a:rPr>
                        <a:t>（</a:t>
                      </a:r>
                      <a:r>
                        <a:rPr kumimoji="1" lang="en-US" altLang="ja-JP" sz="1000" baseline="0">
                          <a:latin typeface="+mn-ea"/>
                          <a:ea typeface="+mn-ea"/>
                        </a:rPr>
                        <a:t>ANF</a:t>
                      </a:r>
                      <a:r>
                        <a:rPr kumimoji="1" lang="ja-JP" altLang="en-US" sz="1000" baseline="0">
                          <a:latin typeface="+mn-ea"/>
                          <a:ea typeface="+mn-ea"/>
                        </a:rPr>
                        <a:t>）へ移行され、継続利用。</a:t>
                      </a:r>
                      <a:endParaRPr kumimoji="1" lang="en-US" altLang="ja-JP" sz="1000" baseline="0">
                        <a:latin typeface="+mn-ea"/>
                        <a:ea typeface="+mn-ea"/>
                      </a:endParaRPr>
                    </a:p>
                    <a:p>
                      <a:pPr algn="l"/>
                      <a:r>
                        <a:rPr kumimoji="1" lang="en-US" altLang="ja-JP" sz="1000" baseline="0">
                          <a:latin typeface="+mn-ea"/>
                          <a:ea typeface="+mn-ea"/>
                        </a:rPr>
                        <a:t>※</a:t>
                      </a:r>
                      <a:r>
                        <a:rPr kumimoji="1" lang="en-US" altLang="ja-JP" sz="1000" baseline="0" err="1">
                          <a:latin typeface="+mn-ea"/>
                          <a:ea typeface="+mn-ea"/>
                        </a:rPr>
                        <a:t>AppService</a:t>
                      </a:r>
                      <a:r>
                        <a:rPr kumimoji="1" lang="ja-JP" altLang="en-US" sz="1000" baseline="0">
                          <a:latin typeface="+mn-ea"/>
                          <a:ea typeface="+mn-ea"/>
                        </a:rPr>
                        <a:t>から</a:t>
                      </a:r>
                      <a:r>
                        <a:rPr kumimoji="1" lang="en-US" altLang="ja-JP" sz="1000" baseline="0">
                          <a:latin typeface="+mn-ea"/>
                          <a:ea typeface="+mn-ea"/>
                        </a:rPr>
                        <a:t>ANF</a:t>
                      </a:r>
                      <a:r>
                        <a:rPr kumimoji="1" lang="ja-JP" altLang="en-US" sz="1000" baseline="0">
                          <a:latin typeface="+mn-ea"/>
                          <a:ea typeface="+mn-ea"/>
                        </a:rPr>
                        <a:t>にマウントができない課題あり。</a:t>
                      </a:r>
                      <a:br>
                        <a:rPr kumimoji="1" lang="en-US" altLang="ja-JP" sz="1000" baseline="0">
                          <a:latin typeface="+mn-ea"/>
                          <a:ea typeface="+mn-ea"/>
                        </a:rPr>
                      </a:br>
                      <a:r>
                        <a:rPr kumimoji="1" lang="ja-JP" altLang="en-US" sz="1000" baseline="0">
                          <a:latin typeface="+mn-ea"/>
                          <a:ea typeface="+mn-ea"/>
                        </a:rPr>
                        <a:t>　対策として</a:t>
                      </a:r>
                      <a:r>
                        <a:rPr kumimoji="1" lang="en-US" altLang="ja-JP" sz="1000" baseline="0" err="1">
                          <a:latin typeface="+mn-ea"/>
                          <a:ea typeface="+mn-ea"/>
                        </a:rPr>
                        <a:t>AppService-AzureFiles</a:t>
                      </a:r>
                      <a:r>
                        <a:rPr kumimoji="1" lang="ja-JP" altLang="en-US" sz="1000" baseline="0">
                          <a:latin typeface="+mn-ea"/>
                          <a:ea typeface="+mn-ea"/>
                        </a:rPr>
                        <a:t>をマウント。</a:t>
                      </a:r>
                      <a:r>
                        <a:rPr kumimoji="1" lang="en-US" altLang="ja-JP" sz="1000" baseline="0" err="1">
                          <a:latin typeface="+mn-ea"/>
                          <a:ea typeface="+mn-ea"/>
                        </a:rPr>
                        <a:t>AzureFiles</a:t>
                      </a:r>
                      <a:r>
                        <a:rPr kumimoji="1" lang="en-US" altLang="ja-JP" sz="1000" baseline="0">
                          <a:latin typeface="+mn-ea"/>
                          <a:ea typeface="+mn-ea"/>
                        </a:rPr>
                        <a:t>-ANF</a:t>
                      </a:r>
                      <a:r>
                        <a:rPr kumimoji="1" lang="ja-JP" altLang="en-US" sz="1000" baseline="0">
                          <a:latin typeface="+mn-ea"/>
                          <a:ea typeface="+mn-ea"/>
                        </a:rPr>
                        <a:t>を同期させる。（</a:t>
                      </a:r>
                      <a:r>
                        <a:rPr kumimoji="1" lang="en-US" altLang="ja-JP" sz="1000" baseline="0">
                          <a:latin typeface="+mn-ea"/>
                          <a:ea typeface="+mn-ea"/>
                        </a:rPr>
                        <a:t>DX</a:t>
                      </a:r>
                      <a:r>
                        <a:rPr kumimoji="1" lang="ja-JP" altLang="en-US" sz="1000" baseline="0">
                          <a:latin typeface="+mn-ea"/>
                          <a:ea typeface="+mn-ea"/>
                        </a:rPr>
                        <a:t>技術戦略課で対応の想定）</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　</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0795922"/>
                  </a:ext>
                </a:extLst>
              </a:tr>
              <a:tr h="156314">
                <a:tc>
                  <a:txBody>
                    <a:bodyPr/>
                    <a:lstStyle/>
                    <a:p>
                      <a:pPr algn="l"/>
                      <a:r>
                        <a:rPr kumimoji="1" lang="en-US" altLang="ja-JP" sz="1000" baseline="0">
                          <a:latin typeface="+mn-ea"/>
                          <a:ea typeface="+mn-ea"/>
                        </a:rPr>
                        <a:t>EDI</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l"/>
                      <a:r>
                        <a:rPr kumimoji="1" lang="en-US" altLang="ja-JP" sz="1000" baseline="0">
                          <a:latin typeface="+mn-ea"/>
                          <a:ea typeface="+mn-ea"/>
                        </a:rPr>
                        <a:t>HULFT</a:t>
                      </a:r>
                      <a:r>
                        <a:rPr kumimoji="1" lang="ja-JP" altLang="en-US" sz="1000" baseline="0">
                          <a:latin typeface="+mn-ea"/>
                          <a:ea typeface="+mn-ea"/>
                        </a:rPr>
                        <a:t>（継続利用）</a:t>
                      </a:r>
                      <a:endParaRPr kumimoji="1" lang="en-US" altLang="ja-JP" sz="1000" baseline="0">
                        <a:latin typeface="+mn-ea"/>
                        <a:ea typeface="+mn-ea"/>
                      </a:endParaRPr>
                    </a:p>
                    <a:p>
                      <a:pPr algn="l"/>
                      <a:r>
                        <a:rPr kumimoji="1" lang="en-US" altLang="ja-JP" sz="1000" baseline="0" err="1">
                          <a:latin typeface="+mn-ea"/>
                          <a:ea typeface="+mn-ea"/>
                        </a:rPr>
                        <a:t>sFTP</a:t>
                      </a:r>
                      <a:r>
                        <a:rPr kumimoji="1" lang="ja-JP" altLang="en-US" sz="1000" baseline="0">
                          <a:latin typeface="+mn-ea"/>
                          <a:ea typeface="+mn-ea"/>
                        </a:rPr>
                        <a:t>、</a:t>
                      </a:r>
                      <a:r>
                        <a:rPr kumimoji="1" lang="en-US" altLang="ja-JP" sz="1000" baseline="0">
                          <a:latin typeface="+mn-ea"/>
                          <a:ea typeface="+mn-ea"/>
                        </a:rPr>
                        <a:t>FTPS</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82767332"/>
                  </a:ext>
                </a:extLst>
              </a:tr>
              <a:tr h="156314">
                <a:tc rowSpan="4">
                  <a:txBody>
                    <a:bodyPr/>
                    <a:lstStyle/>
                    <a:p>
                      <a:pPr algn="l"/>
                      <a:r>
                        <a:rPr kumimoji="1" lang="ja-JP" altLang="en-US" sz="1000" baseline="0">
                          <a:latin typeface="+mn-ea"/>
                          <a:ea typeface="+mn-ea"/>
                        </a:rPr>
                        <a:t>帳票基盤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ePromo</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tc>
                <a:tc rowSpan="4">
                  <a:txBody>
                    <a:bodyPr/>
                    <a:lstStyle/>
                    <a:p>
                      <a:pPr algn="l"/>
                      <a:r>
                        <a:rPr kumimoji="1" lang="ja-JP" altLang="en-US" sz="1000" baseline="0">
                          <a:solidFill>
                            <a:schemeClr val="tx1"/>
                          </a:solidFill>
                          <a:latin typeface="+mn-ea"/>
                          <a:ea typeface="+mn-ea"/>
                        </a:rPr>
                        <a:t>・</a:t>
                      </a:r>
                      <a:r>
                        <a:rPr kumimoji="1" lang="en-US" altLang="ja-JP" sz="1000" baseline="0" err="1">
                          <a:latin typeface="+mn-ea"/>
                          <a:ea typeface="+mn-ea"/>
                        </a:rPr>
                        <a:t>ListWorks</a:t>
                      </a:r>
                      <a:r>
                        <a:rPr kumimoji="1" lang="en-US" altLang="ja-JP" sz="1000" baseline="0">
                          <a:latin typeface="+mn-ea"/>
                          <a:ea typeface="+mn-ea"/>
                        </a:rPr>
                        <a:t>, </a:t>
                      </a:r>
                      <a:r>
                        <a:rPr kumimoji="1" lang="en-US" altLang="ja-JP" sz="1000" baseline="0" err="1">
                          <a:latin typeface="+mn-ea"/>
                          <a:ea typeface="+mn-ea"/>
                        </a:rPr>
                        <a:t>ListCreator</a:t>
                      </a:r>
                      <a:r>
                        <a:rPr kumimoji="1" lang="ja-JP" altLang="en-US" sz="1000" baseline="0">
                          <a:latin typeface="+mn-ea"/>
                          <a:ea typeface="+mn-ea"/>
                        </a:rPr>
                        <a:t>を継続利用。</a:t>
                      </a:r>
                      <a:br>
                        <a:rPr kumimoji="1" lang="en-US" altLang="ja-JP" sz="1000" baseline="0">
                          <a:latin typeface="+mn-ea"/>
                          <a:ea typeface="+mn-ea"/>
                        </a:rPr>
                      </a:br>
                      <a:r>
                        <a:rPr kumimoji="1" lang="en-US" altLang="ja-JP" sz="1000" baseline="0">
                          <a:latin typeface="+mn-ea"/>
                          <a:ea typeface="+mn-ea"/>
                        </a:rPr>
                        <a:t>※</a:t>
                      </a:r>
                      <a:r>
                        <a:rPr kumimoji="1" lang="ja-JP" altLang="en-US" sz="1000" baseline="0">
                          <a:latin typeface="+mn-ea"/>
                          <a:ea typeface="+mn-ea"/>
                        </a:rPr>
                        <a:t>帳票基盤は既に</a:t>
                      </a:r>
                      <a:r>
                        <a:rPr kumimoji="1" lang="en-US" altLang="ja-JP" sz="1000" baseline="0">
                          <a:latin typeface="+mn-ea"/>
                          <a:ea typeface="+mn-ea"/>
                        </a:rPr>
                        <a:t>Azure</a:t>
                      </a:r>
                      <a:r>
                        <a:rPr kumimoji="1" lang="ja-JP" altLang="en-US" sz="1000" baseline="0">
                          <a:latin typeface="+mn-ea"/>
                          <a:ea typeface="+mn-ea"/>
                        </a:rPr>
                        <a:t>移行済み。</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5139016"/>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FileVolante</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747181525"/>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ListWorks</a:t>
                      </a:r>
                      <a:r>
                        <a:rPr kumimoji="1" lang="en-US" altLang="ja-JP" sz="1000" baseline="0">
                          <a:latin typeface="+mn-ea"/>
                          <a:ea typeface="+mn-ea"/>
                        </a:rPr>
                        <a:t>, </a:t>
                      </a:r>
                      <a:r>
                        <a:rPr kumimoji="1" lang="en-US" altLang="ja-JP" sz="1000" baseline="0" err="1">
                          <a:latin typeface="+mn-ea"/>
                          <a:ea typeface="+mn-ea"/>
                        </a:rPr>
                        <a:t>ListCreator</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algn="l"/>
                      <a:endParaRPr kumimoji="1" lang="en-US" altLang="ja-JP" sz="1000" baseline="0">
                        <a:solidFill>
                          <a:schemeClr val="tx1"/>
                        </a:solidFill>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236075990"/>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BSP-RM</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algn="l"/>
                      <a:endParaRPr kumimoji="1" lang="en-US" altLang="ja-JP" sz="1000" baseline="0">
                        <a:solidFill>
                          <a:schemeClr val="tx1"/>
                        </a:solidFill>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86471698"/>
                  </a:ext>
                </a:extLst>
              </a:tr>
              <a:tr h="156314">
                <a:tc rowSpan="2">
                  <a:txBody>
                    <a:bodyPr/>
                    <a:lstStyle/>
                    <a:p>
                      <a:pPr algn="l"/>
                      <a:r>
                        <a:rPr kumimoji="1" lang="en-US" altLang="ja-JP" sz="1000" baseline="0">
                          <a:latin typeface="+mn-ea"/>
                          <a:ea typeface="+mn-ea"/>
                        </a:rPr>
                        <a:t>WF</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l"/>
                      <a:r>
                        <a:rPr kumimoji="1" lang="en-US" altLang="ja-JP" sz="1000" baseline="0">
                          <a:latin typeface="+mn-ea"/>
                          <a:ea typeface="+mn-ea"/>
                        </a:rPr>
                        <a:t>intra-mart</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242538473"/>
                  </a:ext>
                </a:extLst>
              </a:tr>
              <a:tr h="253153">
                <a:tc v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latin typeface="+mn-ea"/>
                          <a:ea typeface="+mn-ea"/>
                        </a:rPr>
                        <a:t>Oracle WebLogic</a:t>
                      </a:r>
                    </a:p>
                    <a:p>
                      <a:pPr algn="l"/>
                      <a:r>
                        <a:rPr kumimoji="1" lang="en-US" altLang="ja-JP" sz="1000" baseline="0">
                          <a:latin typeface="+mn-ea"/>
                          <a:ea typeface="+mn-ea"/>
                        </a:rPr>
                        <a:t>(WF</a:t>
                      </a:r>
                      <a:r>
                        <a:rPr kumimoji="1" lang="ja-JP" altLang="en-US" sz="1000" baseline="0">
                          <a:latin typeface="+mn-ea"/>
                          <a:ea typeface="+mn-ea"/>
                        </a:rPr>
                        <a:t>エンジン</a:t>
                      </a:r>
                      <a:r>
                        <a:rPr kumimoji="1" lang="en-US" altLang="ja-JP" sz="1000" baseline="0">
                          <a:latin typeface="+mn-ea"/>
                          <a:ea typeface="+mn-ea"/>
                        </a:rPr>
                        <a:t>)</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err="1">
                          <a:latin typeface="+mn-ea"/>
                          <a:ea typeface="+mn-ea"/>
                        </a:rPr>
                        <a:t>ー</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49330178"/>
                  </a:ext>
                </a:extLst>
              </a:tr>
              <a:tr h="25315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情報系基盤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en-US" altLang="ja-JP" sz="1000" baseline="0">
                          <a:latin typeface="+mn-ea"/>
                          <a:ea typeface="+mn-ea"/>
                        </a:rPr>
                        <a:t>BO</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a:t>
                      </a:r>
                      <a:r>
                        <a:rPr kumimoji="1" lang="en-US" altLang="ja-JP" sz="1000" baseline="0">
                          <a:latin typeface="+mn-ea"/>
                          <a:ea typeface="+mn-ea"/>
                        </a:rPr>
                        <a:t>Azure Synapse Analytics</a:t>
                      </a:r>
                    </a:p>
                    <a:p>
                      <a:pPr algn="l"/>
                      <a:r>
                        <a:rPr kumimoji="1" lang="ja-JP" altLang="en-US" sz="1000" baseline="0">
                          <a:solidFill>
                            <a:schemeClr val="tx1"/>
                          </a:solidFill>
                          <a:latin typeface="+mn-ea"/>
                          <a:ea typeface="+mn-ea"/>
                        </a:rPr>
                        <a:t>・</a:t>
                      </a:r>
                      <a:r>
                        <a:rPr kumimoji="1" lang="en-US" altLang="ja-JP" sz="1000" baseline="0" err="1">
                          <a:solidFill>
                            <a:schemeClr val="tx1"/>
                          </a:solidFill>
                          <a:latin typeface="+mn-ea"/>
                          <a:ea typeface="+mn-ea"/>
                        </a:rPr>
                        <a:t>PowerBI</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83577836"/>
                  </a:ext>
                </a:extLst>
              </a:tr>
              <a:tr h="253153">
                <a:tc v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a:latin typeface="+mn-ea"/>
                          <a:ea typeface="+mn-ea"/>
                        </a:rPr>
                        <a:t>Waha Transformer</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6763383"/>
                  </a:ext>
                </a:extLst>
              </a:tr>
            </a:tbl>
          </a:graphicData>
        </a:graphic>
      </p:graphicFrame>
    </p:spTree>
    <p:extLst>
      <p:ext uri="{BB962C8B-B14F-4D97-AF65-F5344CB8AC3E}">
        <p14:creationId xmlns:p14="http://schemas.microsoft.com/office/powerpoint/2010/main" val="355862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en-US" altLang="ja-JP" b="1"/>
              <a:t>AP</a:t>
            </a:r>
            <a:r>
              <a:rPr lang="ja-JP" altLang="en-US" b="1"/>
              <a:t>基盤・認証基盤（工場システム）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3052994914"/>
              </p:ext>
            </p:extLst>
          </p:nvPr>
        </p:nvGraphicFramePr>
        <p:xfrm>
          <a:off x="652223" y="1253393"/>
          <a:ext cx="11158390" cy="506611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200" err="1">
                          <a:solidFill>
                            <a:schemeClr val="tx1"/>
                          </a:solidFill>
                          <a:latin typeface="游ゴシック"/>
                          <a:ea typeface="游ゴシック"/>
                        </a:rPr>
                        <a:t>Weblogic</a:t>
                      </a:r>
                      <a:r>
                        <a:rPr kumimoji="1" lang="ja-JP" altLang="en-US" sz="1200">
                          <a:solidFill>
                            <a:schemeClr val="tx1"/>
                          </a:solidFill>
                          <a:latin typeface="游ゴシック"/>
                          <a:ea typeface="游ゴシック"/>
                        </a:rPr>
                        <a:t>⇒</a:t>
                      </a:r>
                      <a:r>
                        <a:rPr kumimoji="1" lang="en-US" altLang="ja-JP" sz="1200">
                          <a:solidFill>
                            <a:schemeClr val="tx1"/>
                          </a:solidFill>
                          <a:latin typeface="游ゴシック"/>
                          <a:ea typeface="游ゴシック"/>
                        </a:rPr>
                        <a:t>Tomcat</a:t>
                      </a:r>
                      <a:r>
                        <a:rPr kumimoji="1" lang="ja-JP" altLang="en-US" sz="1200">
                          <a:solidFill>
                            <a:schemeClr val="tx1"/>
                          </a:solidFill>
                          <a:latin typeface="游ゴシック"/>
                          <a:ea typeface="游ゴシック"/>
                        </a:rPr>
                        <a:t>へ変更に必要なソース、設定修正箇所の洗い出しを行います。</a:t>
                      </a:r>
                      <a:endParaRPr kumimoji="1" lang="en-US" altLang="ja-JP" sz="1200">
                        <a:solidFill>
                          <a:schemeClr val="tx1"/>
                        </a:solidFill>
                        <a:latin typeface="游ゴシック"/>
                        <a:ea typeface="游ゴシック"/>
                      </a:endParaRPr>
                    </a:p>
                    <a:p>
                      <a:pPr marL="0" indent="0">
                        <a:buFont typeface="Arial" pitchFamily="34" charset="0"/>
                        <a:buNone/>
                      </a:pPr>
                      <a:r>
                        <a:rPr kumimoji="1" lang="ja-JP" altLang="en-US" sz="1200">
                          <a:solidFill>
                            <a:schemeClr val="tx1"/>
                          </a:solidFill>
                          <a:latin typeface="游ゴシック"/>
                          <a:ea typeface="游ゴシック"/>
                        </a:rPr>
                        <a:t>新規処理（ログイン処理）の要件を確定します。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200">
                          <a:solidFill>
                            <a:schemeClr val="tx1"/>
                          </a:solidFill>
                          <a:latin typeface="游ゴシック"/>
                          <a:ea typeface="游ゴシック"/>
                        </a:rPr>
                        <a:t>要件定義書</a:t>
                      </a:r>
                      <a:endParaRPr kumimoji="1"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既存設計書の修正、ログイン処理の新規設計、及び全体テストの計画を作成します。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基本設計書、全体テスト計画</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要修正箇所、</a:t>
                      </a:r>
                      <a:r>
                        <a:rPr kumimoji="1" lang="ja-JP" altLang="en-US" sz="1200">
                          <a:solidFill>
                            <a:schemeClr val="tx1"/>
                          </a:solidFill>
                          <a:latin typeface="游ゴシック"/>
                          <a:ea typeface="游ゴシック"/>
                        </a:rPr>
                        <a:t>ログイン処理</a:t>
                      </a:r>
                      <a:r>
                        <a:rPr lang="ja-JP" altLang="en-US" sz="1200">
                          <a:solidFill>
                            <a:schemeClr val="tx1"/>
                          </a:solidFill>
                          <a:latin typeface="游ゴシック"/>
                          <a:ea typeface="游ゴシック"/>
                        </a:rPr>
                        <a:t>のコーディング及び環境構築を実施します。</a:t>
                      </a:r>
                      <a:endParaRPr lang="en-US" altLang="ja-JP" sz="12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a:t>
                      </a:r>
                      <a:r>
                        <a:rPr lang="ja-JP" altLang="en-US" sz="1200">
                          <a:solidFill>
                            <a:schemeClr val="tx1"/>
                          </a:solidFill>
                          <a:latin typeface="游ゴシック"/>
                          <a:ea typeface="游ゴシック"/>
                        </a:rPr>
                        <a:t>検証環境も含みます。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t>
                      </a:r>
                      <a:r>
                        <a:rPr lang="ja-JP" altLang="en-US" sz="1200" u="none" strike="noStrike" kern="1200" cap="none" normalizeH="0" baseline="0">
                          <a:ln>
                            <a:noFill/>
                          </a:ln>
                          <a:solidFill>
                            <a:schemeClr val="tx1"/>
                          </a:solidFill>
                          <a:effectLst/>
                          <a:latin typeface="游ゴシック"/>
                          <a:ea typeface="游ゴシック"/>
                        </a:rPr>
                        <a:t>数量確定システムでのサンプル検証の結果、</a:t>
                      </a:r>
                      <a:r>
                        <a:rPr lang="en-US" altLang="ja-JP" sz="1200" u="none" strike="noStrike" kern="1200" cap="none" normalizeH="0" baseline="0" err="1">
                          <a:ln>
                            <a:noFill/>
                          </a:ln>
                          <a:solidFill>
                            <a:schemeClr val="tx1"/>
                          </a:solidFill>
                          <a:effectLst/>
                          <a:latin typeface="游ゴシック"/>
                          <a:ea typeface="游ゴシック"/>
                        </a:rPr>
                        <a:t>Weblogic</a:t>
                      </a:r>
                      <a:r>
                        <a:rPr lang="ja-JP" altLang="en-US" sz="1200" u="none" strike="noStrike" kern="1200" cap="none" normalizeH="0" baseline="0">
                          <a:ln>
                            <a:noFill/>
                          </a:ln>
                          <a:solidFill>
                            <a:schemeClr val="tx1"/>
                          </a:solidFill>
                          <a:effectLst/>
                          <a:latin typeface="游ゴシック"/>
                          <a:ea typeface="游ゴシック"/>
                        </a:rPr>
                        <a:t>ライブラリ利用箇所が多岐に渡るため、全画面・全機能のテストが必要と考える。</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性能テスト：稼働環境変わるため必要</a:t>
                      </a:r>
                      <a:endParaRPr kumimoji="0" lang="en-US" altLang="ja-JP" sz="1200" u="none" strike="noStrike" kern="1200" cap="none" normalizeH="0" baseline="0">
                        <a:ln>
                          <a:noFill/>
                        </a:ln>
                        <a:solidFill>
                          <a:schemeClr val="tx1"/>
                        </a:solidFill>
                        <a:effectLst/>
                        <a:latin typeface="游ゴシック"/>
                        <a:ea typeface="游ゴシック"/>
                        <a:cs typeface="Meiryo UI"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バックアップ・リストア：稼働環境変わるため必要</a:t>
                      </a:r>
                      <a:endParaRPr kumimoji="0" lang="en-US" altLang="ja-JP" sz="1200" u="none" strike="noStrike" kern="1200" cap="none" normalizeH="0" baseline="0">
                        <a:ln>
                          <a:noFill/>
                        </a:ln>
                        <a:solidFill>
                          <a:schemeClr val="tx1"/>
                        </a:solidFill>
                        <a:effectLst/>
                        <a:latin typeface="游ゴシック"/>
                        <a:ea typeface="游ゴシック"/>
                        <a:cs typeface="Meiryo UI"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200" u="none" strike="noStrike" kern="1200" cap="none" normalizeH="0" baseline="0">
                          <a:ln>
                            <a:noFill/>
                          </a:ln>
                          <a:solidFill>
                            <a:schemeClr val="tx1"/>
                          </a:solidFill>
                          <a:effectLst/>
                          <a:latin typeface="游ゴシック"/>
                          <a:ea typeface="游ゴシック"/>
                          <a:cs typeface="Meiryo UI" pitchFamily="50" charset="-128"/>
                        </a:rPr>
                        <a:t>IF</a:t>
                      </a: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テスト：本番環境からの他システムへの連携テスト（疎通確認まで）</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システム</a:t>
                      </a:r>
                      <a:r>
                        <a:rPr kumimoji="0" lang="ja-JP" altLang="en-US" sz="12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本番環境にてアプリケーションの導入を実施します。</a:t>
                      </a:r>
                      <a:endParaRPr kumimoji="0" lang="en-US" altLang="ja-JP" sz="12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バッチ基盤上の</a:t>
                      </a:r>
                      <a:r>
                        <a:rPr kumimoji="0" lang="en-US" altLang="ja-JP" sz="1200">
                          <a:solidFill>
                            <a:schemeClr val="tx1"/>
                          </a:solidFill>
                          <a:latin typeface="游ゴシック"/>
                          <a:ea typeface="游ゴシック"/>
                        </a:rPr>
                        <a:t>JOB</a:t>
                      </a:r>
                      <a:r>
                        <a:rPr kumimoji="0" lang="ja-JP" altLang="en-US" sz="1200">
                          <a:solidFill>
                            <a:schemeClr val="tx1"/>
                          </a:solidFill>
                          <a:latin typeface="游ゴシック"/>
                          <a:ea typeface="游ゴシック"/>
                        </a:rPr>
                        <a:t>を現新で切り替えます。</a:t>
                      </a:r>
                      <a:endParaRPr kumimoji="0" lang="en-US" altLang="ja-JP" sz="12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200">
                          <a:solidFill>
                            <a:schemeClr val="tx1"/>
                          </a:solidFill>
                          <a:latin typeface="游ゴシック"/>
                          <a:ea typeface="游ゴシック"/>
                        </a:rPr>
                        <a:t>※</a:t>
                      </a:r>
                      <a:r>
                        <a:rPr kumimoji="0" lang="ja-JP" altLang="en-US" sz="120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Tree>
    <p:extLst>
      <p:ext uri="{BB962C8B-B14F-4D97-AF65-F5344CB8AC3E}">
        <p14:creationId xmlns:p14="http://schemas.microsoft.com/office/powerpoint/2010/main" val="643247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ja-JP" altLang="en-US" b="1"/>
              <a:t>バッチ基盤（工場システム）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1878565443"/>
              </p:ext>
            </p:extLst>
          </p:nvPr>
        </p:nvGraphicFramePr>
        <p:xfrm>
          <a:off x="652223" y="1253393"/>
          <a:ext cx="11158390" cy="476587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実行環境の整理、</a:t>
                      </a:r>
                      <a:r>
                        <a:rPr kumimoji="1" lang="en-US" altLang="ja-JP" sz="1200">
                          <a:solidFill>
                            <a:schemeClr val="tx1"/>
                          </a:solidFill>
                          <a:latin typeface="游ゴシック"/>
                          <a:ea typeface="游ゴシック"/>
                        </a:rPr>
                        <a:t>DP</a:t>
                      </a:r>
                      <a:r>
                        <a:rPr kumimoji="1" lang="ja-JP" altLang="en-US" sz="1200">
                          <a:solidFill>
                            <a:schemeClr val="tx1"/>
                          </a:solidFill>
                          <a:latin typeface="游ゴシック"/>
                          <a:ea typeface="游ゴシック"/>
                        </a:rPr>
                        <a:t>課への作業依頼に必要なドキュメント準備。</a:t>
                      </a:r>
                      <a:endParaRPr kumimoji="1" lang="en-US" altLang="ja-JP" sz="1200">
                        <a:solidFill>
                          <a:schemeClr val="tx1"/>
                        </a:solidFill>
                        <a:latin typeface="游ゴシック"/>
                        <a:ea typeface="游ゴシック"/>
                      </a:endParaRPr>
                    </a:p>
                    <a:p>
                      <a:pPr marL="0" indent="0">
                        <a:buFont typeface="Arial" pitchFamily="34" charset="0"/>
                        <a:buNone/>
                      </a:pPr>
                      <a:r>
                        <a:rPr kumimoji="1" lang="en-US" altLang="ja-JP" sz="1200">
                          <a:solidFill>
                            <a:schemeClr val="tx1"/>
                          </a:solidFill>
                          <a:latin typeface="游ゴシック"/>
                          <a:ea typeface="游ゴシック"/>
                        </a:rPr>
                        <a:t>※</a:t>
                      </a:r>
                      <a:r>
                        <a:rPr kumimoji="1" lang="ja-JP" altLang="en-US" sz="1200">
                          <a:solidFill>
                            <a:schemeClr val="tx1"/>
                          </a:solidFill>
                          <a:latin typeface="游ゴシック"/>
                          <a:ea typeface="游ゴシック"/>
                        </a:rPr>
                        <a:t>実行環境変更に伴う設定修正箇所は縮小基盤移行</a:t>
                      </a:r>
                      <a:r>
                        <a:rPr kumimoji="1" lang="en-US" altLang="ja-JP" sz="1200">
                          <a:solidFill>
                            <a:schemeClr val="tx1"/>
                          </a:solidFill>
                          <a:latin typeface="游ゴシック"/>
                          <a:ea typeface="游ゴシック"/>
                        </a:rPr>
                        <a:t>PJ</a:t>
                      </a:r>
                      <a:r>
                        <a:rPr kumimoji="1" lang="ja-JP" altLang="en-US" sz="1200">
                          <a:solidFill>
                            <a:schemeClr val="tx1"/>
                          </a:solidFill>
                          <a:latin typeface="游ゴシック"/>
                          <a:ea typeface="游ゴシック"/>
                        </a:rPr>
                        <a:t>で洗い出し済み。</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ジョブネット一覧、ジョブ構成図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200">
                          <a:solidFill>
                            <a:schemeClr val="tx1"/>
                          </a:solidFill>
                          <a:latin typeface="游ゴシック"/>
                          <a:ea typeface="游ゴシック"/>
                        </a:rPr>
                        <a:t>実行環境変更に伴う設定修正を行います。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アプリバッチ起動用スクリプト（</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課作成）</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⇒アプリバッチ起動スクリプト単体での実行確認を行います</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課作成）</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a:t>
                      </a: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ジョブのテスト立会い、不具合調査を行います。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ジョブの起動は</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課ご担当者様に実施頂きます。</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システム</a:t>
                      </a:r>
                      <a:r>
                        <a:rPr kumimoji="0" lang="ja-JP" altLang="en-US" sz="12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バッチ基盤上の</a:t>
                      </a:r>
                      <a:r>
                        <a:rPr kumimoji="0" lang="en-US" altLang="ja-JP" sz="1200">
                          <a:solidFill>
                            <a:schemeClr val="tx1"/>
                          </a:solidFill>
                          <a:latin typeface="游ゴシック"/>
                          <a:ea typeface="游ゴシック"/>
                        </a:rPr>
                        <a:t>JOB</a:t>
                      </a:r>
                      <a:r>
                        <a:rPr kumimoji="0" lang="ja-JP" altLang="en-US" sz="1200">
                          <a:solidFill>
                            <a:schemeClr val="tx1"/>
                          </a:solidFill>
                          <a:latin typeface="游ゴシック"/>
                          <a:ea typeface="游ゴシック"/>
                        </a:rPr>
                        <a:t>を現新で切り替えます。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Tree>
    <p:extLst>
      <p:ext uri="{BB962C8B-B14F-4D97-AF65-F5344CB8AC3E}">
        <p14:creationId xmlns:p14="http://schemas.microsoft.com/office/powerpoint/2010/main" val="956433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ja-JP" altLang="en-US" b="1"/>
              <a:t>認証基盤（ヤード操業システム）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3717647540"/>
              </p:ext>
            </p:extLst>
          </p:nvPr>
        </p:nvGraphicFramePr>
        <p:xfrm>
          <a:off x="652223" y="1253393"/>
          <a:ext cx="11158390" cy="494875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200" err="1">
                          <a:solidFill>
                            <a:schemeClr val="tx1"/>
                          </a:solidFill>
                          <a:latin typeface="游ゴシック"/>
                          <a:ea typeface="游ゴシック"/>
                        </a:rPr>
                        <a:t>Poc</a:t>
                      </a:r>
                      <a:r>
                        <a:rPr kumimoji="1" lang="ja-JP" altLang="en-US" sz="1200">
                          <a:solidFill>
                            <a:schemeClr val="tx1"/>
                          </a:solidFill>
                          <a:latin typeface="游ゴシック"/>
                          <a:ea typeface="游ゴシック"/>
                        </a:rPr>
                        <a:t>環境間での</a:t>
                      </a:r>
                      <a:r>
                        <a:rPr kumimoji="1" lang="en-US" altLang="ja-JP" sz="1200">
                          <a:solidFill>
                            <a:schemeClr val="tx1"/>
                          </a:solidFill>
                          <a:latin typeface="游ゴシック"/>
                          <a:ea typeface="游ゴシック"/>
                        </a:rPr>
                        <a:t>Azure Entra ID</a:t>
                      </a:r>
                      <a:r>
                        <a:rPr kumimoji="1" lang="ja-JP" altLang="en-US" sz="1200">
                          <a:solidFill>
                            <a:schemeClr val="tx1"/>
                          </a:solidFill>
                          <a:latin typeface="游ゴシック"/>
                          <a:ea typeface="游ゴシック"/>
                        </a:rPr>
                        <a:t>認証が正しく動作する。</a:t>
                      </a:r>
                      <a:br>
                        <a:rPr kumimoji="1" lang="en-US" altLang="ja-JP" sz="1200">
                          <a:solidFill>
                            <a:schemeClr val="tx1"/>
                          </a:solidFill>
                          <a:latin typeface="游ゴシック"/>
                          <a:ea typeface="游ゴシック"/>
                        </a:rPr>
                      </a:br>
                      <a:r>
                        <a:rPr kumimoji="1" lang="en-US" altLang="ja-JP" sz="1200" err="1">
                          <a:solidFill>
                            <a:schemeClr val="tx1"/>
                          </a:solidFill>
                          <a:latin typeface="游ゴシック"/>
                          <a:ea typeface="游ゴシック"/>
                        </a:rPr>
                        <a:t>Poc</a:t>
                      </a:r>
                      <a:r>
                        <a:rPr kumimoji="1" lang="ja-JP" altLang="en-US" sz="1200">
                          <a:solidFill>
                            <a:schemeClr val="tx1"/>
                          </a:solidFill>
                          <a:latin typeface="游ゴシック"/>
                          <a:ea typeface="游ゴシック"/>
                        </a:rPr>
                        <a:t>環境間で</a:t>
                      </a:r>
                      <a:r>
                        <a:rPr kumimoji="1" lang="en-US" altLang="ja-JP" sz="1200">
                          <a:solidFill>
                            <a:schemeClr val="tx1"/>
                          </a:solidFill>
                          <a:latin typeface="游ゴシック"/>
                          <a:ea typeface="游ゴシック"/>
                        </a:rPr>
                        <a:t>https</a:t>
                      </a:r>
                      <a:r>
                        <a:rPr kumimoji="1" lang="ja-JP" altLang="en-US" sz="1200">
                          <a:solidFill>
                            <a:schemeClr val="tx1"/>
                          </a:solidFill>
                          <a:latin typeface="游ゴシック"/>
                          <a:ea typeface="游ゴシック"/>
                        </a:rPr>
                        <a:t>通信に伴う影響確認を行います。</a:t>
                      </a:r>
                      <a:endParaRPr kumimoji="1" lang="en-US" altLang="ja-JP" sz="1200">
                        <a:solidFill>
                          <a:schemeClr val="tx1"/>
                        </a:solidFill>
                        <a:latin typeface="游ゴシック"/>
                        <a:ea typeface="游ゴシック"/>
                      </a:endParaRPr>
                    </a:p>
                    <a:p>
                      <a:pPr marL="0" indent="0">
                        <a:buFont typeface="Arial" pitchFamily="34" charset="0"/>
                        <a:buNone/>
                      </a:pPr>
                      <a:r>
                        <a:rPr kumimoji="1" lang="ja-JP" altLang="en-US" sz="1200">
                          <a:solidFill>
                            <a:schemeClr val="tx1"/>
                          </a:solidFill>
                          <a:latin typeface="游ゴシック"/>
                          <a:ea typeface="游ゴシック"/>
                        </a:rPr>
                        <a:t>各種申請</a:t>
                      </a:r>
                      <a:r>
                        <a:rPr kumimoji="1" lang="en-US" altLang="ja-JP" sz="1200">
                          <a:solidFill>
                            <a:schemeClr val="tx1"/>
                          </a:solidFill>
                          <a:latin typeface="游ゴシック"/>
                          <a:ea typeface="游ゴシック"/>
                        </a:rPr>
                        <a:t>(</a:t>
                      </a:r>
                      <a:r>
                        <a:rPr kumimoji="1" lang="ja-JP" altLang="en-US" sz="1200">
                          <a:solidFill>
                            <a:schemeClr val="tx1"/>
                          </a:solidFill>
                          <a:latin typeface="游ゴシック"/>
                          <a:ea typeface="游ゴシック"/>
                        </a:rPr>
                        <a:t>サーバ証明書発行、ドメイン申請</a:t>
                      </a:r>
                      <a:r>
                        <a:rPr kumimoji="1" lang="en-US" altLang="ja-JP" sz="1200">
                          <a:solidFill>
                            <a:schemeClr val="tx1"/>
                          </a:solidFill>
                          <a:latin typeface="游ゴシック"/>
                          <a:ea typeface="游ゴシック"/>
                        </a:rPr>
                        <a:t>)</a:t>
                      </a:r>
                      <a:r>
                        <a:rPr kumimoji="1" lang="ja-JP" altLang="en-US" sz="1200">
                          <a:solidFill>
                            <a:schemeClr val="tx1"/>
                          </a:solidFill>
                          <a:latin typeface="游ゴシック"/>
                          <a:ea typeface="游ゴシック"/>
                        </a:rPr>
                        <a:t>の依頼、対応内容の確認を行います。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200">
                          <a:solidFill>
                            <a:schemeClr val="tx1"/>
                          </a:solidFill>
                          <a:latin typeface="游ゴシック"/>
                          <a:ea typeface="游ゴシック"/>
                        </a:rPr>
                        <a:t>要件定義書</a:t>
                      </a:r>
                      <a:endParaRPr kumimoji="1"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Azure </a:t>
                      </a:r>
                      <a:r>
                        <a:rPr lang="en-US" altLang="ja-JP" sz="1200" err="1">
                          <a:solidFill>
                            <a:schemeClr val="tx1"/>
                          </a:solidFill>
                          <a:latin typeface="游ゴシック"/>
                          <a:ea typeface="游ゴシック"/>
                        </a:rPr>
                        <a:t>Entra</a:t>
                      </a:r>
                      <a:r>
                        <a:rPr lang="en-US" altLang="ja-JP" sz="1200">
                          <a:solidFill>
                            <a:schemeClr val="tx1"/>
                          </a:solidFill>
                          <a:latin typeface="游ゴシック"/>
                          <a:ea typeface="游ゴシック"/>
                        </a:rPr>
                        <a:t> ID</a:t>
                      </a:r>
                      <a:r>
                        <a:rPr lang="ja-JP" altLang="en-US" sz="1200">
                          <a:solidFill>
                            <a:schemeClr val="tx1"/>
                          </a:solidFill>
                          <a:latin typeface="游ゴシック"/>
                          <a:ea typeface="游ゴシック"/>
                        </a:rPr>
                        <a:t>への認証先変更に必要な修正を行います。</a:t>
                      </a:r>
                      <a:endParaRPr lang="en-US" altLang="ja-JP" sz="12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https</a:t>
                      </a:r>
                      <a:r>
                        <a:rPr lang="ja-JP" altLang="en-US" sz="1200">
                          <a:solidFill>
                            <a:schemeClr val="tx1"/>
                          </a:solidFill>
                          <a:latin typeface="游ゴシック"/>
                          <a:ea typeface="游ゴシック"/>
                        </a:rPr>
                        <a:t>によるプログラム改修を行います。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https</a:t>
                      </a:r>
                      <a:r>
                        <a:rPr lang="ja-JP" altLang="en-US" sz="1200">
                          <a:solidFill>
                            <a:schemeClr val="tx1"/>
                          </a:solidFill>
                          <a:latin typeface="游ゴシック"/>
                          <a:ea typeface="游ゴシック"/>
                        </a:rPr>
                        <a:t>による動作検証を行います。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本番環境にて</a:t>
                      </a:r>
                      <a:r>
                        <a:rPr lang="en-US" altLang="ja-JP" sz="1200" u="none" strike="noStrike" kern="1200" cap="none" normalizeH="0" baseline="0">
                          <a:ln>
                            <a:noFill/>
                          </a:ln>
                          <a:solidFill>
                            <a:schemeClr val="tx1"/>
                          </a:solidFill>
                          <a:effectLst/>
                          <a:latin typeface="游ゴシック"/>
                          <a:ea typeface="游ゴシック"/>
                        </a:rPr>
                        <a:t>FW</a:t>
                      </a:r>
                      <a:r>
                        <a:rPr lang="ja-JP" altLang="en-US" sz="1200" u="none" strike="noStrike" kern="1200" cap="none" normalizeH="0" baseline="0">
                          <a:ln>
                            <a:noFill/>
                          </a:ln>
                          <a:solidFill>
                            <a:schemeClr val="tx1"/>
                          </a:solidFill>
                          <a:effectLst/>
                          <a:latin typeface="游ゴシック"/>
                          <a:ea typeface="游ゴシック"/>
                        </a:rPr>
                        <a:t>などの通信設定がされていることを確認する</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本番環境にてアプリケーションの導入を実施します。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Tree>
    <p:extLst>
      <p:ext uri="{BB962C8B-B14F-4D97-AF65-F5344CB8AC3E}">
        <p14:creationId xmlns:p14="http://schemas.microsoft.com/office/powerpoint/2010/main" val="614113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F870-0C49-2164-473C-4A84988B073C}"/>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2A7350A3-1AA6-45B8-B2A2-B26EF322CB38}"/>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endParaRPr>
          </a:p>
          <a:p>
            <a:pPr algn="ctr"/>
            <a:endParaRPr lang="ja-JP" altLang="en-US" sz="1600" b="1">
              <a:solidFill>
                <a:schemeClr val="tx1"/>
              </a:solidFill>
            </a:endParaRPr>
          </a:p>
        </p:txBody>
      </p:sp>
      <p:sp>
        <p:nvSpPr>
          <p:cNvPr id="11" name="正方形/長方形 10">
            <a:extLst>
              <a:ext uri="{FF2B5EF4-FFF2-40B4-BE49-F238E27FC236}">
                <a16:creationId xmlns:a16="http://schemas.microsoft.com/office/drawing/2014/main" id="{314EB934-A0F9-4224-9C98-29C2C6DD74B5}"/>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50" name="正方形/長方形 149">
            <a:extLst>
              <a:ext uri="{FF2B5EF4-FFF2-40B4-BE49-F238E27FC236}">
                <a16:creationId xmlns:a16="http://schemas.microsoft.com/office/drawing/2014/main" id="{C7955339-5E6D-4B44-9350-B0D7697E1ABA}"/>
              </a:ext>
            </a:extLst>
          </p:cNvPr>
          <p:cNvSpPr/>
          <p:nvPr/>
        </p:nvSpPr>
        <p:spPr>
          <a:xfrm>
            <a:off x="7195007" y="5603338"/>
            <a:ext cx="2820427" cy="76569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ヤード操業サーバ</a:t>
            </a:r>
            <a:endParaRPr lang="en-US" altLang="ja-JP" sz="1400" b="1">
              <a:solidFill>
                <a:schemeClr val="tx1"/>
              </a:solidFill>
            </a:endParaRPr>
          </a:p>
          <a:p>
            <a:pPr algn="ctr"/>
            <a:endParaRPr lang="ja-JP" altLang="en-US" sz="1400" b="1">
              <a:solidFill>
                <a:schemeClr val="tx1"/>
              </a:solidFill>
            </a:endParaRPr>
          </a:p>
        </p:txBody>
      </p:sp>
      <p:sp>
        <p:nvSpPr>
          <p:cNvPr id="66" name="正方形/長方形 65">
            <a:extLst>
              <a:ext uri="{FF2B5EF4-FFF2-40B4-BE49-F238E27FC236}">
                <a16:creationId xmlns:a16="http://schemas.microsoft.com/office/drawing/2014/main" id="{A4540C4A-883A-45D3-A4ED-89D31E331602}"/>
              </a:ext>
            </a:extLst>
          </p:cNvPr>
          <p:cNvSpPr/>
          <p:nvPr/>
        </p:nvSpPr>
        <p:spPr>
          <a:xfrm>
            <a:off x="7870927" y="5840896"/>
            <a:ext cx="1440000" cy="47768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正方形/長方形 9">
            <a:extLst>
              <a:ext uri="{FF2B5EF4-FFF2-40B4-BE49-F238E27FC236}">
                <a16:creationId xmlns:a16="http://schemas.microsoft.com/office/drawing/2014/main" id="{00F98AED-4D50-445B-B4AE-45704983692B}"/>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endParaRPr lang="ja-JP" altLang="en-US" sz="1600" b="1">
              <a:solidFill>
                <a:schemeClr val="tx1"/>
              </a:solidFill>
            </a:endParaRPr>
          </a:p>
        </p:txBody>
      </p:sp>
      <p:sp>
        <p:nvSpPr>
          <p:cNvPr id="20" name="正方形/長方形 19">
            <a:extLst>
              <a:ext uri="{FF2B5EF4-FFF2-40B4-BE49-F238E27FC236}">
                <a16:creationId xmlns:a16="http://schemas.microsoft.com/office/drawing/2014/main" id="{3443E91F-1901-42F5-9B93-AB72C5E27018}"/>
              </a:ext>
            </a:extLst>
          </p:cNvPr>
          <p:cNvSpPr/>
          <p:nvPr/>
        </p:nvSpPr>
        <p:spPr>
          <a:xfrm>
            <a:off x="4165451" y="1132151"/>
            <a:ext cx="2820427" cy="263502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AP</a:t>
            </a:r>
            <a:r>
              <a:rPr lang="ja-JP" altLang="en-US" sz="1400" b="1">
                <a:solidFill>
                  <a:schemeClr val="tx1"/>
                </a:solidFill>
              </a:rPr>
              <a:t>基盤</a:t>
            </a:r>
            <a:endParaRPr lang="en-US" altLang="ja-JP" sz="1400" b="1">
              <a:solidFill>
                <a:schemeClr val="tx1"/>
              </a:solidFill>
            </a:endParaRPr>
          </a:p>
          <a:p>
            <a:pPr algn="ct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err="1">
                <a:solidFill>
                  <a:schemeClr val="tx1"/>
                </a:solidFill>
              </a:rPr>
              <a:t>Weblogic</a:t>
            </a:r>
            <a:r>
              <a:rPr lang="ja-JP" altLang="en-US" sz="1400" b="1">
                <a:solidFill>
                  <a:schemeClr val="tx1"/>
                </a:solidFill>
              </a:rPr>
              <a:t>）</a:t>
            </a:r>
          </a:p>
        </p:txBody>
      </p:sp>
      <p:sp>
        <p:nvSpPr>
          <p:cNvPr id="161" name="正方形/長方形 160">
            <a:extLst>
              <a:ext uri="{FF2B5EF4-FFF2-40B4-BE49-F238E27FC236}">
                <a16:creationId xmlns:a16="http://schemas.microsoft.com/office/drawing/2014/main" id="{37E84C9B-23CD-4D28-B27F-1FEEC34A2CBB}"/>
              </a:ext>
            </a:extLst>
          </p:cNvPr>
          <p:cNvSpPr/>
          <p:nvPr/>
        </p:nvSpPr>
        <p:spPr>
          <a:xfrm>
            <a:off x="4226202" y="1966663"/>
            <a:ext cx="1706287" cy="17241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 name="タイトル 1">
            <a:extLst>
              <a:ext uri="{FF2B5EF4-FFF2-40B4-BE49-F238E27FC236}">
                <a16:creationId xmlns:a16="http://schemas.microsoft.com/office/drawing/2014/main" id="{FE72453D-BB70-E33A-4E8C-7356C273C592}"/>
              </a:ext>
            </a:extLst>
          </p:cNvPr>
          <p:cNvSpPr>
            <a:spLocks noGrp="1"/>
          </p:cNvSpPr>
          <p:nvPr>
            <p:ph type="title"/>
          </p:nvPr>
        </p:nvSpPr>
        <p:spPr/>
        <p:txBody>
          <a:bodyPr/>
          <a:lstStyle/>
          <a:p>
            <a:r>
              <a:rPr lang="ja-JP" altLang="en-US"/>
              <a:t>１．クラウドアーキ環境構成（</a:t>
            </a:r>
            <a:r>
              <a:rPr lang="en-US" altLang="ja-JP" err="1"/>
              <a:t>AsIs</a:t>
            </a:r>
            <a:r>
              <a:rPr lang="ja-JP" altLang="en-US"/>
              <a:t>）</a:t>
            </a:r>
            <a:r>
              <a:rPr kumimoji="1" lang="ja-JP" altLang="en-US"/>
              <a:t> </a:t>
            </a:r>
          </a:p>
        </p:txBody>
      </p:sp>
      <p:sp>
        <p:nvSpPr>
          <p:cNvPr id="7" name="日付プレースホルダー 2">
            <a:extLst>
              <a:ext uri="{FF2B5EF4-FFF2-40B4-BE49-F238E27FC236}">
                <a16:creationId xmlns:a16="http://schemas.microsoft.com/office/drawing/2014/main" id="{C6B8AF0C-2979-E816-719B-A27CA730EB90}"/>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65179B7B-D7A9-8E0A-E4BA-1294E30ED4A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12" name="正方形/長方形 11">
            <a:extLst>
              <a:ext uri="{FF2B5EF4-FFF2-40B4-BE49-F238E27FC236}">
                <a16:creationId xmlns:a16="http://schemas.microsoft.com/office/drawing/2014/main" id="{BBDFDF4D-291D-4F63-9178-60B6E0E7C6A1}"/>
              </a:ext>
            </a:extLst>
          </p:cNvPr>
          <p:cNvSpPr/>
          <p:nvPr/>
        </p:nvSpPr>
        <p:spPr>
          <a:xfrm>
            <a:off x="10054558" y="2903652"/>
            <a:ext cx="1441122"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連携基盤</a:t>
            </a:r>
            <a:endParaRPr lang="en-US" altLang="ja-JP" sz="1400" b="1">
              <a:solidFill>
                <a:schemeClr val="tx1"/>
              </a:solidFill>
            </a:endParaRPr>
          </a:p>
          <a:p>
            <a:pPr algn="ctr"/>
            <a:r>
              <a:rPr lang="ja-JP" altLang="en-US" sz="1400" b="1">
                <a:solidFill>
                  <a:schemeClr val="tx1"/>
                </a:solidFill>
              </a:rPr>
              <a:t>（連携</a:t>
            </a:r>
            <a:r>
              <a:rPr lang="en-US" altLang="ja-JP" sz="1400" b="1">
                <a:solidFill>
                  <a:schemeClr val="tx1"/>
                </a:solidFill>
              </a:rPr>
              <a:t>NAS</a:t>
            </a:r>
            <a:r>
              <a:rPr lang="ja-JP" altLang="en-US" sz="1400" b="1">
                <a:solidFill>
                  <a:schemeClr val="tx1"/>
                </a:solidFill>
              </a:rPr>
              <a:t>）</a:t>
            </a:r>
          </a:p>
        </p:txBody>
      </p:sp>
      <p:sp>
        <p:nvSpPr>
          <p:cNvPr id="13" name="正方形/長方形 12">
            <a:extLst>
              <a:ext uri="{FF2B5EF4-FFF2-40B4-BE49-F238E27FC236}">
                <a16:creationId xmlns:a16="http://schemas.microsoft.com/office/drawing/2014/main" id="{D6BB9533-0936-41C2-9082-C0153F7FA7CF}"/>
              </a:ext>
            </a:extLst>
          </p:cNvPr>
          <p:cNvSpPr/>
          <p:nvPr/>
        </p:nvSpPr>
        <p:spPr>
          <a:xfrm>
            <a:off x="7260692" y="4020353"/>
            <a:ext cx="2729912" cy="125131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実行サーバ</a:t>
            </a:r>
            <a:r>
              <a:rPr lang="en-US" altLang="ja-JP" sz="1400" b="1">
                <a:solidFill>
                  <a:schemeClr val="tx1"/>
                </a:solidFill>
              </a:rPr>
              <a:t>)</a:t>
            </a:r>
            <a:endParaRPr lang="ja-JP" altLang="en-US" sz="1400" b="1">
              <a:solidFill>
                <a:schemeClr val="tx1"/>
              </a:solidFill>
            </a:endParaRPr>
          </a:p>
        </p:txBody>
      </p:sp>
      <p:sp>
        <p:nvSpPr>
          <p:cNvPr id="14" name="正方形/長方形 13">
            <a:extLst>
              <a:ext uri="{FF2B5EF4-FFF2-40B4-BE49-F238E27FC236}">
                <a16:creationId xmlns:a16="http://schemas.microsoft.com/office/drawing/2014/main" id="{EA9A29D4-6277-44E1-A012-0E22C5EEB0E1}"/>
              </a:ext>
            </a:extLst>
          </p:cNvPr>
          <p:cNvSpPr/>
          <p:nvPr/>
        </p:nvSpPr>
        <p:spPr>
          <a:xfrm>
            <a:off x="7447927" y="4422939"/>
            <a:ext cx="2263269" cy="7172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5" name="正方形/長方形 14">
            <a:extLst>
              <a:ext uri="{FF2B5EF4-FFF2-40B4-BE49-F238E27FC236}">
                <a16:creationId xmlns:a16="http://schemas.microsoft.com/office/drawing/2014/main" id="{E501C6B3-5BA0-4319-8290-AFCBA4DE259A}"/>
              </a:ext>
            </a:extLst>
          </p:cNvPr>
          <p:cNvSpPr/>
          <p:nvPr/>
        </p:nvSpPr>
        <p:spPr>
          <a:xfrm>
            <a:off x="4157372" y="3821007"/>
            <a:ext cx="2846636"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スケジュールサーバ</a:t>
            </a:r>
            <a:r>
              <a:rPr lang="en-US" altLang="ja-JP" sz="1400" b="1">
                <a:solidFill>
                  <a:schemeClr val="tx1"/>
                </a:solidFill>
              </a:rPr>
              <a:t>)</a:t>
            </a:r>
          </a:p>
          <a:p>
            <a:pPr algn="ctr"/>
            <a:r>
              <a:rPr lang="ja-JP" altLang="en-US" sz="1400" b="1">
                <a:solidFill>
                  <a:schemeClr val="tx1"/>
                </a:solidFill>
              </a:rPr>
              <a:t>（</a:t>
            </a:r>
            <a:r>
              <a:rPr lang="en-US" altLang="ja-JP" sz="1400" b="1" err="1">
                <a:solidFill>
                  <a:schemeClr val="tx1"/>
                </a:solidFill>
              </a:rPr>
              <a:t>SystemWalker</a:t>
            </a:r>
            <a:r>
              <a:rPr lang="en-US" altLang="ja-JP" sz="1400" b="1">
                <a:solidFill>
                  <a:schemeClr val="tx1"/>
                </a:solidFill>
              </a:rPr>
              <a:t> </a:t>
            </a:r>
          </a:p>
          <a:p>
            <a:pPr algn="ctr"/>
            <a:r>
              <a:rPr lang="en-US" altLang="ja-JP" sz="1400" b="1">
                <a:solidFill>
                  <a:schemeClr val="tx1"/>
                </a:solidFill>
              </a:rPr>
              <a:t>Operation Manager</a:t>
            </a:r>
            <a:r>
              <a:rPr lang="ja-JP" altLang="en-US" sz="1400" b="1">
                <a:solidFill>
                  <a:schemeClr val="tx1"/>
                </a:solidFill>
              </a:rPr>
              <a:t>）</a:t>
            </a:r>
          </a:p>
        </p:txBody>
      </p:sp>
      <p:sp>
        <p:nvSpPr>
          <p:cNvPr id="16" name="正方形/長方形 15">
            <a:extLst>
              <a:ext uri="{FF2B5EF4-FFF2-40B4-BE49-F238E27FC236}">
                <a16:creationId xmlns:a16="http://schemas.microsoft.com/office/drawing/2014/main" id="{AF83168C-EF9F-4B38-BA0B-28EB28B19F30}"/>
              </a:ext>
            </a:extLst>
          </p:cNvPr>
          <p:cNvSpPr/>
          <p:nvPr/>
        </p:nvSpPr>
        <p:spPr>
          <a:xfrm>
            <a:off x="4318862" y="4628160"/>
            <a:ext cx="2442882" cy="122809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7" name="正方形/長方形 16">
            <a:extLst>
              <a:ext uri="{FF2B5EF4-FFF2-40B4-BE49-F238E27FC236}">
                <a16:creationId xmlns:a16="http://schemas.microsoft.com/office/drawing/2014/main" id="{10D791CA-35D2-4DAA-A53D-0D3825335216}"/>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DB</a:t>
            </a:r>
            <a:r>
              <a:rPr lang="ja-JP" altLang="en-US" sz="1400" b="1">
                <a:solidFill>
                  <a:schemeClr val="tx1"/>
                </a:solidFill>
              </a:rPr>
              <a:t>基盤</a:t>
            </a:r>
            <a:br>
              <a:rPr lang="en-US" altLang="ja-JP" sz="1400" b="1">
                <a:solidFill>
                  <a:schemeClr val="tx1"/>
                </a:solidFill>
              </a:rPr>
            </a:b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a:solidFill>
                  <a:schemeClr val="tx1"/>
                </a:solidFill>
              </a:rPr>
              <a:t>Database</a:t>
            </a:r>
            <a:r>
              <a:rPr lang="ja-JP" altLang="en-US" sz="1400" b="1">
                <a:solidFill>
                  <a:schemeClr val="tx1"/>
                </a:solidFill>
              </a:rPr>
              <a:t>）</a:t>
            </a:r>
            <a:endParaRPr lang="en-US" altLang="ja-JP" sz="1400" b="1">
              <a:solidFill>
                <a:schemeClr val="tx1"/>
              </a:solidFill>
            </a:endParaRPr>
          </a:p>
        </p:txBody>
      </p:sp>
      <p:sp>
        <p:nvSpPr>
          <p:cNvPr id="18" name="正方形/長方形 17">
            <a:extLst>
              <a:ext uri="{FF2B5EF4-FFF2-40B4-BE49-F238E27FC236}">
                <a16:creationId xmlns:a16="http://schemas.microsoft.com/office/drawing/2014/main" id="{A7349BCB-900C-452E-9B5B-887F0E2FF0A5}"/>
              </a:ext>
            </a:extLst>
          </p:cNvPr>
          <p:cNvSpPr/>
          <p:nvPr/>
        </p:nvSpPr>
        <p:spPr>
          <a:xfrm>
            <a:off x="828427" y="2581699"/>
            <a:ext cx="1866687" cy="36103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9" name="正方形/長方形 18">
            <a:extLst>
              <a:ext uri="{FF2B5EF4-FFF2-40B4-BE49-F238E27FC236}">
                <a16:creationId xmlns:a16="http://schemas.microsoft.com/office/drawing/2014/main" id="{8F9A7A2C-E2ED-4292-9B43-16F2A982D05D}"/>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23" name="Rectangle 92">
            <a:extLst>
              <a:ext uri="{FF2B5EF4-FFF2-40B4-BE49-F238E27FC236}">
                <a16:creationId xmlns:a16="http://schemas.microsoft.com/office/drawing/2014/main" id="{BBAECE6A-A859-4D1D-85F8-3A143E127C11}"/>
              </a:ext>
            </a:extLst>
          </p:cNvPr>
          <p:cNvSpPr>
            <a:spLocks noChangeArrowheads="1"/>
          </p:cNvSpPr>
          <p:nvPr/>
        </p:nvSpPr>
        <p:spPr bwMode="auto">
          <a:xfrm>
            <a:off x="5544021" y="1631680"/>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共通ログイン</a:t>
            </a:r>
            <a:endParaRPr lang="ja-JP" altLang="ja-JP" sz="1000">
              <a:effectLst/>
            </a:endParaRPr>
          </a:p>
        </p:txBody>
      </p:sp>
      <p:cxnSp>
        <p:nvCxnSpPr>
          <p:cNvPr id="27" name="カギ線コネクタ 219">
            <a:extLst>
              <a:ext uri="{FF2B5EF4-FFF2-40B4-BE49-F238E27FC236}">
                <a16:creationId xmlns:a16="http://schemas.microsoft.com/office/drawing/2014/main" id="{4DC12F96-6611-42E1-A817-F9F0A67DB17D}"/>
              </a:ext>
            </a:extLst>
          </p:cNvPr>
          <p:cNvCxnSpPr>
            <a:cxnSpLocks/>
            <a:stCxn id="44" idx="3"/>
            <a:endCxn id="23" idx="1"/>
          </p:cNvCxnSpPr>
          <p:nvPr/>
        </p:nvCxnSpPr>
        <p:spPr>
          <a:xfrm>
            <a:off x="4048907" y="1719520"/>
            <a:ext cx="1495114" cy="658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9" name="テキスト ボックス 114">
            <a:extLst>
              <a:ext uri="{FF2B5EF4-FFF2-40B4-BE49-F238E27FC236}">
                <a16:creationId xmlns:a16="http://schemas.microsoft.com/office/drawing/2014/main" id="{70623457-80BB-45C7-A8E0-63089BCCBAD2}"/>
              </a:ext>
            </a:extLst>
          </p:cNvPr>
          <p:cNvSpPr txBox="1"/>
          <p:nvPr/>
        </p:nvSpPr>
        <p:spPr>
          <a:xfrm>
            <a:off x="4619736" y="5575566"/>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包装</a:t>
            </a:r>
            <a:endParaRPr kumimoji="1" lang="en-US" altLang="ja-JP" sz="900"/>
          </a:p>
        </p:txBody>
      </p:sp>
      <p:sp>
        <p:nvSpPr>
          <p:cNvPr id="30" name="テキスト ボックス 115">
            <a:extLst>
              <a:ext uri="{FF2B5EF4-FFF2-40B4-BE49-F238E27FC236}">
                <a16:creationId xmlns:a16="http://schemas.microsoft.com/office/drawing/2014/main" id="{96B1FD83-224F-4333-8439-2C841484F114}"/>
              </a:ext>
            </a:extLst>
          </p:cNvPr>
          <p:cNvSpPr txBox="1"/>
          <p:nvPr/>
        </p:nvSpPr>
        <p:spPr>
          <a:xfrm>
            <a:off x="4623536" y="5357880"/>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品質管理</a:t>
            </a:r>
            <a:endParaRPr kumimoji="1" lang="en-US" altLang="ja-JP" sz="900"/>
          </a:p>
        </p:txBody>
      </p:sp>
      <p:sp>
        <p:nvSpPr>
          <p:cNvPr id="33" name="フローチャート : 磁気ディスク 199">
            <a:extLst>
              <a:ext uri="{FF2B5EF4-FFF2-40B4-BE49-F238E27FC236}">
                <a16:creationId xmlns:a16="http://schemas.microsoft.com/office/drawing/2014/main" id="{BF51657F-6D7D-40FF-BF18-F94471739381}"/>
              </a:ext>
            </a:extLst>
          </p:cNvPr>
          <p:cNvSpPr/>
          <p:nvPr/>
        </p:nvSpPr>
        <p:spPr>
          <a:xfrm>
            <a:off x="1218594" y="407536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品質管理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4" name="フローチャート : 磁気ディスク 257">
            <a:extLst>
              <a:ext uri="{FF2B5EF4-FFF2-40B4-BE49-F238E27FC236}">
                <a16:creationId xmlns:a16="http://schemas.microsoft.com/office/drawing/2014/main" id="{A1BBCBB9-6640-4B46-94FC-9E77887C9346}"/>
              </a:ext>
            </a:extLst>
          </p:cNvPr>
          <p:cNvSpPr/>
          <p:nvPr/>
        </p:nvSpPr>
        <p:spPr>
          <a:xfrm>
            <a:off x="1229801" y="477461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包装</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5" name="正方形/長方形 34">
            <a:extLst>
              <a:ext uri="{FF2B5EF4-FFF2-40B4-BE49-F238E27FC236}">
                <a16:creationId xmlns:a16="http://schemas.microsoft.com/office/drawing/2014/main" id="{53ECC80A-A8B7-41A4-A025-F0FCAD15F16C}"/>
              </a:ext>
            </a:extLst>
          </p:cNvPr>
          <p:cNvSpPr/>
          <p:nvPr/>
        </p:nvSpPr>
        <p:spPr>
          <a:xfrm>
            <a:off x="4399418" y="4732939"/>
            <a:ext cx="2252383" cy="106458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36" name="カギ線コネクタ 288">
            <a:extLst>
              <a:ext uri="{FF2B5EF4-FFF2-40B4-BE49-F238E27FC236}">
                <a16:creationId xmlns:a16="http://schemas.microsoft.com/office/drawing/2014/main" id="{6E98C4B2-F4C0-41D4-AC3C-8940A2E5E5FA}"/>
              </a:ext>
            </a:extLst>
          </p:cNvPr>
          <p:cNvCxnSpPr>
            <a:cxnSpLocks/>
            <a:stCxn id="75" idx="1"/>
            <a:endCxn id="73" idx="4"/>
          </p:cNvCxnSpPr>
          <p:nvPr/>
        </p:nvCxnSpPr>
        <p:spPr>
          <a:xfrm rot="10800000" flipV="1">
            <a:off x="1972387" y="2223444"/>
            <a:ext cx="2468446" cy="724524"/>
          </a:xfrm>
          <a:prstGeom prst="bentConnector3">
            <a:avLst>
              <a:gd name="adj1" fmla="val 569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7" name="カギ線コネクタ 290">
            <a:extLst>
              <a:ext uri="{FF2B5EF4-FFF2-40B4-BE49-F238E27FC236}">
                <a16:creationId xmlns:a16="http://schemas.microsoft.com/office/drawing/2014/main" id="{332E3769-C3CD-43EA-A4BE-F7018CFAFA8C}"/>
              </a:ext>
            </a:extLst>
          </p:cNvPr>
          <p:cNvCxnSpPr>
            <a:cxnSpLocks/>
            <a:stCxn id="76" idx="1"/>
            <a:endCxn id="74" idx="4"/>
          </p:cNvCxnSpPr>
          <p:nvPr/>
        </p:nvCxnSpPr>
        <p:spPr>
          <a:xfrm rot="10800000" flipV="1">
            <a:off x="1982617" y="2644509"/>
            <a:ext cx="2476346" cy="1040827"/>
          </a:xfrm>
          <a:prstGeom prst="bentConnector3">
            <a:avLst>
              <a:gd name="adj1" fmla="val 5362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39" name="フローチャート : 磁気ディスク 309">
            <a:extLst>
              <a:ext uri="{FF2B5EF4-FFF2-40B4-BE49-F238E27FC236}">
                <a16:creationId xmlns:a16="http://schemas.microsoft.com/office/drawing/2014/main" id="{2068CD14-5116-4DC7-96B5-86C4492159E7}"/>
              </a:ext>
            </a:extLst>
          </p:cNvPr>
          <p:cNvSpPr/>
          <p:nvPr/>
        </p:nvSpPr>
        <p:spPr>
          <a:xfrm>
            <a:off x="1218595" y="548282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工場</a:t>
            </a:r>
            <a:r>
              <a:rPr kumimoji="1" lang="en-US" altLang="ja-JP" sz="900">
                <a:solidFill>
                  <a:sysClr val="windowText" lastClr="000000"/>
                </a:solidFill>
              </a:rPr>
              <a:t>DB</a:t>
            </a:r>
          </a:p>
          <a:p>
            <a:pPr algn="ctr"/>
            <a:r>
              <a:rPr kumimoji="1" lang="ja-JP" altLang="en-US" sz="900">
                <a:solidFill>
                  <a:sysClr val="windowText" lastClr="000000"/>
                </a:solidFill>
              </a:rPr>
              <a:t>スキーマ</a:t>
            </a:r>
          </a:p>
        </p:txBody>
      </p:sp>
      <p:sp>
        <p:nvSpPr>
          <p:cNvPr id="42" name="正方形/長方形 41">
            <a:extLst>
              <a:ext uri="{FF2B5EF4-FFF2-40B4-BE49-F238E27FC236}">
                <a16:creationId xmlns:a16="http://schemas.microsoft.com/office/drawing/2014/main" id="{810076C5-113A-4153-85CB-802320390F80}"/>
              </a:ext>
            </a:extLst>
          </p:cNvPr>
          <p:cNvSpPr/>
          <p:nvPr/>
        </p:nvSpPr>
        <p:spPr>
          <a:xfrm>
            <a:off x="8267188" y="1200302"/>
            <a:ext cx="2248412"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帳票基盤</a:t>
            </a:r>
            <a:endParaRPr lang="en-US" altLang="ja-JP" sz="1400" b="1">
              <a:solidFill>
                <a:schemeClr val="tx1"/>
              </a:solidFill>
            </a:endParaRPr>
          </a:p>
          <a:p>
            <a:pPr algn="ctr"/>
            <a:r>
              <a:rPr lang="ja-JP" altLang="en-US" sz="1400" b="1">
                <a:solidFill>
                  <a:schemeClr val="tx1"/>
                </a:solidFill>
              </a:rPr>
              <a:t>（</a:t>
            </a:r>
            <a:r>
              <a:rPr lang="en-US" altLang="ja-JP" sz="1400" b="1" err="1">
                <a:solidFill>
                  <a:schemeClr val="tx1"/>
                </a:solidFill>
              </a:rPr>
              <a:t>ListWorks</a:t>
            </a:r>
            <a:r>
              <a:rPr lang="ja-JP" altLang="en-US" sz="1400" b="1" err="1">
                <a:solidFill>
                  <a:schemeClr val="tx1"/>
                </a:solidFill>
              </a:rPr>
              <a:t>、</a:t>
            </a:r>
            <a:r>
              <a:rPr lang="en-US" altLang="ja-JP" sz="1400" b="1" err="1">
                <a:solidFill>
                  <a:schemeClr val="tx1"/>
                </a:solidFill>
              </a:rPr>
              <a:t>ListCreator</a:t>
            </a:r>
            <a:r>
              <a:rPr lang="ja-JP" altLang="en-US" sz="1400" b="1">
                <a:solidFill>
                  <a:schemeClr val="tx1"/>
                </a:solidFill>
              </a:rPr>
              <a:t>）</a:t>
            </a:r>
          </a:p>
        </p:txBody>
      </p:sp>
      <p:sp>
        <p:nvSpPr>
          <p:cNvPr id="44" name="正方形/長方形 43">
            <a:extLst>
              <a:ext uri="{FF2B5EF4-FFF2-40B4-BE49-F238E27FC236}">
                <a16:creationId xmlns:a16="http://schemas.microsoft.com/office/drawing/2014/main" id="{C05DA46C-E1F3-4CC4-85A2-9A4C5B88904C}"/>
              </a:ext>
            </a:extLst>
          </p:cNvPr>
          <p:cNvSpPr/>
          <p:nvPr/>
        </p:nvSpPr>
        <p:spPr>
          <a:xfrm>
            <a:off x="3019803" y="1267533"/>
            <a:ext cx="1029104" cy="90397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認証基盤</a:t>
            </a:r>
            <a:endParaRPr lang="en-US" altLang="ja-JP" sz="1400" b="1">
              <a:solidFill>
                <a:schemeClr val="tx1"/>
              </a:solidFill>
            </a:endParaRPr>
          </a:p>
          <a:p>
            <a:pPr algn="ct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err="1">
                <a:solidFill>
                  <a:schemeClr val="tx1"/>
                </a:solidFill>
              </a:rPr>
              <a:t>Weblogic</a:t>
            </a:r>
            <a:r>
              <a:rPr lang="ja-JP" altLang="en-US" sz="1400" b="1">
                <a:solidFill>
                  <a:schemeClr val="tx1"/>
                </a:solidFill>
              </a:rPr>
              <a:t>）</a:t>
            </a:r>
          </a:p>
          <a:p>
            <a:pPr algn="ctr"/>
            <a:endParaRPr lang="ja-JP" altLang="en-US" sz="1400" b="1">
              <a:solidFill>
                <a:schemeClr val="tx1"/>
              </a:solidFill>
            </a:endParaRPr>
          </a:p>
        </p:txBody>
      </p:sp>
      <p:sp>
        <p:nvSpPr>
          <p:cNvPr id="45" name="テキスト ボックス 114">
            <a:extLst>
              <a:ext uri="{FF2B5EF4-FFF2-40B4-BE49-F238E27FC236}">
                <a16:creationId xmlns:a16="http://schemas.microsoft.com/office/drawing/2014/main" id="{837CD691-34BC-43EA-B79D-666191C731F5}"/>
              </a:ext>
            </a:extLst>
          </p:cNvPr>
          <p:cNvSpPr txBox="1"/>
          <p:nvPr/>
        </p:nvSpPr>
        <p:spPr>
          <a:xfrm>
            <a:off x="7697545" y="4505894"/>
            <a:ext cx="1815353"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ea typeface="游ゴシック"/>
              </a:rPr>
              <a:t>アプリバッチ​</a:t>
            </a:r>
            <a:endParaRPr kumimoji="1" lang="en-US" altLang="ja-JP" sz="900"/>
          </a:p>
        </p:txBody>
      </p:sp>
      <p:cxnSp>
        <p:nvCxnSpPr>
          <p:cNvPr id="51" name="カギ線コネクタ 321">
            <a:extLst>
              <a:ext uri="{FF2B5EF4-FFF2-40B4-BE49-F238E27FC236}">
                <a16:creationId xmlns:a16="http://schemas.microsoft.com/office/drawing/2014/main" id="{CFC2F726-E338-43B8-8584-9D23D5FBA43F}"/>
              </a:ext>
            </a:extLst>
          </p:cNvPr>
          <p:cNvCxnSpPr>
            <a:cxnSpLocks/>
            <a:stCxn id="13" idx="0"/>
            <a:endCxn id="12" idx="1"/>
          </p:cNvCxnSpPr>
          <p:nvPr/>
        </p:nvCxnSpPr>
        <p:spPr>
          <a:xfrm rot="5400000" flipH="1" flipV="1">
            <a:off x="8998689" y="2964484"/>
            <a:ext cx="682828" cy="1428910"/>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60" name="カギ線コネクタ 321">
            <a:extLst>
              <a:ext uri="{FF2B5EF4-FFF2-40B4-BE49-F238E27FC236}">
                <a16:creationId xmlns:a16="http://schemas.microsoft.com/office/drawing/2014/main" id="{67CE7314-01D9-41F7-9FCA-782987FB958F}"/>
              </a:ext>
            </a:extLst>
          </p:cNvPr>
          <p:cNvCxnSpPr>
            <a:cxnSpLocks/>
            <a:stCxn id="15" idx="3"/>
            <a:endCxn id="13" idx="1"/>
          </p:cNvCxnSpPr>
          <p:nvPr/>
        </p:nvCxnSpPr>
        <p:spPr>
          <a:xfrm flipV="1">
            <a:off x="7004008" y="4646011"/>
            <a:ext cx="256684" cy="235735"/>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65" name="カギ線コネクタ 91">
            <a:extLst>
              <a:ext uri="{FF2B5EF4-FFF2-40B4-BE49-F238E27FC236}">
                <a16:creationId xmlns:a16="http://schemas.microsoft.com/office/drawing/2014/main" id="{04A350FE-8E3C-48E7-ADE8-FEC3B056081C}"/>
              </a:ext>
            </a:extLst>
          </p:cNvPr>
          <p:cNvCxnSpPr>
            <a:cxnSpLocks/>
            <a:endCxn id="42" idx="1"/>
          </p:cNvCxnSpPr>
          <p:nvPr/>
        </p:nvCxnSpPr>
        <p:spPr>
          <a:xfrm flipV="1">
            <a:off x="5678549" y="1463282"/>
            <a:ext cx="2588639" cy="1692159"/>
          </a:xfrm>
          <a:prstGeom prst="bentConnector3">
            <a:avLst>
              <a:gd name="adj1" fmla="val 44805"/>
            </a:avLst>
          </a:prstGeom>
          <a:ln>
            <a:tailEnd type="arrow"/>
          </a:ln>
        </p:spPr>
        <p:style>
          <a:lnRef idx="1">
            <a:schemeClr val="dk1"/>
          </a:lnRef>
          <a:fillRef idx="0">
            <a:schemeClr val="dk1"/>
          </a:fillRef>
          <a:effectRef idx="0">
            <a:schemeClr val="dk1"/>
          </a:effectRef>
          <a:fontRef idx="minor">
            <a:schemeClr val="tx1"/>
          </a:fontRef>
        </p:style>
      </p:cxnSp>
      <p:sp>
        <p:nvSpPr>
          <p:cNvPr id="67" name="テキスト ボックス 115">
            <a:extLst>
              <a:ext uri="{FF2B5EF4-FFF2-40B4-BE49-F238E27FC236}">
                <a16:creationId xmlns:a16="http://schemas.microsoft.com/office/drawing/2014/main" id="{29A4ED00-9BA4-44B1-BA2D-F72A5C5B704F}"/>
              </a:ext>
            </a:extLst>
          </p:cNvPr>
          <p:cNvSpPr txBox="1"/>
          <p:nvPr/>
        </p:nvSpPr>
        <p:spPr>
          <a:xfrm>
            <a:off x="4617932" y="5143422"/>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数量確定</a:t>
            </a:r>
            <a:endParaRPr kumimoji="1" lang="en-US" altLang="ja-JP" sz="900"/>
          </a:p>
        </p:txBody>
      </p:sp>
      <p:sp>
        <p:nvSpPr>
          <p:cNvPr id="73" name="フローチャート : 磁気ディスク 199">
            <a:extLst>
              <a:ext uri="{FF2B5EF4-FFF2-40B4-BE49-F238E27FC236}">
                <a16:creationId xmlns:a16="http://schemas.microsoft.com/office/drawing/2014/main" id="{5161C49B-0E10-491B-B4B3-FF68B56159AD}"/>
              </a:ext>
            </a:extLst>
          </p:cNvPr>
          <p:cNvSpPr/>
          <p:nvPr/>
        </p:nvSpPr>
        <p:spPr>
          <a:xfrm>
            <a:off x="1208364" y="2612952"/>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数量確定</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4" name="フローチャート : 磁気ディスク 199">
            <a:extLst>
              <a:ext uri="{FF2B5EF4-FFF2-40B4-BE49-F238E27FC236}">
                <a16:creationId xmlns:a16="http://schemas.microsoft.com/office/drawing/2014/main" id="{9E27F6C5-E0C2-4771-B21F-0DB4D6F9C8F5}"/>
              </a:ext>
            </a:extLst>
          </p:cNvPr>
          <p:cNvSpPr/>
          <p:nvPr/>
        </p:nvSpPr>
        <p:spPr>
          <a:xfrm>
            <a:off x="1218594" y="335032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用役管理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5" name="Rectangle 92">
            <a:extLst>
              <a:ext uri="{FF2B5EF4-FFF2-40B4-BE49-F238E27FC236}">
                <a16:creationId xmlns:a16="http://schemas.microsoft.com/office/drawing/2014/main" id="{21C78C10-5A68-443A-A3D8-DF99621209CF}"/>
              </a:ext>
            </a:extLst>
          </p:cNvPr>
          <p:cNvSpPr>
            <a:spLocks noChangeArrowheads="1"/>
          </p:cNvSpPr>
          <p:nvPr/>
        </p:nvSpPr>
        <p:spPr bwMode="auto">
          <a:xfrm>
            <a:off x="4440833" y="2069775"/>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数量確定</a:t>
            </a:r>
            <a:endParaRPr lang="ja-JP" altLang="ja-JP" sz="1000">
              <a:effectLst/>
            </a:endParaRPr>
          </a:p>
        </p:txBody>
      </p:sp>
      <p:sp>
        <p:nvSpPr>
          <p:cNvPr id="76" name="Rectangle 92">
            <a:extLst>
              <a:ext uri="{FF2B5EF4-FFF2-40B4-BE49-F238E27FC236}">
                <a16:creationId xmlns:a16="http://schemas.microsoft.com/office/drawing/2014/main" id="{7626187D-3554-4A82-9789-3C97BC55D2E0}"/>
              </a:ext>
            </a:extLst>
          </p:cNvPr>
          <p:cNvSpPr>
            <a:spLocks noChangeArrowheads="1"/>
          </p:cNvSpPr>
          <p:nvPr/>
        </p:nvSpPr>
        <p:spPr bwMode="auto">
          <a:xfrm>
            <a:off x="4458963" y="2490841"/>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用役管理</a:t>
            </a:r>
            <a:endParaRPr lang="ja-JP" altLang="ja-JP" sz="1000">
              <a:effectLst/>
            </a:endParaRPr>
          </a:p>
        </p:txBody>
      </p:sp>
      <p:sp>
        <p:nvSpPr>
          <p:cNvPr id="86" name="Rectangle 92">
            <a:extLst>
              <a:ext uri="{FF2B5EF4-FFF2-40B4-BE49-F238E27FC236}">
                <a16:creationId xmlns:a16="http://schemas.microsoft.com/office/drawing/2014/main" id="{FAAC5628-6D33-4A57-8720-F3C74D6680AF}"/>
              </a:ext>
            </a:extLst>
          </p:cNvPr>
          <p:cNvSpPr>
            <a:spLocks noChangeArrowheads="1"/>
          </p:cNvSpPr>
          <p:nvPr/>
        </p:nvSpPr>
        <p:spPr bwMode="auto">
          <a:xfrm>
            <a:off x="4451063" y="2902957"/>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品質管理</a:t>
            </a:r>
            <a:endParaRPr lang="ja-JP" altLang="ja-JP" sz="1000">
              <a:effectLst/>
            </a:endParaRPr>
          </a:p>
        </p:txBody>
      </p:sp>
      <p:sp>
        <p:nvSpPr>
          <p:cNvPr id="87" name="Rectangle 92">
            <a:extLst>
              <a:ext uri="{FF2B5EF4-FFF2-40B4-BE49-F238E27FC236}">
                <a16:creationId xmlns:a16="http://schemas.microsoft.com/office/drawing/2014/main" id="{2CBC995B-8F0D-4B24-9709-81F624393EFD}"/>
              </a:ext>
            </a:extLst>
          </p:cNvPr>
          <p:cNvSpPr>
            <a:spLocks noChangeArrowheads="1"/>
          </p:cNvSpPr>
          <p:nvPr/>
        </p:nvSpPr>
        <p:spPr bwMode="auto">
          <a:xfrm>
            <a:off x="4440833" y="3332292"/>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包装</a:t>
            </a:r>
            <a:endParaRPr lang="ja-JP" altLang="ja-JP" sz="1000">
              <a:effectLst/>
            </a:endParaRPr>
          </a:p>
        </p:txBody>
      </p:sp>
      <p:cxnSp>
        <p:nvCxnSpPr>
          <p:cNvPr id="88" name="カギ線コネクタ 290">
            <a:extLst>
              <a:ext uri="{FF2B5EF4-FFF2-40B4-BE49-F238E27FC236}">
                <a16:creationId xmlns:a16="http://schemas.microsoft.com/office/drawing/2014/main" id="{8100DB17-F4F8-46DB-94B7-F170801B3D7A}"/>
              </a:ext>
            </a:extLst>
          </p:cNvPr>
          <p:cNvCxnSpPr>
            <a:cxnSpLocks/>
            <a:stCxn id="86" idx="1"/>
            <a:endCxn id="33" idx="4"/>
          </p:cNvCxnSpPr>
          <p:nvPr/>
        </p:nvCxnSpPr>
        <p:spPr>
          <a:xfrm rot="10800000" flipV="1">
            <a:off x="1982617" y="3056625"/>
            <a:ext cx="2468446" cy="1353757"/>
          </a:xfrm>
          <a:prstGeom prst="bentConnector3">
            <a:avLst>
              <a:gd name="adj1" fmla="val 49274"/>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91" name="カギ線コネクタ 290">
            <a:extLst>
              <a:ext uri="{FF2B5EF4-FFF2-40B4-BE49-F238E27FC236}">
                <a16:creationId xmlns:a16="http://schemas.microsoft.com/office/drawing/2014/main" id="{8FC25341-A772-4399-A3E4-85A5179707FE}"/>
              </a:ext>
            </a:extLst>
          </p:cNvPr>
          <p:cNvCxnSpPr>
            <a:cxnSpLocks/>
            <a:stCxn id="87" idx="1"/>
            <a:endCxn id="34" idx="4"/>
          </p:cNvCxnSpPr>
          <p:nvPr/>
        </p:nvCxnSpPr>
        <p:spPr>
          <a:xfrm rot="10800000" flipV="1">
            <a:off x="1993825" y="3485961"/>
            <a:ext cx="2447009" cy="1623666"/>
          </a:xfrm>
          <a:prstGeom prst="bentConnector3">
            <a:avLst>
              <a:gd name="adj1" fmla="val 4377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4" name="Rectangle 92">
            <a:extLst>
              <a:ext uri="{FF2B5EF4-FFF2-40B4-BE49-F238E27FC236}">
                <a16:creationId xmlns:a16="http://schemas.microsoft.com/office/drawing/2014/main" id="{54B148CA-B340-403B-8665-DA03284C56A1}"/>
              </a:ext>
            </a:extLst>
          </p:cNvPr>
          <p:cNvSpPr>
            <a:spLocks noChangeArrowheads="1"/>
          </p:cNvSpPr>
          <p:nvPr/>
        </p:nvSpPr>
        <p:spPr bwMode="auto">
          <a:xfrm>
            <a:off x="3099489" y="6148455"/>
            <a:ext cx="912945" cy="217912"/>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000" err="1">
                <a:effectLst/>
              </a:rPr>
              <a:t>XenAPP</a:t>
            </a:r>
            <a:endParaRPr lang="ja-JP" altLang="ja-JP" sz="1000">
              <a:effectLst/>
            </a:endParaRPr>
          </a:p>
        </p:txBody>
      </p:sp>
      <p:cxnSp>
        <p:nvCxnSpPr>
          <p:cNvPr id="95" name="カギ線コネクタ 290">
            <a:extLst>
              <a:ext uri="{FF2B5EF4-FFF2-40B4-BE49-F238E27FC236}">
                <a16:creationId xmlns:a16="http://schemas.microsoft.com/office/drawing/2014/main" id="{68EF6A7F-404D-4E5D-825A-BF5CE4F2D1B7}"/>
              </a:ext>
            </a:extLst>
          </p:cNvPr>
          <p:cNvCxnSpPr>
            <a:cxnSpLocks/>
            <a:stCxn id="94" idx="1"/>
            <a:endCxn id="39" idx="4"/>
          </p:cNvCxnSpPr>
          <p:nvPr/>
        </p:nvCxnSpPr>
        <p:spPr>
          <a:xfrm rot="10800000">
            <a:off x="1982619" y="5817843"/>
            <a:ext cx="1116871" cy="4395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03" name="カギ線コネクタ 91">
            <a:extLst>
              <a:ext uri="{FF2B5EF4-FFF2-40B4-BE49-F238E27FC236}">
                <a16:creationId xmlns:a16="http://schemas.microsoft.com/office/drawing/2014/main" id="{7A41CAF9-EB7D-451C-967E-12D5BEC15CC3}"/>
              </a:ext>
            </a:extLst>
          </p:cNvPr>
          <p:cNvCxnSpPr>
            <a:cxnSpLocks/>
            <a:stCxn id="23" idx="2"/>
            <a:endCxn id="75" idx="3"/>
          </p:cNvCxnSpPr>
          <p:nvPr/>
        </p:nvCxnSpPr>
        <p:spPr>
          <a:xfrm rot="5400000">
            <a:off x="5741150" y="1826615"/>
            <a:ext cx="284427" cy="50923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06" name="カギ線コネクタ 91">
            <a:extLst>
              <a:ext uri="{FF2B5EF4-FFF2-40B4-BE49-F238E27FC236}">
                <a16:creationId xmlns:a16="http://schemas.microsoft.com/office/drawing/2014/main" id="{66BFE2A8-7170-4743-BA95-F61341D76D3A}"/>
              </a:ext>
            </a:extLst>
          </p:cNvPr>
          <p:cNvCxnSpPr>
            <a:cxnSpLocks/>
            <a:stCxn id="23" idx="2"/>
            <a:endCxn id="76" idx="3"/>
          </p:cNvCxnSpPr>
          <p:nvPr/>
        </p:nvCxnSpPr>
        <p:spPr>
          <a:xfrm rot="5400000">
            <a:off x="5539682" y="2046213"/>
            <a:ext cx="705493" cy="49110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09" name="カギ線コネクタ 91">
            <a:extLst>
              <a:ext uri="{FF2B5EF4-FFF2-40B4-BE49-F238E27FC236}">
                <a16:creationId xmlns:a16="http://schemas.microsoft.com/office/drawing/2014/main" id="{3C85933F-419C-47F0-B9FD-444699064072}"/>
              </a:ext>
            </a:extLst>
          </p:cNvPr>
          <p:cNvCxnSpPr>
            <a:cxnSpLocks/>
            <a:stCxn id="23" idx="2"/>
            <a:endCxn id="86" idx="3"/>
          </p:cNvCxnSpPr>
          <p:nvPr/>
        </p:nvCxnSpPr>
        <p:spPr>
          <a:xfrm rot="5400000">
            <a:off x="5329674" y="2248321"/>
            <a:ext cx="1117609" cy="49900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12" name="カギ線コネクタ 91">
            <a:extLst>
              <a:ext uri="{FF2B5EF4-FFF2-40B4-BE49-F238E27FC236}">
                <a16:creationId xmlns:a16="http://schemas.microsoft.com/office/drawing/2014/main" id="{E5FA643A-3080-4F58-8EB8-863ECDB38AA7}"/>
              </a:ext>
            </a:extLst>
          </p:cNvPr>
          <p:cNvCxnSpPr>
            <a:cxnSpLocks/>
            <a:stCxn id="23" idx="2"/>
            <a:endCxn id="87" idx="3"/>
          </p:cNvCxnSpPr>
          <p:nvPr/>
        </p:nvCxnSpPr>
        <p:spPr>
          <a:xfrm rot="5400000">
            <a:off x="5109891" y="2457874"/>
            <a:ext cx="1546944" cy="50923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16" name="カギ線コネクタ 91">
            <a:extLst>
              <a:ext uri="{FF2B5EF4-FFF2-40B4-BE49-F238E27FC236}">
                <a16:creationId xmlns:a16="http://schemas.microsoft.com/office/drawing/2014/main" id="{222917B2-A3B2-447D-B70D-6F945DE93861}"/>
              </a:ext>
            </a:extLst>
          </p:cNvPr>
          <p:cNvCxnSpPr>
            <a:cxnSpLocks/>
            <a:endCxn id="42" idx="1"/>
          </p:cNvCxnSpPr>
          <p:nvPr/>
        </p:nvCxnSpPr>
        <p:spPr>
          <a:xfrm flipV="1">
            <a:off x="5638977" y="1463282"/>
            <a:ext cx="2628211" cy="2176347"/>
          </a:xfrm>
          <a:prstGeom prst="bentConnector3">
            <a:avLst>
              <a:gd name="adj1" fmla="val 45566"/>
            </a:avLst>
          </a:prstGeom>
          <a:ln>
            <a:tailEnd type="arrow"/>
          </a:ln>
        </p:spPr>
        <p:style>
          <a:lnRef idx="1">
            <a:schemeClr val="dk1"/>
          </a:lnRef>
          <a:fillRef idx="0">
            <a:schemeClr val="dk1"/>
          </a:fillRef>
          <a:effectRef idx="0">
            <a:schemeClr val="dk1"/>
          </a:effectRef>
          <a:fontRef idx="minor">
            <a:schemeClr val="tx1"/>
          </a:fontRef>
        </p:style>
      </p:cxnSp>
      <p:sp>
        <p:nvSpPr>
          <p:cNvPr id="123" name="Rectangle 92">
            <a:extLst>
              <a:ext uri="{FF2B5EF4-FFF2-40B4-BE49-F238E27FC236}">
                <a16:creationId xmlns:a16="http://schemas.microsoft.com/office/drawing/2014/main" id="{7A4ADE68-ACB6-4CD0-9E2D-BB2938DFFBDD}"/>
              </a:ext>
            </a:extLst>
          </p:cNvPr>
          <p:cNvSpPr>
            <a:spLocks noChangeArrowheads="1"/>
          </p:cNvSpPr>
          <p:nvPr/>
        </p:nvSpPr>
        <p:spPr bwMode="auto">
          <a:xfrm>
            <a:off x="10202905" y="206977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err="1">
                <a:solidFill>
                  <a:srgbClr val="000000"/>
                </a:solidFill>
                <a:latin typeface="ＭＳ Ｐゴシック"/>
                <a:ea typeface="ＭＳ Ｐゴシック"/>
              </a:rPr>
              <a:t>OneSAP</a:t>
            </a:r>
            <a:endParaRPr lang="ja-JP" altLang="en-US" sz="1100" b="1" i="0" u="none" strike="noStrike" baseline="0">
              <a:solidFill>
                <a:srgbClr val="000000"/>
              </a:solidFill>
              <a:latin typeface="ＭＳ Ｐゴシック"/>
              <a:ea typeface="ＭＳ Ｐゴシック"/>
            </a:endParaRPr>
          </a:p>
        </p:txBody>
      </p:sp>
      <p:cxnSp>
        <p:nvCxnSpPr>
          <p:cNvPr id="128" name="カギ線コネクタ 321">
            <a:extLst>
              <a:ext uri="{FF2B5EF4-FFF2-40B4-BE49-F238E27FC236}">
                <a16:creationId xmlns:a16="http://schemas.microsoft.com/office/drawing/2014/main" id="{CF14D342-BCCE-47B2-ADA1-CFB135E1DB4C}"/>
              </a:ext>
            </a:extLst>
          </p:cNvPr>
          <p:cNvCxnSpPr>
            <a:cxnSpLocks/>
            <a:endCxn id="12" idx="1"/>
          </p:cNvCxnSpPr>
          <p:nvPr/>
        </p:nvCxnSpPr>
        <p:spPr>
          <a:xfrm>
            <a:off x="7004008" y="2798178"/>
            <a:ext cx="3050550" cy="53934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51" name="Rectangle 92">
            <a:extLst>
              <a:ext uri="{FF2B5EF4-FFF2-40B4-BE49-F238E27FC236}">
                <a16:creationId xmlns:a16="http://schemas.microsoft.com/office/drawing/2014/main" id="{E7325AFF-1708-4DBD-BC21-31D825238D8F}"/>
              </a:ext>
            </a:extLst>
          </p:cNvPr>
          <p:cNvSpPr>
            <a:spLocks noChangeArrowheads="1"/>
          </p:cNvSpPr>
          <p:nvPr/>
        </p:nvSpPr>
        <p:spPr bwMode="auto">
          <a:xfrm>
            <a:off x="7985604" y="5915954"/>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ヤード操業</a:t>
            </a:r>
            <a:endParaRPr lang="ja-JP" altLang="ja-JP" sz="1000">
              <a:effectLst/>
            </a:endParaRPr>
          </a:p>
        </p:txBody>
      </p:sp>
      <p:cxnSp>
        <p:nvCxnSpPr>
          <p:cNvPr id="152" name="カギ線コネクタ 321">
            <a:extLst>
              <a:ext uri="{FF2B5EF4-FFF2-40B4-BE49-F238E27FC236}">
                <a16:creationId xmlns:a16="http://schemas.microsoft.com/office/drawing/2014/main" id="{F67E28D6-6FA8-4509-9E0E-0998BD77BD0F}"/>
              </a:ext>
            </a:extLst>
          </p:cNvPr>
          <p:cNvCxnSpPr>
            <a:cxnSpLocks/>
            <a:stCxn id="150" idx="0"/>
            <a:endCxn id="12" idx="2"/>
          </p:cNvCxnSpPr>
          <p:nvPr/>
        </p:nvCxnSpPr>
        <p:spPr>
          <a:xfrm rot="5400000" flipH="1" flipV="1">
            <a:off x="8774200" y="3602419"/>
            <a:ext cx="1831941" cy="2169898"/>
          </a:xfrm>
          <a:prstGeom prst="bentConnector3">
            <a:avLst>
              <a:gd name="adj1" fmla="val 21128"/>
            </a:avLst>
          </a:prstGeom>
          <a:ln>
            <a:tailEnd type="arrow"/>
          </a:ln>
        </p:spPr>
        <p:style>
          <a:lnRef idx="1">
            <a:schemeClr val="dk1"/>
          </a:lnRef>
          <a:fillRef idx="0">
            <a:schemeClr val="dk1"/>
          </a:fillRef>
          <a:effectRef idx="0">
            <a:schemeClr val="dk1"/>
          </a:effectRef>
          <a:fontRef idx="minor">
            <a:schemeClr val="tx1"/>
          </a:fontRef>
        </p:style>
      </p:cxnSp>
      <p:cxnSp>
        <p:nvCxnSpPr>
          <p:cNvPr id="62" name="カギ線コネクタ 321">
            <a:extLst>
              <a:ext uri="{FF2B5EF4-FFF2-40B4-BE49-F238E27FC236}">
                <a16:creationId xmlns:a16="http://schemas.microsoft.com/office/drawing/2014/main" id="{7958B39F-CE01-4DA3-A044-E521D5DBD527}"/>
              </a:ext>
            </a:extLst>
          </p:cNvPr>
          <p:cNvCxnSpPr>
            <a:cxnSpLocks/>
            <a:stCxn id="151" idx="1"/>
            <a:endCxn id="44" idx="2"/>
          </p:cNvCxnSpPr>
          <p:nvPr/>
        </p:nvCxnSpPr>
        <p:spPr>
          <a:xfrm rot="10800000">
            <a:off x="3534356" y="2171507"/>
            <a:ext cx="4451249" cy="3898116"/>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68" name="カギ線コネクタ 219">
            <a:extLst>
              <a:ext uri="{FF2B5EF4-FFF2-40B4-BE49-F238E27FC236}">
                <a16:creationId xmlns:a16="http://schemas.microsoft.com/office/drawing/2014/main" id="{82616C3F-D3BA-4745-A1C0-3224344243CE}"/>
              </a:ext>
            </a:extLst>
          </p:cNvPr>
          <p:cNvCxnSpPr>
            <a:cxnSpLocks/>
            <a:stCxn id="12" idx="0"/>
            <a:endCxn id="123" idx="2"/>
          </p:cNvCxnSpPr>
          <p:nvPr/>
        </p:nvCxnSpPr>
        <p:spPr>
          <a:xfrm rot="16200000" flipV="1">
            <a:off x="10532076" y="2660609"/>
            <a:ext cx="479771" cy="6316"/>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176" name="テキスト ボックス 82">
            <a:extLst>
              <a:ext uri="{FF2B5EF4-FFF2-40B4-BE49-F238E27FC236}">
                <a16:creationId xmlns:a16="http://schemas.microsoft.com/office/drawing/2014/main" id="{FC9B3E0D-97C6-49C4-ADD3-ED5B5E202D73}"/>
              </a:ext>
            </a:extLst>
          </p:cNvPr>
          <p:cNvSpPr txBox="1"/>
          <p:nvPr/>
        </p:nvSpPr>
        <p:spPr>
          <a:xfrm>
            <a:off x="7815467" y="4835955"/>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Tree>
    <p:extLst>
      <p:ext uri="{BB962C8B-B14F-4D97-AF65-F5344CB8AC3E}">
        <p14:creationId xmlns:p14="http://schemas.microsoft.com/office/powerpoint/2010/main" val="2787593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F870-0C49-2164-473C-4A84988B073C}"/>
            </a:ext>
          </a:extLst>
        </p:cNvPr>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8F9A7A2C-E2ED-4292-9B43-16F2A982D05D}"/>
              </a:ext>
            </a:extLst>
          </p:cNvPr>
          <p:cNvSpPr/>
          <p:nvPr/>
        </p:nvSpPr>
        <p:spPr>
          <a:xfrm>
            <a:off x="621600" y="766597"/>
            <a:ext cx="10944628" cy="5675374"/>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1" name="正方形/長方形 10">
            <a:extLst>
              <a:ext uri="{FF2B5EF4-FFF2-40B4-BE49-F238E27FC236}">
                <a16:creationId xmlns:a16="http://schemas.microsoft.com/office/drawing/2014/main" id="{314EB934-A0F9-4224-9C98-29C2C6DD74B5}"/>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50" name="正方形/長方形 149">
            <a:extLst>
              <a:ext uri="{FF2B5EF4-FFF2-40B4-BE49-F238E27FC236}">
                <a16:creationId xmlns:a16="http://schemas.microsoft.com/office/drawing/2014/main" id="{C7955339-5E6D-4B44-9350-B0D7697E1ABA}"/>
              </a:ext>
            </a:extLst>
          </p:cNvPr>
          <p:cNvSpPr/>
          <p:nvPr/>
        </p:nvSpPr>
        <p:spPr>
          <a:xfrm>
            <a:off x="7195007" y="5603338"/>
            <a:ext cx="2820427" cy="76569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ヤード操業サーバ</a:t>
            </a:r>
            <a:endParaRPr lang="en-US" altLang="ja-JP" sz="1400" b="1">
              <a:solidFill>
                <a:schemeClr val="tx1"/>
              </a:solidFill>
            </a:endParaRPr>
          </a:p>
          <a:p>
            <a:pPr algn="ctr"/>
            <a:endParaRPr lang="ja-JP" altLang="en-US" sz="1400" b="1">
              <a:solidFill>
                <a:schemeClr val="tx1"/>
              </a:solidFill>
            </a:endParaRPr>
          </a:p>
        </p:txBody>
      </p:sp>
      <p:sp>
        <p:nvSpPr>
          <p:cNvPr id="77" name="正方形/長方形 76">
            <a:extLst>
              <a:ext uri="{FF2B5EF4-FFF2-40B4-BE49-F238E27FC236}">
                <a16:creationId xmlns:a16="http://schemas.microsoft.com/office/drawing/2014/main" id="{AF3F0CD3-B354-4231-809C-F23D3C3DD856}"/>
              </a:ext>
            </a:extLst>
          </p:cNvPr>
          <p:cNvSpPr/>
          <p:nvPr/>
        </p:nvSpPr>
        <p:spPr>
          <a:xfrm>
            <a:off x="7870927" y="5840896"/>
            <a:ext cx="1440000" cy="47768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0" name="正方形/長方形 19">
            <a:extLst>
              <a:ext uri="{FF2B5EF4-FFF2-40B4-BE49-F238E27FC236}">
                <a16:creationId xmlns:a16="http://schemas.microsoft.com/office/drawing/2014/main" id="{3443E91F-1901-42F5-9B93-AB72C5E27018}"/>
              </a:ext>
            </a:extLst>
          </p:cNvPr>
          <p:cNvSpPr/>
          <p:nvPr/>
        </p:nvSpPr>
        <p:spPr>
          <a:xfrm>
            <a:off x="4165451" y="1132151"/>
            <a:ext cx="2820427" cy="263502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AP</a:t>
            </a:r>
            <a:r>
              <a:rPr lang="ja-JP" altLang="en-US" sz="1400" b="1">
                <a:solidFill>
                  <a:schemeClr val="tx1"/>
                </a:solidFill>
              </a:rPr>
              <a:t>基盤</a:t>
            </a:r>
            <a:r>
              <a:rPr lang="en-US" altLang="ja-JP" sz="1400" b="1">
                <a:solidFill>
                  <a:schemeClr val="tx1"/>
                </a:solidFill>
              </a:rPr>
              <a:t>(PaaS)</a:t>
            </a: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AppService</a:t>
            </a:r>
          </a:p>
          <a:p>
            <a:pPr algn="ctr"/>
            <a:r>
              <a:rPr lang="en-US" altLang="ja-JP" sz="1400" b="1">
                <a:solidFill>
                  <a:srgbClr val="FF0000"/>
                </a:solidFill>
              </a:rPr>
              <a:t>+ Apache Tomcat</a:t>
            </a:r>
            <a:r>
              <a:rPr lang="ja-JP" altLang="en-US" sz="1400" b="1">
                <a:solidFill>
                  <a:srgbClr val="FF0000"/>
                </a:solidFill>
              </a:rPr>
              <a:t>）</a:t>
            </a:r>
          </a:p>
        </p:txBody>
      </p:sp>
      <p:sp>
        <p:nvSpPr>
          <p:cNvPr id="161" name="正方形/長方形 160">
            <a:extLst>
              <a:ext uri="{FF2B5EF4-FFF2-40B4-BE49-F238E27FC236}">
                <a16:creationId xmlns:a16="http://schemas.microsoft.com/office/drawing/2014/main" id="{37E84C9B-23CD-4D28-B27F-1FEEC34A2CBB}"/>
              </a:ext>
            </a:extLst>
          </p:cNvPr>
          <p:cNvSpPr/>
          <p:nvPr/>
        </p:nvSpPr>
        <p:spPr>
          <a:xfrm>
            <a:off x="4226202" y="1966663"/>
            <a:ext cx="1706287" cy="17241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 name="タイトル 1">
            <a:extLst>
              <a:ext uri="{FF2B5EF4-FFF2-40B4-BE49-F238E27FC236}">
                <a16:creationId xmlns:a16="http://schemas.microsoft.com/office/drawing/2014/main" id="{FE72453D-BB70-E33A-4E8C-7356C273C592}"/>
              </a:ext>
            </a:extLst>
          </p:cNvPr>
          <p:cNvSpPr>
            <a:spLocks noGrp="1"/>
          </p:cNvSpPr>
          <p:nvPr>
            <p:ph type="title"/>
          </p:nvPr>
        </p:nvSpPr>
        <p:spPr/>
        <p:txBody>
          <a:bodyPr/>
          <a:lstStyle/>
          <a:p>
            <a:r>
              <a:rPr lang="ja-JP" altLang="en-US"/>
              <a:t>１．クラウドアーキ環境構成（</a:t>
            </a:r>
            <a:r>
              <a:rPr lang="en-US" altLang="ja-JP" err="1"/>
              <a:t>ToBe</a:t>
            </a:r>
            <a:r>
              <a:rPr lang="ja-JP" altLang="en-US"/>
              <a:t>）</a:t>
            </a:r>
            <a:r>
              <a:rPr kumimoji="1" lang="ja-JP" altLang="en-US"/>
              <a:t> </a:t>
            </a:r>
          </a:p>
        </p:txBody>
      </p:sp>
      <p:sp>
        <p:nvSpPr>
          <p:cNvPr id="7" name="日付プレースホルダー 2">
            <a:extLst>
              <a:ext uri="{FF2B5EF4-FFF2-40B4-BE49-F238E27FC236}">
                <a16:creationId xmlns:a16="http://schemas.microsoft.com/office/drawing/2014/main" id="{C6B8AF0C-2979-E816-719B-A27CA730EB90}"/>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65179B7B-D7A9-8E0A-E4BA-1294E30ED4A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12" name="正方形/長方形 11">
            <a:extLst>
              <a:ext uri="{FF2B5EF4-FFF2-40B4-BE49-F238E27FC236}">
                <a16:creationId xmlns:a16="http://schemas.microsoft.com/office/drawing/2014/main" id="{BBDFDF4D-291D-4F63-9178-60B6E0E7C6A1}"/>
              </a:ext>
            </a:extLst>
          </p:cNvPr>
          <p:cNvSpPr/>
          <p:nvPr/>
        </p:nvSpPr>
        <p:spPr>
          <a:xfrm>
            <a:off x="10054558" y="2903652"/>
            <a:ext cx="1441122"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連携基盤</a:t>
            </a:r>
            <a:endParaRPr lang="en-US" altLang="ja-JP" sz="1400" b="1">
              <a:solidFill>
                <a:schemeClr val="tx1"/>
              </a:solidFill>
            </a:endParaRP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Net</a:t>
            </a:r>
            <a:r>
              <a:rPr lang="ja-JP" altLang="en-US" sz="1400" b="1">
                <a:solidFill>
                  <a:srgbClr val="FF0000"/>
                </a:solidFill>
              </a:rPr>
              <a:t> </a:t>
            </a:r>
            <a:endParaRPr lang="en-US" altLang="ja-JP" sz="1400" b="1">
              <a:solidFill>
                <a:srgbClr val="FF0000"/>
              </a:solidFill>
            </a:endParaRPr>
          </a:p>
          <a:p>
            <a:pPr algn="ctr"/>
            <a:r>
              <a:rPr lang="en-US" altLang="ja-JP" sz="1400" b="1">
                <a:solidFill>
                  <a:srgbClr val="FF0000"/>
                </a:solidFill>
              </a:rPr>
              <a:t>App</a:t>
            </a:r>
            <a:r>
              <a:rPr lang="ja-JP" altLang="en-US" sz="1400" b="1">
                <a:solidFill>
                  <a:srgbClr val="FF0000"/>
                </a:solidFill>
              </a:rPr>
              <a:t> </a:t>
            </a:r>
            <a:r>
              <a:rPr lang="en-US" altLang="ja-JP" sz="1400" b="1">
                <a:solidFill>
                  <a:srgbClr val="FF0000"/>
                </a:solidFill>
              </a:rPr>
              <a:t>Files</a:t>
            </a:r>
            <a:r>
              <a:rPr lang="ja-JP" altLang="en-US" sz="1400" b="1">
                <a:solidFill>
                  <a:srgbClr val="FF0000"/>
                </a:solidFill>
              </a:rPr>
              <a:t>）</a:t>
            </a:r>
          </a:p>
        </p:txBody>
      </p:sp>
      <p:sp>
        <p:nvSpPr>
          <p:cNvPr id="13" name="正方形/長方形 12">
            <a:extLst>
              <a:ext uri="{FF2B5EF4-FFF2-40B4-BE49-F238E27FC236}">
                <a16:creationId xmlns:a16="http://schemas.microsoft.com/office/drawing/2014/main" id="{D6BB9533-0936-41C2-9082-C0153F7FA7CF}"/>
              </a:ext>
            </a:extLst>
          </p:cNvPr>
          <p:cNvSpPr/>
          <p:nvPr/>
        </p:nvSpPr>
        <p:spPr>
          <a:xfrm>
            <a:off x="7260692" y="4020353"/>
            <a:ext cx="2729912" cy="125131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実行サーバ</a:t>
            </a:r>
            <a:r>
              <a:rPr lang="en-US" altLang="ja-JP" sz="1400" b="1">
                <a:solidFill>
                  <a:schemeClr val="tx1"/>
                </a:solidFill>
              </a:rPr>
              <a:t>)</a:t>
            </a:r>
            <a:endParaRPr lang="ja-JP" altLang="en-US" sz="1400" b="1">
              <a:solidFill>
                <a:schemeClr val="tx1"/>
              </a:solidFill>
            </a:endParaRPr>
          </a:p>
        </p:txBody>
      </p:sp>
      <p:sp>
        <p:nvSpPr>
          <p:cNvPr id="14" name="正方形/長方形 13">
            <a:extLst>
              <a:ext uri="{FF2B5EF4-FFF2-40B4-BE49-F238E27FC236}">
                <a16:creationId xmlns:a16="http://schemas.microsoft.com/office/drawing/2014/main" id="{EA9A29D4-6277-44E1-A012-0E22C5EEB0E1}"/>
              </a:ext>
            </a:extLst>
          </p:cNvPr>
          <p:cNvSpPr/>
          <p:nvPr/>
        </p:nvSpPr>
        <p:spPr>
          <a:xfrm>
            <a:off x="8539891" y="4422939"/>
            <a:ext cx="1171305" cy="7172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5" name="正方形/長方形 14">
            <a:extLst>
              <a:ext uri="{FF2B5EF4-FFF2-40B4-BE49-F238E27FC236}">
                <a16:creationId xmlns:a16="http://schemas.microsoft.com/office/drawing/2014/main" id="{E501C6B3-5BA0-4319-8290-AFCBA4DE259A}"/>
              </a:ext>
            </a:extLst>
          </p:cNvPr>
          <p:cNvSpPr/>
          <p:nvPr/>
        </p:nvSpPr>
        <p:spPr>
          <a:xfrm>
            <a:off x="4157372" y="4051745"/>
            <a:ext cx="2846636" cy="189074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スケジュールサーバ</a:t>
            </a:r>
            <a:r>
              <a:rPr lang="en-US" altLang="ja-JP" sz="1400" b="1">
                <a:solidFill>
                  <a:schemeClr val="tx1"/>
                </a:solidFill>
              </a:rPr>
              <a:t>)</a:t>
            </a:r>
          </a:p>
          <a:p>
            <a:pPr algn="ctr"/>
            <a:r>
              <a:rPr lang="ja-JP" altLang="en-US" sz="1400" b="1">
                <a:solidFill>
                  <a:srgbClr val="FF0000"/>
                </a:solidFill>
              </a:rPr>
              <a:t>（ユニリタ </a:t>
            </a:r>
            <a:r>
              <a:rPr lang="en-US" altLang="ja-JP" sz="1400" b="1">
                <a:solidFill>
                  <a:srgbClr val="FF0000"/>
                </a:solidFill>
              </a:rPr>
              <a:t>A-AUTO</a:t>
            </a:r>
            <a:r>
              <a:rPr lang="ja-JP" altLang="en-US" sz="1400" b="1">
                <a:solidFill>
                  <a:srgbClr val="FF0000"/>
                </a:solidFill>
              </a:rPr>
              <a:t>）</a:t>
            </a:r>
          </a:p>
        </p:txBody>
      </p:sp>
      <p:sp>
        <p:nvSpPr>
          <p:cNvPr id="17" name="正方形/長方形 16">
            <a:extLst>
              <a:ext uri="{FF2B5EF4-FFF2-40B4-BE49-F238E27FC236}">
                <a16:creationId xmlns:a16="http://schemas.microsoft.com/office/drawing/2014/main" id="{10D791CA-35D2-4DAA-A53D-0D3825335216}"/>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DB</a:t>
            </a:r>
            <a:r>
              <a:rPr lang="ja-JP" altLang="en-US" sz="1400" b="1">
                <a:solidFill>
                  <a:schemeClr val="tx1"/>
                </a:solidFill>
              </a:rPr>
              <a:t>基盤</a:t>
            </a:r>
            <a:r>
              <a:rPr lang="en-US" altLang="ja-JP" sz="1400" b="1">
                <a:solidFill>
                  <a:schemeClr val="tx1"/>
                </a:solidFill>
              </a:rPr>
              <a:t>(PaaS)</a:t>
            </a:r>
            <a:br>
              <a:rPr lang="en-US" altLang="ja-JP" sz="1400" b="1">
                <a:solidFill>
                  <a:schemeClr val="tx1"/>
                </a:solidFill>
              </a:rPr>
            </a:br>
            <a:r>
              <a:rPr lang="ja-JP" altLang="en-US" sz="1400" b="1">
                <a:solidFill>
                  <a:srgbClr val="FF0000"/>
                </a:solidFill>
              </a:rPr>
              <a:t>（</a:t>
            </a:r>
            <a:r>
              <a:rPr lang="en-US" altLang="ja-JP" sz="1400" b="1">
                <a:solidFill>
                  <a:srgbClr val="FF0000"/>
                </a:solidFill>
              </a:rPr>
              <a:t>Oracle Database @Azure(ODAA)</a:t>
            </a:r>
            <a:r>
              <a:rPr lang="ja-JP" altLang="en-US" sz="1400" b="1">
                <a:solidFill>
                  <a:srgbClr val="FF0000"/>
                </a:solidFill>
              </a:rPr>
              <a:t>）</a:t>
            </a:r>
            <a:endParaRPr lang="en-US" altLang="ja-JP" sz="1400" b="1">
              <a:solidFill>
                <a:srgbClr val="FF0000"/>
              </a:solidFill>
            </a:endParaRPr>
          </a:p>
        </p:txBody>
      </p:sp>
      <p:sp>
        <p:nvSpPr>
          <p:cNvPr id="18" name="正方形/長方形 17">
            <a:extLst>
              <a:ext uri="{FF2B5EF4-FFF2-40B4-BE49-F238E27FC236}">
                <a16:creationId xmlns:a16="http://schemas.microsoft.com/office/drawing/2014/main" id="{A7349BCB-900C-452E-9B5B-887F0E2FF0A5}"/>
              </a:ext>
            </a:extLst>
          </p:cNvPr>
          <p:cNvSpPr/>
          <p:nvPr/>
        </p:nvSpPr>
        <p:spPr>
          <a:xfrm>
            <a:off x="828427" y="2581699"/>
            <a:ext cx="1866687" cy="36103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cxnSp>
        <p:nvCxnSpPr>
          <p:cNvPr id="27" name="カギ線コネクタ 219">
            <a:extLst>
              <a:ext uri="{FF2B5EF4-FFF2-40B4-BE49-F238E27FC236}">
                <a16:creationId xmlns:a16="http://schemas.microsoft.com/office/drawing/2014/main" id="{4DC12F96-6611-42E1-A817-F9F0A67DB17D}"/>
              </a:ext>
            </a:extLst>
          </p:cNvPr>
          <p:cNvCxnSpPr>
            <a:cxnSpLocks/>
            <a:stCxn id="44" idx="3"/>
            <a:endCxn id="161" idx="0"/>
          </p:cNvCxnSpPr>
          <p:nvPr/>
        </p:nvCxnSpPr>
        <p:spPr>
          <a:xfrm>
            <a:off x="4048907" y="1809244"/>
            <a:ext cx="1030439" cy="157419"/>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9" name="テキスト ボックス 114">
            <a:extLst>
              <a:ext uri="{FF2B5EF4-FFF2-40B4-BE49-F238E27FC236}">
                <a16:creationId xmlns:a16="http://schemas.microsoft.com/office/drawing/2014/main" id="{70623457-80BB-45C7-A8E0-63089BCCBAD2}"/>
              </a:ext>
            </a:extLst>
          </p:cNvPr>
          <p:cNvSpPr txBox="1"/>
          <p:nvPr/>
        </p:nvSpPr>
        <p:spPr>
          <a:xfrm>
            <a:off x="4619736" y="5575566"/>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包装</a:t>
            </a:r>
            <a:endParaRPr kumimoji="1" lang="en-US" altLang="ja-JP" sz="900"/>
          </a:p>
        </p:txBody>
      </p:sp>
      <p:sp>
        <p:nvSpPr>
          <p:cNvPr id="30" name="テキスト ボックス 115">
            <a:extLst>
              <a:ext uri="{FF2B5EF4-FFF2-40B4-BE49-F238E27FC236}">
                <a16:creationId xmlns:a16="http://schemas.microsoft.com/office/drawing/2014/main" id="{96B1FD83-224F-4333-8439-2C841484F114}"/>
              </a:ext>
            </a:extLst>
          </p:cNvPr>
          <p:cNvSpPr txBox="1"/>
          <p:nvPr/>
        </p:nvSpPr>
        <p:spPr>
          <a:xfrm>
            <a:off x="4623536" y="5357880"/>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品質管理</a:t>
            </a:r>
            <a:endParaRPr kumimoji="1" lang="en-US" altLang="ja-JP" sz="900"/>
          </a:p>
        </p:txBody>
      </p:sp>
      <p:sp>
        <p:nvSpPr>
          <p:cNvPr id="33" name="フローチャート : 磁気ディスク 199">
            <a:extLst>
              <a:ext uri="{FF2B5EF4-FFF2-40B4-BE49-F238E27FC236}">
                <a16:creationId xmlns:a16="http://schemas.microsoft.com/office/drawing/2014/main" id="{BF51657F-6D7D-40FF-BF18-F94471739381}"/>
              </a:ext>
            </a:extLst>
          </p:cNvPr>
          <p:cNvSpPr/>
          <p:nvPr/>
        </p:nvSpPr>
        <p:spPr>
          <a:xfrm>
            <a:off x="1218594" y="407536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品質管理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4" name="フローチャート : 磁気ディスク 257">
            <a:extLst>
              <a:ext uri="{FF2B5EF4-FFF2-40B4-BE49-F238E27FC236}">
                <a16:creationId xmlns:a16="http://schemas.microsoft.com/office/drawing/2014/main" id="{A1BBCBB9-6640-4B46-94FC-9E77887C9346}"/>
              </a:ext>
            </a:extLst>
          </p:cNvPr>
          <p:cNvSpPr/>
          <p:nvPr/>
        </p:nvSpPr>
        <p:spPr>
          <a:xfrm>
            <a:off x="1229801" y="477461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包装</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5" name="正方形/長方形 34">
            <a:extLst>
              <a:ext uri="{FF2B5EF4-FFF2-40B4-BE49-F238E27FC236}">
                <a16:creationId xmlns:a16="http://schemas.microsoft.com/office/drawing/2014/main" id="{53ECC80A-A8B7-41A4-A025-F0FCAD15F16C}"/>
              </a:ext>
            </a:extLst>
          </p:cNvPr>
          <p:cNvSpPr/>
          <p:nvPr/>
        </p:nvSpPr>
        <p:spPr>
          <a:xfrm>
            <a:off x="4399418" y="4732939"/>
            <a:ext cx="2252383" cy="106458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36" name="カギ線コネクタ 288">
            <a:extLst>
              <a:ext uri="{FF2B5EF4-FFF2-40B4-BE49-F238E27FC236}">
                <a16:creationId xmlns:a16="http://schemas.microsoft.com/office/drawing/2014/main" id="{6E98C4B2-F4C0-41D4-AC3C-8940A2E5E5FA}"/>
              </a:ext>
            </a:extLst>
          </p:cNvPr>
          <p:cNvCxnSpPr>
            <a:cxnSpLocks/>
            <a:stCxn id="75" idx="1"/>
            <a:endCxn id="73" idx="4"/>
          </p:cNvCxnSpPr>
          <p:nvPr/>
        </p:nvCxnSpPr>
        <p:spPr>
          <a:xfrm rot="10800000" flipV="1">
            <a:off x="1972387" y="2223444"/>
            <a:ext cx="2468446" cy="724524"/>
          </a:xfrm>
          <a:prstGeom prst="bentConnector3">
            <a:avLst>
              <a:gd name="adj1" fmla="val 569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7" name="カギ線コネクタ 290">
            <a:extLst>
              <a:ext uri="{FF2B5EF4-FFF2-40B4-BE49-F238E27FC236}">
                <a16:creationId xmlns:a16="http://schemas.microsoft.com/office/drawing/2014/main" id="{332E3769-C3CD-43EA-A4BE-F7018CFAFA8C}"/>
              </a:ext>
            </a:extLst>
          </p:cNvPr>
          <p:cNvCxnSpPr>
            <a:cxnSpLocks/>
            <a:stCxn id="76" idx="1"/>
            <a:endCxn id="74" idx="4"/>
          </p:cNvCxnSpPr>
          <p:nvPr/>
        </p:nvCxnSpPr>
        <p:spPr>
          <a:xfrm rot="10800000" flipV="1">
            <a:off x="1982617" y="2644509"/>
            <a:ext cx="2476346" cy="1040827"/>
          </a:xfrm>
          <a:prstGeom prst="bentConnector3">
            <a:avLst>
              <a:gd name="adj1" fmla="val 5362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39" name="フローチャート : 磁気ディスク 309">
            <a:extLst>
              <a:ext uri="{FF2B5EF4-FFF2-40B4-BE49-F238E27FC236}">
                <a16:creationId xmlns:a16="http://schemas.microsoft.com/office/drawing/2014/main" id="{2068CD14-5116-4DC7-96B5-86C4492159E7}"/>
              </a:ext>
            </a:extLst>
          </p:cNvPr>
          <p:cNvSpPr/>
          <p:nvPr/>
        </p:nvSpPr>
        <p:spPr>
          <a:xfrm>
            <a:off x="1218595" y="548282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工場</a:t>
            </a:r>
            <a:r>
              <a:rPr kumimoji="1" lang="en-US" altLang="ja-JP" sz="900">
                <a:solidFill>
                  <a:sysClr val="windowText" lastClr="000000"/>
                </a:solidFill>
              </a:rPr>
              <a:t>DB</a:t>
            </a:r>
          </a:p>
          <a:p>
            <a:pPr algn="ctr"/>
            <a:r>
              <a:rPr kumimoji="1" lang="ja-JP" altLang="en-US" sz="900">
                <a:solidFill>
                  <a:sysClr val="windowText" lastClr="000000"/>
                </a:solidFill>
              </a:rPr>
              <a:t>スキーマ</a:t>
            </a:r>
          </a:p>
        </p:txBody>
      </p:sp>
      <p:sp>
        <p:nvSpPr>
          <p:cNvPr id="42" name="正方形/長方形 41">
            <a:extLst>
              <a:ext uri="{FF2B5EF4-FFF2-40B4-BE49-F238E27FC236}">
                <a16:creationId xmlns:a16="http://schemas.microsoft.com/office/drawing/2014/main" id="{810076C5-113A-4153-85CB-802320390F80}"/>
              </a:ext>
            </a:extLst>
          </p:cNvPr>
          <p:cNvSpPr/>
          <p:nvPr/>
        </p:nvSpPr>
        <p:spPr>
          <a:xfrm>
            <a:off x="8267188" y="1200302"/>
            <a:ext cx="2248412"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帳票基盤</a:t>
            </a:r>
            <a:endParaRPr lang="en-US" altLang="ja-JP" sz="1400" b="1">
              <a:solidFill>
                <a:schemeClr val="tx1"/>
              </a:solidFill>
            </a:endParaRPr>
          </a:p>
          <a:p>
            <a:pPr algn="ctr"/>
            <a:r>
              <a:rPr lang="ja-JP" altLang="en-US" sz="1400" b="1">
                <a:solidFill>
                  <a:schemeClr val="tx1"/>
                </a:solidFill>
              </a:rPr>
              <a:t>（</a:t>
            </a:r>
            <a:r>
              <a:rPr lang="en-US" altLang="ja-JP" sz="1400" b="1" err="1">
                <a:solidFill>
                  <a:schemeClr val="tx1"/>
                </a:solidFill>
              </a:rPr>
              <a:t>ListWorks</a:t>
            </a:r>
            <a:r>
              <a:rPr lang="ja-JP" altLang="en-US" sz="1400" b="1" err="1">
                <a:solidFill>
                  <a:schemeClr val="tx1"/>
                </a:solidFill>
              </a:rPr>
              <a:t>、</a:t>
            </a:r>
            <a:r>
              <a:rPr lang="en-US" altLang="ja-JP" sz="1400" b="1" err="1">
                <a:solidFill>
                  <a:schemeClr val="tx1"/>
                </a:solidFill>
              </a:rPr>
              <a:t>ListCreator</a:t>
            </a:r>
            <a:r>
              <a:rPr lang="ja-JP" altLang="en-US" sz="1400" b="1">
                <a:solidFill>
                  <a:schemeClr val="tx1"/>
                </a:solidFill>
              </a:rPr>
              <a:t>）</a:t>
            </a:r>
          </a:p>
        </p:txBody>
      </p:sp>
      <p:sp>
        <p:nvSpPr>
          <p:cNvPr id="44" name="正方形/長方形 43">
            <a:extLst>
              <a:ext uri="{FF2B5EF4-FFF2-40B4-BE49-F238E27FC236}">
                <a16:creationId xmlns:a16="http://schemas.microsoft.com/office/drawing/2014/main" id="{C05DA46C-E1F3-4CC4-85A2-9A4C5B88904C}"/>
              </a:ext>
            </a:extLst>
          </p:cNvPr>
          <p:cNvSpPr/>
          <p:nvPr/>
        </p:nvSpPr>
        <p:spPr>
          <a:xfrm>
            <a:off x="3019803" y="1446981"/>
            <a:ext cx="1029104" cy="72452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認証基盤</a:t>
            </a:r>
            <a:r>
              <a:rPr lang="ja-JP" altLang="en-US" sz="1400" b="1">
                <a:solidFill>
                  <a:srgbClr val="FF0000"/>
                </a:solidFill>
              </a:rPr>
              <a:t>（</a:t>
            </a:r>
            <a:r>
              <a:rPr lang="en-US" altLang="ja-JP" sz="1400" b="1">
                <a:solidFill>
                  <a:srgbClr val="FF0000"/>
                </a:solidFill>
              </a:rPr>
              <a:t>Azure </a:t>
            </a:r>
          </a:p>
          <a:p>
            <a:pPr algn="ctr"/>
            <a:r>
              <a:rPr lang="en-US" altLang="ja-JP" sz="1400" b="1" err="1">
                <a:solidFill>
                  <a:srgbClr val="FF0000"/>
                </a:solidFill>
              </a:rPr>
              <a:t>Entra</a:t>
            </a:r>
            <a:r>
              <a:rPr lang="en-US" altLang="ja-JP" sz="1400" b="1">
                <a:solidFill>
                  <a:srgbClr val="FF0000"/>
                </a:solidFill>
              </a:rPr>
              <a:t> ID</a:t>
            </a:r>
            <a:r>
              <a:rPr lang="ja-JP" altLang="en-US" sz="1400" b="1">
                <a:solidFill>
                  <a:srgbClr val="FF0000"/>
                </a:solidFill>
              </a:rPr>
              <a:t>）</a:t>
            </a:r>
          </a:p>
          <a:p>
            <a:pPr algn="ctr"/>
            <a:endParaRPr lang="ja-JP" altLang="en-US" sz="1400" b="1">
              <a:solidFill>
                <a:schemeClr val="tx1"/>
              </a:solidFill>
            </a:endParaRPr>
          </a:p>
        </p:txBody>
      </p:sp>
      <p:sp>
        <p:nvSpPr>
          <p:cNvPr id="45" name="テキスト ボックス 114">
            <a:extLst>
              <a:ext uri="{FF2B5EF4-FFF2-40B4-BE49-F238E27FC236}">
                <a16:creationId xmlns:a16="http://schemas.microsoft.com/office/drawing/2014/main" id="{837CD691-34BC-43EA-B79D-666191C731F5}"/>
              </a:ext>
            </a:extLst>
          </p:cNvPr>
          <p:cNvSpPr txBox="1"/>
          <p:nvPr/>
        </p:nvSpPr>
        <p:spPr>
          <a:xfrm>
            <a:off x="8640494" y="4505894"/>
            <a:ext cx="872404"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アプリバッチ</a:t>
            </a:r>
            <a:endParaRPr kumimoji="1" lang="en-US" altLang="ja-JP" sz="900"/>
          </a:p>
        </p:txBody>
      </p:sp>
      <p:cxnSp>
        <p:nvCxnSpPr>
          <p:cNvPr id="51" name="カギ線コネクタ 321">
            <a:extLst>
              <a:ext uri="{FF2B5EF4-FFF2-40B4-BE49-F238E27FC236}">
                <a16:creationId xmlns:a16="http://schemas.microsoft.com/office/drawing/2014/main" id="{CFC2F726-E338-43B8-8584-9D23D5FBA43F}"/>
              </a:ext>
            </a:extLst>
          </p:cNvPr>
          <p:cNvCxnSpPr>
            <a:cxnSpLocks/>
            <a:stCxn id="13" idx="0"/>
          </p:cNvCxnSpPr>
          <p:nvPr/>
        </p:nvCxnSpPr>
        <p:spPr>
          <a:xfrm rot="16200000" flipV="1">
            <a:off x="7746928" y="3141633"/>
            <a:ext cx="1117396" cy="640044"/>
          </a:xfrm>
          <a:prstGeom prst="bentConnector3">
            <a:avLst>
              <a:gd name="adj1" fmla="val 70859"/>
            </a:avLst>
          </a:prstGeom>
          <a:ln>
            <a:tailEnd type="arrow"/>
          </a:ln>
        </p:spPr>
        <p:style>
          <a:lnRef idx="1">
            <a:schemeClr val="dk1"/>
          </a:lnRef>
          <a:fillRef idx="0">
            <a:schemeClr val="dk1"/>
          </a:fillRef>
          <a:effectRef idx="0">
            <a:schemeClr val="dk1"/>
          </a:effectRef>
          <a:fontRef idx="minor">
            <a:schemeClr val="tx1"/>
          </a:fontRef>
        </p:style>
      </p:cxnSp>
      <p:cxnSp>
        <p:nvCxnSpPr>
          <p:cNvPr id="60" name="カギ線コネクタ 321">
            <a:extLst>
              <a:ext uri="{FF2B5EF4-FFF2-40B4-BE49-F238E27FC236}">
                <a16:creationId xmlns:a16="http://schemas.microsoft.com/office/drawing/2014/main" id="{67CE7314-01D9-41F7-9FCA-782987FB958F}"/>
              </a:ext>
            </a:extLst>
          </p:cNvPr>
          <p:cNvCxnSpPr>
            <a:cxnSpLocks/>
            <a:stCxn id="15" idx="3"/>
            <a:endCxn id="13" idx="1"/>
          </p:cNvCxnSpPr>
          <p:nvPr/>
        </p:nvCxnSpPr>
        <p:spPr>
          <a:xfrm flipV="1">
            <a:off x="7004008" y="4646011"/>
            <a:ext cx="256684" cy="3511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65" name="カギ線コネクタ 91">
            <a:extLst>
              <a:ext uri="{FF2B5EF4-FFF2-40B4-BE49-F238E27FC236}">
                <a16:creationId xmlns:a16="http://schemas.microsoft.com/office/drawing/2014/main" id="{04A350FE-8E3C-48E7-ADE8-FEC3B056081C}"/>
              </a:ext>
            </a:extLst>
          </p:cNvPr>
          <p:cNvCxnSpPr>
            <a:cxnSpLocks/>
            <a:endCxn id="42" idx="1"/>
          </p:cNvCxnSpPr>
          <p:nvPr/>
        </p:nvCxnSpPr>
        <p:spPr>
          <a:xfrm flipV="1">
            <a:off x="5678549" y="1463282"/>
            <a:ext cx="2588639" cy="1692159"/>
          </a:xfrm>
          <a:prstGeom prst="bentConnector3">
            <a:avLst>
              <a:gd name="adj1" fmla="val 44805"/>
            </a:avLst>
          </a:prstGeom>
          <a:ln>
            <a:tailEnd type="arrow"/>
          </a:ln>
        </p:spPr>
        <p:style>
          <a:lnRef idx="1">
            <a:schemeClr val="dk1"/>
          </a:lnRef>
          <a:fillRef idx="0">
            <a:schemeClr val="dk1"/>
          </a:fillRef>
          <a:effectRef idx="0">
            <a:schemeClr val="dk1"/>
          </a:effectRef>
          <a:fontRef idx="minor">
            <a:schemeClr val="tx1"/>
          </a:fontRef>
        </p:style>
      </p:cxnSp>
      <p:sp>
        <p:nvSpPr>
          <p:cNvPr id="67" name="テキスト ボックス 115">
            <a:extLst>
              <a:ext uri="{FF2B5EF4-FFF2-40B4-BE49-F238E27FC236}">
                <a16:creationId xmlns:a16="http://schemas.microsoft.com/office/drawing/2014/main" id="{29A4ED00-9BA4-44B1-BA2D-F72A5C5B704F}"/>
              </a:ext>
            </a:extLst>
          </p:cNvPr>
          <p:cNvSpPr txBox="1"/>
          <p:nvPr/>
        </p:nvSpPr>
        <p:spPr>
          <a:xfrm>
            <a:off x="4617932" y="5152385"/>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数量確定</a:t>
            </a:r>
            <a:endParaRPr kumimoji="1" lang="en-US" altLang="ja-JP" sz="900"/>
          </a:p>
        </p:txBody>
      </p:sp>
      <p:sp>
        <p:nvSpPr>
          <p:cNvPr id="73" name="フローチャート : 磁気ディスク 199">
            <a:extLst>
              <a:ext uri="{FF2B5EF4-FFF2-40B4-BE49-F238E27FC236}">
                <a16:creationId xmlns:a16="http://schemas.microsoft.com/office/drawing/2014/main" id="{5161C49B-0E10-491B-B4B3-FF68B56159AD}"/>
              </a:ext>
            </a:extLst>
          </p:cNvPr>
          <p:cNvSpPr/>
          <p:nvPr/>
        </p:nvSpPr>
        <p:spPr>
          <a:xfrm>
            <a:off x="1208364" y="2612952"/>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数量確定</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4" name="フローチャート : 磁気ディスク 199">
            <a:extLst>
              <a:ext uri="{FF2B5EF4-FFF2-40B4-BE49-F238E27FC236}">
                <a16:creationId xmlns:a16="http://schemas.microsoft.com/office/drawing/2014/main" id="{9E27F6C5-E0C2-4771-B21F-0DB4D6F9C8F5}"/>
              </a:ext>
            </a:extLst>
          </p:cNvPr>
          <p:cNvSpPr/>
          <p:nvPr/>
        </p:nvSpPr>
        <p:spPr>
          <a:xfrm>
            <a:off x="1218594" y="335032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用役管理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5" name="Rectangle 92">
            <a:extLst>
              <a:ext uri="{FF2B5EF4-FFF2-40B4-BE49-F238E27FC236}">
                <a16:creationId xmlns:a16="http://schemas.microsoft.com/office/drawing/2014/main" id="{21C78C10-5A68-443A-A3D8-DF99621209CF}"/>
              </a:ext>
            </a:extLst>
          </p:cNvPr>
          <p:cNvSpPr>
            <a:spLocks noChangeArrowheads="1"/>
          </p:cNvSpPr>
          <p:nvPr/>
        </p:nvSpPr>
        <p:spPr bwMode="auto">
          <a:xfrm>
            <a:off x="4440833" y="2069775"/>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数量確定</a:t>
            </a:r>
            <a:endParaRPr lang="ja-JP" altLang="ja-JP" sz="1000">
              <a:effectLst/>
            </a:endParaRPr>
          </a:p>
        </p:txBody>
      </p:sp>
      <p:sp>
        <p:nvSpPr>
          <p:cNvPr id="76" name="Rectangle 92">
            <a:extLst>
              <a:ext uri="{FF2B5EF4-FFF2-40B4-BE49-F238E27FC236}">
                <a16:creationId xmlns:a16="http://schemas.microsoft.com/office/drawing/2014/main" id="{7626187D-3554-4A82-9789-3C97BC55D2E0}"/>
              </a:ext>
            </a:extLst>
          </p:cNvPr>
          <p:cNvSpPr>
            <a:spLocks noChangeArrowheads="1"/>
          </p:cNvSpPr>
          <p:nvPr/>
        </p:nvSpPr>
        <p:spPr bwMode="auto">
          <a:xfrm>
            <a:off x="4458963" y="2490841"/>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用役管理</a:t>
            </a:r>
            <a:endParaRPr lang="ja-JP" altLang="ja-JP" sz="1000">
              <a:effectLst/>
            </a:endParaRPr>
          </a:p>
        </p:txBody>
      </p:sp>
      <p:sp>
        <p:nvSpPr>
          <p:cNvPr id="86" name="Rectangle 92">
            <a:extLst>
              <a:ext uri="{FF2B5EF4-FFF2-40B4-BE49-F238E27FC236}">
                <a16:creationId xmlns:a16="http://schemas.microsoft.com/office/drawing/2014/main" id="{FAAC5628-6D33-4A57-8720-F3C74D6680AF}"/>
              </a:ext>
            </a:extLst>
          </p:cNvPr>
          <p:cNvSpPr>
            <a:spLocks noChangeArrowheads="1"/>
          </p:cNvSpPr>
          <p:nvPr/>
        </p:nvSpPr>
        <p:spPr bwMode="auto">
          <a:xfrm>
            <a:off x="4451063" y="2902957"/>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品質管理</a:t>
            </a:r>
            <a:endParaRPr lang="ja-JP" altLang="ja-JP" sz="1000">
              <a:effectLst/>
            </a:endParaRPr>
          </a:p>
        </p:txBody>
      </p:sp>
      <p:sp>
        <p:nvSpPr>
          <p:cNvPr id="87" name="Rectangle 92">
            <a:extLst>
              <a:ext uri="{FF2B5EF4-FFF2-40B4-BE49-F238E27FC236}">
                <a16:creationId xmlns:a16="http://schemas.microsoft.com/office/drawing/2014/main" id="{2CBC995B-8F0D-4B24-9709-81F624393EFD}"/>
              </a:ext>
            </a:extLst>
          </p:cNvPr>
          <p:cNvSpPr>
            <a:spLocks noChangeArrowheads="1"/>
          </p:cNvSpPr>
          <p:nvPr/>
        </p:nvSpPr>
        <p:spPr bwMode="auto">
          <a:xfrm>
            <a:off x="4440833" y="3332292"/>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包装</a:t>
            </a:r>
            <a:endParaRPr lang="ja-JP" altLang="ja-JP" sz="1000">
              <a:effectLst/>
            </a:endParaRPr>
          </a:p>
        </p:txBody>
      </p:sp>
      <p:cxnSp>
        <p:nvCxnSpPr>
          <p:cNvPr id="88" name="カギ線コネクタ 290">
            <a:extLst>
              <a:ext uri="{FF2B5EF4-FFF2-40B4-BE49-F238E27FC236}">
                <a16:creationId xmlns:a16="http://schemas.microsoft.com/office/drawing/2014/main" id="{8100DB17-F4F8-46DB-94B7-F170801B3D7A}"/>
              </a:ext>
            </a:extLst>
          </p:cNvPr>
          <p:cNvCxnSpPr>
            <a:cxnSpLocks/>
            <a:stCxn id="86" idx="1"/>
            <a:endCxn id="33" idx="4"/>
          </p:cNvCxnSpPr>
          <p:nvPr/>
        </p:nvCxnSpPr>
        <p:spPr>
          <a:xfrm rot="10800000" flipV="1">
            <a:off x="1982617" y="3056625"/>
            <a:ext cx="2468446" cy="1353757"/>
          </a:xfrm>
          <a:prstGeom prst="bentConnector3">
            <a:avLst>
              <a:gd name="adj1" fmla="val 49274"/>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91" name="カギ線コネクタ 290">
            <a:extLst>
              <a:ext uri="{FF2B5EF4-FFF2-40B4-BE49-F238E27FC236}">
                <a16:creationId xmlns:a16="http://schemas.microsoft.com/office/drawing/2014/main" id="{8FC25341-A772-4399-A3E4-85A5179707FE}"/>
              </a:ext>
            </a:extLst>
          </p:cNvPr>
          <p:cNvCxnSpPr>
            <a:cxnSpLocks/>
            <a:stCxn id="87" idx="1"/>
            <a:endCxn id="34" idx="4"/>
          </p:cNvCxnSpPr>
          <p:nvPr/>
        </p:nvCxnSpPr>
        <p:spPr>
          <a:xfrm rot="10800000" flipV="1">
            <a:off x="1993825" y="3485961"/>
            <a:ext cx="2447009" cy="1623666"/>
          </a:xfrm>
          <a:prstGeom prst="bentConnector3">
            <a:avLst>
              <a:gd name="adj1" fmla="val 4377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4" name="Rectangle 92">
            <a:extLst>
              <a:ext uri="{FF2B5EF4-FFF2-40B4-BE49-F238E27FC236}">
                <a16:creationId xmlns:a16="http://schemas.microsoft.com/office/drawing/2014/main" id="{54B148CA-B340-403B-8665-DA03284C56A1}"/>
              </a:ext>
            </a:extLst>
          </p:cNvPr>
          <p:cNvSpPr>
            <a:spLocks noChangeArrowheads="1"/>
          </p:cNvSpPr>
          <p:nvPr/>
        </p:nvSpPr>
        <p:spPr bwMode="auto">
          <a:xfrm>
            <a:off x="3099489" y="6148455"/>
            <a:ext cx="912945" cy="217912"/>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000" err="1">
                <a:effectLst/>
              </a:rPr>
              <a:t>XenAPP</a:t>
            </a:r>
            <a:endParaRPr lang="ja-JP" altLang="ja-JP" sz="1000">
              <a:effectLst/>
            </a:endParaRPr>
          </a:p>
        </p:txBody>
      </p:sp>
      <p:cxnSp>
        <p:nvCxnSpPr>
          <p:cNvPr id="95" name="カギ線コネクタ 290">
            <a:extLst>
              <a:ext uri="{FF2B5EF4-FFF2-40B4-BE49-F238E27FC236}">
                <a16:creationId xmlns:a16="http://schemas.microsoft.com/office/drawing/2014/main" id="{68EF6A7F-404D-4E5D-825A-BF5CE4F2D1B7}"/>
              </a:ext>
            </a:extLst>
          </p:cNvPr>
          <p:cNvCxnSpPr>
            <a:cxnSpLocks/>
            <a:stCxn id="94" idx="1"/>
            <a:endCxn id="39" idx="4"/>
          </p:cNvCxnSpPr>
          <p:nvPr/>
        </p:nvCxnSpPr>
        <p:spPr>
          <a:xfrm rot="10800000">
            <a:off x="1982619" y="5817843"/>
            <a:ext cx="1116871" cy="4395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16" name="カギ線コネクタ 91">
            <a:extLst>
              <a:ext uri="{FF2B5EF4-FFF2-40B4-BE49-F238E27FC236}">
                <a16:creationId xmlns:a16="http://schemas.microsoft.com/office/drawing/2014/main" id="{222917B2-A3B2-447D-B70D-6F945DE93861}"/>
              </a:ext>
            </a:extLst>
          </p:cNvPr>
          <p:cNvCxnSpPr>
            <a:cxnSpLocks/>
            <a:endCxn id="42" idx="1"/>
          </p:cNvCxnSpPr>
          <p:nvPr/>
        </p:nvCxnSpPr>
        <p:spPr>
          <a:xfrm flipV="1">
            <a:off x="5638977" y="1463282"/>
            <a:ext cx="2628211" cy="2176347"/>
          </a:xfrm>
          <a:prstGeom prst="bentConnector3">
            <a:avLst>
              <a:gd name="adj1" fmla="val 45566"/>
            </a:avLst>
          </a:prstGeom>
          <a:ln>
            <a:tailEnd type="arrow"/>
          </a:ln>
        </p:spPr>
        <p:style>
          <a:lnRef idx="1">
            <a:schemeClr val="dk1"/>
          </a:lnRef>
          <a:fillRef idx="0">
            <a:schemeClr val="dk1"/>
          </a:fillRef>
          <a:effectRef idx="0">
            <a:schemeClr val="dk1"/>
          </a:effectRef>
          <a:fontRef idx="minor">
            <a:schemeClr val="tx1"/>
          </a:fontRef>
        </p:style>
      </p:cxnSp>
      <p:sp>
        <p:nvSpPr>
          <p:cNvPr id="123" name="Rectangle 92">
            <a:extLst>
              <a:ext uri="{FF2B5EF4-FFF2-40B4-BE49-F238E27FC236}">
                <a16:creationId xmlns:a16="http://schemas.microsoft.com/office/drawing/2014/main" id="{7A4ADE68-ACB6-4CD0-9E2D-BB2938DFFBDD}"/>
              </a:ext>
            </a:extLst>
          </p:cNvPr>
          <p:cNvSpPr>
            <a:spLocks noChangeArrowheads="1"/>
          </p:cNvSpPr>
          <p:nvPr/>
        </p:nvSpPr>
        <p:spPr bwMode="auto">
          <a:xfrm>
            <a:off x="10202905" y="206977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err="1">
                <a:solidFill>
                  <a:srgbClr val="000000"/>
                </a:solidFill>
                <a:latin typeface="ＭＳ Ｐゴシック"/>
                <a:ea typeface="ＭＳ Ｐゴシック"/>
              </a:rPr>
              <a:t>OneSAP</a:t>
            </a:r>
            <a:endParaRPr lang="ja-JP" altLang="en-US" sz="1100" b="1" i="0" u="none" strike="noStrike" baseline="0">
              <a:solidFill>
                <a:srgbClr val="000000"/>
              </a:solidFill>
              <a:latin typeface="ＭＳ Ｐゴシック"/>
              <a:ea typeface="ＭＳ Ｐゴシック"/>
            </a:endParaRPr>
          </a:p>
        </p:txBody>
      </p:sp>
      <p:cxnSp>
        <p:nvCxnSpPr>
          <p:cNvPr id="128" name="カギ線コネクタ 321">
            <a:extLst>
              <a:ext uri="{FF2B5EF4-FFF2-40B4-BE49-F238E27FC236}">
                <a16:creationId xmlns:a16="http://schemas.microsoft.com/office/drawing/2014/main" id="{CF14D342-BCCE-47B2-ADA1-CFB135E1DB4C}"/>
              </a:ext>
            </a:extLst>
          </p:cNvPr>
          <p:cNvCxnSpPr>
            <a:cxnSpLocks/>
            <a:stCxn id="57" idx="3"/>
            <a:endCxn id="12" idx="1"/>
          </p:cNvCxnSpPr>
          <p:nvPr/>
        </p:nvCxnSpPr>
        <p:spPr>
          <a:xfrm>
            <a:off x="8738466" y="2447361"/>
            <a:ext cx="1316092" cy="89016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51" name="Rectangle 92">
            <a:extLst>
              <a:ext uri="{FF2B5EF4-FFF2-40B4-BE49-F238E27FC236}">
                <a16:creationId xmlns:a16="http://schemas.microsoft.com/office/drawing/2014/main" id="{E7325AFF-1708-4DBD-BC21-31D825238D8F}"/>
              </a:ext>
            </a:extLst>
          </p:cNvPr>
          <p:cNvSpPr>
            <a:spLocks noChangeArrowheads="1"/>
          </p:cNvSpPr>
          <p:nvPr/>
        </p:nvSpPr>
        <p:spPr bwMode="auto">
          <a:xfrm>
            <a:off x="7985604" y="5915954"/>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ヤード操業</a:t>
            </a:r>
            <a:endParaRPr lang="ja-JP" altLang="ja-JP" sz="1000">
              <a:effectLst/>
            </a:endParaRPr>
          </a:p>
        </p:txBody>
      </p:sp>
      <p:cxnSp>
        <p:nvCxnSpPr>
          <p:cNvPr id="152" name="カギ線コネクタ 321">
            <a:extLst>
              <a:ext uri="{FF2B5EF4-FFF2-40B4-BE49-F238E27FC236}">
                <a16:creationId xmlns:a16="http://schemas.microsoft.com/office/drawing/2014/main" id="{F67E28D6-6FA8-4509-9E0E-0998BD77BD0F}"/>
              </a:ext>
            </a:extLst>
          </p:cNvPr>
          <p:cNvCxnSpPr>
            <a:cxnSpLocks/>
            <a:stCxn id="150" idx="0"/>
            <a:endCxn id="12" idx="2"/>
          </p:cNvCxnSpPr>
          <p:nvPr/>
        </p:nvCxnSpPr>
        <p:spPr>
          <a:xfrm rot="5400000" flipH="1" flipV="1">
            <a:off x="8774200" y="3602419"/>
            <a:ext cx="1831941" cy="2169898"/>
          </a:xfrm>
          <a:prstGeom prst="bentConnector3">
            <a:avLst>
              <a:gd name="adj1" fmla="val 21128"/>
            </a:avLst>
          </a:prstGeom>
          <a:ln>
            <a:tailEnd type="arrow"/>
          </a:ln>
        </p:spPr>
        <p:style>
          <a:lnRef idx="1">
            <a:schemeClr val="dk1"/>
          </a:lnRef>
          <a:fillRef idx="0">
            <a:schemeClr val="dk1"/>
          </a:fillRef>
          <a:effectRef idx="0">
            <a:schemeClr val="dk1"/>
          </a:effectRef>
          <a:fontRef idx="minor">
            <a:schemeClr val="tx1"/>
          </a:fontRef>
        </p:style>
      </p:cxnSp>
      <p:cxnSp>
        <p:nvCxnSpPr>
          <p:cNvPr id="62" name="カギ線コネクタ 321">
            <a:extLst>
              <a:ext uri="{FF2B5EF4-FFF2-40B4-BE49-F238E27FC236}">
                <a16:creationId xmlns:a16="http://schemas.microsoft.com/office/drawing/2014/main" id="{7958B39F-CE01-4DA3-A044-E521D5DBD527}"/>
              </a:ext>
            </a:extLst>
          </p:cNvPr>
          <p:cNvCxnSpPr>
            <a:cxnSpLocks/>
            <a:stCxn id="151" idx="1"/>
            <a:endCxn id="44" idx="2"/>
          </p:cNvCxnSpPr>
          <p:nvPr/>
        </p:nvCxnSpPr>
        <p:spPr>
          <a:xfrm rot="10800000">
            <a:off x="3534356" y="2171507"/>
            <a:ext cx="4451249" cy="3898116"/>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68" name="カギ線コネクタ 219">
            <a:extLst>
              <a:ext uri="{FF2B5EF4-FFF2-40B4-BE49-F238E27FC236}">
                <a16:creationId xmlns:a16="http://schemas.microsoft.com/office/drawing/2014/main" id="{82616C3F-D3BA-4745-A1C0-3224344243CE}"/>
              </a:ext>
            </a:extLst>
          </p:cNvPr>
          <p:cNvCxnSpPr>
            <a:cxnSpLocks/>
            <a:stCxn id="12" idx="0"/>
            <a:endCxn id="123" idx="2"/>
          </p:cNvCxnSpPr>
          <p:nvPr/>
        </p:nvCxnSpPr>
        <p:spPr>
          <a:xfrm rot="16200000" flipV="1">
            <a:off x="10532076" y="2660609"/>
            <a:ext cx="479771" cy="6316"/>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176" name="テキスト ボックス 82">
            <a:extLst>
              <a:ext uri="{FF2B5EF4-FFF2-40B4-BE49-F238E27FC236}">
                <a16:creationId xmlns:a16="http://schemas.microsoft.com/office/drawing/2014/main" id="{FC9B3E0D-97C6-49C4-ADD3-ED5B5E202D73}"/>
              </a:ext>
            </a:extLst>
          </p:cNvPr>
          <p:cNvSpPr txBox="1"/>
          <p:nvPr/>
        </p:nvSpPr>
        <p:spPr>
          <a:xfrm>
            <a:off x="8712610" y="4835955"/>
            <a:ext cx="694084"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57" name="正方形/長方形 56">
            <a:extLst>
              <a:ext uri="{FF2B5EF4-FFF2-40B4-BE49-F238E27FC236}">
                <a16:creationId xmlns:a16="http://schemas.microsoft.com/office/drawing/2014/main" id="{0A70C14E-95BE-4B01-8529-568392D0A3B6}"/>
              </a:ext>
            </a:extLst>
          </p:cNvPr>
          <p:cNvSpPr/>
          <p:nvPr/>
        </p:nvSpPr>
        <p:spPr>
          <a:xfrm>
            <a:off x="7340068" y="2013488"/>
            <a:ext cx="139839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アプリ用</a:t>
            </a:r>
            <a:endParaRPr lang="en-US" altLang="ja-JP" sz="1400" b="1">
              <a:solidFill>
                <a:schemeClr val="tx1"/>
              </a:solidFill>
            </a:endParaRPr>
          </a:p>
          <a:p>
            <a:pPr algn="ctr"/>
            <a:r>
              <a:rPr lang="ja-JP" altLang="en-US" sz="1400" b="1">
                <a:solidFill>
                  <a:schemeClr val="tx1"/>
                </a:solidFill>
              </a:rPr>
              <a:t>ディレクトリ</a:t>
            </a:r>
            <a:br>
              <a:rPr lang="en-US" altLang="ja-JP" sz="1400" b="1">
                <a:solidFill>
                  <a:schemeClr val="tx1"/>
                </a:solidFill>
              </a:rPr>
            </a:br>
            <a:r>
              <a:rPr lang="en-US" altLang="ja-JP" sz="1400" b="1">
                <a:solidFill>
                  <a:schemeClr val="tx1"/>
                </a:solidFill>
              </a:rPr>
              <a:t>(PaaS)</a:t>
            </a: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Files</a:t>
            </a:r>
            <a:r>
              <a:rPr lang="ja-JP" altLang="en-US" sz="1400" b="1">
                <a:solidFill>
                  <a:srgbClr val="FF0000"/>
                </a:solidFill>
              </a:rPr>
              <a:t>）</a:t>
            </a:r>
          </a:p>
        </p:txBody>
      </p:sp>
      <p:cxnSp>
        <p:nvCxnSpPr>
          <p:cNvPr id="61" name="カギ線コネクタ 321">
            <a:extLst>
              <a:ext uri="{FF2B5EF4-FFF2-40B4-BE49-F238E27FC236}">
                <a16:creationId xmlns:a16="http://schemas.microsoft.com/office/drawing/2014/main" id="{22D6807C-6EF8-4973-B847-4579A4A9D345}"/>
              </a:ext>
            </a:extLst>
          </p:cNvPr>
          <p:cNvCxnSpPr>
            <a:cxnSpLocks/>
            <a:stCxn id="20" idx="3"/>
            <a:endCxn id="57" idx="1"/>
          </p:cNvCxnSpPr>
          <p:nvPr/>
        </p:nvCxnSpPr>
        <p:spPr>
          <a:xfrm flipV="1">
            <a:off x="6985878" y="2447361"/>
            <a:ext cx="354190" cy="230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66" name="正方形/長方形 65">
            <a:extLst>
              <a:ext uri="{FF2B5EF4-FFF2-40B4-BE49-F238E27FC236}">
                <a16:creationId xmlns:a16="http://schemas.microsoft.com/office/drawing/2014/main" id="{F4CA2086-8F53-497F-913C-1AE2A991226F}"/>
              </a:ext>
            </a:extLst>
          </p:cNvPr>
          <p:cNvSpPr/>
          <p:nvPr/>
        </p:nvSpPr>
        <p:spPr>
          <a:xfrm>
            <a:off x="8712610" y="2107516"/>
            <a:ext cx="1357567" cy="525960"/>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000" b="1">
                <a:solidFill>
                  <a:schemeClr val="tx1"/>
                </a:solidFill>
              </a:rPr>
              <a:t>同期</a:t>
            </a:r>
            <a:endParaRPr lang="en-US" altLang="ja-JP" sz="1000" b="1">
              <a:solidFill>
                <a:schemeClr val="tx1"/>
              </a:solidFill>
            </a:endParaRPr>
          </a:p>
          <a:p>
            <a:pPr algn="ctr"/>
            <a:r>
              <a:rPr lang="en-US" altLang="ja-JP" sz="1000" b="1">
                <a:solidFill>
                  <a:schemeClr val="tx1"/>
                </a:solidFill>
              </a:rPr>
              <a:t>※DX</a:t>
            </a:r>
            <a:r>
              <a:rPr lang="ja-JP" altLang="en-US" sz="1000" b="1">
                <a:solidFill>
                  <a:schemeClr val="tx1"/>
                </a:solidFill>
              </a:rPr>
              <a:t>技術戦略課担当</a:t>
            </a:r>
          </a:p>
        </p:txBody>
      </p:sp>
      <p:sp>
        <p:nvSpPr>
          <p:cNvPr id="68" name="テキスト ボックス 114">
            <a:extLst>
              <a:ext uri="{FF2B5EF4-FFF2-40B4-BE49-F238E27FC236}">
                <a16:creationId xmlns:a16="http://schemas.microsoft.com/office/drawing/2014/main" id="{04A39324-B510-4708-91FB-086E1EBF6599}"/>
              </a:ext>
            </a:extLst>
          </p:cNvPr>
          <p:cNvSpPr txBox="1"/>
          <p:nvPr/>
        </p:nvSpPr>
        <p:spPr>
          <a:xfrm>
            <a:off x="7584176" y="4496187"/>
            <a:ext cx="872404"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起動</a:t>
            </a:r>
            <a:endParaRPr kumimoji="1" lang="en-US" altLang="ja-JP" sz="900"/>
          </a:p>
          <a:p>
            <a:pPr algn="ctr"/>
            <a:r>
              <a:rPr kumimoji="1" lang="ja-JP" altLang="en-US" sz="900"/>
              <a:t>スクリプト</a:t>
            </a:r>
            <a:endParaRPr kumimoji="1" lang="en-US" altLang="ja-JP" sz="900"/>
          </a:p>
        </p:txBody>
      </p:sp>
      <p:cxnSp>
        <p:nvCxnSpPr>
          <p:cNvPr id="69" name="カギ線コネクタ 321">
            <a:extLst>
              <a:ext uri="{FF2B5EF4-FFF2-40B4-BE49-F238E27FC236}">
                <a16:creationId xmlns:a16="http://schemas.microsoft.com/office/drawing/2014/main" id="{91B9F489-2554-4807-96A9-3DF7433FB779}"/>
              </a:ext>
            </a:extLst>
          </p:cNvPr>
          <p:cNvCxnSpPr>
            <a:cxnSpLocks/>
            <a:stCxn id="68" idx="3"/>
            <a:endCxn id="45" idx="1"/>
          </p:cNvCxnSpPr>
          <p:nvPr/>
        </p:nvCxnSpPr>
        <p:spPr>
          <a:xfrm>
            <a:off x="8456580" y="4645593"/>
            <a:ext cx="183914" cy="97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72" name="テキスト ボックス 82">
            <a:extLst>
              <a:ext uri="{FF2B5EF4-FFF2-40B4-BE49-F238E27FC236}">
                <a16:creationId xmlns:a16="http://schemas.microsoft.com/office/drawing/2014/main" id="{F604E7D3-A9AA-4728-B036-619D9EAC3874}"/>
              </a:ext>
            </a:extLst>
          </p:cNvPr>
          <p:cNvSpPr txBox="1"/>
          <p:nvPr/>
        </p:nvSpPr>
        <p:spPr>
          <a:xfrm>
            <a:off x="7663032" y="4835955"/>
            <a:ext cx="694084"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78" name="正方形/長方形 77">
            <a:extLst>
              <a:ext uri="{FF2B5EF4-FFF2-40B4-BE49-F238E27FC236}">
                <a16:creationId xmlns:a16="http://schemas.microsoft.com/office/drawing/2014/main" id="{15F0C63B-40F6-41B6-9980-6BCF7BDC8BBD}"/>
              </a:ext>
            </a:extLst>
          </p:cNvPr>
          <p:cNvSpPr/>
          <p:nvPr/>
        </p:nvSpPr>
        <p:spPr>
          <a:xfrm>
            <a:off x="7623625" y="4259941"/>
            <a:ext cx="796846" cy="23198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schemeClr val="tx1"/>
                </a:solidFill>
              </a:rPr>
              <a:t>DP</a:t>
            </a:r>
            <a:r>
              <a:rPr lang="ja-JP" altLang="en-US" sz="1000" b="1">
                <a:solidFill>
                  <a:schemeClr val="tx1"/>
                </a:solidFill>
              </a:rPr>
              <a:t>課担当</a:t>
            </a:r>
            <a:endParaRPr lang="en-US" altLang="ja-JP" sz="1000" b="1">
              <a:solidFill>
                <a:schemeClr val="tx1"/>
              </a:solidFill>
            </a:endParaRPr>
          </a:p>
        </p:txBody>
      </p:sp>
      <p:sp>
        <p:nvSpPr>
          <p:cNvPr id="79" name="正方形/長方形 78">
            <a:extLst>
              <a:ext uri="{FF2B5EF4-FFF2-40B4-BE49-F238E27FC236}">
                <a16:creationId xmlns:a16="http://schemas.microsoft.com/office/drawing/2014/main" id="{B397486A-347B-4F7E-87A2-33AE3C72E5A1}"/>
              </a:ext>
            </a:extLst>
          </p:cNvPr>
          <p:cNvSpPr/>
          <p:nvPr/>
        </p:nvSpPr>
        <p:spPr>
          <a:xfrm>
            <a:off x="5095723" y="4508512"/>
            <a:ext cx="796846" cy="23198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schemeClr val="tx1"/>
                </a:solidFill>
              </a:rPr>
              <a:t>DP</a:t>
            </a:r>
            <a:r>
              <a:rPr lang="ja-JP" altLang="en-US" sz="1000" b="1">
                <a:solidFill>
                  <a:schemeClr val="tx1"/>
                </a:solidFill>
              </a:rPr>
              <a:t>課担当</a:t>
            </a:r>
            <a:endParaRPr lang="en-US" altLang="ja-JP" sz="1000" b="1">
              <a:solidFill>
                <a:schemeClr val="tx1"/>
              </a:solidFill>
            </a:endParaRPr>
          </a:p>
        </p:txBody>
      </p:sp>
    </p:spTree>
    <p:extLst>
      <p:ext uri="{BB962C8B-B14F-4D97-AF65-F5344CB8AC3E}">
        <p14:creationId xmlns:p14="http://schemas.microsoft.com/office/powerpoint/2010/main" val="397728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2B4BB41-002A-5092-F3FF-4F2C219790D5}"/>
              </a:ext>
            </a:extLst>
          </p:cNvPr>
          <p:cNvSpPr>
            <a:spLocks noGrp="1"/>
          </p:cNvSpPr>
          <p:nvPr>
            <p:ph type="dt" sz="half" idx="10"/>
          </p:nvPr>
        </p:nvSpPr>
        <p:spPr/>
        <p:txBody>
          <a:bodyPr/>
          <a:lstStyle/>
          <a:p>
            <a:r>
              <a:rPr lang="en-US" altLang="ja-JP"/>
              <a:t>2025/9/25</a:t>
            </a:r>
            <a:endParaRPr lang="ja-JP" altLang="en-US"/>
          </a:p>
        </p:txBody>
      </p:sp>
      <p:sp>
        <p:nvSpPr>
          <p:cNvPr id="3" name="フッター プレースホルダー 2">
            <a:extLst>
              <a:ext uri="{FF2B5EF4-FFF2-40B4-BE49-F238E27FC236}">
                <a16:creationId xmlns:a16="http://schemas.microsoft.com/office/drawing/2014/main" id="{9A2B7213-8D67-C208-BAC6-55F959FCFB37}"/>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13FC43BB-0D39-BE9B-5579-2DB2AF724B26}"/>
              </a:ext>
            </a:extLst>
          </p:cNvPr>
          <p:cNvSpPr>
            <a:spLocks noGrp="1"/>
          </p:cNvSpPr>
          <p:nvPr>
            <p:ph type="title"/>
          </p:nvPr>
        </p:nvSpPr>
        <p:spPr/>
        <p:txBody>
          <a:bodyPr/>
          <a:lstStyle/>
          <a:p>
            <a:r>
              <a:rPr kumimoji="1" lang="ja-JP" altLang="en-US"/>
              <a:t>スケジュール</a:t>
            </a:r>
          </a:p>
        </p:txBody>
      </p:sp>
    </p:spTree>
    <p:extLst>
      <p:ext uri="{BB962C8B-B14F-4D97-AF65-F5344CB8AC3E}">
        <p14:creationId xmlns:p14="http://schemas.microsoft.com/office/powerpoint/2010/main" val="3189248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F42C6-85B0-79B1-CE0F-47351A4F92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86D479-4DA7-55C2-EA18-F4F94E0C2424}"/>
              </a:ext>
            </a:extLst>
          </p:cNvPr>
          <p:cNvSpPr>
            <a:spLocks noGrp="1"/>
          </p:cNvSpPr>
          <p:nvPr>
            <p:ph type="title"/>
          </p:nvPr>
        </p:nvSpPr>
        <p:spPr/>
        <p:txBody>
          <a:bodyPr/>
          <a:lstStyle/>
          <a:p>
            <a:r>
              <a:rPr lang="ja-JP" altLang="en-US"/>
              <a:t>２．</a:t>
            </a:r>
            <a:r>
              <a:rPr kumimoji="1" lang="ja-JP" altLang="en-US"/>
              <a:t>スケジュール（</a:t>
            </a:r>
            <a:r>
              <a:rPr kumimoji="1" lang="en-US" altLang="ja-JP"/>
              <a:t>Azure</a:t>
            </a:r>
            <a:r>
              <a:rPr kumimoji="1" lang="ja-JP" altLang="en-US"/>
              <a:t>移行）</a:t>
            </a:r>
          </a:p>
        </p:txBody>
      </p:sp>
      <p:sp>
        <p:nvSpPr>
          <p:cNvPr id="3" name="フッター プレースホルダー 2">
            <a:extLst>
              <a:ext uri="{FF2B5EF4-FFF2-40B4-BE49-F238E27FC236}">
                <a16:creationId xmlns:a16="http://schemas.microsoft.com/office/drawing/2014/main" id="{9D2E01BB-0FB1-9C1C-940F-FA6E165D2490}"/>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graphicFrame>
        <p:nvGraphicFramePr>
          <p:cNvPr id="6" name="表 5">
            <a:extLst>
              <a:ext uri="{FF2B5EF4-FFF2-40B4-BE49-F238E27FC236}">
                <a16:creationId xmlns:a16="http://schemas.microsoft.com/office/drawing/2014/main" id="{0EBF415C-0FBA-EE15-981F-A86BB64AE542}"/>
              </a:ext>
            </a:extLst>
          </p:cNvPr>
          <p:cNvGraphicFramePr>
            <a:graphicFrameLocks noGrp="1"/>
          </p:cNvGraphicFramePr>
          <p:nvPr>
            <p:extLst>
              <p:ext uri="{D42A27DB-BD31-4B8C-83A1-F6EECF244321}">
                <p14:modId xmlns:p14="http://schemas.microsoft.com/office/powerpoint/2010/main" val="2039581735"/>
              </p:ext>
            </p:extLst>
          </p:nvPr>
        </p:nvGraphicFramePr>
        <p:xfrm>
          <a:off x="335998" y="1143000"/>
          <a:ext cx="11520002" cy="4938694"/>
        </p:xfrm>
        <a:graphic>
          <a:graphicData uri="http://schemas.openxmlformats.org/drawingml/2006/table">
            <a:tbl>
              <a:tblPr firstRow="1">
                <a:tableStyleId>{69012ECD-51FC-41F1-AA8D-1B2483CD663E}</a:tableStyleId>
              </a:tblPr>
              <a:tblGrid>
                <a:gridCol w="1655764">
                  <a:extLst>
                    <a:ext uri="{9D8B030D-6E8A-4147-A177-3AD203B41FA5}">
                      <a16:colId xmlns:a16="http://schemas.microsoft.com/office/drawing/2014/main" val="20001"/>
                    </a:ext>
                  </a:extLst>
                </a:gridCol>
                <a:gridCol w="1122630">
                  <a:extLst>
                    <a:ext uri="{9D8B030D-6E8A-4147-A177-3AD203B41FA5}">
                      <a16:colId xmlns:a16="http://schemas.microsoft.com/office/drawing/2014/main" val="749056113"/>
                    </a:ext>
                  </a:extLst>
                </a:gridCol>
                <a:gridCol w="1086416">
                  <a:extLst>
                    <a:ext uri="{9D8B030D-6E8A-4147-A177-3AD203B41FA5}">
                      <a16:colId xmlns:a16="http://schemas.microsoft.com/office/drawing/2014/main" val="2894799342"/>
                    </a:ext>
                  </a:extLst>
                </a:gridCol>
                <a:gridCol w="1167897">
                  <a:extLst>
                    <a:ext uri="{9D8B030D-6E8A-4147-A177-3AD203B41FA5}">
                      <a16:colId xmlns:a16="http://schemas.microsoft.com/office/drawing/2014/main" val="1393263075"/>
                    </a:ext>
                  </a:extLst>
                </a:gridCol>
                <a:gridCol w="1276539">
                  <a:extLst>
                    <a:ext uri="{9D8B030D-6E8A-4147-A177-3AD203B41FA5}">
                      <a16:colId xmlns:a16="http://schemas.microsoft.com/office/drawing/2014/main" val="1713442751"/>
                    </a:ext>
                  </a:extLst>
                </a:gridCol>
                <a:gridCol w="1321806">
                  <a:extLst>
                    <a:ext uri="{9D8B030D-6E8A-4147-A177-3AD203B41FA5}">
                      <a16:colId xmlns:a16="http://schemas.microsoft.com/office/drawing/2014/main" val="1705564065"/>
                    </a:ext>
                  </a:extLst>
                </a:gridCol>
                <a:gridCol w="1493821">
                  <a:extLst>
                    <a:ext uri="{9D8B030D-6E8A-4147-A177-3AD203B41FA5}">
                      <a16:colId xmlns:a16="http://schemas.microsoft.com/office/drawing/2014/main" val="249487104"/>
                    </a:ext>
                  </a:extLst>
                </a:gridCol>
                <a:gridCol w="1347856">
                  <a:extLst>
                    <a:ext uri="{9D8B030D-6E8A-4147-A177-3AD203B41FA5}">
                      <a16:colId xmlns:a16="http://schemas.microsoft.com/office/drawing/2014/main" val="3003086707"/>
                    </a:ext>
                  </a:extLst>
                </a:gridCol>
                <a:gridCol w="1047273">
                  <a:extLst>
                    <a:ext uri="{9D8B030D-6E8A-4147-A177-3AD203B41FA5}">
                      <a16:colId xmlns:a16="http://schemas.microsoft.com/office/drawing/2014/main" val="3911502646"/>
                    </a:ext>
                  </a:extLst>
                </a:gridCol>
              </a:tblGrid>
              <a:tr h="273138">
                <a:tc rowSpan="2">
                  <a:txBody>
                    <a:bodyPr/>
                    <a:lstStyle/>
                    <a:p>
                      <a:pPr algn="ctr"/>
                      <a:endParaRPr kumimoji="1" lang="ja-JP" altLang="en-US" sz="1200" b="0">
                        <a:solidFill>
                          <a:schemeClr val="bg1"/>
                        </a:solidFill>
                        <a:latin typeface="+mn-ea"/>
                        <a:ea typeface="+mn-ea"/>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5">
                  <a:txBody>
                    <a:bodyPr/>
                    <a:lstStyle/>
                    <a:p>
                      <a:pPr algn="ctr"/>
                      <a:r>
                        <a:rPr lang="en-US" altLang="ja-JP" sz="1400" b="1">
                          <a:solidFill>
                            <a:schemeClr val="bg1"/>
                          </a:solidFill>
                          <a:latin typeface="游ゴシック"/>
                          <a:ea typeface="游ゴシック"/>
                        </a:rPr>
                        <a:t>2025</a:t>
                      </a:r>
                      <a:r>
                        <a:rPr kumimoji="1" lang="ja-JP" altLang="en-US" sz="1400" b="1">
                          <a:solidFill>
                            <a:schemeClr val="bg1"/>
                          </a:solidFill>
                          <a:latin typeface="游ゴシック"/>
                          <a:ea typeface="游ゴシック"/>
                        </a:rPr>
                        <a:t>年</a:t>
                      </a: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3">
                  <a:txBody>
                    <a:bodyPr/>
                    <a:lstStyle/>
                    <a:p>
                      <a:pPr algn="ctr"/>
                      <a:r>
                        <a:rPr lang="en-US" altLang="ja-JP" sz="1400" b="1">
                          <a:solidFill>
                            <a:schemeClr val="bg1"/>
                          </a:solidFill>
                          <a:latin typeface="游ゴシック"/>
                          <a:ea typeface="游ゴシック"/>
                        </a:rPr>
                        <a:t>2026</a:t>
                      </a:r>
                      <a:r>
                        <a:rPr kumimoji="1" lang="ja-JP" altLang="en-US" sz="1400" b="1">
                          <a:solidFill>
                            <a:schemeClr val="bg1"/>
                          </a:solidFill>
                          <a:latin typeface="游ゴシック"/>
                          <a:ea typeface="游ゴシック"/>
                        </a:rPr>
                        <a:t>年</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736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1">
                          <a:solidFill>
                            <a:schemeClr val="bg1"/>
                          </a:solidFill>
                          <a:latin typeface="游ゴシック"/>
                          <a:ea typeface="游ゴシック"/>
                        </a:rPr>
                        <a:t>8</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9525"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9</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10</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11</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12</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2</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3</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595930">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マイルストーン</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31077566"/>
                  </a:ext>
                </a:extLst>
              </a:tr>
              <a:tr h="593114">
                <a:tc>
                  <a:txBody>
                    <a:bodyPr/>
                    <a:lstStyle/>
                    <a:p>
                      <a:pPr algn="l"/>
                      <a:r>
                        <a:rPr kumimoji="1" lang="ja-JP" altLang="en-US" sz="1200" b="0">
                          <a:latin typeface="+mn-ea"/>
                          <a:ea typeface="+mn-ea"/>
                          <a:cs typeface="Meiryo UI" pitchFamily="50" charset="-128"/>
                        </a:rPr>
                        <a:t>数量確定システム</a:t>
                      </a:r>
                      <a:endParaRPr kumimoji="1" lang="en-US" altLang="ja-JP" sz="1200" b="0">
                        <a:latin typeface="+mn-ea"/>
                        <a:ea typeface="+mn-ea"/>
                        <a:cs typeface="Meiryo UI" pitchFamily="50" charset="-128"/>
                      </a:endParaRPr>
                    </a:p>
                    <a:p>
                      <a:pPr algn="l"/>
                      <a:r>
                        <a:rPr kumimoji="1" lang="ja-JP" altLang="en-US" sz="1200" b="0">
                          <a:latin typeface="+mn-ea"/>
                          <a:ea typeface="+mn-ea"/>
                          <a:cs typeface="Meiryo UI" pitchFamily="50" charset="-128"/>
                        </a:rPr>
                        <a:t>（千葉・徳山）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03499923"/>
                  </a:ext>
                </a:extLst>
              </a:tr>
              <a:tr h="593114">
                <a:tc>
                  <a:txBody>
                    <a:bodyPr/>
                    <a:lstStyle/>
                    <a:p>
                      <a:pPr algn="l"/>
                      <a:r>
                        <a:rPr kumimoji="1" lang="ja-JP" altLang="en-US" sz="1200" b="0">
                          <a:latin typeface="+mn-ea"/>
                          <a:ea typeface="+mn-ea"/>
                          <a:cs typeface="Meiryo UI" pitchFamily="50" charset="-128"/>
                        </a:rPr>
                        <a:t>用役管理システム</a:t>
                      </a:r>
                      <a:endParaRPr kumimoji="1" lang="en-US" altLang="ja-JP" sz="1200" b="0">
                        <a:latin typeface="+mn-ea"/>
                        <a:ea typeface="+mn-ea"/>
                        <a:cs typeface="Meiryo UI" pitchFamily="50" charset="-128"/>
                      </a:endParaRPr>
                    </a:p>
                    <a:p>
                      <a:pPr algn="l"/>
                      <a:r>
                        <a:rPr kumimoji="1" lang="ja-JP" altLang="en-US" sz="1200" b="0">
                          <a:latin typeface="+mn-ea"/>
                          <a:ea typeface="+mn-ea"/>
                          <a:cs typeface="Meiryo UI" pitchFamily="50" charset="-128"/>
                        </a:rPr>
                        <a:t>（千葉・徳山）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4871751"/>
                  </a:ext>
                </a:extLst>
              </a:tr>
              <a:tr h="593114">
                <a:tc>
                  <a:txBody>
                    <a:bodyPr/>
                    <a:lstStyle/>
                    <a:p>
                      <a:pPr algn="l"/>
                      <a:r>
                        <a:rPr kumimoji="1" lang="ja-JP" altLang="en-US" sz="1200" b="0">
                          <a:latin typeface="+mn-ea"/>
                          <a:ea typeface="+mn-ea"/>
                          <a:cs typeface="Meiryo UI" pitchFamily="50" charset="-128"/>
                        </a:rPr>
                        <a:t>千葉化学品質管理</a:t>
                      </a:r>
                      <a:endParaRPr kumimoji="1" lang="en-US" altLang="ja-JP" sz="1200" b="0">
                        <a:latin typeface="+mn-ea"/>
                        <a:ea typeface="+mn-ea"/>
                        <a:cs typeface="Meiryo UI" pitchFamily="50" charset="-128"/>
                      </a:endParaRPr>
                    </a:p>
                    <a:p>
                      <a:pPr algn="l"/>
                      <a:r>
                        <a:rPr kumimoji="1" lang="ja-JP" altLang="en-US" sz="1200" b="0">
                          <a:latin typeface="+mn-ea"/>
                          <a:ea typeface="+mn-ea"/>
                          <a:cs typeface="Meiryo UI" pitchFamily="50" charset="-128"/>
                        </a:rPr>
                        <a:t>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02900664"/>
                  </a:ext>
                </a:extLst>
              </a:tr>
              <a:tr h="593114">
                <a:tc>
                  <a:txBody>
                    <a:bodyPr/>
                    <a:lstStyle/>
                    <a:p>
                      <a:pPr algn="l"/>
                      <a:r>
                        <a:rPr kumimoji="1" lang="ja-JP" altLang="en-US" sz="1200" b="0">
                          <a:latin typeface="+mn-ea"/>
                          <a:ea typeface="+mn-ea"/>
                          <a:cs typeface="Meiryo UI" pitchFamily="50" charset="-128"/>
                        </a:rPr>
                        <a:t>ＬＭＰＰ包装システム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56314792"/>
                  </a:ext>
                </a:extLst>
              </a:tr>
              <a:tr h="593114">
                <a:tc>
                  <a:txBody>
                    <a:bodyPr/>
                    <a:lstStyle/>
                    <a:p>
                      <a:pPr algn="l"/>
                      <a:r>
                        <a:rPr kumimoji="1" lang="ja-JP" altLang="en-US" sz="1200" b="0">
                          <a:latin typeface="+mn-ea"/>
                          <a:ea typeface="+mn-ea"/>
                          <a:cs typeface="Meiryo UI" pitchFamily="50" charset="-128"/>
                        </a:rPr>
                        <a:t>ヤード操業システム（千葉・徳山）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28471405"/>
                  </a:ext>
                </a:extLst>
              </a:tr>
              <a:tr h="593114">
                <a:tc>
                  <a:txBody>
                    <a:bodyPr/>
                    <a:lstStyle/>
                    <a:p>
                      <a:pPr algn="l"/>
                      <a:r>
                        <a:rPr kumimoji="1" lang="ja-JP" altLang="en-US" sz="1200" b="0">
                          <a:latin typeface="+mn-ea"/>
                          <a:ea typeface="+mn-ea"/>
                          <a:cs typeface="Meiryo UI" pitchFamily="50" charset="-128"/>
                        </a:rPr>
                        <a:t>工場</a:t>
                      </a:r>
                      <a:r>
                        <a:rPr kumimoji="1" lang="en-US" altLang="ja-JP" sz="1200" b="0">
                          <a:latin typeface="+mn-ea"/>
                          <a:ea typeface="+mn-ea"/>
                          <a:cs typeface="Meiryo UI" pitchFamily="50" charset="-128"/>
                        </a:rPr>
                        <a:t>DB</a:t>
                      </a:r>
                      <a:endParaRPr kumimoji="1" lang="ja-JP" altLang="en-US" sz="1200" b="0">
                        <a:latin typeface="+mn-ea"/>
                        <a:ea typeface="+mn-ea"/>
                        <a:cs typeface="Meiryo UI" pitchFamily="50" charset="-128"/>
                      </a:endParaRP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8010478"/>
                  </a:ext>
                </a:extLst>
              </a:tr>
            </a:tbl>
          </a:graphicData>
        </a:graphic>
      </p:graphicFrame>
      <p:sp>
        <p:nvSpPr>
          <p:cNvPr id="38" name="テキスト ボックス 37">
            <a:extLst>
              <a:ext uri="{FF2B5EF4-FFF2-40B4-BE49-F238E27FC236}">
                <a16:creationId xmlns:a16="http://schemas.microsoft.com/office/drawing/2014/main" id="{2EBE1276-1C5B-3746-CD70-864791E13AE8}"/>
              </a:ext>
            </a:extLst>
          </p:cNvPr>
          <p:cNvSpPr txBox="1"/>
          <p:nvPr/>
        </p:nvSpPr>
        <p:spPr>
          <a:xfrm>
            <a:off x="4307963" y="1961700"/>
            <a:ext cx="1911768"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▼クラウドアーキ基盤構築</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6B69DCFB-50F6-9F55-01CB-9CA100086BA1}"/>
              </a:ext>
            </a:extLst>
          </p:cNvPr>
          <p:cNvSpPr txBox="1"/>
          <p:nvPr/>
        </p:nvSpPr>
        <p:spPr>
          <a:xfrm>
            <a:off x="10613716" y="1961700"/>
            <a:ext cx="1174872" cy="221018"/>
          </a:xfrm>
          <a:prstGeom prst="rect">
            <a:avLst/>
          </a:prstGeom>
          <a:noFill/>
          <a:ln>
            <a:noFill/>
          </a:ln>
        </p:spPr>
        <p:txBody>
          <a:bodyPr wrap="square" lIns="18000" tIns="18000" rIns="18000" bIns="18000" rtlCol="0">
            <a:spAutoFit/>
          </a:bodyPr>
          <a:lstStyle/>
          <a:p>
            <a:pPr algn="r"/>
            <a:r>
              <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rPr>
              <a:t>館林</a:t>
            </a:r>
            <a:r>
              <a:rPr kumimoji="1" lang="en-US" altLang="ja-JP" sz="1200">
                <a:latin typeface="游ゴシック" panose="020B0400000000000000" pitchFamily="50" charset="-128"/>
                <a:ea typeface="游ゴシック" panose="020B0400000000000000" pitchFamily="50" charset="-128"/>
                <a:cs typeface="Meiryo UI" panose="020B0604030504040204" pitchFamily="50" charset="-128"/>
              </a:rPr>
              <a:t>DC</a:t>
            </a:r>
            <a:r>
              <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rPr>
              <a:t>廃止★</a:t>
            </a:r>
          </a:p>
        </p:txBody>
      </p:sp>
      <p:sp>
        <p:nvSpPr>
          <p:cNvPr id="7" name="日付プレースホルダー 6">
            <a:extLst>
              <a:ext uri="{FF2B5EF4-FFF2-40B4-BE49-F238E27FC236}">
                <a16:creationId xmlns:a16="http://schemas.microsoft.com/office/drawing/2014/main" id="{3798F973-2D98-49F2-B902-491570FE1AFB}"/>
              </a:ext>
            </a:extLst>
          </p:cNvPr>
          <p:cNvSpPr>
            <a:spLocks noGrp="1"/>
          </p:cNvSpPr>
          <p:nvPr>
            <p:ph type="dt" sz="half" idx="10"/>
          </p:nvPr>
        </p:nvSpPr>
        <p:spPr/>
        <p:txBody>
          <a:bodyPr/>
          <a:lstStyle/>
          <a:p>
            <a:r>
              <a:rPr lang="en-US" altLang="ja-JP"/>
              <a:t>2025/9/25</a:t>
            </a:r>
            <a:endParaRPr lang="ja-JP" altLang="en-US"/>
          </a:p>
        </p:txBody>
      </p:sp>
      <p:sp>
        <p:nvSpPr>
          <p:cNvPr id="8" name="テキスト ボックス 7">
            <a:extLst>
              <a:ext uri="{FF2B5EF4-FFF2-40B4-BE49-F238E27FC236}">
                <a16:creationId xmlns:a16="http://schemas.microsoft.com/office/drawing/2014/main" id="{EB352ABC-BDCE-4ABD-A36D-EFF6804B21F6}"/>
              </a:ext>
            </a:extLst>
          </p:cNvPr>
          <p:cNvSpPr txBox="1"/>
          <p:nvPr/>
        </p:nvSpPr>
        <p:spPr>
          <a:xfrm>
            <a:off x="186500" y="6185607"/>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スケジュールについては、ご契約のタイミングや状況により変更となる場合がございます</a:t>
            </a:r>
            <a:endParaRPr lang="en-US" altLang="ja-JP" sz="1400">
              <a:latin typeface="+mn-ea"/>
              <a:cs typeface="メイリオ" pitchFamily="50" charset="-128"/>
            </a:endParaRPr>
          </a:p>
        </p:txBody>
      </p:sp>
      <p:sp>
        <p:nvSpPr>
          <p:cNvPr id="14" name="ホームベース 30">
            <a:extLst>
              <a:ext uri="{FF2B5EF4-FFF2-40B4-BE49-F238E27FC236}">
                <a16:creationId xmlns:a16="http://schemas.microsoft.com/office/drawing/2014/main" id="{951939DB-338F-AF7B-A205-7FD5A115215C}"/>
              </a:ext>
            </a:extLst>
          </p:cNvPr>
          <p:cNvSpPr/>
          <p:nvPr/>
        </p:nvSpPr>
        <p:spPr>
          <a:xfrm>
            <a:off x="8259989" y="6164415"/>
            <a:ext cx="1152000" cy="288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5" name="ホームベース 31">
            <a:extLst>
              <a:ext uri="{FF2B5EF4-FFF2-40B4-BE49-F238E27FC236}">
                <a16:creationId xmlns:a16="http://schemas.microsoft.com/office/drawing/2014/main" id="{FB018566-4F93-C88B-034C-33D6C9D235A2}"/>
              </a:ext>
            </a:extLst>
          </p:cNvPr>
          <p:cNvSpPr/>
          <p:nvPr/>
        </p:nvSpPr>
        <p:spPr>
          <a:xfrm>
            <a:off x="9482437" y="6161187"/>
            <a:ext cx="1152000" cy="288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6" name="ホームベース 32">
            <a:extLst>
              <a:ext uri="{FF2B5EF4-FFF2-40B4-BE49-F238E27FC236}">
                <a16:creationId xmlns:a16="http://schemas.microsoft.com/office/drawing/2014/main" id="{69DF8A0B-83BB-811B-AA8B-A3C0486E5AD6}"/>
              </a:ext>
            </a:extLst>
          </p:cNvPr>
          <p:cNvSpPr/>
          <p:nvPr/>
        </p:nvSpPr>
        <p:spPr>
          <a:xfrm>
            <a:off x="10703998" y="6161187"/>
            <a:ext cx="1152000" cy="288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0" name="正方形/長方形 29">
            <a:extLst>
              <a:ext uri="{FF2B5EF4-FFF2-40B4-BE49-F238E27FC236}">
                <a16:creationId xmlns:a16="http://schemas.microsoft.com/office/drawing/2014/main" id="{006DC6C5-A36F-0FA9-E1E3-934C08E62330}"/>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39A2AD22-5717-6B69-BD34-D55530B7EB5A}"/>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5" name="正方形/長方形 4">
            <a:extLst>
              <a:ext uri="{FF2B5EF4-FFF2-40B4-BE49-F238E27FC236}">
                <a16:creationId xmlns:a16="http://schemas.microsoft.com/office/drawing/2014/main" id="{32C3C009-C0AF-6240-BD2F-FB3964991E27}"/>
              </a:ext>
            </a:extLst>
          </p:cNvPr>
          <p:cNvSpPr/>
          <p:nvPr/>
        </p:nvSpPr>
        <p:spPr>
          <a:xfrm>
            <a:off x="3114675" y="2546584"/>
            <a:ext cx="1609240" cy="2921939"/>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要件定義</a:t>
            </a:r>
          </a:p>
        </p:txBody>
      </p:sp>
      <p:sp>
        <p:nvSpPr>
          <p:cNvPr id="9" name="正方形/長方形 8">
            <a:extLst>
              <a:ext uri="{FF2B5EF4-FFF2-40B4-BE49-F238E27FC236}">
                <a16:creationId xmlns:a16="http://schemas.microsoft.com/office/drawing/2014/main" id="{3A7A58A5-7CEC-EDBA-4885-1182505249E7}"/>
              </a:ext>
            </a:extLst>
          </p:cNvPr>
          <p:cNvSpPr/>
          <p:nvPr/>
        </p:nvSpPr>
        <p:spPr>
          <a:xfrm>
            <a:off x="5374150" y="2546584"/>
            <a:ext cx="577363" cy="2928886"/>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製造</a:t>
            </a:r>
          </a:p>
        </p:txBody>
      </p:sp>
      <p:cxnSp>
        <p:nvCxnSpPr>
          <p:cNvPr id="10" name="直線矢印コネクタ 9">
            <a:extLst>
              <a:ext uri="{FF2B5EF4-FFF2-40B4-BE49-F238E27FC236}">
                <a16:creationId xmlns:a16="http://schemas.microsoft.com/office/drawing/2014/main" id="{1034DF93-E07F-ADDD-D331-080A9DC95273}"/>
              </a:ext>
            </a:extLst>
          </p:cNvPr>
          <p:cNvCxnSpPr>
            <a:cxnSpLocks/>
          </p:cNvCxnSpPr>
          <p:nvPr/>
        </p:nvCxnSpPr>
        <p:spPr>
          <a:xfrm>
            <a:off x="3158873" y="2489414"/>
            <a:ext cx="2209832"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55998AC9-01C5-EC3C-3567-F3589ABA78A2}"/>
              </a:ext>
            </a:extLst>
          </p:cNvPr>
          <p:cNvSpPr txBox="1"/>
          <p:nvPr/>
        </p:nvSpPr>
        <p:spPr>
          <a:xfrm>
            <a:off x="3141645" y="2204103"/>
            <a:ext cx="2231937"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0000FF"/>
                </a:solidFill>
                <a:latin typeface="游ゴシック" panose="020B0400000000000000" pitchFamily="50" charset="-128"/>
                <a:ea typeface="游ゴシック" panose="020B0400000000000000" pitchFamily="50" charset="-128"/>
                <a:cs typeface="メイリオ" pitchFamily="50" charset="-128"/>
              </a:rPr>
              <a:t>契約①：準委任契約</a:t>
            </a:r>
          </a:p>
        </p:txBody>
      </p:sp>
      <p:sp>
        <p:nvSpPr>
          <p:cNvPr id="12" name="テキスト ボックス 11">
            <a:extLst>
              <a:ext uri="{FF2B5EF4-FFF2-40B4-BE49-F238E27FC236}">
                <a16:creationId xmlns:a16="http://schemas.microsoft.com/office/drawing/2014/main" id="{2761166E-B722-53CB-583F-ECE28B50C491}"/>
              </a:ext>
            </a:extLst>
          </p:cNvPr>
          <p:cNvSpPr txBox="1"/>
          <p:nvPr/>
        </p:nvSpPr>
        <p:spPr>
          <a:xfrm>
            <a:off x="5368704" y="2179931"/>
            <a:ext cx="2006369"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FF0000"/>
                </a:solidFill>
                <a:latin typeface="游ゴシック" panose="020B0400000000000000" pitchFamily="50" charset="-128"/>
                <a:ea typeface="游ゴシック" panose="020B0400000000000000" pitchFamily="50" charset="-128"/>
                <a:cs typeface="メイリオ" pitchFamily="50" charset="-128"/>
              </a:rPr>
              <a:t>契約②：請負契約</a:t>
            </a:r>
          </a:p>
        </p:txBody>
      </p:sp>
      <p:sp>
        <p:nvSpPr>
          <p:cNvPr id="13" name="テキスト ボックス 12">
            <a:extLst>
              <a:ext uri="{FF2B5EF4-FFF2-40B4-BE49-F238E27FC236}">
                <a16:creationId xmlns:a16="http://schemas.microsoft.com/office/drawing/2014/main" id="{02CE623E-D66F-F518-E522-B4AA697B8A69}"/>
              </a:ext>
            </a:extLst>
          </p:cNvPr>
          <p:cNvSpPr txBox="1"/>
          <p:nvPr/>
        </p:nvSpPr>
        <p:spPr>
          <a:xfrm>
            <a:off x="7352931" y="2187950"/>
            <a:ext cx="2782997"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0000FF"/>
                </a:solidFill>
                <a:latin typeface="游ゴシック" panose="020B0400000000000000" pitchFamily="50" charset="-128"/>
                <a:ea typeface="游ゴシック" panose="020B0400000000000000" pitchFamily="50" charset="-128"/>
                <a:cs typeface="メイリオ" pitchFamily="50" charset="-128"/>
              </a:rPr>
              <a:t>契約③：準委任契約</a:t>
            </a:r>
          </a:p>
        </p:txBody>
      </p:sp>
      <p:cxnSp>
        <p:nvCxnSpPr>
          <p:cNvPr id="17" name="直線矢印コネクタ 16">
            <a:extLst>
              <a:ext uri="{FF2B5EF4-FFF2-40B4-BE49-F238E27FC236}">
                <a16:creationId xmlns:a16="http://schemas.microsoft.com/office/drawing/2014/main" id="{949FD4E2-C111-D86C-E7EE-120359972024}"/>
              </a:ext>
            </a:extLst>
          </p:cNvPr>
          <p:cNvCxnSpPr>
            <a:cxnSpLocks/>
          </p:cNvCxnSpPr>
          <p:nvPr/>
        </p:nvCxnSpPr>
        <p:spPr>
          <a:xfrm>
            <a:off x="5368705" y="2468078"/>
            <a:ext cx="2006368"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A275F451-B7DE-C3E0-BAFE-D5D6346BF387}"/>
              </a:ext>
            </a:extLst>
          </p:cNvPr>
          <p:cNvCxnSpPr>
            <a:cxnSpLocks/>
          </p:cNvCxnSpPr>
          <p:nvPr/>
        </p:nvCxnSpPr>
        <p:spPr>
          <a:xfrm>
            <a:off x="7375073" y="2468078"/>
            <a:ext cx="3970568" cy="8019"/>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E42DDDBE-C4FF-1FFA-CE0A-920D43DDB1D5}"/>
              </a:ext>
            </a:extLst>
          </p:cNvPr>
          <p:cNvSpPr/>
          <p:nvPr/>
        </p:nvSpPr>
        <p:spPr>
          <a:xfrm>
            <a:off x="5951513" y="2546584"/>
            <a:ext cx="1423560" cy="2928885"/>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結合</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0" name="正方形/長方形 19">
            <a:extLst>
              <a:ext uri="{FF2B5EF4-FFF2-40B4-BE49-F238E27FC236}">
                <a16:creationId xmlns:a16="http://schemas.microsoft.com/office/drawing/2014/main" id="{B599F699-595B-6CB1-AE03-9B52E6A876EB}"/>
              </a:ext>
            </a:extLst>
          </p:cNvPr>
          <p:cNvSpPr/>
          <p:nvPr/>
        </p:nvSpPr>
        <p:spPr>
          <a:xfrm>
            <a:off x="7375074" y="2546584"/>
            <a:ext cx="610476" cy="292887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システム</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F3C4551A-D4D7-F853-4FD6-56EDBCC239FE}"/>
              </a:ext>
            </a:extLst>
          </p:cNvPr>
          <p:cNvSpPr/>
          <p:nvPr/>
        </p:nvSpPr>
        <p:spPr>
          <a:xfrm>
            <a:off x="7969973" y="2555093"/>
            <a:ext cx="1979217" cy="2927503"/>
          </a:xfrm>
          <a:prstGeom prst="rect">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ユーザ</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テスト</a:t>
            </a:r>
            <a:endParaRPr lang="en-US" altLang="ja-JP" sz="900">
              <a:solidFill>
                <a:schemeClr val="tx1"/>
              </a:solidFill>
              <a:latin typeface="游ゴシック"/>
              <a:ea typeface="游ゴシック"/>
            </a:endParaRPr>
          </a:p>
        </p:txBody>
      </p:sp>
      <p:sp>
        <p:nvSpPr>
          <p:cNvPr id="22" name="正方形/長方形 21">
            <a:extLst>
              <a:ext uri="{FF2B5EF4-FFF2-40B4-BE49-F238E27FC236}">
                <a16:creationId xmlns:a16="http://schemas.microsoft.com/office/drawing/2014/main" id="{8B2F2C32-E5DA-175A-82F6-628BFEC5CA3D}"/>
              </a:ext>
            </a:extLst>
          </p:cNvPr>
          <p:cNvSpPr/>
          <p:nvPr/>
        </p:nvSpPr>
        <p:spPr>
          <a:xfrm>
            <a:off x="9953224" y="2546040"/>
            <a:ext cx="864000" cy="3535109"/>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移行</a:t>
            </a:r>
            <a:endParaRPr lang="en-US" altLang="ja-JP" sz="900">
              <a:solidFill>
                <a:schemeClr val="tx1"/>
              </a:solidFill>
              <a:latin typeface="游ゴシック"/>
              <a:ea typeface="游ゴシック"/>
            </a:endParaRPr>
          </a:p>
        </p:txBody>
      </p:sp>
      <p:sp>
        <p:nvSpPr>
          <p:cNvPr id="24" name="正方形/長方形 23">
            <a:extLst>
              <a:ext uri="{FF2B5EF4-FFF2-40B4-BE49-F238E27FC236}">
                <a16:creationId xmlns:a16="http://schemas.microsoft.com/office/drawing/2014/main" id="{075833D9-05C5-7C06-4AF6-8C9BDA20649A}"/>
              </a:ext>
            </a:extLst>
          </p:cNvPr>
          <p:cNvSpPr/>
          <p:nvPr/>
        </p:nvSpPr>
        <p:spPr>
          <a:xfrm>
            <a:off x="4723915" y="2546584"/>
            <a:ext cx="644790" cy="292192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設計</a:t>
            </a:r>
          </a:p>
        </p:txBody>
      </p:sp>
      <p:sp>
        <p:nvSpPr>
          <p:cNvPr id="25" name="正方形/長方形 24">
            <a:extLst>
              <a:ext uri="{FF2B5EF4-FFF2-40B4-BE49-F238E27FC236}">
                <a16:creationId xmlns:a16="http://schemas.microsoft.com/office/drawing/2014/main" id="{55A48170-D93D-DDCD-C30E-DDB6AAC9AF35}"/>
              </a:ext>
            </a:extLst>
          </p:cNvPr>
          <p:cNvSpPr/>
          <p:nvPr/>
        </p:nvSpPr>
        <p:spPr>
          <a:xfrm>
            <a:off x="3128647" y="2185949"/>
            <a:ext cx="2231937" cy="32881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1BBD44C5-E3F6-001C-5FA5-CA8AA267EBB7}"/>
              </a:ext>
            </a:extLst>
          </p:cNvPr>
          <p:cNvSpPr/>
          <p:nvPr/>
        </p:nvSpPr>
        <p:spPr>
          <a:xfrm>
            <a:off x="10816532" y="2546040"/>
            <a:ext cx="504000" cy="3534857"/>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流動</a:t>
            </a:r>
          </a:p>
        </p:txBody>
      </p:sp>
    </p:spTree>
    <p:extLst>
      <p:ext uri="{BB962C8B-B14F-4D97-AF65-F5344CB8AC3E}">
        <p14:creationId xmlns:p14="http://schemas.microsoft.com/office/powerpoint/2010/main" val="1955579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F9C4210-EE3B-B5C4-ED69-32B1276DD97D}"/>
              </a:ext>
            </a:extLst>
          </p:cNvPr>
          <p:cNvSpPr>
            <a:spLocks noGrp="1"/>
          </p:cNvSpPr>
          <p:nvPr>
            <p:ph type="dt" sz="half" idx="10"/>
          </p:nvPr>
        </p:nvSpPr>
        <p:spPr/>
        <p:txBody>
          <a:bodyPr/>
          <a:lstStyle/>
          <a:p>
            <a:r>
              <a:rPr lang="en-US" altLang="ja-JP"/>
              <a:t>2025/9/25</a:t>
            </a:r>
            <a:endParaRPr lang="ja-JP" altLang="en-US"/>
          </a:p>
        </p:txBody>
      </p:sp>
      <p:sp>
        <p:nvSpPr>
          <p:cNvPr id="3" name="フッター プレースホルダー 2">
            <a:extLst>
              <a:ext uri="{FF2B5EF4-FFF2-40B4-BE49-F238E27FC236}">
                <a16:creationId xmlns:a16="http://schemas.microsoft.com/office/drawing/2014/main" id="{073C1CF9-7485-5AA4-23BC-F17AE3A45ED4}"/>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D9EB6182-B9A3-27DB-A5A1-6F439ECE2072}"/>
              </a:ext>
            </a:extLst>
          </p:cNvPr>
          <p:cNvSpPr>
            <a:spLocks noGrp="1"/>
          </p:cNvSpPr>
          <p:nvPr>
            <p:ph type="title"/>
          </p:nvPr>
        </p:nvSpPr>
        <p:spPr/>
        <p:txBody>
          <a:bodyPr/>
          <a:lstStyle/>
          <a:p>
            <a:r>
              <a:rPr lang="ja-JP" altLang="en-US"/>
              <a:t>体制</a:t>
            </a:r>
            <a:endParaRPr kumimoji="1" lang="ja-JP" altLang="en-US"/>
          </a:p>
        </p:txBody>
      </p:sp>
    </p:spTree>
    <p:extLst>
      <p:ext uri="{BB962C8B-B14F-4D97-AF65-F5344CB8AC3E}">
        <p14:creationId xmlns:p14="http://schemas.microsoft.com/office/powerpoint/2010/main" val="4161440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945633"/>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体制（要件定義想定）</a:t>
            </a:r>
            <a:endParaRPr kumimoji="1" lang="ja-JP" altLang="en-US"/>
          </a:p>
        </p:txBody>
      </p:sp>
      <p:sp>
        <p:nvSpPr>
          <p:cNvPr id="3" name="日付プレースホルダー 2"/>
          <p:cNvSpPr>
            <a:spLocks noGrp="1"/>
          </p:cNvSpPr>
          <p:nvPr>
            <p:ph type="dt" sz="half" idx="10"/>
          </p:nvPr>
        </p:nvSpPr>
        <p:spPr/>
        <p:txBody>
          <a:bodyPr/>
          <a:lstStyle/>
          <a:p>
            <a:r>
              <a:rPr lang="en-US" altLang="ja-JP"/>
              <a:t>2025/9/25</a:t>
            </a:r>
            <a:endParaRPr lang="ja-JP" alt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75805"/>
            <a:ext cx="7228802" cy="4945633"/>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071027"/>
            <a:ext cx="0" cy="2185107"/>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351027"/>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kumimoji="1" lang="ja-JP" altLang="en-US" sz="1600" kern="0">
                  <a:solidFill>
                    <a:prstClr val="black"/>
                  </a:solidFill>
                  <a:latin typeface="+mn-ea"/>
                </a:rPr>
                <a:t>重村 和也</a:t>
              </a:r>
              <a:r>
                <a:rPr lang="ja-JP" altLang="ja-JP" sz="1600"/>
                <a:t>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5769485" y="1378845"/>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7137485" y="2105601"/>
            <a:ext cx="0" cy="1210928"/>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5769482" y="4391722"/>
            <a:ext cx="2736001" cy="1590425"/>
            <a:chOff x="6851008" y="5532586"/>
            <a:chExt cx="2736002" cy="64443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1008" y="5532586"/>
              <a:ext cx="2736002"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1008" y="5727943"/>
              <a:ext cx="2736002" cy="449074"/>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天川絢弥</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馬場勇輝</a:t>
              </a:r>
              <a:endParaRPr lang="en-US" altLang="ja-JP" sz="1600">
                <a:solidFill>
                  <a:srgbClr val="333333"/>
                </a:solidFill>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7137483" y="2799491"/>
            <a:ext cx="239166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5769485" y="3316529"/>
            <a:ext cx="2736000" cy="857851"/>
            <a:chOff x="6852000" y="2538555"/>
            <a:chExt cx="2736000" cy="857851"/>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7"/>
              <a:ext cx="2736000" cy="578319"/>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石井 徹</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9482427"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a:solidFill>
                    <a:prstClr val="black"/>
                  </a:solidFill>
                  <a:latin typeface="+mn-ea"/>
                </a:rPr>
                <a:t>隼田 浩樹様</a:t>
              </a:r>
              <a:endParaRPr kumimoji="1"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5400000">
            <a:off x="7028813" y="4283050"/>
            <a:ext cx="217342" cy="2"/>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grpSp>
        <p:nvGrpSpPr>
          <p:cNvPr id="5" name="グループ化 4">
            <a:extLst>
              <a:ext uri="{FF2B5EF4-FFF2-40B4-BE49-F238E27FC236}">
                <a16:creationId xmlns:a16="http://schemas.microsoft.com/office/drawing/2014/main" id="{98F35467-9321-4DED-0A08-AFB524C7DCE5}"/>
              </a:ext>
            </a:extLst>
          </p:cNvPr>
          <p:cNvGrpSpPr/>
          <p:nvPr/>
        </p:nvGrpSpPr>
        <p:grpSpPr>
          <a:xfrm>
            <a:off x="8830557" y="4129900"/>
            <a:ext cx="2736001" cy="1868335"/>
            <a:chOff x="6851008" y="5419978"/>
            <a:chExt cx="2736002" cy="757039"/>
          </a:xfrm>
        </p:grpSpPr>
        <p:sp>
          <p:nvSpPr>
            <p:cNvPr id="6" name="片側の 2 つの角を丸めた四角形 21">
              <a:extLst>
                <a:ext uri="{FF2B5EF4-FFF2-40B4-BE49-F238E27FC236}">
                  <a16:creationId xmlns:a16="http://schemas.microsoft.com/office/drawing/2014/main" id="{14C69844-415C-BED7-1161-1916AD317F20}"/>
                </a:ext>
              </a:extLst>
            </p:cNvPr>
            <p:cNvSpPr/>
            <p:nvPr/>
          </p:nvSpPr>
          <p:spPr>
            <a:xfrm>
              <a:off x="6851008" y="5419978"/>
              <a:ext cx="2736002"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オフショア</a:t>
              </a:r>
            </a:p>
          </p:txBody>
        </p:sp>
        <p:sp>
          <p:nvSpPr>
            <p:cNvPr id="7" name="正方形/長方形 6">
              <a:extLst>
                <a:ext uri="{FF2B5EF4-FFF2-40B4-BE49-F238E27FC236}">
                  <a16:creationId xmlns:a16="http://schemas.microsoft.com/office/drawing/2014/main" id="{8011C017-B9D2-4FD1-6627-83A43751A5A4}"/>
                </a:ext>
              </a:extLst>
            </p:cNvPr>
            <p:cNvSpPr/>
            <p:nvPr/>
          </p:nvSpPr>
          <p:spPr>
            <a:xfrm>
              <a:off x="6851008" y="5615327"/>
              <a:ext cx="2736002" cy="561690"/>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algn="ctr" defTabSz="914400">
                <a:defRPr/>
              </a:pPr>
              <a:r>
                <a:rPr lang="ja-JP" altLang="en-US" sz="1600">
                  <a:solidFill>
                    <a:srgbClr val="333333"/>
                  </a:solidFill>
                  <a:latin typeface="游ゴシック"/>
                  <a:ea typeface="游ゴシック"/>
                </a:rPr>
                <a:t>ｸﾞｴﾝ･ﾀﾝ･ﾄﾞｩｵｯｸ</a:t>
              </a:r>
              <a:r>
                <a:rPr lang="en-US" altLang="ja-JP" sz="1600">
                  <a:solidFill>
                    <a:srgbClr val="333333"/>
                  </a:solidFill>
                  <a:latin typeface="游ゴシック"/>
                  <a:ea typeface="游ゴシック"/>
                </a:rPr>
                <a:t>(PM)</a:t>
              </a:r>
            </a:p>
            <a:p>
              <a:pPr algn="ctr" defTabSz="914400">
                <a:defRPr/>
              </a:pPr>
              <a:r>
                <a:rPr lang="ja-JP" altLang="en-US" sz="1600">
                  <a:solidFill>
                    <a:srgbClr val="333333"/>
                  </a:solidFill>
                  <a:latin typeface="游ゴシック"/>
                  <a:ea typeface="游ゴシック"/>
                </a:rPr>
                <a:t>ｸﾞｴﾝﾃｨﾝﾁｭﾝ</a:t>
              </a:r>
              <a:r>
                <a:rPr lang="en-US" altLang="ja-JP" sz="1600">
                  <a:solidFill>
                    <a:srgbClr val="333333"/>
                  </a:solidFill>
                  <a:latin typeface="游ゴシック"/>
                  <a:ea typeface="游ゴシック"/>
                </a:rPr>
                <a:t>(</a:t>
              </a:r>
              <a:r>
                <a:rPr lang="en-US" altLang="ja-JP" sz="1600" err="1">
                  <a:solidFill>
                    <a:srgbClr val="333333"/>
                  </a:solidFill>
                  <a:latin typeface="游ゴシック"/>
                  <a:ea typeface="游ゴシック"/>
                </a:rPr>
                <a:t>Brse</a:t>
              </a:r>
              <a:r>
                <a:rPr lang="en-US" altLang="ja-JP" sz="1600">
                  <a:solidFill>
                    <a:srgbClr val="333333"/>
                  </a:solidFill>
                  <a:latin typeface="游ゴシック"/>
                  <a:ea typeface="游ゴシック"/>
                </a:rPr>
                <a:t>)</a:t>
              </a:r>
            </a:p>
            <a:p>
              <a:pPr algn="ctr" defTabSz="914400">
                <a:defRPr/>
              </a:pPr>
              <a:r>
                <a:rPr lang="ja-JP" altLang="en-US" sz="1600">
                  <a:solidFill>
                    <a:srgbClr val="333333"/>
                  </a:solidFill>
                  <a:latin typeface="游ゴシック"/>
                  <a:ea typeface="游ゴシック"/>
                </a:rPr>
                <a:t>ﾌﾞｲｸｱﾝﾃｨｴﾝ</a:t>
              </a:r>
              <a:r>
                <a:rPr lang="en-US" altLang="ja-JP" sz="1600">
                  <a:solidFill>
                    <a:srgbClr val="333333"/>
                  </a:solidFill>
                  <a:latin typeface="游ゴシック"/>
                  <a:ea typeface="游ゴシック"/>
                </a:rPr>
                <a:t>(</a:t>
              </a:r>
              <a:r>
                <a:rPr lang="en-US" altLang="ja-JP" sz="1600" err="1">
                  <a:solidFill>
                    <a:srgbClr val="333333"/>
                  </a:solidFill>
                  <a:latin typeface="游ゴシック"/>
                  <a:ea typeface="游ゴシック"/>
                </a:rPr>
                <a:t>Brse</a:t>
              </a:r>
              <a:r>
                <a:rPr lang="en-US" altLang="ja-JP" sz="1600">
                  <a:solidFill>
                    <a:srgbClr val="333333"/>
                  </a:solidFill>
                  <a:latin typeface="游ゴシック"/>
                  <a:ea typeface="游ゴシック"/>
                </a:rPr>
                <a:t>)</a:t>
              </a:r>
            </a:p>
            <a:p>
              <a:pPr algn="ctr" defTabSz="914400">
                <a:defRPr/>
              </a:pPr>
              <a:r>
                <a:rPr lang="ja-JP" altLang="en-US" sz="1600">
                  <a:solidFill>
                    <a:srgbClr val="333333"/>
                  </a:solidFill>
                  <a:latin typeface="游ゴシック"/>
                  <a:ea typeface="游ゴシック"/>
                </a:rPr>
                <a:t>ｸﾞｴﾝ･ﾐﾝ･ﾄｰ</a:t>
              </a:r>
              <a:r>
                <a:rPr lang="en-US" altLang="ja-JP" sz="1600">
                  <a:solidFill>
                    <a:srgbClr val="333333"/>
                  </a:solidFill>
                  <a:latin typeface="游ゴシック"/>
                  <a:ea typeface="游ゴシック"/>
                </a:rPr>
                <a:t>(</a:t>
              </a:r>
              <a:r>
                <a:rPr lang="ja-JP" altLang="en-US" sz="1600">
                  <a:solidFill>
                    <a:srgbClr val="333333"/>
                  </a:solidFill>
                  <a:latin typeface="游ゴシック"/>
                  <a:ea typeface="游ゴシック"/>
                </a:rPr>
                <a:t>ｺﾐｭﾆｹｰﾀ</a:t>
              </a:r>
              <a:r>
                <a:rPr lang="en-US" altLang="ja-JP" sz="1600">
                  <a:solidFill>
                    <a:srgbClr val="333333"/>
                  </a:solidFill>
                  <a:latin typeface="游ゴシック"/>
                  <a:ea typeface="游ゴシック"/>
                </a:rPr>
                <a:t>)</a:t>
              </a:r>
            </a:p>
            <a:p>
              <a:pPr lvl="0" algn="ctr" defTabSz="914400">
                <a:defRPr/>
              </a:pPr>
              <a:r>
                <a:rPr lang="ja-JP" altLang="en-US" sz="1600">
                  <a:solidFill>
                    <a:srgbClr val="333333"/>
                  </a:solidFill>
                  <a:latin typeface="游ゴシック"/>
                  <a:ea typeface="游ゴシック"/>
                </a:rPr>
                <a:t>メンバー８名</a:t>
              </a:r>
              <a:endParaRPr lang="en-US" altLang="ja-JP" sz="1600">
                <a:solidFill>
                  <a:srgbClr val="333333"/>
                </a:solidFill>
                <a:latin typeface="游ゴシック"/>
                <a:ea typeface="游ゴシック"/>
              </a:endParaRPr>
            </a:p>
          </p:txBody>
        </p:sp>
      </p:grpSp>
      <p:cxnSp>
        <p:nvCxnSpPr>
          <p:cNvPr id="25" name="直線コネクタ 24">
            <a:extLst>
              <a:ext uri="{FF2B5EF4-FFF2-40B4-BE49-F238E27FC236}">
                <a16:creationId xmlns:a16="http://schemas.microsoft.com/office/drawing/2014/main" id="{C8F1E9A6-3A13-FB56-3856-0A9F78599494}"/>
              </a:ext>
            </a:extLst>
          </p:cNvPr>
          <p:cNvCxnSpPr>
            <a:cxnSpLocks/>
          </p:cNvCxnSpPr>
          <p:nvPr/>
        </p:nvCxnSpPr>
        <p:spPr>
          <a:xfrm flipH="1" flipV="1">
            <a:off x="8505483" y="4182658"/>
            <a:ext cx="325074" cy="279512"/>
          </a:xfrm>
          <a:prstGeom prst="line">
            <a:avLst/>
          </a:prstGeom>
          <a:noFill/>
          <a:ln w="28575" cap="flat" cmpd="sng" algn="ctr">
            <a:solidFill>
              <a:sysClr val="window" lastClr="FFFFFF">
                <a:lumMod val="75000"/>
              </a:sysClr>
            </a:solidFill>
            <a:prstDash val="solid"/>
            <a:miter lim="800000"/>
          </a:ln>
          <a:effectLst/>
        </p:spPr>
      </p:cxnSp>
      <p:cxnSp>
        <p:nvCxnSpPr>
          <p:cNvPr id="41" name="直線コネクタ 40">
            <a:extLst>
              <a:ext uri="{FF2B5EF4-FFF2-40B4-BE49-F238E27FC236}">
                <a16:creationId xmlns:a16="http://schemas.microsoft.com/office/drawing/2014/main" id="{D6EA175D-47D1-0512-EC56-A3E9A54A5BD2}"/>
              </a:ext>
            </a:extLst>
          </p:cNvPr>
          <p:cNvCxnSpPr>
            <a:cxnSpLocks/>
          </p:cNvCxnSpPr>
          <p:nvPr/>
        </p:nvCxnSpPr>
        <p:spPr>
          <a:xfrm flipH="1">
            <a:off x="8505483" y="5355946"/>
            <a:ext cx="325074" cy="0"/>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399073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E152ECD1-30B7-914E-AA48-E24ADE7E8E00}"/>
              </a:ext>
            </a:extLst>
          </p:cNvPr>
          <p:cNvSpPr>
            <a:spLocks noGrp="1"/>
          </p:cNvSpPr>
          <p:nvPr>
            <p:ph type="dt" sz="half" idx="10"/>
          </p:nvPr>
        </p:nvSpPr>
        <p:spPr/>
        <p:txBody>
          <a:bodyPr/>
          <a:lstStyle/>
          <a:p>
            <a:r>
              <a:rPr lang="en-US" altLang="ja-JP"/>
              <a:t>2025/9/25</a:t>
            </a:r>
            <a:endParaRPr lang="ja-JP" altLang="en-US"/>
          </a:p>
        </p:txBody>
      </p:sp>
      <p:sp>
        <p:nvSpPr>
          <p:cNvPr id="4" name="フッター プレースホルダー 3">
            <a:extLst>
              <a:ext uri="{FF2B5EF4-FFF2-40B4-BE49-F238E27FC236}">
                <a16:creationId xmlns:a16="http://schemas.microsoft.com/office/drawing/2014/main" id="{F0E3FDAA-4EA7-5BDC-E5FD-B3CB275D7B18}"/>
              </a:ext>
            </a:extLst>
          </p:cNvPr>
          <p:cNvSpPr>
            <a:spLocks noGrp="1"/>
          </p:cNvSpPr>
          <p:nvPr>
            <p:ph type="ftr" sz="quarter" idx="11"/>
          </p:nvPr>
        </p:nvSpPr>
        <p:spPr/>
        <p:txBody>
          <a:bodyPr/>
          <a:lstStyle/>
          <a:p>
            <a:r>
              <a:rPr lang="en-US"/>
              <a:t>Copyright © 2025 SystemEXE,Inc. All Rights Reserved.</a:t>
            </a:r>
          </a:p>
        </p:txBody>
      </p:sp>
      <p:sp>
        <p:nvSpPr>
          <p:cNvPr id="6" name="タイトル 5">
            <a:extLst>
              <a:ext uri="{FF2B5EF4-FFF2-40B4-BE49-F238E27FC236}">
                <a16:creationId xmlns:a16="http://schemas.microsoft.com/office/drawing/2014/main" id="{663C8BE5-61F2-70EC-33D9-42D81126654A}"/>
              </a:ext>
            </a:extLst>
          </p:cNvPr>
          <p:cNvSpPr>
            <a:spLocks noGrp="1"/>
          </p:cNvSpPr>
          <p:nvPr>
            <p:ph type="title"/>
          </p:nvPr>
        </p:nvSpPr>
        <p:spPr/>
        <p:txBody>
          <a:bodyPr/>
          <a:lstStyle/>
          <a:p>
            <a:r>
              <a:rPr lang="ja-JP" altLang="en-US"/>
              <a:t>お見積り</a:t>
            </a:r>
          </a:p>
        </p:txBody>
      </p:sp>
    </p:spTree>
    <p:extLst>
      <p:ext uri="{BB962C8B-B14F-4D97-AF65-F5344CB8AC3E}">
        <p14:creationId xmlns:p14="http://schemas.microsoft.com/office/powerpoint/2010/main" val="363978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63405-B6B1-B115-4501-606BB56DFC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F39790-A74B-B9D1-1E41-DB4BD008DBE9}"/>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３．お見積もり</a:t>
            </a:r>
            <a:r>
              <a:rPr lang="ja-JP" altLang="en-US" sz="2800">
                <a:latin typeface="游明朝" panose="02020400000000000000" pitchFamily="18" charset="-128"/>
                <a:ea typeface="游明朝" panose="02020400000000000000" pitchFamily="18" charset="-128"/>
              </a:rPr>
              <a:t>（要件定義・設計フェーズ）</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4617F591-E450-6F9C-F895-CF84338C0522}"/>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ADF1BEC6-D63C-9B35-2ABE-C2B2A375A89D}"/>
              </a:ext>
            </a:extLst>
          </p:cNvPr>
          <p:cNvSpPr>
            <a:spLocks noGrp="1"/>
          </p:cNvSpPr>
          <p:nvPr>
            <p:ph type="dt" sz="half" idx="10"/>
          </p:nvPr>
        </p:nvSpPr>
        <p:spPr/>
        <p:txBody>
          <a:bodyPr/>
          <a:lstStyle/>
          <a:p>
            <a:r>
              <a:rPr lang="en-US" altLang="ja-JP"/>
              <a:t>2025/9/25</a:t>
            </a:r>
            <a:endParaRPr lang="ja-JP" altLang="en-US"/>
          </a:p>
        </p:txBody>
      </p:sp>
      <p:graphicFrame>
        <p:nvGraphicFramePr>
          <p:cNvPr id="6" name="表 5">
            <a:extLst>
              <a:ext uri="{FF2B5EF4-FFF2-40B4-BE49-F238E27FC236}">
                <a16:creationId xmlns:a16="http://schemas.microsoft.com/office/drawing/2014/main" id="{F3CA70DD-3CDC-11D0-6B6D-BF206EF21FE1}"/>
              </a:ext>
            </a:extLst>
          </p:cNvPr>
          <p:cNvGraphicFramePr>
            <a:graphicFrameLocks noGrp="1"/>
          </p:cNvGraphicFramePr>
          <p:nvPr>
            <p:extLst>
              <p:ext uri="{D42A27DB-BD31-4B8C-83A1-F6EECF244321}">
                <p14:modId xmlns:p14="http://schemas.microsoft.com/office/powerpoint/2010/main" val="4135240155"/>
              </p:ext>
            </p:extLst>
          </p:nvPr>
        </p:nvGraphicFramePr>
        <p:xfrm>
          <a:off x="647399" y="900000"/>
          <a:ext cx="10897202" cy="5400000"/>
        </p:xfrm>
        <a:graphic>
          <a:graphicData uri="http://schemas.openxmlformats.org/drawingml/2006/table">
            <a:tbl>
              <a:tblPr firstRow="1" bandRow="1">
                <a:tableStyleId>{69012ECD-51FC-41F1-AA8D-1B2483CD663E}</a:tableStyleId>
              </a:tblPr>
              <a:tblGrid>
                <a:gridCol w="544859">
                  <a:extLst>
                    <a:ext uri="{9D8B030D-6E8A-4147-A177-3AD203B41FA5}">
                      <a16:colId xmlns:a16="http://schemas.microsoft.com/office/drawing/2014/main" val="2182972894"/>
                    </a:ext>
                  </a:extLst>
                </a:gridCol>
                <a:gridCol w="3087542">
                  <a:extLst>
                    <a:ext uri="{9D8B030D-6E8A-4147-A177-3AD203B41FA5}">
                      <a16:colId xmlns:a16="http://schemas.microsoft.com/office/drawing/2014/main" val="2667349602"/>
                    </a:ext>
                  </a:extLst>
                </a:gridCol>
                <a:gridCol w="2905923">
                  <a:extLst>
                    <a:ext uri="{9D8B030D-6E8A-4147-A177-3AD203B41FA5}">
                      <a16:colId xmlns:a16="http://schemas.microsoft.com/office/drawing/2014/main" val="979450299"/>
                    </a:ext>
                  </a:extLst>
                </a:gridCol>
                <a:gridCol w="1962989">
                  <a:extLst>
                    <a:ext uri="{9D8B030D-6E8A-4147-A177-3AD203B41FA5}">
                      <a16:colId xmlns:a16="http://schemas.microsoft.com/office/drawing/2014/main" val="1728181598"/>
                    </a:ext>
                  </a:extLst>
                </a:gridCol>
                <a:gridCol w="2395889">
                  <a:extLst>
                    <a:ext uri="{9D8B030D-6E8A-4147-A177-3AD203B41FA5}">
                      <a16:colId xmlns:a16="http://schemas.microsoft.com/office/drawing/2014/main" val="1519538927"/>
                    </a:ext>
                  </a:extLst>
                </a:gridCol>
              </a:tblGrid>
              <a:tr h="360000">
                <a:tc>
                  <a:txBody>
                    <a:bodyPr/>
                    <a:lstStyle/>
                    <a:p>
                      <a:pPr algn="ctr"/>
                      <a:r>
                        <a:rPr kumimoji="1" lang="en-US" altLang="ja-JP" sz="1400" dirty="0">
                          <a:latin typeface="+mn-ea"/>
                          <a:ea typeface="+mn-ea"/>
                        </a:rPr>
                        <a:t>No.</a:t>
                      </a:r>
                      <a:endParaRPr kumimoji="1" lang="ja-JP" altLang="en-US" sz="1400" dirty="0">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システム</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工程</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dirty="0">
                          <a:ln>
                            <a:noFill/>
                          </a:ln>
                          <a:solidFill>
                            <a:schemeClr val="bg1"/>
                          </a:solidFill>
                          <a:effectLst/>
                          <a:latin typeface="+mn-ea"/>
                          <a:ea typeface="+mn-ea"/>
                        </a:rPr>
                        <a:t>金額（円）</a:t>
                      </a:r>
                      <a:endParaRPr kumimoji="1" lang="ja-JP" altLang="en-US" sz="1400" b="1" i="0" u="none" strike="noStrike" cap="none" normalizeH="0" baseline="0" dirty="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52000">
                <a:tc rowSpan="5">
                  <a:txBody>
                    <a:bodyPr/>
                    <a:lstStyle/>
                    <a:p>
                      <a:pPr algn="ctr"/>
                      <a:r>
                        <a:rPr kumimoji="1" lang="en-US" altLang="ja-JP" sz="1600" kern="1200" dirty="0">
                          <a:solidFill>
                            <a:schemeClr val="tx1"/>
                          </a:solidFill>
                          <a:latin typeface="+mn-ea"/>
                          <a:ea typeface="+mn-ea"/>
                          <a:cs typeface="+mn-cs"/>
                        </a:rPr>
                        <a:t>1</a:t>
                      </a:r>
                      <a:endParaRPr kumimoji="1" lang="ja-JP" altLang="en-US" sz="1600" kern="1200" dirty="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dirty="0">
                          <a:ln>
                            <a:noFill/>
                          </a:ln>
                          <a:solidFill>
                            <a:schemeClr val="tx1"/>
                          </a:solidFill>
                          <a:effectLst/>
                          <a:latin typeface="+mn-ea"/>
                          <a:ea typeface="+mn-ea"/>
                        </a:rPr>
                        <a:t>数量確定システム</a:t>
                      </a:r>
                      <a:r>
                        <a:rPr kumimoji="1" lang="en-US" altLang="ja-JP" sz="1600" b="0" i="0" u="none" strike="noStrike" cap="none" normalizeH="0" baseline="0" dirty="0">
                          <a:ln>
                            <a:noFill/>
                          </a:ln>
                          <a:solidFill>
                            <a:schemeClr val="tx1"/>
                          </a:solidFill>
                          <a:effectLst/>
                          <a:latin typeface="+mn-ea"/>
                          <a:ea typeface="+mn-ea"/>
                        </a:rPr>
                        <a:t>(</a:t>
                      </a:r>
                      <a:r>
                        <a:rPr kumimoji="1" lang="ja-JP" altLang="en-US" sz="1600" b="0" i="0" u="none" strike="noStrike" cap="none" normalizeH="0" baseline="0" dirty="0">
                          <a:ln>
                            <a:noFill/>
                          </a:ln>
                          <a:solidFill>
                            <a:schemeClr val="tx1"/>
                          </a:solidFill>
                          <a:effectLst/>
                          <a:latin typeface="+mn-ea"/>
                          <a:ea typeface="+mn-ea"/>
                        </a:rPr>
                        <a:t>千葉・徳山</a:t>
                      </a: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3.2</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\3,200,000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0003168"/>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1.6 </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\1,600,000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5242774"/>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0.8</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\1,120,000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9243013"/>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\3,000,000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3150959"/>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5.6</a:t>
                      </a:r>
                      <a:endParaRPr kumimoji="1" lang="ja-JP" altLang="en-US" sz="16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\2,920,000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4897902"/>
                  </a:ext>
                </a:extLst>
              </a:tr>
              <a:tr h="252000">
                <a:tc rowSpan="5">
                  <a:txBody>
                    <a:bodyPr/>
                    <a:lstStyle/>
                    <a:p>
                      <a:pPr algn="ctr"/>
                      <a:r>
                        <a:rPr kumimoji="1" lang="en-US" altLang="ja-JP" sz="1600" kern="1200">
                          <a:solidFill>
                            <a:schemeClr val="tx1"/>
                          </a:solidFill>
                          <a:latin typeface="+mn-ea"/>
                          <a:ea typeface="+mn-ea"/>
                          <a:cs typeface="+mn-cs"/>
                        </a:rPr>
                        <a:t>2</a:t>
                      </a:r>
                      <a:endParaRPr kumimoji="1" lang="ja-JP" altLang="en-US" sz="16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chemeClr val="tx1"/>
                          </a:solidFill>
                          <a:effectLst/>
                          <a:latin typeface="+mn-ea"/>
                          <a:ea typeface="+mn-ea"/>
                        </a:rPr>
                        <a:t>用役管理システム</a:t>
                      </a:r>
                      <a:r>
                        <a:rPr kumimoji="1" lang="en-US" altLang="ja-JP" sz="1600" b="0" i="0" u="none" strike="noStrike" cap="none" normalizeH="0" baseline="0" dirty="0">
                          <a:ln>
                            <a:noFill/>
                          </a:ln>
                          <a:solidFill>
                            <a:schemeClr val="tx1"/>
                          </a:solidFill>
                          <a:effectLst/>
                          <a:latin typeface="+mn-ea"/>
                          <a:ea typeface="+mn-ea"/>
                        </a:rPr>
                        <a:t>(</a:t>
                      </a:r>
                      <a:r>
                        <a:rPr kumimoji="1" lang="ja-JP" altLang="en-US" sz="1600" b="0" i="0" u="none" strike="noStrike" cap="none" normalizeH="0" baseline="0" dirty="0">
                          <a:ln>
                            <a:noFill/>
                          </a:ln>
                          <a:solidFill>
                            <a:schemeClr val="tx1"/>
                          </a:solidFill>
                          <a:effectLst/>
                          <a:latin typeface="+mn-ea"/>
                          <a:ea typeface="+mn-ea"/>
                        </a:rPr>
                        <a:t>千葉・徳山</a:t>
                      </a: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a:ln>
                            <a:noFill/>
                          </a:ln>
                          <a:solidFill>
                            <a:schemeClr val="tx1"/>
                          </a:solidFill>
                          <a:effectLst/>
                          <a:latin typeface="+mn-ea"/>
                          <a:ea typeface="+mn-ea"/>
                        </a:rPr>
                        <a:t>1.4</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\1,400,000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7404992"/>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1.1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\1,100,000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115933"/>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0.7</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7911918"/>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\1,200,000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6473521"/>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3.2</a:t>
                      </a:r>
                      <a:endParaRPr kumimoji="1" lang="ja-JP" altLang="en-US" sz="16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\2,280,000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7204454"/>
                  </a:ext>
                </a:extLst>
              </a:tr>
              <a:tr h="252000">
                <a:tc rowSpan="5">
                  <a:txBody>
                    <a:bodyPr/>
                    <a:lstStyle/>
                    <a:p>
                      <a:pPr algn="ctr"/>
                      <a:r>
                        <a:rPr kumimoji="1" lang="en-US" altLang="ja-JP" sz="1600" kern="1200">
                          <a:solidFill>
                            <a:schemeClr val="tx1"/>
                          </a:solidFill>
                          <a:latin typeface="+mn-ea"/>
                          <a:ea typeface="+mn-ea"/>
                          <a:cs typeface="+mn-cs"/>
                        </a:rPr>
                        <a:t>3</a:t>
                      </a:r>
                      <a:endParaRPr kumimoji="1" lang="ja-JP" altLang="en-US" sz="16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dirty="0">
                          <a:ln>
                            <a:noFill/>
                          </a:ln>
                          <a:solidFill>
                            <a:schemeClr val="tx1"/>
                          </a:solidFill>
                          <a:effectLst/>
                          <a:latin typeface="+mn-ea"/>
                          <a:ea typeface="+mn-ea"/>
                        </a:rPr>
                        <a:t>千葉化学品質管理システム</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1.5</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4252542"/>
                  </a:ext>
                </a:extLst>
              </a:tr>
              <a:tr h="2520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0.9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5616565"/>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0.7</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387372"/>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\1,307,000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440409"/>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dirty="0">
                          <a:ln>
                            <a:noFill/>
                          </a:ln>
                          <a:solidFill>
                            <a:schemeClr val="tx1"/>
                          </a:solidFill>
                          <a:effectLst/>
                          <a:latin typeface="+mn-ea"/>
                          <a:ea typeface="+mn-ea"/>
                        </a:rPr>
                        <a:t>3.1</a:t>
                      </a:r>
                      <a:endParaRPr kumimoji="1" lang="ja-JP" altLang="en-US"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\2,073,000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83899740"/>
                  </a:ext>
                </a:extLst>
              </a:tr>
              <a:tr h="252000">
                <a:tc rowSpan="5">
                  <a:txBody>
                    <a:bodyPr/>
                    <a:lstStyle/>
                    <a:p>
                      <a:pPr algn="ctr"/>
                      <a:r>
                        <a:rPr kumimoji="1" lang="en-US" altLang="ja-JP" sz="1600" kern="1200">
                          <a:solidFill>
                            <a:schemeClr val="tx1"/>
                          </a:solidFill>
                          <a:latin typeface="+mn-ea"/>
                          <a:ea typeface="+mn-ea"/>
                          <a:cs typeface="+mn-cs"/>
                        </a:rPr>
                        <a:t>4</a:t>
                      </a:r>
                      <a:endParaRPr kumimoji="1" lang="ja-JP" altLang="en-US" sz="16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a:ln>
                            <a:noFill/>
                          </a:ln>
                          <a:solidFill>
                            <a:schemeClr val="tx1"/>
                          </a:solidFill>
                          <a:effectLst/>
                          <a:latin typeface="+mn-ea"/>
                          <a:ea typeface="+mn-ea"/>
                        </a:rPr>
                        <a:t>ＬＭＰＰ包装システム</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1.5</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7303820"/>
                  </a:ext>
                </a:extLst>
              </a:tr>
              <a:tr h="252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0.9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1167899"/>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0.7</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895632"/>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\1,300,000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41579278"/>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dirty="0">
                          <a:ln>
                            <a:noFill/>
                          </a:ln>
                          <a:solidFill>
                            <a:schemeClr val="tx1"/>
                          </a:solidFill>
                          <a:effectLst/>
                          <a:latin typeface="+mn-ea"/>
                          <a:ea typeface="+mn-ea"/>
                        </a:rPr>
                        <a:t>3.1</a:t>
                      </a:r>
                      <a:endParaRPr kumimoji="1" lang="ja-JP" altLang="en-US"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\2,080,000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50521713"/>
                  </a:ext>
                </a:extLst>
              </a:tr>
            </a:tbl>
          </a:graphicData>
        </a:graphic>
      </p:graphicFrame>
    </p:spTree>
    <p:extLst>
      <p:ext uri="{BB962C8B-B14F-4D97-AF65-F5344CB8AC3E}">
        <p14:creationId xmlns:p14="http://schemas.microsoft.com/office/powerpoint/2010/main" val="1028982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B539A-CCE8-149A-5C9F-E5D29B9E43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DCA387-4ACD-6B15-09D9-882CCE487446}"/>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３．お見積もり</a:t>
            </a:r>
            <a:r>
              <a:rPr lang="ja-JP" altLang="en-US" sz="2800">
                <a:latin typeface="游明朝" panose="02020400000000000000" pitchFamily="18" charset="-128"/>
                <a:ea typeface="游明朝" panose="02020400000000000000" pitchFamily="18" charset="-128"/>
              </a:rPr>
              <a:t>（要件定義・設計フェーズ）</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AAF79E54-AAF5-6A32-4445-5D2251983638}"/>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ABD8252C-0BBF-3A8F-1E6F-D5E9E41ABBCF}"/>
              </a:ext>
            </a:extLst>
          </p:cNvPr>
          <p:cNvSpPr>
            <a:spLocks noGrp="1"/>
          </p:cNvSpPr>
          <p:nvPr>
            <p:ph type="dt" sz="half" idx="10"/>
          </p:nvPr>
        </p:nvSpPr>
        <p:spPr/>
        <p:txBody>
          <a:bodyPr/>
          <a:lstStyle/>
          <a:p>
            <a:r>
              <a:rPr lang="en-US" altLang="ja-JP"/>
              <a:t>2025/9/25</a:t>
            </a:r>
            <a:endParaRPr lang="ja-JP" altLang="en-US"/>
          </a:p>
        </p:txBody>
      </p:sp>
      <p:graphicFrame>
        <p:nvGraphicFramePr>
          <p:cNvPr id="6" name="表 5">
            <a:extLst>
              <a:ext uri="{FF2B5EF4-FFF2-40B4-BE49-F238E27FC236}">
                <a16:creationId xmlns:a16="http://schemas.microsoft.com/office/drawing/2014/main" id="{819AACD6-F155-8FD1-9650-BA68CA03CB68}"/>
              </a:ext>
            </a:extLst>
          </p:cNvPr>
          <p:cNvGraphicFramePr>
            <a:graphicFrameLocks noGrp="1"/>
          </p:cNvGraphicFramePr>
          <p:nvPr>
            <p:extLst>
              <p:ext uri="{D42A27DB-BD31-4B8C-83A1-F6EECF244321}">
                <p14:modId xmlns:p14="http://schemas.microsoft.com/office/powerpoint/2010/main" val="1350575040"/>
              </p:ext>
            </p:extLst>
          </p:nvPr>
        </p:nvGraphicFramePr>
        <p:xfrm>
          <a:off x="647399" y="900000"/>
          <a:ext cx="10897202" cy="1614088"/>
        </p:xfrm>
        <a:graphic>
          <a:graphicData uri="http://schemas.openxmlformats.org/drawingml/2006/table">
            <a:tbl>
              <a:tblPr firstRow="1" bandRow="1">
                <a:tableStyleId>{69012ECD-51FC-41F1-AA8D-1B2483CD663E}</a:tableStyleId>
              </a:tblPr>
              <a:tblGrid>
                <a:gridCol w="544859">
                  <a:extLst>
                    <a:ext uri="{9D8B030D-6E8A-4147-A177-3AD203B41FA5}">
                      <a16:colId xmlns:a16="http://schemas.microsoft.com/office/drawing/2014/main" val="2182972894"/>
                    </a:ext>
                  </a:extLst>
                </a:gridCol>
                <a:gridCol w="3087542">
                  <a:extLst>
                    <a:ext uri="{9D8B030D-6E8A-4147-A177-3AD203B41FA5}">
                      <a16:colId xmlns:a16="http://schemas.microsoft.com/office/drawing/2014/main" val="2667349602"/>
                    </a:ext>
                  </a:extLst>
                </a:gridCol>
                <a:gridCol w="2905923">
                  <a:extLst>
                    <a:ext uri="{9D8B030D-6E8A-4147-A177-3AD203B41FA5}">
                      <a16:colId xmlns:a16="http://schemas.microsoft.com/office/drawing/2014/main" val="979450299"/>
                    </a:ext>
                  </a:extLst>
                </a:gridCol>
                <a:gridCol w="1962989">
                  <a:extLst>
                    <a:ext uri="{9D8B030D-6E8A-4147-A177-3AD203B41FA5}">
                      <a16:colId xmlns:a16="http://schemas.microsoft.com/office/drawing/2014/main" val="1728181598"/>
                    </a:ext>
                  </a:extLst>
                </a:gridCol>
                <a:gridCol w="2395889">
                  <a:extLst>
                    <a:ext uri="{9D8B030D-6E8A-4147-A177-3AD203B41FA5}">
                      <a16:colId xmlns:a16="http://schemas.microsoft.com/office/drawing/2014/main" val="1519538927"/>
                    </a:ext>
                  </a:extLst>
                </a:gridCol>
              </a:tblGrid>
              <a:tr h="360000">
                <a:tc>
                  <a:txBody>
                    <a:bodyPr/>
                    <a:lstStyle/>
                    <a:p>
                      <a:pPr algn="ctr"/>
                      <a:r>
                        <a:rPr kumimoji="1" lang="en-US" altLang="ja-JP" sz="1400" dirty="0">
                          <a:latin typeface="+mn-ea"/>
                          <a:ea typeface="+mn-ea"/>
                        </a:rPr>
                        <a:t>No.</a:t>
                      </a:r>
                      <a:endParaRPr kumimoji="1" lang="ja-JP" altLang="en-US" sz="1400" dirty="0">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dirty="0">
                          <a:ln>
                            <a:noFill/>
                          </a:ln>
                          <a:solidFill>
                            <a:schemeClr val="bg1"/>
                          </a:solidFill>
                          <a:effectLst/>
                          <a:latin typeface="+mn-ea"/>
                          <a:ea typeface="+mn-ea"/>
                        </a:rPr>
                        <a:t>システム</a:t>
                      </a:r>
                      <a:endParaRPr kumimoji="1" lang="ja-JP" altLang="en-US" sz="1400" b="1" i="0" u="none" strike="noStrike" cap="none" normalizeH="0" baseline="0" dirty="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dirty="0">
                          <a:ln>
                            <a:noFill/>
                          </a:ln>
                          <a:solidFill>
                            <a:schemeClr val="bg1"/>
                          </a:solidFill>
                          <a:effectLst/>
                          <a:latin typeface="+mn-ea"/>
                          <a:ea typeface="+mn-ea"/>
                          <a:cs typeface="Meiryo UI" pitchFamily="50" charset="-128"/>
                        </a:rPr>
                        <a:t>工程</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dirty="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dirty="0">
                          <a:ln>
                            <a:noFill/>
                          </a:ln>
                          <a:solidFill>
                            <a:schemeClr val="bg1"/>
                          </a:solidFill>
                          <a:effectLst/>
                          <a:latin typeface="+mn-ea"/>
                          <a:ea typeface="+mn-ea"/>
                        </a:rPr>
                        <a:t>金額（円）</a:t>
                      </a:r>
                      <a:endParaRPr kumimoji="1" lang="ja-JP" altLang="en-US" sz="1400" b="1" i="0" u="none" strike="noStrike" cap="none" normalizeH="0" baseline="0" dirty="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46720">
                <a:tc rowSpan="4">
                  <a:txBody>
                    <a:bodyPr/>
                    <a:lstStyle/>
                    <a:p>
                      <a:pPr algn="ctr"/>
                      <a:r>
                        <a:rPr kumimoji="1" lang="en-US" altLang="ja-JP" sz="1600" kern="1200" dirty="0">
                          <a:solidFill>
                            <a:schemeClr val="tx1"/>
                          </a:solidFill>
                          <a:latin typeface="+mn-ea"/>
                          <a:ea typeface="+mn-ea"/>
                          <a:cs typeface="+mn-cs"/>
                        </a:rPr>
                        <a:t>5</a:t>
                      </a:r>
                      <a:endParaRPr kumimoji="1" lang="ja-JP" altLang="en-US" sz="1600" kern="1200" dirty="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dirty="0">
                          <a:ln>
                            <a:noFill/>
                          </a:ln>
                          <a:solidFill>
                            <a:schemeClr val="tx1"/>
                          </a:solidFill>
                          <a:effectLst/>
                          <a:latin typeface="+mn-ea"/>
                          <a:ea typeface="+mn-ea"/>
                        </a:rPr>
                        <a:t>ヤード操業システム</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0.5</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17684699"/>
                  </a:ext>
                </a:extLst>
              </a:tr>
              <a:tr h="24672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0.4</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46320545"/>
                  </a:ext>
                </a:extLst>
              </a:tr>
              <a:tr h="24672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0.3</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\420,000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4903021"/>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1.2</a:t>
                      </a:r>
                      <a:endParaRPr kumimoji="1" lang="ja-JP" altLang="en-US" sz="16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\1,320,000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776252182"/>
                  </a:ext>
                </a:extLst>
              </a:tr>
              <a:tr h="267208">
                <a:tc gridSpan="3">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1" i="0" u="none" strike="noStrike" cap="none" normalizeH="0" baseline="0" dirty="0">
                          <a:ln>
                            <a:noFill/>
                          </a:ln>
                          <a:solidFill>
                            <a:schemeClr val="tx1"/>
                          </a:solidFill>
                          <a:effectLst/>
                          <a:latin typeface="+mn-ea"/>
                          <a:ea typeface="+mn-ea"/>
                        </a:rPr>
                        <a:t>合計</a:t>
                      </a:r>
                      <a:endParaRPr kumimoji="1" lang="en-US" altLang="ja-JP"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endParaRPr kumimoji="1" lang="ja-JP" altLang="en-US" sz="1600" b="1" i="0" u="none" strike="noStrike" cap="none" normalizeH="0" baseline="0">
                        <a:ln>
                          <a:noFill/>
                        </a:ln>
                        <a:solidFill>
                          <a:schemeClr val="bg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en-US" altLang="ja-JP" sz="1600" b="1" i="0" u="none" strike="noStrike" cap="none" normalizeH="0" baseline="0" dirty="0">
                          <a:ln>
                            <a:noFill/>
                          </a:ln>
                          <a:solidFill>
                            <a:schemeClr val="tx1"/>
                          </a:solidFill>
                          <a:effectLst/>
                          <a:latin typeface="+mn-ea"/>
                          <a:ea typeface="+mn-ea"/>
                        </a:rPr>
                        <a:t>16.2</a:t>
                      </a:r>
                      <a:endParaRPr kumimoji="1" lang="ja-JP" altLang="en-US"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a:r>
                        <a:rPr lang="en-US" sz="1600" b="1" dirty="0">
                          <a:latin typeface="+mn-ea"/>
                          <a:ea typeface="+mn-ea"/>
                        </a:rPr>
                        <a:t>\1</a:t>
                      </a:r>
                      <a:r>
                        <a:rPr lang="en-US" altLang="ja-JP" sz="1600" b="1" dirty="0">
                          <a:latin typeface="+mn-ea"/>
                          <a:ea typeface="+mn-ea"/>
                        </a:rPr>
                        <a:t>0</a:t>
                      </a:r>
                      <a:r>
                        <a:rPr lang="en-US" sz="1600" b="1" dirty="0">
                          <a:latin typeface="+mn-ea"/>
                          <a:ea typeface="+mn-ea"/>
                        </a:rPr>
                        <a:t>,673,000</a:t>
                      </a:r>
                      <a:endParaRPr sz="1600" b="1" dirty="0">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483804568"/>
                  </a:ext>
                </a:extLst>
              </a:tr>
            </a:tbl>
          </a:graphicData>
        </a:graphic>
      </p:graphicFrame>
    </p:spTree>
    <p:extLst>
      <p:ext uri="{BB962C8B-B14F-4D97-AF65-F5344CB8AC3E}">
        <p14:creationId xmlns:p14="http://schemas.microsoft.com/office/powerpoint/2010/main" val="2294328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E87C1-EBA5-0E8C-70CD-49A0BA5440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272582-872F-10CD-DF2A-C7F189B4F104}"/>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お見積もりサマリー</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69988C09-F279-0717-5B14-2708A42B4549}"/>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4BB22A9B-2FA2-071C-2E09-F50FF347B20F}"/>
              </a:ext>
            </a:extLst>
          </p:cNvPr>
          <p:cNvSpPr>
            <a:spLocks noGrp="1"/>
          </p:cNvSpPr>
          <p:nvPr>
            <p:ph type="dt" sz="half" idx="10"/>
          </p:nvPr>
        </p:nvSpPr>
        <p:spPr/>
        <p:txBody>
          <a:bodyPr/>
          <a:lstStyle/>
          <a:p>
            <a:r>
              <a:rPr lang="en-US" altLang="ja-JP"/>
              <a:t>2025/9/25</a:t>
            </a:r>
            <a:endParaRPr lang="ja-JP" altLang="en-US"/>
          </a:p>
        </p:txBody>
      </p:sp>
      <p:graphicFrame>
        <p:nvGraphicFramePr>
          <p:cNvPr id="7" name="表 6">
            <a:extLst>
              <a:ext uri="{FF2B5EF4-FFF2-40B4-BE49-F238E27FC236}">
                <a16:creationId xmlns:a16="http://schemas.microsoft.com/office/drawing/2014/main" id="{C406601F-85E5-4137-E30F-1D5178EDEF47}"/>
              </a:ext>
            </a:extLst>
          </p:cNvPr>
          <p:cNvGraphicFramePr>
            <a:graphicFrameLocks noGrp="1"/>
          </p:cNvGraphicFramePr>
          <p:nvPr>
            <p:extLst>
              <p:ext uri="{D42A27DB-BD31-4B8C-83A1-F6EECF244321}">
                <p14:modId xmlns:p14="http://schemas.microsoft.com/office/powerpoint/2010/main" val="4226859685"/>
              </p:ext>
            </p:extLst>
          </p:nvPr>
        </p:nvGraphicFramePr>
        <p:xfrm>
          <a:off x="696000" y="900000"/>
          <a:ext cx="10800000" cy="4810320"/>
        </p:xfrm>
        <a:graphic>
          <a:graphicData uri="http://schemas.openxmlformats.org/drawingml/2006/table">
            <a:tbl>
              <a:tblPr firstRow="1" bandRow="1">
                <a:tableStyleId>{69012ECD-51FC-41F1-AA8D-1B2483CD663E}</a:tableStyleId>
              </a:tblPr>
              <a:tblGrid>
                <a:gridCol w="852632">
                  <a:extLst>
                    <a:ext uri="{9D8B030D-6E8A-4147-A177-3AD203B41FA5}">
                      <a16:colId xmlns:a16="http://schemas.microsoft.com/office/drawing/2014/main" val="2182972894"/>
                    </a:ext>
                  </a:extLst>
                </a:gridCol>
                <a:gridCol w="5400000">
                  <a:extLst>
                    <a:ext uri="{9D8B030D-6E8A-4147-A177-3AD203B41FA5}">
                      <a16:colId xmlns:a16="http://schemas.microsoft.com/office/drawing/2014/main" val="2667349602"/>
                    </a:ext>
                  </a:extLst>
                </a:gridCol>
                <a:gridCol w="2273684">
                  <a:extLst>
                    <a:ext uri="{9D8B030D-6E8A-4147-A177-3AD203B41FA5}">
                      <a16:colId xmlns:a16="http://schemas.microsoft.com/office/drawing/2014/main" val="1965926950"/>
                    </a:ext>
                  </a:extLst>
                </a:gridCol>
                <a:gridCol w="2273684">
                  <a:extLst>
                    <a:ext uri="{9D8B030D-6E8A-4147-A177-3AD203B41FA5}">
                      <a16:colId xmlns:a16="http://schemas.microsoft.com/office/drawing/2014/main" val="1519538927"/>
                    </a:ext>
                  </a:extLst>
                </a:gridCol>
              </a:tblGrid>
              <a:tr h="360000">
                <a:tc>
                  <a:txBody>
                    <a:bodyPr/>
                    <a:lstStyle/>
                    <a:p>
                      <a:pPr algn="ctr"/>
                      <a:r>
                        <a:rPr kumimoji="1" lang="en-US" altLang="ja-JP" sz="1600" dirty="0">
                          <a:latin typeface="+mn-ea"/>
                          <a:ea typeface="+mn-ea"/>
                        </a:rPr>
                        <a:t>No.</a:t>
                      </a:r>
                      <a:endParaRPr kumimoji="1" lang="ja-JP" altLang="en-US" sz="1600" dirty="0">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dirty="0">
                          <a:ln>
                            <a:noFill/>
                          </a:ln>
                          <a:solidFill>
                            <a:schemeClr val="bg1"/>
                          </a:solidFill>
                          <a:effectLst/>
                          <a:latin typeface="+mn-ea"/>
                          <a:ea typeface="+mn-ea"/>
                        </a:rPr>
                        <a:t>システム</a:t>
                      </a:r>
                      <a:endParaRPr kumimoji="1" lang="ja-JP" altLang="en-US" sz="1400" b="1" i="0" u="none" strike="noStrike" cap="none" normalizeH="0" baseline="0" dirty="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dirty="0">
                          <a:ln>
                            <a:noFill/>
                          </a:ln>
                          <a:solidFill>
                            <a:schemeClr val="bg1"/>
                          </a:solidFill>
                          <a:effectLst/>
                          <a:latin typeface="+mn-ea"/>
                          <a:ea typeface="+mn-ea"/>
                        </a:rPr>
                        <a:t>概算金額（円）</a:t>
                      </a:r>
                      <a:endParaRPr kumimoji="1" lang="ja-JP" altLang="en-US" sz="1400" b="1" i="0" u="none" strike="noStrike" cap="none" normalizeH="0" baseline="0" dirty="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tx1"/>
                          </a:solidFill>
                          <a:latin typeface="+mn-ea"/>
                          <a:ea typeface="+mn-ea"/>
                          <a:cs typeface="+mn-cs"/>
                        </a:rPr>
                        <a:t>1</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dirty="0">
                          <a:ln>
                            <a:noFill/>
                          </a:ln>
                          <a:solidFill>
                            <a:schemeClr val="tx1"/>
                          </a:solidFill>
                          <a:effectLst/>
                          <a:latin typeface="+mn-ea"/>
                          <a:ea typeface="+mn-ea"/>
                        </a:rPr>
                        <a:t>数量確定システム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20.7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¥22,220,000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4252542"/>
                  </a:ext>
                </a:extLst>
              </a:tr>
              <a:tr h="540000">
                <a:tc>
                  <a:txBody>
                    <a:bodyPr/>
                    <a:lstStyle/>
                    <a:p>
                      <a:pPr algn="ctr"/>
                      <a:r>
                        <a:rPr kumimoji="1" lang="en-US" altLang="ja-JP" sz="1600" kern="1200">
                          <a:solidFill>
                            <a:schemeClr val="tx1"/>
                          </a:solidFill>
                          <a:latin typeface="+mn-ea"/>
                          <a:ea typeface="+mn-ea"/>
                          <a:cs typeface="+mn-cs"/>
                        </a:rPr>
                        <a:t>2</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a:ln>
                            <a:noFill/>
                          </a:ln>
                          <a:solidFill>
                            <a:schemeClr val="tx1"/>
                          </a:solidFill>
                          <a:effectLst/>
                          <a:latin typeface="+mn-ea"/>
                          <a:ea typeface="+mn-ea"/>
                        </a:rPr>
                        <a:t>用役管理システム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13.6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¥14,640,000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129234"/>
                  </a:ext>
                </a:extLst>
              </a:tr>
              <a:tr h="540000">
                <a:tc>
                  <a:txBody>
                    <a:bodyPr/>
                    <a:lstStyle/>
                    <a:p>
                      <a:pPr algn="ctr"/>
                      <a:r>
                        <a:rPr kumimoji="1" lang="en-US" altLang="ja-JP" sz="1600" kern="1200">
                          <a:solidFill>
                            <a:schemeClr val="tx1"/>
                          </a:solidFill>
                          <a:latin typeface="+mn-ea"/>
                          <a:ea typeface="+mn-ea"/>
                          <a:cs typeface="+mn-cs"/>
                        </a:rPr>
                        <a:t>3</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dirty="0">
                          <a:ln>
                            <a:noFill/>
                          </a:ln>
                          <a:solidFill>
                            <a:schemeClr val="tx1"/>
                          </a:solidFill>
                          <a:effectLst/>
                          <a:latin typeface="+mn-ea"/>
                          <a:ea typeface="+mn-ea"/>
                        </a:rPr>
                        <a:t>千葉化学品質管理システム</a:t>
                      </a: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10.1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¥10,980,000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8889950"/>
                  </a:ext>
                </a:extLst>
              </a:tr>
              <a:tr h="540000">
                <a:tc>
                  <a:txBody>
                    <a:bodyPr/>
                    <a:lstStyle/>
                    <a:p>
                      <a:pPr algn="ctr"/>
                      <a:r>
                        <a:rPr kumimoji="1" lang="en-US" altLang="ja-JP" sz="1600" kern="1200">
                          <a:solidFill>
                            <a:schemeClr val="tx1"/>
                          </a:solidFill>
                          <a:latin typeface="+mn-ea"/>
                          <a:ea typeface="+mn-ea"/>
                          <a:cs typeface="+mn-cs"/>
                        </a:rPr>
                        <a:t>4</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lnSpc>
                          <a:spcPct val="100000"/>
                        </a:lnSpc>
                        <a:spcBef>
                          <a:spcPct val="0"/>
                        </a:spcBef>
                        <a:spcAft>
                          <a:spcPct val="0"/>
                        </a:spcAft>
                        <a:buSzTx/>
                        <a:buFont typeface="Wingdings" pitchFamily="2" charset="2"/>
                        <a:buNone/>
                      </a:pPr>
                      <a:r>
                        <a:rPr lang="ja-JP" altLang="en-US" sz="1600" b="0" u="none" strike="noStrike" cap="none" normalizeH="0" baseline="0">
                          <a:ln>
                            <a:noFill/>
                          </a:ln>
                          <a:solidFill>
                            <a:schemeClr val="tx1"/>
                          </a:solidFill>
                          <a:effectLst/>
                          <a:latin typeface="+mn-ea"/>
                          <a:ea typeface="+mn-ea"/>
                        </a:rPr>
                        <a:t>ＬＭＰＰ包装システム</a:t>
                      </a:r>
                      <a:endParaRPr kumimoji="1" lang="ja-JP" sz="1600">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dirty="0">
                          <a:solidFill>
                            <a:srgbClr val="000000"/>
                          </a:solidFill>
                          <a:effectLst/>
                          <a:latin typeface="+mn-ea"/>
                          <a:ea typeface="+mn-ea"/>
                        </a:rPr>
                        <a:t>13.0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¥13,960,000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tx1"/>
                          </a:solidFill>
                          <a:latin typeface="+mn-ea"/>
                          <a:ea typeface="+mn-ea"/>
                          <a:cs typeface="+mn-cs"/>
                        </a:rPr>
                        <a:t>5</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a:ln>
                            <a:noFill/>
                          </a:ln>
                          <a:solidFill>
                            <a:schemeClr val="tx1"/>
                          </a:solidFill>
                          <a:effectLst/>
                          <a:latin typeface="+mn-ea"/>
                          <a:ea typeface="+mn-ea"/>
                        </a:rPr>
                        <a:t>工場</a:t>
                      </a:r>
                      <a:r>
                        <a:rPr lang="en-US" altLang="ja-JP" sz="1600" b="0" u="none" strike="noStrike" cap="none" normalizeH="0" baseline="0">
                          <a:ln>
                            <a:noFill/>
                          </a:ln>
                          <a:solidFill>
                            <a:schemeClr val="tx1"/>
                          </a:solidFill>
                          <a:effectLst/>
                          <a:latin typeface="+mn-ea"/>
                          <a:ea typeface="+mn-ea"/>
                        </a:rPr>
                        <a:t>DB</a:t>
                      </a:r>
                      <a:endParaRPr kumimoji="1" lang="ja-JP" altLang="en-US" sz="1600" b="0" i="0" u="none" strike="noStrike" cap="none" normalizeH="0" baseline="0">
                        <a:ln>
                          <a:noFill/>
                        </a:ln>
                        <a:solidFill>
                          <a:schemeClr val="tx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0.9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¥1,100,000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ja-JP" altLang="en-US" sz="1600" kern="1200">
                          <a:solidFill>
                            <a:schemeClr val="tx1"/>
                          </a:solidFill>
                          <a:latin typeface="+mn-ea"/>
                          <a:ea typeface="+mn-ea"/>
                          <a:cs typeface="+mn-cs"/>
                        </a:rPr>
                        <a:t>６</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a:ln>
                            <a:noFill/>
                          </a:ln>
                          <a:solidFill>
                            <a:schemeClr val="tx1"/>
                          </a:solidFill>
                          <a:effectLst/>
                          <a:latin typeface="+mn-ea"/>
                          <a:ea typeface="+mn-ea"/>
                          <a:cs typeface="Meiryo UI" pitchFamily="50" charset="-128"/>
                        </a:rPr>
                        <a:t>ヤ－ド操業システム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5.7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dirty="0">
                          <a:solidFill>
                            <a:srgbClr val="000000"/>
                          </a:solidFill>
                          <a:effectLst/>
                          <a:latin typeface="+mn-ea"/>
                          <a:ea typeface="+mn-ea"/>
                        </a:rPr>
                        <a:t>¥6,060,000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985888"/>
                  </a:ext>
                </a:extLst>
              </a:tr>
              <a:tr h="396000">
                <a:tc gridSpan="2">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1" i="0" u="none" strike="noStrike" cap="none" normalizeH="0" baseline="0" dirty="0">
                          <a:ln>
                            <a:noFill/>
                          </a:ln>
                          <a:solidFill>
                            <a:schemeClr val="tx1"/>
                          </a:solidFill>
                          <a:effectLst/>
                          <a:latin typeface="+mn-ea"/>
                          <a:ea typeface="+mn-ea"/>
                        </a:rPr>
                        <a:t>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hMerge="1">
                  <a:txBody>
                    <a:bodyPr/>
                    <a:lstStyle/>
                    <a:p>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fontAlgn="ctr">
                        <a:buNone/>
                      </a:pPr>
                      <a:r>
                        <a:rPr lang="en-US" altLang="ja-JP" sz="1600" b="1" i="0" u="none" strike="noStrike" dirty="0">
                          <a:solidFill>
                            <a:srgbClr val="000000"/>
                          </a:solidFill>
                          <a:effectLst/>
                          <a:latin typeface="+mn-ea"/>
                          <a:ea typeface="+mn-ea"/>
                        </a:rPr>
                        <a:t>64.0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r" fontAlgn="ctr">
                        <a:buNone/>
                      </a:pPr>
                      <a:r>
                        <a:rPr lang="en-US" altLang="ja-JP" sz="1600" b="1" i="0" u="none" strike="noStrike" dirty="0">
                          <a:solidFill>
                            <a:srgbClr val="000000"/>
                          </a:solidFill>
                          <a:effectLst/>
                          <a:latin typeface="+mn-ea"/>
                          <a:ea typeface="+mn-ea"/>
                        </a:rPr>
                        <a:t>¥68,960,000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483804568"/>
                  </a:ext>
                </a:extLst>
              </a:tr>
              <a:tr h="396000">
                <a:tc gridSpan="2">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1" i="0" u="none" strike="noStrike" cap="none" normalizeH="0" baseline="0" dirty="0">
                          <a:ln>
                            <a:noFill/>
                          </a:ln>
                          <a:solidFill>
                            <a:schemeClr val="tx1"/>
                          </a:solidFill>
                          <a:effectLst/>
                          <a:latin typeface="+mn-ea"/>
                          <a:ea typeface="+mn-ea"/>
                        </a:rPr>
                        <a:t>縮小版共通基盤の移行フェーズとして既に発注いただいている分</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fontAlgn="ctr">
                        <a:buNone/>
                      </a:pPr>
                      <a:r>
                        <a:rPr lang="en-US" altLang="ja-JP" sz="1600" b="1" i="0" u="none" strike="noStrike" dirty="0">
                          <a:solidFill>
                            <a:srgbClr val="000000"/>
                          </a:solidFill>
                          <a:effectLst/>
                          <a:latin typeface="+mn-ea"/>
                          <a:ea typeface="+mn-ea"/>
                        </a:rPr>
                        <a:t>-</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altLang="en-US" sz="1600" b="1" i="0" u="none" strike="noStrike" dirty="0">
                          <a:solidFill>
                            <a:srgbClr val="FF0000"/>
                          </a:solidFill>
                          <a:effectLst/>
                          <a:latin typeface="+mn-ea"/>
                          <a:ea typeface="+mn-ea"/>
                        </a:rPr>
                        <a:t>▲</a:t>
                      </a:r>
                      <a:r>
                        <a:rPr lang="en-US" altLang="ja-JP" sz="1600" b="1" i="0" u="none" strike="noStrike" dirty="0">
                          <a:solidFill>
                            <a:srgbClr val="FF0000"/>
                          </a:solidFill>
                          <a:effectLst/>
                          <a:latin typeface="+mn-ea"/>
                          <a:ea typeface="+mn-ea"/>
                        </a:rPr>
                        <a:t>\6,807,000</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4480233"/>
                  </a:ext>
                </a:extLst>
              </a:tr>
              <a:tr h="396000">
                <a:tc gridSpan="2">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800" b="1" i="0" u="none" strike="noStrike" cap="none" normalizeH="0" baseline="0" dirty="0">
                          <a:ln>
                            <a:noFill/>
                          </a:ln>
                          <a:solidFill>
                            <a:schemeClr val="tx1"/>
                          </a:solidFill>
                          <a:effectLst/>
                          <a:latin typeface="+mn-ea"/>
                          <a:ea typeface="+mn-ea"/>
                        </a:rPr>
                        <a:t>合計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kumimoji="1" lang="ja-JP" altLang="en-US"/>
                    </a:p>
                  </a:txBody>
                  <a:tcPr/>
                </a:tc>
                <a:tc>
                  <a:txBody>
                    <a:bodyPr/>
                    <a:lstStyle/>
                    <a:p>
                      <a:pPr algn="r" fontAlgn="ctr">
                        <a:buNone/>
                      </a:pPr>
                      <a:r>
                        <a:rPr lang="en-US" altLang="ja-JP" sz="1800" b="1" i="0" u="none" strike="noStrike" dirty="0">
                          <a:solidFill>
                            <a:srgbClr val="000000"/>
                          </a:solidFill>
                          <a:effectLst/>
                          <a:latin typeface="+mn-ea"/>
                          <a:ea typeface="+mn-ea"/>
                        </a:rPr>
                        <a:t>-</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ctr">
                        <a:buNone/>
                      </a:pPr>
                      <a:r>
                        <a:rPr lang="en-US" altLang="ja-JP" sz="1800" b="1" i="0" u="none" strike="noStrike" dirty="0">
                          <a:solidFill>
                            <a:srgbClr val="000000"/>
                          </a:solidFill>
                          <a:effectLst/>
                          <a:latin typeface="+mn-ea"/>
                          <a:ea typeface="+mn-ea"/>
                        </a:rPr>
                        <a:t>\62,153,000</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2321064448"/>
                  </a:ext>
                </a:extLst>
              </a:tr>
            </a:tbl>
          </a:graphicData>
        </a:graphic>
      </p:graphicFrame>
    </p:spTree>
    <p:extLst>
      <p:ext uri="{BB962C8B-B14F-4D97-AF65-F5344CB8AC3E}">
        <p14:creationId xmlns:p14="http://schemas.microsoft.com/office/powerpoint/2010/main" val="2396939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96591-9893-EAEB-DC85-2378FB8315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D8BE59-8AE4-9DEC-5515-D534E9B48BC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システム別お見積もり（数量確定システム</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千葉・徳山</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B45F1B2E-93F0-96D3-3F8D-CFE20628999A}"/>
              </a:ext>
            </a:extLst>
          </p:cNvPr>
          <p:cNvSpPr>
            <a:spLocks noGrp="1"/>
          </p:cNvSpPr>
          <p:nvPr>
            <p:ph type="ftr" sz="quarter" idx="11"/>
          </p:nvPr>
        </p:nvSpPr>
        <p:spPr/>
        <p:txBody>
          <a:bodyPr/>
          <a:lstStyle/>
          <a:p>
            <a:r>
              <a:rPr lang="en-US" dirty="0"/>
              <a:t>Copyright © 2025 </a:t>
            </a:r>
            <a:r>
              <a:rPr lang="en-US" dirty="0" err="1"/>
              <a:t>SystemEXE,Inc</a:t>
            </a:r>
            <a:r>
              <a:rPr lang="en-US" dirty="0"/>
              <a:t>. All Rights Reserved.</a:t>
            </a:r>
          </a:p>
        </p:txBody>
      </p:sp>
      <p:sp>
        <p:nvSpPr>
          <p:cNvPr id="5" name="日付プレースホルダー 4">
            <a:extLst>
              <a:ext uri="{FF2B5EF4-FFF2-40B4-BE49-F238E27FC236}">
                <a16:creationId xmlns:a16="http://schemas.microsoft.com/office/drawing/2014/main" id="{CD2551E8-B432-140B-5E3B-61C8594E722C}"/>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45AFF2BD-3B50-3475-02CA-E70B7B651BA4}"/>
              </a:ext>
            </a:extLst>
          </p:cNvPr>
          <p:cNvGraphicFramePr>
            <a:graphicFrameLocks noGrp="1"/>
          </p:cNvGraphicFramePr>
          <p:nvPr>
            <p:extLst>
              <p:ext uri="{D42A27DB-BD31-4B8C-83A1-F6EECF244321}">
                <p14:modId xmlns:p14="http://schemas.microsoft.com/office/powerpoint/2010/main" val="2517056576"/>
              </p:ext>
            </p:extLst>
          </p:nvPr>
        </p:nvGraphicFramePr>
        <p:xfrm>
          <a:off x="606000" y="900000"/>
          <a:ext cx="10979999" cy="54288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5">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要件定義・</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設計</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正式</a:t>
                      </a:r>
                      <a:endParaRPr lang="ja-JP" altLang="en-US" sz="1600" b="0" i="0" u="none" strike="noStrike">
                        <a:solidFill>
                          <a:schemeClr val="tx1"/>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3.2</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\3,200,000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n-ea"/>
                          <a:ea typeface="+mn-ea"/>
                        </a:rPr>
                        <a:t>1.6 </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\1,600,000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92300608"/>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0.8</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\1,120,000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\3,000,000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795115067"/>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5.6</a:t>
                      </a:r>
                      <a:endParaRPr kumimoji="1" lang="ja-JP" altLang="en-US" sz="16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\2,920,000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開発・単体テスト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mn-ea"/>
                          <a:ea typeface="+mn-ea"/>
                        </a:rPr>
                        <a:t>2.7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\2,700,000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mn-ea"/>
                          <a:ea typeface="+mn-ea"/>
                        </a:rPr>
                        <a:t>5.2 </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\5,200,000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mn-ea"/>
                          <a:ea typeface="+mn-ea"/>
                        </a:rPr>
                        <a:t>2.0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\2,800,000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9.9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mn-ea"/>
                          <a:ea typeface="+mn-ea"/>
                        </a:rPr>
                        <a:t>\10,700,000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mn-ea"/>
                          <a:ea typeface="+mn-ea"/>
                        </a:rPr>
                        <a:t>1.4 </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\1,400,000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ユーザテスト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mn-ea"/>
                          <a:ea typeface="+mn-ea"/>
                        </a:rPr>
                        <a:t>0.8</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\800,000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mn-ea"/>
                          <a:ea typeface="+mn-ea"/>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初期流動</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mn-ea"/>
                          <a:ea typeface="+mn-ea"/>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mn-ea"/>
                          <a:ea typeface="+mn-ea"/>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\1,400,000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mn-ea"/>
                          <a:ea typeface="+mn-ea"/>
                        </a:rPr>
                        <a:t>5.2</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mn-ea"/>
                          <a:ea typeface="+mn-ea"/>
                        </a:rPr>
                        <a:t>\5,600,000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mn-ea"/>
                          <a:ea typeface="+mn-ea"/>
                        </a:rPr>
                        <a:t>20.7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mn-ea"/>
                          <a:ea typeface="+mn-ea"/>
                        </a:rPr>
                        <a:t>\19,220,000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567995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03B2F-ABBC-C3B9-D55D-C2E639E344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7BABC6D-C59D-736B-5B6C-4F835B7FFA99}"/>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システム別お見積もり（用役管理システム</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千葉・徳山</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D40AC736-3861-E524-A84E-3A4C35E13065}"/>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D68021F5-1091-3D55-4535-D95E39DACE9C}"/>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EC9EB9C0-441A-C361-025C-670EC1CD497A}"/>
              </a:ext>
            </a:extLst>
          </p:cNvPr>
          <p:cNvGraphicFramePr>
            <a:graphicFrameLocks noGrp="1"/>
          </p:cNvGraphicFramePr>
          <p:nvPr>
            <p:extLst>
              <p:ext uri="{D42A27DB-BD31-4B8C-83A1-F6EECF244321}">
                <p14:modId xmlns:p14="http://schemas.microsoft.com/office/powerpoint/2010/main" val="4070775442"/>
              </p:ext>
            </p:extLst>
          </p:nvPr>
        </p:nvGraphicFramePr>
        <p:xfrm>
          <a:off x="606000" y="900000"/>
          <a:ext cx="10979999" cy="54288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dirty="0">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5">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要件定義・</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設計</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a:ln>
                            <a:noFill/>
                          </a:ln>
                          <a:solidFill>
                            <a:schemeClr val="tx1"/>
                          </a:solidFill>
                          <a:effectLst/>
                          <a:latin typeface="+mn-ea"/>
                          <a:ea typeface="+mn-ea"/>
                        </a:rPr>
                        <a:t>1.4</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\1,400,000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n-ea"/>
                          <a:ea typeface="+mn-ea"/>
                        </a:rPr>
                        <a:t>1.1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\1,100,000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42623749"/>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0.7</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\1,200,000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8751068"/>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3.2</a:t>
                      </a:r>
                      <a:endParaRPr kumimoji="1" lang="ja-JP" altLang="en-US" sz="16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\2,280,000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mn-ea"/>
                          <a:ea typeface="+mn-ea"/>
                        </a:rPr>
                        <a:t>1.5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\1,500,000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mn-ea"/>
                          <a:ea typeface="+mn-ea"/>
                        </a:rPr>
                        <a:t>3.1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\3,100,000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mn-ea"/>
                          <a:ea typeface="+mn-ea"/>
                        </a:rPr>
                        <a:t>1.1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\1,540,000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5.7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mn-ea"/>
                          <a:ea typeface="+mn-ea"/>
                        </a:rPr>
                        <a:t>\6,140,000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mn-ea"/>
                          <a:ea typeface="+mn-ea"/>
                        </a:rPr>
                        <a:t>1.1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\1,100,000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mn-ea"/>
                          <a:ea typeface="+mn-ea"/>
                        </a:rPr>
                        <a:t>0.8</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\800,000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mn-ea"/>
                          <a:ea typeface="+mn-ea"/>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mn-ea"/>
                          <a:ea typeface="+mn-ea"/>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mn-ea"/>
                          <a:ea typeface="+mn-ea"/>
                        </a:rPr>
                        <a:t>0.8</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\1,120,000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mn-ea"/>
                          <a:ea typeface="+mn-ea"/>
                        </a:rPr>
                        <a:t>4.7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mn-ea"/>
                          <a:ea typeface="+mn-ea"/>
                        </a:rPr>
                        <a:t>\5,020,000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13.6</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mn-ea"/>
                          <a:ea typeface="+mn-ea"/>
                        </a:rPr>
                        <a:t>\13,440,000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85884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90E6-F203-868C-AE19-314588A7674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5B8E45-5CF9-3088-4922-8876F618647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システム別お見積もり（千葉化学品質管理システム）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39433C79-5EEE-7061-8D23-54DB4CBC57CF}"/>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0B4A855C-5D54-8318-34C9-FB0BFB66D4B0}"/>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4AE35F84-277B-5FB2-5577-2C74DCA0D521}"/>
              </a:ext>
            </a:extLst>
          </p:cNvPr>
          <p:cNvGraphicFramePr>
            <a:graphicFrameLocks noGrp="1"/>
          </p:cNvGraphicFramePr>
          <p:nvPr>
            <p:extLst>
              <p:ext uri="{D42A27DB-BD31-4B8C-83A1-F6EECF244321}">
                <p14:modId xmlns:p14="http://schemas.microsoft.com/office/powerpoint/2010/main" val="1974104422"/>
              </p:ext>
            </p:extLst>
          </p:nvPr>
        </p:nvGraphicFramePr>
        <p:xfrm>
          <a:off x="606000" y="900000"/>
          <a:ext cx="10979999" cy="54288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dirty="0">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5">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要件定義・</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設計</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正式</a:t>
                      </a:r>
                      <a:endParaRPr lang="ja-JP" altLang="en-US" sz="1600" b="0" i="0" u="none" strike="noStrike">
                        <a:solidFill>
                          <a:schemeClr val="tx1"/>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1.5</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43150835"/>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0.7</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\1,307,000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606231"/>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3.1</a:t>
                      </a:r>
                      <a:endParaRPr kumimoji="1" lang="ja-JP" altLang="en-US" sz="16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\2,073,000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開発・単体テスト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\1,200,000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\3,100,000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5.3</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\5,700,000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\600,000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\150,000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\150,000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1.70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\9,673,000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070349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CECBF-BFAF-C76C-E9CF-A7A14BA115A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C2667A-19A6-AB08-3E52-12B9760982EE}"/>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システム別お見積もり（ＬＭＰＰ包装システム）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8C857424-D8D7-01DA-8820-C003D0710832}"/>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18F31128-9004-8A62-A753-D86A02B386C8}"/>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A0FF095D-8DC5-1CA5-485C-7C4D01B2100D}"/>
              </a:ext>
            </a:extLst>
          </p:cNvPr>
          <p:cNvGraphicFramePr>
            <a:graphicFrameLocks noGrp="1"/>
          </p:cNvGraphicFramePr>
          <p:nvPr>
            <p:extLst>
              <p:ext uri="{D42A27DB-BD31-4B8C-83A1-F6EECF244321}">
                <p14:modId xmlns:p14="http://schemas.microsoft.com/office/powerpoint/2010/main" val="3192637703"/>
              </p:ext>
            </p:extLst>
          </p:nvPr>
        </p:nvGraphicFramePr>
        <p:xfrm>
          <a:off x="606000" y="900000"/>
          <a:ext cx="10979999" cy="54288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dirty="0">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5">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要件定義・</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設計</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正式</a:t>
                      </a:r>
                      <a:endParaRPr lang="ja-JP" altLang="en-US" sz="1600" b="0" i="0" u="none" strike="noStrike">
                        <a:solidFill>
                          <a:schemeClr val="tx1"/>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1.5</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91261107"/>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0.7</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\1,300,000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91808615"/>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dirty="0">
                          <a:ln>
                            <a:noFill/>
                          </a:ln>
                          <a:solidFill>
                            <a:schemeClr val="tx1"/>
                          </a:solidFill>
                          <a:effectLst/>
                          <a:latin typeface="+mn-ea"/>
                          <a:ea typeface="+mn-ea"/>
                        </a:rPr>
                        <a:t>3.1</a:t>
                      </a:r>
                      <a:endParaRPr kumimoji="1" lang="ja-JP" altLang="en-US"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\2,080,000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\2,000,000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3.6</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\3,600,000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\1,540,000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\7,140,000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ユーザテスト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0.45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\450,000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0.45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\450,000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\840,000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3.2</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\3,440,000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13.0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\12,660,000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4173716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5688B-9931-36F7-BD7B-4C3D866808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36F8B6-0BA0-A06A-BD06-6B00371E3797}"/>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システム別お見積もり（工場</a:t>
            </a:r>
            <a:r>
              <a:rPr lang="en-US" altLang="ja-JP">
                <a:latin typeface="游明朝" panose="02020400000000000000" pitchFamily="18" charset="-128"/>
                <a:ea typeface="游明朝" panose="02020400000000000000" pitchFamily="18" charset="-128"/>
              </a:rPr>
              <a:t>DB</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9F8FB78F-12CD-7184-70E8-B591E4A2080A}"/>
              </a:ext>
            </a:extLst>
          </p:cNvPr>
          <p:cNvSpPr>
            <a:spLocks noGrp="1"/>
          </p:cNvSpPr>
          <p:nvPr>
            <p:ph type="ftr" sz="quarter" idx="11"/>
          </p:nvPr>
        </p:nvSpPr>
        <p:spPr/>
        <p:txBody>
          <a:bodyPr/>
          <a:lstStyle/>
          <a:p>
            <a:r>
              <a:rPr lang="en-US"/>
              <a:t>Copyright © 2025 SystemEXE,Inc. All Rights Reserved.</a:t>
            </a:r>
          </a:p>
        </p:txBody>
      </p:sp>
      <p:sp>
        <p:nvSpPr>
          <p:cNvPr id="5" name="日付プレースホルダー 4">
            <a:extLst>
              <a:ext uri="{FF2B5EF4-FFF2-40B4-BE49-F238E27FC236}">
                <a16:creationId xmlns:a16="http://schemas.microsoft.com/office/drawing/2014/main" id="{5FEDF3AA-0523-3537-8F51-D7D0ED5889A6}"/>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519A6C98-800A-6833-4562-254D2CFA5A1E}"/>
              </a:ext>
            </a:extLst>
          </p:cNvPr>
          <p:cNvGraphicFramePr>
            <a:graphicFrameLocks noGrp="1"/>
          </p:cNvGraphicFramePr>
          <p:nvPr>
            <p:extLst>
              <p:ext uri="{D42A27DB-BD31-4B8C-83A1-F6EECF244321}">
                <p14:modId xmlns:p14="http://schemas.microsoft.com/office/powerpoint/2010/main" val="317715879"/>
              </p:ext>
            </p:extLst>
          </p:nvPr>
        </p:nvGraphicFramePr>
        <p:xfrm>
          <a:off x="606000" y="900000"/>
          <a:ext cx="10979999" cy="5112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4">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設計</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正式</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00121516"/>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9362617"/>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開発</a:t>
                      </a:r>
                      <a:endParaRPr lang="en-US" altLang="ja-JP" sz="1600" b="0" i="0" u="none" strike="noStrike" dirty="0">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lang="en-US" altLang="ja-JP" sz="1600" b="0" i="0" u="none" strike="noStrike">
                        <a:solidFill>
                          <a:srgbClr val="000000"/>
                        </a:solidFill>
                        <a:effectLst/>
                        <a:latin typeface="游ゴシック" panose="020B0400000000000000" pitchFamily="50" charset="-128"/>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r>
                        <a:rPr lang="ja-JP" altLang="en-US" sz="1100" b="0" i="0" u="none" strike="noStrike">
                          <a:solidFill>
                            <a:srgbClr val="000000"/>
                          </a:solidFill>
                          <a:effectLst/>
                          <a:latin typeface="+mn-ea"/>
                          <a:ea typeface="+mn-ea"/>
                        </a:rPr>
                        <a:t>（</a:t>
                      </a:r>
                      <a:r>
                        <a:rPr lang="en-US" altLang="ja-JP" sz="1100" b="0" i="0" u="none" strike="noStrike">
                          <a:solidFill>
                            <a:srgbClr val="000000"/>
                          </a:solidFill>
                          <a:effectLst/>
                          <a:latin typeface="+mn-ea"/>
                          <a:ea typeface="+mn-ea"/>
                        </a:rPr>
                        <a:t>Excel</a:t>
                      </a:r>
                      <a:r>
                        <a:rPr lang="ja-JP" altLang="en-US" sz="1100" b="0" i="0" u="none" strike="noStrike">
                          <a:solidFill>
                            <a:srgbClr val="000000"/>
                          </a:solidFill>
                          <a:effectLst/>
                          <a:latin typeface="+mn-ea"/>
                          <a:ea typeface="+mn-ea"/>
                        </a:rPr>
                        <a:t>マクロのため不要）</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lang="en-US" altLang="ja-JP" sz="1600" b="0" i="0" u="none" strike="noStrike">
                        <a:solidFill>
                          <a:srgbClr val="000000"/>
                        </a:solidFill>
                        <a:effectLst/>
                        <a:latin typeface="游ゴシック" panose="020B0400000000000000" pitchFamily="50" charset="-128"/>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0.3</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0.9</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0.9</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\1,100,000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3687200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55892-FE7B-7206-216E-B89022DF8F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ECC1814-2759-F136-3D68-343A4C90F703}"/>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システム別お見積もり（ヤード操業システム）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3DA53B43-26E7-1747-58B1-E33DBE7F0E58}"/>
              </a:ext>
            </a:extLst>
          </p:cNvPr>
          <p:cNvSpPr>
            <a:spLocks noGrp="1"/>
          </p:cNvSpPr>
          <p:nvPr>
            <p:ph type="ftr" sz="quarter" idx="11"/>
          </p:nvPr>
        </p:nvSpPr>
        <p:spPr/>
        <p:txBody>
          <a:bodyPr/>
          <a:lstStyle/>
          <a:p>
            <a:r>
              <a:rPr lang="en-US"/>
              <a:t>Copyright © 2025 SystemEXE,Inc. All Rights Reserved.</a:t>
            </a:r>
          </a:p>
        </p:txBody>
      </p:sp>
      <p:sp>
        <p:nvSpPr>
          <p:cNvPr id="5" name="日付プレースホルダー 4">
            <a:extLst>
              <a:ext uri="{FF2B5EF4-FFF2-40B4-BE49-F238E27FC236}">
                <a16:creationId xmlns:a16="http://schemas.microsoft.com/office/drawing/2014/main" id="{57D34DB8-0298-E0E3-80FD-DB69E0A02D0A}"/>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5F16F463-C90A-6074-51CD-01CACB4E7221}"/>
              </a:ext>
            </a:extLst>
          </p:cNvPr>
          <p:cNvGraphicFramePr>
            <a:graphicFrameLocks noGrp="1"/>
          </p:cNvGraphicFramePr>
          <p:nvPr>
            <p:extLst>
              <p:ext uri="{D42A27DB-BD31-4B8C-83A1-F6EECF244321}">
                <p14:modId xmlns:p14="http://schemas.microsoft.com/office/powerpoint/2010/main" val="4115317622"/>
              </p:ext>
            </p:extLst>
          </p:nvPr>
        </p:nvGraphicFramePr>
        <p:xfrm>
          <a:off x="606000" y="900000"/>
          <a:ext cx="10979999" cy="5112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4">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設計</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0.5</a:t>
                      </a:r>
                      <a:endParaRPr kumimoji="1" lang="ja-JP" altLang="en-US" sz="1600" b="0" i="0" u="none" strike="noStrike" cap="none" normalizeH="0" baseline="0">
                        <a:ln>
                          <a:noFill/>
                        </a:ln>
                        <a:solidFill>
                          <a:schemeClr val="tx1"/>
                        </a:solidFill>
                        <a:effectLst/>
                        <a:latin typeface="+mn-ea"/>
                        <a:ea typeface="+mn-ea"/>
                      </a:endParaRP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\500,000</a:t>
                      </a: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06766754"/>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0.3</a:t>
                      </a:r>
                      <a:endParaRPr kumimoji="1" lang="ja-JP" altLang="en-US" sz="1600" b="0" i="0" u="none" strike="noStrike" cap="none" normalizeH="0" baseline="0">
                        <a:ln>
                          <a:noFill/>
                        </a:ln>
                        <a:solidFill>
                          <a:schemeClr val="tx1"/>
                        </a:solidFill>
                        <a:effectLst/>
                        <a:latin typeface="+mn-ea"/>
                        <a:ea typeface="+mn-ea"/>
                      </a:endParaRP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a:ln>
                            <a:noFill/>
                          </a:ln>
                          <a:solidFill>
                            <a:schemeClr val="tx1"/>
                          </a:solidFill>
                          <a:effectLst/>
                          <a:latin typeface="+mn-ea"/>
                          <a:ea typeface="+mn-ea"/>
                        </a:rPr>
                        <a:t>\420,000</a:t>
                      </a: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1.2</a:t>
                      </a:r>
                      <a:endParaRPr kumimoji="1" lang="ja-JP" altLang="en-US" sz="1600" b="1" i="0" u="none" strike="noStrike" cap="none" normalizeH="0" baseline="0">
                        <a:ln>
                          <a:noFill/>
                        </a:ln>
                        <a:solidFill>
                          <a:schemeClr val="tx1"/>
                        </a:solidFill>
                        <a:effectLst/>
                        <a:latin typeface="+mn-ea"/>
                        <a:ea typeface="+mn-ea"/>
                      </a:endParaRP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a:ln>
                            <a:noFill/>
                          </a:ln>
                          <a:solidFill>
                            <a:schemeClr val="tx1"/>
                          </a:solidFill>
                          <a:effectLst/>
                          <a:latin typeface="+mn-ea"/>
                          <a:ea typeface="+mn-ea"/>
                        </a:rPr>
                        <a:t>\1,320,000</a:t>
                      </a: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0.7</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\1,400,000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\420,000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2.4</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\2,520,000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\200,000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\500,000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\420,000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2.1</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\2,220,000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5.7</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\6,060,000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39722681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３．想定している成果物</a:t>
            </a: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196928233"/>
              </p:ext>
            </p:extLst>
          </p:nvPr>
        </p:nvGraphicFramePr>
        <p:xfrm>
          <a:off x="696000" y="1117713"/>
          <a:ext cx="10800000" cy="4375680"/>
        </p:xfrm>
        <a:graphic>
          <a:graphicData uri="http://schemas.openxmlformats.org/drawingml/2006/table">
            <a:tbl>
              <a:tblPr firstRow="1" bandRow="1">
                <a:tableStyleId>{69012ECD-51FC-41F1-AA8D-1B2483CD663E}</a:tableStyleId>
              </a:tblPr>
              <a:tblGrid>
                <a:gridCol w="1080000">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7740000">
                  <a:extLst>
                    <a:ext uri="{9D8B030D-6E8A-4147-A177-3AD203B41FA5}">
                      <a16:colId xmlns:a16="http://schemas.microsoft.com/office/drawing/2014/main" val="852570537"/>
                    </a:ext>
                  </a:extLst>
                </a:gridCol>
              </a:tblGrid>
              <a:tr h="360000">
                <a:tc>
                  <a:txBody>
                    <a:bodyPr/>
                    <a:lstStyle/>
                    <a:p>
                      <a:pPr algn="ctr"/>
                      <a:r>
                        <a:rPr kumimoji="1" lang="en-US" altLang="ja-JP" sz="1600" dirty="0">
                          <a:latin typeface="游ゴシック"/>
                          <a:ea typeface="游ゴシック"/>
                        </a:rPr>
                        <a:t>No</a:t>
                      </a:r>
                      <a:endParaRPr kumimoji="1" lang="ja-JP" altLang="en-US" sz="1600" dirty="0">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600">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ja-JP" altLang="en-US" sz="1600">
                          <a:latin typeface="游ゴシック"/>
                          <a:ea typeface="游ゴシック"/>
                        </a:rPr>
                        <a:t>成果物</a:t>
                      </a:r>
                      <a:endParaRPr kumimoji="1" lang="ja-JP" altLang="en-US" sz="1600">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5630509"/>
                  </a:ext>
                </a:extLst>
              </a:tr>
              <a:tr h="432000">
                <a:tc>
                  <a:txBody>
                    <a:bodyPr/>
                    <a:lstStyle/>
                    <a:p>
                      <a:pPr algn="ctr"/>
                      <a:r>
                        <a:rPr kumimoji="1" lang="en-US" altLang="ja-JP" sz="1600" kern="1200" dirty="0">
                          <a:solidFill>
                            <a:schemeClr val="tx1"/>
                          </a:solidFill>
                          <a:latin typeface="游ゴシック"/>
                          <a:ea typeface="游ゴシック"/>
                        </a:rPr>
                        <a:t>1</a:t>
                      </a:r>
                      <a:endParaRPr kumimoji="1" lang="ja-JP" altLang="en-US" sz="1600" kern="1200" dirty="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プロジェクト計画書、マスタスケジュール、</a:t>
                      </a:r>
                      <a:r>
                        <a:rPr kumimoji="1" lang="en-US" altLang="ja-JP" sz="1600">
                          <a:solidFill>
                            <a:schemeClr val="tx1"/>
                          </a:solidFill>
                          <a:latin typeface="游ゴシック"/>
                          <a:ea typeface="游ゴシック"/>
                        </a:rPr>
                        <a:t>WBS</a:t>
                      </a:r>
                      <a:r>
                        <a:rPr kumimoji="1" lang="ja-JP" altLang="en-US" sz="1600">
                          <a:solidFill>
                            <a:schemeClr val="tx1"/>
                          </a:solidFill>
                          <a:latin typeface="游ゴシック"/>
                          <a:ea typeface="游ゴシック"/>
                        </a:rPr>
                        <a:t>、リスク管理表、課題管理表、変更履歴管理表、要件定義書、要件定義一覧</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432000">
                <a:tc>
                  <a:txBody>
                    <a:bodyPr/>
                    <a:lstStyle/>
                    <a:p>
                      <a:pPr algn="ctr"/>
                      <a:r>
                        <a:rPr kumimoji="1" lang="en-US" altLang="ja-JP" sz="1600" kern="1200">
                          <a:solidFill>
                            <a:schemeClr val="tx1"/>
                          </a:solidFill>
                          <a:latin typeface="游ゴシック"/>
                          <a:ea typeface="游ゴシック"/>
                        </a:rPr>
                        <a:t>2</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基本設計</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基本設計書</a:t>
                      </a:r>
                      <a:endParaRPr kumimoji="1"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432000">
                <a:tc>
                  <a:txBody>
                    <a:bodyPr/>
                    <a:lstStyle/>
                    <a:p>
                      <a:pPr algn="ctr"/>
                      <a:r>
                        <a:rPr kumimoji="1" lang="en-US" altLang="ja-JP" sz="1600" kern="1200">
                          <a:solidFill>
                            <a:schemeClr val="tx1"/>
                          </a:solidFill>
                          <a:latin typeface="游ゴシック"/>
                          <a:ea typeface="游ゴシック"/>
                        </a:rPr>
                        <a:t>3</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詳細設計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詳細設計書</a:t>
                      </a:r>
                      <a:endParaRPr lang="en-US" altLang="ja-JP" sz="160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432000">
                <a:tc>
                  <a:txBody>
                    <a:bodyPr/>
                    <a:lstStyle/>
                    <a:p>
                      <a:pPr algn="ctr"/>
                      <a:r>
                        <a:rPr kumimoji="1" lang="en-US" altLang="ja-JP" sz="1600" kern="1200">
                          <a:solidFill>
                            <a:schemeClr val="tx1"/>
                          </a:solidFill>
                          <a:latin typeface="游ゴシック"/>
                          <a:ea typeface="游ゴシック"/>
                        </a:rPr>
                        <a:t>4</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r>
                        <a:rPr lang="ja-JP" sz="1600" b="0" i="0" u="none" strike="noStrike" noProof="0">
                          <a:solidFill>
                            <a:schemeClr val="tx1"/>
                          </a:solidFill>
                          <a:latin typeface="游ゴシック"/>
                          <a:ea typeface="游ゴシック"/>
                        </a:rPr>
                        <a:t>単体テスト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業務用</a:t>
                      </a:r>
                      <a:r>
                        <a:rPr lang="en-US" altLang="ja-JP" sz="1600" dirty="0">
                          <a:solidFill>
                            <a:schemeClr val="tx1"/>
                          </a:solidFill>
                          <a:latin typeface="游ゴシック"/>
                          <a:ea typeface="游ゴシック"/>
                        </a:rPr>
                        <a:t>Excel</a:t>
                      </a:r>
                      <a:r>
                        <a:rPr lang="ja-JP" altLang="en-US" sz="1600" dirty="0">
                          <a:solidFill>
                            <a:schemeClr val="tx1"/>
                          </a:solidFill>
                          <a:latin typeface="游ゴシック"/>
                          <a:ea typeface="游ゴシック"/>
                        </a:rPr>
                        <a:t>ファイル、改修後プログラム</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rPr>
                        <a:t>5</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結合テスト仕様書兼結果報告書</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rPr>
                        <a:t>6</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システム</a:t>
                      </a:r>
                      <a:r>
                        <a:rPr kumimoji="0" lang="ja-JP" altLang="en-US" sz="1600" u="none" strike="noStrike" kern="1200" cap="none" normalizeH="0" baseline="0">
                          <a:ln>
                            <a:noFill/>
                          </a:ln>
                          <a:solidFill>
                            <a:schemeClr val="tx1"/>
                          </a:solidFill>
                          <a:effectLst/>
                          <a:latin typeface="游ゴシック"/>
                          <a:ea typeface="游ゴシック"/>
                        </a:rPr>
                        <a:t>テスト</a:t>
                      </a:r>
                      <a:r>
                        <a:rPr lang="ja-JP" altLang="en-US" sz="1600" u="none" strike="noStrike" kern="1200" cap="none" normalizeH="0" baseline="0">
                          <a:ln>
                            <a:noFill/>
                          </a:ln>
                          <a:solidFill>
                            <a:schemeClr val="tx1"/>
                          </a:solidFill>
                          <a:effectLst/>
                          <a:latin typeface="游ゴシック"/>
                          <a:ea typeface="游ゴシック"/>
                        </a:rPr>
                        <a:t>仕様書兼結果報告書</a:t>
                      </a:r>
                      <a:endParaRPr kumimoji="0" lang="ja-JP" altLang="en-US" sz="1600" u="none" strike="noStrike" kern="1200" cap="none" normalizeH="0" baseline="0">
                        <a:ln>
                          <a:noFill/>
                        </a:ln>
                        <a:solidFill>
                          <a:schemeClr val="tx1"/>
                        </a:solidFill>
                        <a:effectLst/>
                        <a:latin typeface="游ゴシック"/>
                        <a:ea typeface="游ゴシック"/>
                        <a:cs typeface="Meiryo UI"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cs typeface="+mn-cs"/>
                        </a:rPr>
                        <a:t>7</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ユーザテスト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600" u="none" strike="noStrike" kern="1200" cap="none" normalizeH="0" baseline="0" dirty="0">
                          <a:ln>
                            <a:noFill/>
                          </a:ln>
                          <a:solidFill>
                            <a:schemeClr val="tx1"/>
                          </a:solidFill>
                          <a:effectLst/>
                          <a:latin typeface="游ゴシック"/>
                          <a:ea typeface="游ゴシック"/>
                          <a:cs typeface="Meiryo UI" pitchFamily="50" charset="-128"/>
                        </a:rPr>
                        <a:t>課題管理表</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355204"/>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cs typeface="+mn-cs"/>
                        </a:rPr>
                        <a:t>8</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移行手順書</a:t>
                      </a:r>
                      <a:endParaRPr kumimoji="0" lang="ja-JP" altLang="en-US" sz="1600" dirty="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432000">
                <a:tc>
                  <a:txBody>
                    <a:bodyPr/>
                    <a:lstStyle/>
                    <a:p>
                      <a:pPr marL="0" lvl="0" algn="ctr" defTabSz="914400" rtl="0">
                        <a:buNone/>
                      </a:pPr>
                      <a:r>
                        <a:rPr kumimoji="1" lang="en-US" altLang="ja-JP" sz="1600" kern="1200">
                          <a:solidFill>
                            <a:schemeClr val="tx1"/>
                          </a:solidFill>
                          <a:latin typeface="游ゴシック"/>
                          <a:ea typeface="游ゴシック"/>
                          <a:cs typeface="+mn-cs"/>
                        </a:rPr>
                        <a:t>9</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問題管理表</a:t>
                      </a:r>
                      <a:endParaRPr kumimoji="0" lang="ja-JP" altLang="en-US" sz="1600" dirty="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2025/9/25</a:t>
            </a:r>
            <a:endParaRPr lang="ja-JP" altLang="en-US"/>
          </a:p>
        </p:txBody>
      </p:sp>
      <p:sp>
        <p:nvSpPr>
          <p:cNvPr id="8" name="正方形/長方形 7">
            <a:extLst>
              <a:ext uri="{FF2B5EF4-FFF2-40B4-BE49-F238E27FC236}">
                <a16:creationId xmlns:a16="http://schemas.microsoft.com/office/drawing/2014/main" id="{1454B619-98AD-1962-2D38-B1A39E93C7AB}"/>
              </a:ext>
            </a:extLst>
          </p:cNvPr>
          <p:cNvSpPr/>
          <p:nvPr/>
        </p:nvSpPr>
        <p:spPr>
          <a:xfrm>
            <a:off x="695999" y="1485538"/>
            <a:ext cx="10799999" cy="142967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6574F4E-D033-C3A0-1254-575B71CCEF69}"/>
              </a:ext>
            </a:extLst>
          </p:cNvPr>
          <p:cNvSpPr txBox="1"/>
          <p:nvPr/>
        </p:nvSpPr>
        <p:spPr>
          <a:xfrm>
            <a:off x="9681052" y="830807"/>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11" name="正方形/長方形 10">
            <a:extLst>
              <a:ext uri="{FF2B5EF4-FFF2-40B4-BE49-F238E27FC236}">
                <a16:creationId xmlns:a16="http://schemas.microsoft.com/office/drawing/2014/main" id="{6FB3205F-7DB2-9870-E054-B49B61F007E6}"/>
              </a:ext>
            </a:extLst>
          </p:cNvPr>
          <p:cNvSpPr/>
          <p:nvPr/>
        </p:nvSpPr>
        <p:spPr>
          <a:xfrm>
            <a:off x="8681260" y="844597"/>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95438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３．お見積もり前提条件</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92500" lnSpcReduction="20000"/>
          </a:bodyPr>
          <a:lstStyle/>
          <a:p>
            <a:pPr>
              <a:buFont typeface="Arial" panose="020B0604020202020204" pitchFamily="34" charset="0"/>
              <a:buChar char="•"/>
            </a:pPr>
            <a:r>
              <a:rPr kumimoji="1" lang="ja-JP" altLang="en-US" b="0" u="none"/>
              <a:t>本資料記載の金額は全て税抜となります。</a:t>
            </a:r>
            <a:endParaRPr kumimoji="1" lang="en-US" altLang="ja-JP" b="0" u="none"/>
          </a:p>
          <a:p>
            <a:pPr>
              <a:buFont typeface="Arial" panose="020B0604020202020204" pitchFamily="34" charset="0"/>
              <a:buChar char="•"/>
            </a:pPr>
            <a:r>
              <a:rPr lang="ja-JP" altLang="en-US" b="0" u="none"/>
              <a:t>作業場所は原則弊社オフィス内とします。弊社オフィス内には在宅での勤務を含みます。</a:t>
            </a:r>
            <a:endParaRPr lang="en-US" altLang="ja-JP" b="0" u="none"/>
          </a:p>
          <a:p>
            <a:pPr>
              <a:buFont typeface="Arial" panose="020B0604020202020204" pitchFamily="34" charset="0"/>
              <a:buChar char="•"/>
            </a:pPr>
            <a:r>
              <a:rPr lang="ja-JP" altLang="en-US" b="0" u="none"/>
              <a:t>瑕疵担保責任期間は本稼働日より</a:t>
            </a:r>
            <a:r>
              <a:rPr lang="en-US" altLang="ja-JP" b="0" u="none"/>
              <a:t>6</a:t>
            </a:r>
            <a:r>
              <a:rPr lang="ja-JP" altLang="en-US" b="0" u="none"/>
              <a:t>ヵ月とします。</a:t>
            </a:r>
            <a:br>
              <a:rPr lang="en-US" altLang="ja-JP" b="0" u="none"/>
            </a:br>
            <a:r>
              <a:rPr lang="ja-JP" altLang="en-US" b="0" u="none"/>
              <a:t>（本稼働日より</a:t>
            </a:r>
            <a:r>
              <a:rPr lang="en-US" altLang="ja-JP" b="0" u="none"/>
              <a:t>6</a:t>
            </a:r>
            <a:r>
              <a:rPr lang="ja-JP" altLang="en-US" b="0" u="none"/>
              <a:t>ヵ月に限り契約不適合責任を追及できることとします。）</a:t>
            </a:r>
            <a:endParaRPr lang="en-US" altLang="ja-JP" b="0" u="none"/>
          </a:p>
          <a:p>
            <a:pPr>
              <a:buFont typeface="Arial" panose="020B0604020202020204" pitchFamily="34" charset="0"/>
              <a:buChar char="•"/>
            </a:pPr>
            <a:r>
              <a:rPr lang="ja-JP" altLang="en-US" b="0" u="none"/>
              <a:t>アプリケーション、ミドルウェアのライセンスは貴社にてご対応をお願いいたします。</a:t>
            </a:r>
            <a:endParaRPr lang="en-US" altLang="ja-JP" b="0" u="none"/>
          </a:p>
          <a:p>
            <a:pPr>
              <a:buFont typeface="Arial" panose="020B0604020202020204" pitchFamily="34" charset="0"/>
              <a:buChar char="•"/>
            </a:pPr>
            <a:r>
              <a:rPr kumimoji="1" lang="ja-JP" altLang="en-US" b="0" u="none"/>
              <a:t>インフラ環境の</a:t>
            </a:r>
            <a:r>
              <a:rPr lang="ja-JP" altLang="en-US" b="0" u="none"/>
              <a:t>調達・</a:t>
            </a:r>
            <a:r>
              <a:rPr kumimoji="1" lang="ja-JP" altLang="en-US" b="0" u="none"/>
              <a:t>構築は含まれておりません。</a:t>
            </a:r>
            <a:endParaRPr kumimoji="1" lang="en-US" altLang="ja-JP" b="0" u="none"/>
          </a:p>
          <a:p>
            <a:pPr>
              <a:buFont typeface="Arial" panose="020B0604020202020204" pitchFamily="34" charset="0"/>
              <a:buChar char="•"/>
            </a:pPr>
            <a:r>
              <a:rPr lang="ja-JP" altLang="en-US" b="0" u="none"/>
              <a:t>DB移行に関する費用は含まれておりません。</a:t>
            </a:r>
            <a:endParaRPr lang="en-US" altLang="ja-JP" b="0" u="none"/>
          </a:p>
          <a:p>
            <a:pPr>
              <a:buFont typeface="Arial" panose="020B0604020202020204" pitchFamily="34" charset="0"/>
              <a:buChar char="•"/>
            </a:pPr>
            <a:r>
              <a:rPr lang="ja-JP" altLang="en-US" b="0" u="none"/>
              <a:t>関連する共通基盤（連携基盤、帳票基盤、認証基盤など）は切替済みとし、本システムの移行作業は１回のみを想定としております。</a:t>
            </a:r>
            <a:endParaRPr lang="en-US" altLang="ja-JP" b="0" u="none"/>
          </a:p>
          <a:p>
            <a:pPr>
              <a:buFont typeface="Arial" panose="020B0604020202020204" pitchFamily="34" charset="0"/>
              <a:buChar char="•"/>
            </a:pPr>
            <a:r>
              <a:rPr lang="en-US" altLang="ja-JP" b="0" u="none">
                <a:cs typeface="+mn-ea"/>
              </a:rPr>
              <a:t>Azure</a:t>
            </a:r>
            <a:r>
              <a:rPr lang="ja-JP" altLang="en-US" b="0" u="none">
                <a:cs typeface="+mn-ea"/>
              </a:rPr>
              <a:t>環境への移行が目的であるため、機能追加や変更は含まれておりません。</a:t>
            </a:r>
            <a:endParaRPr lang="en-US" altLang="ja-JP" b="0" u="none"/>
          </a:p>
          <a:p>
            <a:pPr>
              <a:buFont typeface="Arial" panose="020B0604020202020204" pitchFamily="34" charset="0"/>
              <a:buChar char="•"/>
            </a:pPr>
            <a:r>
              <a:rPr lang="ja-JP" altLang="en-US" b="0" u="none"/>
              <a:t>環境構築はデプロイ作業のみを想定としております。アプリケーション構築に必要な申請やご準備、ミドルウェアのインストールは貴社にてご対応をお願いいたします。</a:t>
            </a:r>
            <a:endParaRPr lang="en-US" altLang="ja-JP" b="0" u="none"/>
          </a:p>
          <a:p>
            <a:pPr>
              <a:buFont typeface="Arial" panose="020B0604020202020204" pitchFamily="34" charset="0"/>
              <a:buChar char="•"/>
            </a:pPr>
            <a:r>
              <a:rPr lang="ja-JP" altLang="en-US" b="0" u="none">
                <a:cs typeface="+mn-ea"/>
              </a:rPr>
              <a:t>結合テストは縮小共通基盤対応と同じテスト実施を想定としております。</a:t>
            </a:r>
            <a:endParaRPr lang="en-US" altLang="ja-JP" b="0" u="none">
              <a:cs typeface="+mn-ea"/>
            </a:endParaRPr>
          </a:p>
          <a:p>
            <a:pPr>
              <a:buFont typeface="Arial" panose="020B0604020202020204" pitchFamily="34" charset="0"/>
              <a:buChar char="•"/>
            </a:pPr>
            <a:r>
              <a:rPr lang="ja-JP" altLang="en-US" b="0" u="none">
                <a:cs typeface="+mn-ea"/>
              </a:rPr>
              <a:t>システムテストは他システム毎に代表</a:t>
            </a:r>
            <a:r>
              <a:rPr lang="en-US" altLang="ja-JP" b="0" u="none">
                <a:cs typeface="+mn-ea"/>
              </a:rPr>
              <a:t>1</a:t>
            </a:r>
            <a:r>
              <a:rPr lang="ja-JP" altLang="en-US" b="0" u="none">
                <a:cs typeface="+mn-ea"/>
              </a:rPr>
              <a:t>本を疎通確認としております。</a:t>
            </a:r>
            <a:endParaRPr lang="en-US" altLang="ja-JP" b="0" u="none">
              <a:cs typeface="+mn-ea"/>
            </a:endParaRPr>
          </a:p>
          <a:p>
            <a:pPr>
              <a:buFont typeface="Arial" panose="020B0604020202020204" pitchFamily="34" charset="0"/>
              <a:buChar char="•"/>
            </a:pPr>
            <a:r>
              <a:rPr lang="ja-JP" altLang="en-US" b="0" u="none">
                <a:cs typeface="+mn-ea"/>
              </a:rPr>
              <a:t>通常プロジェクトと比較して工期が短い計画です。体制を厚くし作業を並列して進める必要があり、管理工数が大きくなっております。</a:t>
            </a:r>
            <a:endParaRPr lang="en-US" altLang="ja-JP" b="0" u="none">
              <a:cs typeface="+mn-ea"/>
            </a:endParaRPr>
          </a:p>
          <a:p>
            <a:pPr>
              <a:buFont typeface="Arial" panose="020B0604020202020204" pitchFamily="34" charset="0"/>
              <a:buChar char="•"/>
            </a:pPr>
            <a:r>
              <a:rPr lang="ja-JP" altLang="en-US" b="0" u="none">
                <a:cs typeface="+mn-ea"/>
              </a:rPr>
              <a:t>調査・</a:t>
            </a:r>
            <a:r>
              <a:rPr lang="en-US" altLang="ja-JP" b="0" u="none">
                <a:cs typeface="+mn-ea"/>
              </a:rPr>
              <a:t>PoC</a:t>
            </a:r>
            <a:r>
              <a:rPr lang="ja-JP" altLang="en-US" b="0" u="none">
                <a:cs typeface="+mn-ea"/>
              </a:rPr>
              <a:t>の結果、当初工期内での達成が困難と判断される場合は、貴社と範囲・工期・体制・費用の見直しを協議させていただきます。</a:t>
            </a:r>
            <a:endParaRPr lang="en-US" altLang="ja-JP" b="0" u="none">
              <a:cs typeface="+mn-ea"/>
            </a:endParaRPr>
          </a:p>
          <a:p>
            <a:pPr>
              <a:buFont typeface="Arial" panose="020B0604020202020204" pitchFamily="34" charset="0"/>
              <a:buChar char="•"/>
            </a:pPr>
            <a:r>
              <a:rPr kumimoji="1" lang="ja-JP" altLang="en-US" b="0" u="none"/>
              <a:t>上記に記載のない諸条件につきましては、別途ご相談の上、決定させていただきます。</a:t>
            </a: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2025/9/25</a:t>
            </a:r>
            <a:endParaRPr lang="ja-JP" altLang="en-US"/>
          </a:p>
        </p:txBody>
      </p:sp>
    </p:spTree>
    <p:extLst>
      <p:ext uri="{BB962C8B-B14F-4D97-AF65-F5344CB8AC3E}">
        <p14:creationId xmlns:p14="http://schemas.microsoft.com/office/powerpoint/2010/main" val="2410374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担当：石井徹、髙浦祐朗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kumimoji="1" lang="en-US" altLang="ja-JP"/>
              <a:t>toru.ishii</a:t>
            </a:r>
            <a:r>
              <a:rPr lang="en-US" altLang="ja-JP"/>
              <a:t>@system-exe.jp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2025/9/25</a:t>
            </a:r>
            <a:endParaRPr lang="ja-JP" altLang="en-US"/>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defRPr sz="1600" dirty="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BFC70C-651D-47DE-97CE-B02D84CF180B}">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EE1EAA2-6820-4C8B-BE97-058B703AEFEF}">
  <ds:schemaRefs>
    <ds:schemaRef ds:uri="http://schemas.microsoft.com/office/infopath/2007/PartnerControls"/>
    <ds:schemaRef ds:uri="http://schemas.openxmlformats.org/package/2006/metadata/core-properties"/>
    <ds:schemaRef ds:uri="http://schemas.microsoft.com/office/2006/metadata/properties"/>
    <ds:schemaRef ds:uri="http://purl.org/dc/dcmitype/"/>
    <ds:schemaRef ds:uri="http://purl.org/dc/terms/"/>
    <ds:schemaRef ds:uri="http://purl.org/dc/elements/1.1/"/>
    <ds:schemaRef ds:uri="http://schemas.microsoft.com/office/2006/documentManagement/types"/>
    <ds:schemaRef ds:uri="http://www.w3.org/XML/1998/namespace"/>
    <ds:schemaRef ds:uri="2fd442da-66a9-4fa6-ba31-eb0d54ad1381"/>
  </ds:schemaRefs>
</ds:datastoreItem>
</file>

<file path=customXml/itemProps3.xml><?xml version="1.0" encoding="utf-8"?>
<ds:datastoreItem xmlns:ds="http://schemas.openxmlformats.org/officeDocument/2006/customXml" ds:itemID="{E4E7B0A9-95ED-4242-B246-7B42C8BD2729}">
  <ds:schemaRefs>
    <ds:schemaRef ds:uri="http://schemas.microsoft.com/sharepoint/v3/contenttype/forms"/>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7</TotalTime>
  <Words>3864</Words>
  <Application>Microsoft Office PowerPoint</Application>
  <PresentationFormat>ワイド画面</PresentationFormat>
  <Paragraphs>1094</Paragraphs>
  <Slides>28</Slides>
  <Notes>5</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28</vt:i4>
      </vt:variant>
    </vt:vector>
  </HeadingPairs>
  <TitlesOfParts>
    <vt:vector size="37" baseType="lpstr">
      <vt:lpstr>ＭＳ Ｐゴシック</vt:lpstr>
      <vt:lpstr>Yu Gothic</vt:lpstr>
      <vt:lpstr>Yu Gothic</vt:lpstr>
      <vt:lpstr>Yu Gothic Medium</vt:lpstr>
      <vt:lpstr>游明朝</vt:lpstr>
      <vt:lpstr>Arial</vt:lpstr>
      <vt:lpstr>Calibri</vt:lpstr>
      <vt:lpstr>Wingdings</vt:lpstr>
      <vt:lpstr>Office テーマ</vt:lpstr>
      <vt:lpstr>PowerPoint プレゼンテーション</vt:lpstr>
      <vt:lpstr>はじめに</vt:lpstr>
      <vt:lpstr>目次</vt:lpstr>
      <vt:lpstr>移行方針・想定作業</vt:lpstr>
      <vt:lpstr>１．Azure移行方針 1/2 </vt:lpstr>
      <vt:lpstr>１．Azure移行方針  2/2</vt:lpstr>
      <vt:lpstr>１．Azure移行における想定作業 </vt:lpstr>
      <vt:lpstr>１．Azure移行における想定作業 </vt:lpstr>
      <vt:lpstr>１．Azure移行における想定作業 </vt:lpstr>
      <vt:lpstr>１．クラウドアーキ環境構成（AsIs） </vt:lpstr>
      <vt:lpstr>１．クラウドアーキ環境構成（ToBe） </vt:lpstr>
      <vt:lpstr>スケジュール</vt:lpstr>
      <vt:lpstr>２．スケジュール（Azure移行）</vt:lpstr>
      <vt:lpstr>体制</vt:lpstr>
      <vt:lpstr>３. 体制（要件定義想定）</vt:lpstr>
      <vt:lpstr>お見積り</vt:lpstr>
      <vt:lpstr>３．お見積もり（要件定義・設計フェーズ） </vt:lpstr>
      <vt:lpstr>３．お見積もり（要件定義・設計フェーズ） </vt:lpstr>
      <vt:lpstr>３．【参考】お見積もりサマリー</vt:lpstr>
      <vt:lpstr>３．【参考】システム別お見積もり（数量確定システム(千葉・徳山)) </vt:lpstr>
      <vt:lpstr>３．【参考】システム別お見積もり（用役管理システム(千葉・徳山)) </vt:lpstr>
      <vt:lpstr>３．【参考】システム別お見積もり（千葉化学品質管理システム） </vt:lpstr>
      <vt:lpstr>３．【参考】システム別お見積もり（ＬＭＰＰ包装システム） </vt:lpstr>
      <vt:lpstr>３．【参考】システム別お見積もり（工場DB） </vt:lpstr>
      <vt:lpstr>３．【参考】システム別お見積もり（ヤード操業システム） </vt:lpstr>
      <vt:lpstr>３．想定している成果物</vt:lpstr>
      <vt:lpstr>３．お見積もり前提条件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3</cp:revision>
  <cp:lastPrinted>2023-04-10T02:09:42Z</cp:lastPrinted>
  <dcterms:created xsi:type="dcterms:W3CDTF">2021-02-05T06:36:21Z</dcterms:created>
  <dcterms:modified xsi:type="dcterms:W3CDTF">2025-09-25T07:17:46Z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