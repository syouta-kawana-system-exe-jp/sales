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6"/>
  </p:notesMasterIdLst>
  <p:handoutMasterIdLst>
    <p:handoutMasterId r:id="rId17"/>
  </p:handoutMasterIdLst>
  <p:sldIdLst>
    <p:sldId id="714" r:id="rId5"/>
    <p:sldId id="934" r:id="rId6"/>
    <p:sldId id="941" r:id="rId7"/>
    <p:sldId id="927" r:id="rId8"/>
    <p:sldId id="766" r:id="rId9"/>
    <p:sldId id="929" r:id="rId10"/>
    <p:sldId id="940" r:id="rId11"/>
    <p:sldId id="765" r:id="rId12"/>
    <p:sldId id="942" r:id="rId13"/>
    <p:sldId id="923" r:id="rId14"/>
    <p:sldId id="7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EDEE"/>
    <a:srgbClr val="0000FF"/>
    <a:srgbClr val="FFFFFF"/>
    <a:srgbClr val="FFFFCC"/>
    <a:srgbClr val="FAF2D4"/>
    <a:srgbClr val="9A3B5D"/>
    <a:srgbClr val="FDEDDA"/>
    <a:srgbClr val="F2F2F2"/>
    <a:srgbClr val="EDEDED"/>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石井徹" userId="bd567184-c19d-4717-9194-a1e548d2dddf" providerId="ADAL" clId="{D7D537D0-A513-445F-B982-7BADD7299E9B}"/>
    <pc:docChg chg="undo custSel modSld">
      <pc:chgData name="石井徹" userId="bd567184-c19d-4717-9194-a1e548d2dddf" providerId="ADAL" clId="{D7D537D0-A513-445F-B982-7BADD7299E9B}" dt="2025-04-11T07:02:59.690" v="133" actId="12789"/>
      <pc:docMkLst>
        <pc:docMk/>
      </pc:docMkLst>
      <pc:sldChg chg="modSp mod">
        <pc:chgData name="石井徹" userId="bd567184-c19d-4717-9194-a1e548d2dddf" providerId="ADAL" clId="{D7D537D0-A513-445F-B982-7BADD7299E9B}" dt="2025-04-11T06:58:03.596" v="106" actId="20577"/>
        <pc:sldMkLst>
          <pc:docMk/>
          <pc:sldMk cId="3201888243" sldId="714"/>
        </pc:sldMkLst>
      </pc:sldChg>
      <pc:sldChg chg="addSp delSp modSp mod">
        <pc:chgData name="石井徹" userId="bd567184-c19d-4717-9194-a1e548d2dddf" providerId="ADAL" clId="{D7D537D0-A513-445F-B982-7BADD7299E9B}" dt="2025-04-11T07:02:59.690" v="133" actId="12789"/>
        <pc:sldMkLst>
          <pc:docMk/>
          <pc:sldMk cId="3560606343" sldId="766"/>
        </pc:sldMkLst>
      </pc:sldChg>
      <pc:sldChg chg="modSp mod">
        <pc:chgData name="石井徹" userId="bd567184-c19d-4717-9194-a1e548d2dddf" providerId="ADAL" clId="{D7D537D0-A513-445F-B982-7BADD7299E9B}" dt="2025-04-11T06:58:42.473" v="118" actId="20577"/>
        <pc:sldMkLst>
          <pc:docMk/>
          <pc:sldMk cId="2410374903" sldId="767"/>
        </pc:sldMkLst>
      </pc:sldChg>
      <pc:sldChg chg="modSp mod">
        <pc:chgData name="石井徹" userId="bd567184-c19d-4717-9194-a1e548d2dddf" providerId="ADAL" clId="{D7D537D0-A513-445F-B982-7BADD7299E9B}" dt="2025-04-11T06:58:32.019" v="115" actId="20577"/>
        <pc:sldMkLst>
          <pc:docMk/>
          <pc:sldMk cId="2453405637" sldId="923"/>
        </pc:sldMkLst>
      </pc:sldChg>
      <pc:sldChg chg="modSp mod">
        <pc:chgData name="石井徹" userId="bd567184-c19d-4717-9194-a1e548d2dddf" providerId="ADAL" clId="{D7D537D0-A513-445F-B982-7BADD7299E9B}" dt="2025-04-11T06:58:18.210" v="110" actId="20577"/>
        <pc:sldMkLst>
          <pc:docMk/>
          <pc:sldMk cId="286748565" sldId="927"/>
        </pc:sldMkLst>
      </pc:sldChg>
      <pc:sldChg chg="modSp mod">
        <pc:chgData name="石井徹" userId="bd567184-c19d-4717-9194-a1e548d2dddf" providerId="ADAL" clId="{D7D537D0-A513-445F-B982-7BADD7299E9B}" dt="2025-04-11T06:58:24.008" v="112" actId="20577"/>
        <pc:sldMkLst>
          <pc:docMk/>
          <pc:sldMk cId="2399073518" sldId="929"/>
        </pc:sldMkLst>
      </pc:sldChg>
      <pc:sldChg chg="modSp mod">
        <pc:chgData name="石井徹" userId="bd567184-c19d-4717-9194-a1e548d2dddf" providerId="ADAL" clId="{D7D537D0-A513-445F-B982-7BADD7299E9B}" dt="2025-04-11T06:58:12.709" v="108" actId="20577"/>
        <pc:sldMkLst>
          <pc:docMk/>
          <pc:sldMk cId="804980288" sldId="932"/>
        </pc:sldMkLst>
      </pc:sldChg>
      <pc:sldChg chg="modSp mod">
        <pc:chgData name="石井徹" userId="bd567184-c19d-4717-9194-a1e548d2dddf" providerId="ADAL" clId="{D7D537D0-A513-445F-B982-7BADD7299E9B}" dt="2025-04-11T06:58:08.903" v="107" actId="20577"/>
        <pc:sldMkLst>
          <pc:docMk/>
          <pc:sldMk cId="792472682" sldId="934"/>
        </pc:sldMkLst>
      </pc:sldChg>
      <pc:sldChg chg="modSp mod">
        <pc:chgData name="石井徹" userId="bd567184-c19d-4717-9194-a1e548d2dddf" providerId="ADAL" clId="{D7D537D0-A513-445F-B982-7BADD7299E9B}" dt="2025-04-11T06:58:40.104" v="117" actId="20577"/>
        <pc:sldMkLst>
          <pc:docMk/>
          <pc:sldMk cId="1534908909" sldId="938"/>
        </pc:sldMkLst>
      </pc:sldChg>
      <pc:sldChg chg="modSp mod">
        <pc:chgData name="石井徹" userId="bd567184-c19d-4717-9194-a1e548d2dddf" providerId="ADAL" clId="{D7D537D0-A513-445F-B982-7BADD7299E9B}" dt="2025-04-11T06:58:36.411" v="116" actId="20577"/>
        <pc:sldMkLst>
          <pc:docMk/>
          <pc:sldMk cId="1416581463" sldId="939"/>
        </pc:sldMkLst>
      </pc:sldChg>
      <pc:sldChg chg="modSp mod">
        <pc:chgData name="石井徹" userId="bd567184-c19d-4717-9194-a1e548d2dddf" providerId="ADAL" clId="{D7D537D0-A513-445F-B982-7BADD7299E9B}" dt="2025-04-11T06:58:25.964" v="113" actId="20577"/>
        <pc:sldMkLst>
          <pc:docMk/>
          <pc:sldMk cId="3230787738" sldId="940"/>
        </pc:sldMkLst>
      </pc:sldChg>
      <pc:sldChg chg="modSp mod">
        <pc:chgData name="石井徹" userId="bd567184-c19d-4717-9194-a1e548d2dddf" providerId="ADAL" clId="{D7D537D0-A513-445F-B982-7BADD7299E9B}" dt="2025-04-11T06:58:15.447" v="109" actId="20577"/>
        <pc:sldMkLst>
          <pc:docMk/>
          <pc:sldMk cId="224871382" sldId="941"/>
        </pc:sldMkLst>
      </pc:sldChg>
      <pc:sldChg chg="modSp mod">
        <pc:chgData name="石井徹" userId="bd567184-c19d-4717-9194-a1e548d2dddf" providerId="ADAL" clId="{D7D537D0-A513-445F-B982-7BADD7299E9B}" dt="2025-04-11T06:58:28.019" v="114" actId="20577"/>
        <pc:sldMkLst>
          <pc:docMk/>
          <pc:sldMk cId="1134005045" sldId="942"/>
        </pc:sldMkLst>
      </pc:sldChg>
    </pc:docChg>
  </pc:docChgLst>
  <pc:docChgLst>
    <pc:chgData name="髙浦祐朗" userId="d6d860fe-bc64-411b-9605-a16d1ba875f6" providerId="ADAL" clId="{654CBE28-D092-4B8A-9175-6F3C20D55564}"/>
    <pc:docChg chg="modSld">
      <pc:chgData name="髙浦祐朗" userId="d6d860fe-bc64-411b-9605-a16d1ba875f6" providerId="ADAL" clId="{654CBE28-D092-4B8A-9175-6F3C20D55564}" dt="2025-07-14T02:51:48.236" v="3" actId="20577"/>
      <pc:docMkLst>
        <pc:docMk/>
      </pc:docMkLst>
      <pc:sldChg chg="modSp mod">
        <pc:chgData name="髙浦祐朗" userId="d6d860fe-bc64-411b-9605-a16d1ba875f6" providerId="ADAL" clId="{654CBE28-D092-4B8A-9175-6F3C20D55564}" dt="2025-07-14T02:51:48.236" v="3" actId="20577"/>
        <pc:sldMkLst>
          <pc:docMk/>
          <pc:sldMk cId="3560606343" sldId="766"/>
        </pc:sldMkLst>
        <pc:spChg chg="mod">
          <ac:chgData name="髙浦祐朗" userId="d6d860fe-bc64-411b-9605-a16d1ba875f6" providerId="ADAL" clId="{654CBE28-D092-4B8A-9175-6F3C20D55564}" dt="2025-07-14T02:51:48.236" v="3" actId="20577"/>
          <ac:spMkLst>
            <pc:docMk/>
            <pc:sldMk cId="3560606343" sldId="766"/>
            <ac:spMk id="24" creationId="{F046CBB6-6C0F-984C-F968-061C8A1398A1}"/>
          </ac:spMkLst>
        </pc:spChg>
      </pc:sldChg>
    </pc:docChg>
  </pc:docChgLst>
  <pc:docChgLst>
    <pc:chgData name="髙浦祐朗" userId="S::masaaki.takaura@system-exe.jp::d6d860fe-bc64-411b-9605-a16d1ba875f6" providerId="AD" clId="Web-{04A60BC0-6E46-4675-9F66-2AF35A5D758F}"/>
    <pc:docChg chg="modSld">
      <pc:chgData name="髙浦祐朗" userId="S::masaaki.takaura@system-exe.jp::d6d860fe-bc64-411b-9605-a16d1ba875f6" providerId="AD" clId="Web-{04A60BC0-6E46-4675-9F66-2AF35A5D758F}" dt="2025-07-10T08:59:23.207" v="1"/>
      <pc:docMkLst>
        <pc:docMk/>
      </pc:docMkLst>
      <pc:sldChg chg="modSp">
        <pc:chgData name="髙浦祐朗" userId="S::masaaki.takaura@system-exe.jp::d6d860fe-bc64-411b-9605-a16d1ba875f6" providerId="AD" clId="Web-{04A60BC0-6E46-4675-9F66-2AF35A5D758F}" dt="2025-07-10T08:59:23.207" v="1"/>
        <pc:sldMkLst>
          <pc:docMk/>
          <pc:sldMk cId="2453405637" sldId="923"/>
        </pc:sldMkLst>
        <pc:graphicFrameChg chg="mod modGraphic">
          <ac:chgData name="髙浦祐朗" userId="S::masaaki.takaura@system-exe.jp::d6d860fe-bc64-411b-9605-a16d1ba875f6" providerId="AD" clId="Web-{04A60BC0-6E46-4675-9F66-2AF35A5D758F}" dt="2025-07-10T08:59:23.207" v="1"/>
          <ac:graphicFrameMkLst>
            <pc:docMk/>
            <pc:sldMk cId="2453405637" sldId="923"/>
            <ac:graphicFrameMk id="4" creationId="{5CE158FA-3F5E-1CBC-41ED-5D7B027AE8A6}"/>
          </ac:graphicFrameMkLst>
        </pc:graphicFrameChg>
      </pc:sldChg>
    </pc:docChg>
  </pc:docChgLst>
  <pc:docChgLst>
    <pc:chgData name="髙浦祐朗" userId="S::masaaki.takaura@system-exe.jp::d6d860fe-bc64-411b-9605-a16d1ba875f6" providerId="AD" clId="Web-{840292BF-3A67-4687-85CA-CA5EEE935E7C}"/>
    <pc:docChg chg="modSld">
      <pc:chgData name="髙浦祐朗" userId="S::masaaki.takaura@system-exe.jp::d6d860fe-bc64-411b-9605-a16d1ba875f6" providerId="AD" clId="Web-{840292BF-3A67-4687-85CA-CA5EEE935E7C}" dt="2025-07-10T08:57:54.341" v="1"/>
      <pc:docMkLst>
        <pc:docMk/>
      </pc:docMkLst>
      <pc:sldChg chg="modSp">
        <pc:chgData name="髙浦祐朗" userId="S::masaaki.takaura@system-exe.jp::d6d860fe-bc64-411b-9605-a16d1ba875f6" providerId="AD" clId="Web-{840292BF-3A67-4687-85CA-CA5EEE935E7C}" dt="2025-07-10T08:57:54.341" v="1"/>
        <pc:sldMkLst>
          <pc:docMk/>
          <pc:sldMk cId="2453405637" sldId="923"/>
        </pc:sldMkLst>
        <pc:graphicFrameChg chg="mod modGraphic">
          <ac:chgData name="髙浦祐朗" userId="S::masaaki.takaura@system-exe.jp::d6d860fe-bc64-411b-9605-a16d1ba875f6" providerId="AD" clId="Web-{840292BF-3A67-4687-85CA-CA5EEE935E7C}" dt="2025-07-10T08:57:54.341" v="1"/>
          <ac:graphicFrameMkLst>
            <pc:docMk/>
            <pc:sldMk cId="2453405637" sldId="923"/>
            <ac:graphicFrameMk id="4" creationId="{5CE158FA-3F5E-1CBC-41ED-5D7B027AE8A6}"/>
          </ac:graphicFrameMkLst>
        </pc:graphicFrameChg>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sldChg>
      <pc:sldChg chg="modSp">
        <pc:chgData name="福田一希" userId="S::kazuki.fukuda@system-exe.jp::fdfbe5ba-eec8-4756-aa2a-cf5b9de944cd" providerId="AD" clId="Web-{40F0A14A-1B3A-4DD8-A80B-19859D4D7F2B}" dt="2025-03-27T09:49:47.213" v="30" actId="1076"/>
        <pc:sldMkLst>
          <pc:docMk/>
          <pc:sldMk cId="3560606343" sldId="766"/>
        </pc:sldMkLst>
      </pc:sldChg>
    </pc:docChg>
  </pc:docChgLst>
  <pc:docChgLst>
    <pc:chgData name="伊達翔互" userId="S::syougo.date@system-exe.jp::482fa4e7-09c4-45af-9097-0faa2ac4cef8" providerId="AD" clId="Web-{A3E97641-0F0E-44CB-B8DA-82D1212A055C}"/>
    <pc:docChg chg="modSld">
      <pc:chgData name="伊達翔互" userId="S::syougo.date@system-exe.jp::482fa4e7-09c4-45af-9097-0faa2ac4cef8" providerId="AD" clId="Web-{A3E97641-0F0E-44CB-B8DA-82D1212A055C}" dt="2025-04-09T07:44:01.688" v="49"/>
      <pc:docMkLst>
        <pc:docMk/>
      </pc:docMkLst>
      <pc:sldChg chg="modSp">
        <pc:chgData name="伊達翔互" userId="S::syougo.date@system-exe.jp::482fa4e7-09c4-45af-9097-0faa2ac4cef8" providerId="AD" clId="Web-{A3E97641-0F0E-44CB-B8DA-82D1212A055C}" dt="2025-04-09T07:44:01.688" v="49"/>
        <pc:sldMkLst>
          <pc:docMk/>
          <pc:sldMk cId="1395438993" sldId="765"/>
        </pc:sldMkLst>
      </pc:sldChg>
      <pc:sldChg chg="modSp">
        <pc:chgData name="伊達翔互" userId="S::syougo.date@system-exe.jp::482fa4e7-09c4-45af-9097-0faa2ac4cef8" providerId="AD" clId="Web-{A3E97641-0F0E-44CB-B8DA-82D1212A055C}" dt="2025-04-09T07:43:26.187" v="45" actId="1076"/>
        <pc:sldMkLst>
          <pc:docMk/>
          <pc:sldMk cId="3230787738" sldId="940"/>
        </pc:sldMkLst>
      </pc:sldChg>
    </pc:docChg>
  </pc:docChgLst>
  <pc:docChgLst>
    <pc:chgData name="石井徹" userId="bd567184-c19d-4717-9194-a1e548d2dddf" providerId="ADAL" clId="{80D2CC27-B075-4F77-B462-B710EE5E22CD}"/>
    <pc:docChg chg="custSel modSld">
      <pc:chgData name="石井徹" userId="bd567184-c19d-4717-9194-a1e548d2dddf" providerId="ADAL" clId="{80D2CC27-B075-4F77-B462-B710EE5E22CD}" dt="2025-07-10T06:16:52.680" v="46" actId="20577"/>
      <pc:docMkLst>
        <pc:docMk/>
      </pc:docMkLst>
      <pc:sldChg chg="modSp mod">
        <pc:chgData name="石井徹" userId="bd567184-c19d-4717-9194-a1e548d2dddf" providerId="ADAL" clId="{80D2CC27-B075-4F77-B462-B710EE5E22CD}" dt="2025-07-10T06:15:37.244" v="13" actId="20577"/>
        <pc:sldMkLst>
          <pc:docMk/>
          <pc:sldMk cId="3201888243" sldId="714"/>
        </pc:sldMkLst>
        <pc:spChg chg="mod">
          <ac:chgData name="石井徹" userId="bd567184-c19d-4717-9194-a1e548d2dddf" providerId="ADAL" clId="{80D2CC27-B075-4F77-B462-B710EE5E22CD}" dt="2025-07-10T06:15:37.244" v="13" actId="20577"/>
          <ac:spMkLst>
            <pc:docMk/>
            <pc:sldMk cId="3201888243" sldId="714"/>
            <ac:spMk id="2" creationId="{B808C4E1-CAC4-709D-39C2-7E63198F1A78}"/>
          </ac:spMkLst>
        </pc:spChg>
      </pc:sldChg>
      <pc:sldChg chg="modSp mod">
        <pc:chgData name="石井徹" userId="bd567184-c19d-4717-9194-a1e548d2dddf" providerId="ADAL" clId="{80D2CC27-B075-4F77-B462-B710EE5E22CD}" dt="2025-07-10T06:16:29.114" v="38" actId="20577"/>
        <pc:sldMkLst>
          <pc:docMk/>
          <pc:sldMk cId="1395438993" sldId="765"/>
        </pc:sldMkLst>
        <pc:spChg chg="mod">
          <ac:chgData name="石井徹" userId="bd567184-c19d-4717-9194-a1e548d2dddf" providerId="ADAL" clId="{80D2CC27-B075-4F77-B462-B710EE5E22CD}" dt="2025-07-10T06:16:29.114" v="38" actId="20577"/>
          <ac:spMkLst>
            <pc:docMk/>
            <pc:sldMk cId="1395438993" sldId="765"/>
            <ac:spMk id="5" creationId="{D2781ADA-8500-0BAE-2B15-37819E39CA51}"/>
          </ac:spMkLst>
        </pc:spChg>
      </pc:sldChg>
      <pc:sldChg chg="modSp mod">
        <pc:chgData name="石井徹" userId="bd567184-c19d-4717-9194-a1e548d2dddf" providerId="ADAL" clId="{80D2CC27-B075-4F77-B462-B710EE5E22CD}" dt="2025-07-10T06:16:09.624" v="26" actId="20577"/>
        <pc:sldMkLst>
          <pc:docMk/>
          <pc:sldMk cId="3560606343" sldId="766"/>
        </pc:sldMkLst>
        <pc:spChg chg="mod">
          <ac:chgData name="石井徹" userId="bd567184-c19d-4717-9194-a1e548d2dddf" providerId="ADAL" clId="{80D2CC27-B075-4F77-B462-B710EE5E22CD}" dt="2025-07-10T06:16:09.624" v="26" actId="20577"/>
          <ac:spMkLst>
            <pc:docMk/>
            <pc:sldMk cId="3560606343" sldId="766"/>
            <ac:spMk id="7" creationId="{07A92D67-4F0A-B547-09D2-5372BD30739C}"/>
          </ac:spMkLst>
        </pc:spChg>
        <pc:spChg chg="mod">
          <ac:chgData name="石井徹" userId="bd567184-c19d-4717-9194-a1e548d2dddf" providerId="ADAL" clId="{80D2CC27-B075-4F77-B462-B710EE5E22CD}" dt="2025-07-10T02:31:54.020" v="7" actId="14100"/>
          <ac:spMkLst>
            <pc:docMk/>
            <pc:sldMk cId="3560606343" sldId="766"/>
            <ac:spMk id="25" creationId="{771FA389-D1D0-24BB-9310-CB88A7CD4BCA}"/>
          </ac:spMkLst>
        </pc:spChg>
        <pc:spChg chg="mod">
          <ac:chgData name="石井徹" userId="bd567184-c19d-4717-9194-a1e548d2dddf" providerId="ADAL" clId="{80D2CC27-B075-4F77-B462-B710EE5E22CD}" dt="2025-07-10T02:31:32.001" v="2" actId="14100"/>
          <ac:spMkLst>
            <pc:docMk/>
            <pc:sldMk cId="3560606343" sldId="766"/>
            <ac:spMk id="66" creationId="{74C58259-AF97-4FA9-B5B0-BC8DF789B1A6}"/>
          </ac:spMkLst>
        </pc:spChg>
        <pc:spChg chg="mod">
          <ac:chgData name="石井徹" userId="bd567184-c19d-4717-9194-a1e548d2dddf" providerId="ADAL" clId="{80D2CC27-B075-4F77-B462-B710EE5E22CD}" dt="2025-07-10T02:31:36.833" v="3" actId="14100"/>
          <ac:spMkLst>
            <pc:docMk/>
            <pc:sldMk cId="3560606343" sldId="766"/>
            <ac:spMk id="69" creationId="{C0C98577-4626-460F-9C28-155F32522D99}"/>
          </ac:spMkLst>
        </pc:spChg>
        <pc:spChg chg="mod">
          <ac:chgData name="石井徹" userId="bd567184-c19d-4717-9194-a1e548d2dddf" providerId="ADAL" clId="{80D2CC27-B075-4F77-B462-B710EE5E22CD}" dt="2025-07-10T02:31:44.247" v="5" actId="14100"/>
          <ac:spMkLst>
            <pc:docMk/>
            <pc:sldMk cId="3560606343" sldId="766"/>
            <ac:spMk id="70" creationId="{52116367-2110-4948-AAA1-62909B092BBB}"/>
          </ac:spMkLst>
        </pc:spChg>
        <pc:spChg chg="mod">
          <ac:chgData name="石井徹" userId="bd567184-c19d-4717-9194-a1e548d2dddf" providerId="ADAL" clId="{80D2CC27-B075-4F77-B462-B710EE5E22CD}" dt="2025-07-10T02:31:49.644" v="6" actId="14100"/>
          <ac:spMkLst>
            <pc:docMk/>
            <pc:sldMk cId="3560606343" sldId="766"/>
            <ac:spMk id="73" creationId="{0283739E-7F46-424B-AB9F-F899FA91C9B6}"/>
          </ac:spMkLst>
        </pc:spChg>
        <pc:spChg chg="mod">
          <ac:chgData name="石井徹" userId="bd567184-c19d-4717-9194-a1e548d2dddf" providerId="ADAL" clId="{80D2CC27-B075-4F77-B462-B710EE5E22CD}" dt="2025-07-10T06:16:04.100" v="22" actId="14100"/>
          <ac:spMkLst>
            <pc:docMk/>
            <pc:sldMk cId="3560606343" sldId="766"/>
            <ac:spMk id="82" creationId="{EBE9E32B-F777-404A-9C9F-836B66600CE7}"/>
          </ac:spMkLst>
        </pc:spChg>
      </pc:sldChg>
      <pc:sldChg chg="modSp mod">
        <pc:chgData name="石井徹" userId="bd567184-c19d-4717-9194-a1e548d2dddf" providerId="ADAL" clId="{80D2CC27-B075-4F77-B462-B710EE5E22CD}" dt="2025-07-10T06:16:52.680" v="46" actId="20577"/>
        <pc:sldMkLst>
          <pc:docMk/>
          <pc:sldMk cId="2410374903" sldId="767"/>
        </pc:sldMkLst>
        <pc:spChg chg="mod">
          <ac:chgData name="石井徹" userId="bd567184-c19d-4717-9194-a1e548d2dddf" providerId="ADAL" clId="{80D2CC27-B075-4F77-B462-B710EE5E22CD}" dt="2025-07-10T06:16:52.680" v="46" actId="20577"/>
          <ac:spMkLst>
            <pc:docMk/>
            <pc:sldMk cId="2410374903" sldId="767"/>
            <ac:spMk id="6" creationId="{8640E069-3293-AEF9-7E9C-B6104BAA7676}"/>
          </ac:spMkLst>
        </pc:spChg>
      </pc:sldChg>
      <pc:sldChg chg="modSp mod">
        <pc:chgData name="石井徹" userId="bd567184-c19d-4717-9194-a1e548d2dddf" providerId="ADAL" clId="{80D2CC27-B075-4F77-B462-B710EE5E22CD}" dt="2025-07-10T06:16:47.425" v="44" actId="20577"/>
        <pc:sldMkLst>
          <pc:docMk/>
          <pc:sldMk cId="2453405637" sldId="923"/>
        </pc:sldMkLst>
        <pc:spChg chg="mod">
          <ac:chgData name="石井徹" userId="bd567184-c19d-4717-9194-a1e548d2dddf" providerId="ADAL" clId="{80D2CC27-B075-4F77-B462-B710EE5E22CD}" dt="2025-07-10T06:16:47.425" v="44" actId="20577"/>
          <ac:spMkLst>
            <pc:docMk/>
            <pc:sldMk cId="2453405637" sldId="923"/>
            <ac:spMk id="5" creationId="{4603A548-F2AF-2C98-E435-7AC80BA0AC52}"/>
          </ac:spMkLst>
        </pc:spChg>
      </pc:sldChg>
      <pc:sldChg chg="modSp mod">
        <pc:chgData name="石井徹" userId="bd567184-c19d-4717-9194-a1e548d2dddf" providerId="ADAL" clId="{80D2CC27-B075-4F77-B462-B710EE5E22CD}" dt="2025-07-10T06:15:54.996" v="21" actId="20577"/>
        <pc:sldMkLst>
          <pc:docMk/>
          <pc:sldMk cId="286748565" sldId="927"/>
        </pc:sldMkLst>
        <pc:spChg chg="mod">
          <ac:chgData name="石井徹" userId="bd567184-c19d-4717-9194-a1e548d2dddf" providerId="ADAL" clId="{80D2CC27-B075-4F77-B462-B710EE5E22CD}" dt="2025-07-10T06:15:54.996" v="21" actId="20577"/>
          <ac:spMkLst>
            <pc:docMk/>
            <pc:sldMk cId="286748565" sldId="927"/>
            <ac:spMk id="3" creationId="{00000000-0000-0000-0000-000000000000}"/>
          </ac:spMkLst>
        </pc:spChg>
      </pc:sldChg>
      <pc:sldChg chg="modSp mod">
        <pc:chgData name="石井徹" userId="bd567184-c19d-4717-9194-a1e548d2dddf" providerId="ADAL" clId="{80D2CC27-B075-4F77-B462-B710EE5E22CD}" dt="2025-07-10T06:16:17.133" v="30" actId="20577"/>
        <pc:sldMkLst>
          <pc:docMk/>
          <pc:sldMk cId="2399073518" sldId="929"/>
        </pc:sldMkLst>
        <pc:spChg chg="mod">
          <ac:chgData name="石井徹" userId="bd567184-c19d-4717-9194-a1e548d2dddf" providerId="ADAL" clId="{80D2CC27-B075-4F77-B462-B710EE5E22CD}" dt="2025-07-10T06:16:17.133" v="30" actId="20577"/>
          <ac:spMkLst>
            <pc:docMk/>
            <pc:sldMk cId="2399073518" sldId="929"/>
            <ac:spMk id="3" creationId="{00000000-0000-0000-0000-000000000000}"/>
          </ac:spMkLst>
        </pc:spChg>
      </pc:sldChg>
      <pc:sldChg chg="modSp mod">
        <pc:chgData name="石井徹" userId="bd567184-c19d-4717-9194-a1e548d2dddf" providerId="ADAL" clId="{80D2CC27-B075-4F77-B462-B710EE5E22CD}" dt="2025-07-10T06:15:44.704" v="17" actId="20577"/>
        <pc:sldMkLst>
          <pc:docMk/>
          <pc:sldMk cId="792472682" sldId="934"/>
        </pc:sldMkLst>
        <pc:spChg chg="mod">
          <ac:chgData name="石井徹" userId="bd567184-c19d-4717-9194-a1e548d2dddf" providerId="ADAL" clId="{80D2CC27-B075-4F77-B462-B710EE5E22CD}" dt="2025-07-10T06:15:44.704" v="17" actId="20577"/>
          <ac:spMkLst>
            <pc:docMk/>
            <pc:sldMk cId="792472682" sldId="934"/>
            <ac:spMk id="12" creationId="{FB9395C0-3B33-2DF1-D93D-2AF5019AB575}"/>
          </ac:spMkLst>
        </pc:spChg>
      </pc:sldChg>
      <pc:sldChg chg="modSp mod">
        <pc:chgData name="石井徹" userId="bd567184-c19d-4717-9194-a1e548d2dddf" providerId="ADAL" clId="{80D2CC27-B075-4F77-B462-B710EE5E22CD}" dt="2025-07-10T06:16:23.822" v="34" actId="20577"/>
        <pc:sldMkLst>
          <pc:docMk/>
          <pc:sldMk cId="3230787738" sldId="940"/>
        </pc:sldMkLst>
        <pc:spChg chg="mod">
          <ac:chgData name="石井徹" userId="bd567184-c19d-4717-9194-a1e548d2dddf" providerId="ADAL" clId="{80D2CC27-B075-4F77-B462-B710EE5E22CD}" dt="2025-07-10T06:16:23.822" v="34" actId="20577"/>
          <ac:spMkLst>
            <pc:docMk/>
            <pc:sldMk cId="3230787738" sldId="940"/>
            <ac:spMk id="5" creationId="{D2781ADA-8500-0BAE-2B15-37819E39CA51}"/>
          </ac:spMkLst>
        </pc:spChg>
      </pc:sldChg>
      <pc:sldChg chg="modSp mod">
        <pc:chgData name="石井徹" userId="bd567184-c19d-4717-9194-a1e548d2dddf" providerId="ADAL" clId="{80D2CC27-B075-4F77-B462-B710EE5E22CD}" dt="2025-07-10T06:16:36.014" v="42" actId="20577"/>
        <pc:sldMkLst>
          <pc:docMk/>
          <pc:sldMk cId="1134005045" sldId="942"/>
        </pc:sldMkLst>
        <pc:spChg chg="mod">
          <ac:chgData name="石井徹" userId="bd567184-c19d-4717-9194-a1e548d2dddf" providerId="ADAL" clId="{80D2CC27-B075-4F77-B462-B710EE5E22CD}" dt="2025-07-10T06:16:36.014" v="42" actId="20577"/>
          <ac:spMkLst>
            <pc:docMk/>
            <pc:sldMk cId="1134005045" sldId="942"/>
            <ac:spMk id="5" creationId="{C6E4EA66-FF2A-1845-AD4F-F560C4359FDE}"/>
          </ac:spMkLst>
        </pc:spChg>
      </pc:sldChg>
    </pc:docChg>
  </pc:docChgLst>
  <pc:docChgLst>
    <pc:chgData name="野村康二" userId="S::kouji.nomura@system-exe.jp::acaa808a-f809-4ef9-8028-a2ce14b82415" providerId="AD" clId="Web-{8545228B-490A-E311-D8A0-009DA13C96EB}"/>
    <pc:docChg chg="modSld">
      <pc:chgData name="野村康二" userId="S::kouji.nomura@system-exe.jp::acaa808a-f809-4ef9-8028-a2ce14b82415" providerId="AD" clId="Web-{8545228B-490A-E311-D8A0-009DA13C96EB}" dt="2025-04-11T05:46:33.231" v="52" actId="20577"/>
      <pc:docMkLst>
        <pc:docMk/>
      </pc:docMkLst>
      <pc:sldChg chg="modSp">
        <pc:chgData name="野村康二" userId="S::kouji.nomura@system-exe.jp::acaa808a-f809-4ef9-8028-a2ce14b82415" providerId="AD" clId="Web-{8545228B-490A-E311-D8A0-009DA13C96EB}" dt="2025-04-11T05:46:33.231" v="52" actId="20577"/>
        <pc:sldMkLst>
          <pc:docMk/>
          <pc:sldMk cId="2410374903" sldId="767"/>
        </pc:sldMkLst>
      </pc:sldChg>
      <pc:sldChg chg="modSp">
        <pc:chgData name="野村康二" userId="S::kouji.nomura@system-exe.jp::acaa808a-f809-4ef9-8028-a2ce14b82415" providerId="AD" clId="Web-{8545228B-490A-E311-D8A0-009DA13C96EB}" dt="2025-04-11T05:31:57.505" v="8"/>
        <pc:sldMkLst>
          <pc:docMk/>
          <pc:sldMk cId="286748565" sldId="927"/>
        </pc:sldMkLst>
      </pc:sldChg>
    </pc:docChg>
  </pc:docChgLst>
  <pc:docChgLst>
    <pc:chgData name="石井徹" userId="bd567184-c19d-4717-9194-a1e548d2dddf" providerId="ADAL" clId="{A6E109B0-45E6-40CB-804F-26263FA2468D}"/>
    <pc:docChg chg="undo custSel modSld">
      <pc:chgData name="石井徹" userId="bd567184-c19d-4717-9194-a1e548d2dddf" providerId="ADAL" clId="{A6E109B0-45E6-40CB-804F-26263FA2468D}" dt="2025-06-11T04:44:13.616" v="848" actId="20577"/>
      <pc:docMkLst>
        <pc:docMk/>
      </pc:docMkLst>
      <pc:sldChg chg="modSp mod">
        <pc:chgData name="石井徹" userId="bd567184-c19d-4717-9194-a1e548d2dddf" providerId="ADAL" clId="{A6E109B0-45E6-40CB-804F-26263FA2468D}" dt="2025-06-11T04:30:20.005" v="392" actId="20577"/>
        <pc:sldMkLst>
          <pc:docMk/>
          <pc:sldMk cId="1395438993" sldId="765"/>
        </pc:sldMkLst>
        <pc:spChg chg="mod">
          <ac:chgData name="石井徹" userId="bd567184-c19d-4717-9194-a1e548d2dddf" providerId="ADAL" clId="{A6E109B0-45E6-40CB-804F-26263FA2468D}" dt="2025-06-11T04:29:43.997" v="372" actId="20577"/>
          <ac:spMkLst>
            <pc:docMk/>
            <pc:sldMk cId="1395438993" sldId="765"/>
            <ac:spMk id="5" creationId="{D2781ADA-8500-0BAE-2B15-37819E39CA51}"/>
          </ac:spMkLst>
        </pc:spChg>
      </pc:sldChg>
      <pc:sldChg chg="addSp delSp modSp mod">
        <pc:chgData name="石井徹" userId="bd567184-c19d-4717-9194-a1e548d2dddf" providerId="ADAL" clId="{A6E109B0-45E6-40CB-804F-26263FA2468D}" dt="2025-06-11T04:41:34.061" v="760" actId="14100"/>
        <pc:sldMkLst>
          <pc:docMk/>
          <pc:sldMk cId="3560606343" sldId="766"/>
        </pc:sldMkLst>
        <pc:spChg chg="mod">
          <ac:chgData name="石井徹" userId="bd567184-c19d-4717-9194-a1e548d2dddf" providerId="ADAL" clId="{A6E109B0-45E6-40CB-804F-26263FA2468D}" dt="2025-06-11T03:58:10.547" v="111" actId="14100"/>
          <ac:spMkLst>
            <pc:docMk/>
            <pc:sldMk cId="3560606343" sldId="766"/>
            <ac:spMk id="3" creationId="{AF8A347B-628C-F969-7577-C80ACEACF986}"/>
          </ac:spMkLst>
        </pc:spChg>
        <pc:spChg chg="mod">
          <ac:chgData name="石井徹" userId="bd567184-c19d-4717-9194-a1e548d2dddf" providerId="ADAL" clId="{A6E109B0-45E6-40CB-804F-26263FA2468D}" dt="2025-06-11T03:57:13.516" v="67" actId="1036"/>
          <ac:spMkLst>
            <pc:docMk/>
            <pc:sldMk cId="3560606343" sldId="766"/>
            <ac:spMk id="4" creationId="{BBB2E929-38FA-CD74-16BC-7AB53931C78A}"/>
          </ac:spMkLst>
        </pc:spChg>
        <pc:spChg chg="mod">
          <ac:chgData name="石井徹" userId="bd567184-c19d-4717-9194-a1e548d2dddf" providerId="ADAL" clId="{A6E109B0-45E6-40CB-804F-26263FA2468D}" dt="2025-06-11T03:57:13.516" v="67" actId="1036"/>
          <ac:spMkLst>
            <pc:docMk/>
            <pc:sldMk cId="3560606343" sldId="766"/>
            <ac:spMk id="5" creationId="{A46D36D2-65E5-D5A3-2501-9B26B55D7DFA}"/>
          </ac:spMkLst>
        </pc:spChg>
        <pc:spChg chg="mod">
          <ac:chgData name="石井徹" userId="bd567184-c19d-4717-9194-a1e548d2dddf" providerId="ADAL" clId="{A6E109B0-45E6-40CB-804F-26263FA2468D}" dt="2025-06-11T04:29:23.091" v="359" actId="20577"/>
          <ac:spMkLst>
            <pc:docMk/>
            <pc:sldMk cId="3560606343" sldId="766"/>
            <ac:spMk id="7" creationId="{07A92D67-4F0A-B547-09D2-5372BD30739C}"/>
          </ac:spMkLst>
        </pc:spChg>
        <pc:spChg chg="mod">
          <ac:chgData name="石井徹" userId="bd567184-c19d-4717-9194-a1e548d2dddf" providerId="ADAL" clId="{A6E109B0-45E6-40CB-804F-26263FA2468D}" dt="2025-06-11T03:57:13.516" v="67" actId="1036"/>
          <ac:spMkLst>
            <pc:docMk/>
            <pc:sldMk cId="3560606343" sldId="766"/>
            <ac:spMk id="9" creationId="{6D94B978-DE8C-05CC-5B98-C943643A0BFF}"/>
          </ac:spMkLst>
        </pc:spChg>
        <pc:spChg chg="mod">
          <ac:chgData name="石井徹" userId="bd567184-c19d-4717-9194-a1e548d2dddf" providerId="ADAL" clId="{A6E109B0-45E6-40CB-804F-26263FA2468D}" dt="2025-06-11T04:25:05.198" v="205" actId="1076"/>
          <ac:spMkLst>
            <pc:docMk/>
            <pc:sldMk cId="3560606343" sldId="766"/>
            <ac:spMk id="10" creationId="{916452E6-D222-3049-1E3B-3D45A9B14CAC}"/>
          </ac:spMkLst>
        </pc:spChg>
        <pc:spChg chg="mod">
          <ac:chgData name="石井徹" userId="bd567184-c19d-4717-9194-a1e548d2dddf" providerId="ADAL" clId="{A6E109B0-45E6-40CB-804F-26263FA2468D}" dt="2025-06-11T04:41:30.305" v="759" actId="14100"/>
          <ac:spMkLst>
            <pc:docMk/>
            <pc:sldMk cId="3560606343" sldId="766"/>
            <ac:spMk id="12" creationId="{89D44248-7E62-420A-ABC1-1DB250A810A3}"/>
          </ac:spMkLst>
        </pc:spChg>
        <pc:spChg chg="add mod">
          <ac:chgData name="石井徹" userId="bd567184-c19d-4717-9194-a1e548d2dddf" providerId="ADAL" clId="{A6E109B0-45E6-40CB-804F-26263FA2468D}" dt="2025-06-11T04:41:27.260" v="758" actId="1076"/>
          <ac:spMkLst>
            <pc:docMk/>
            <pc:sldMk cId="3560606343" sldId="766"/>
            <ac:spMk id="18" creationId="{7D8758E2-AF41-662C-8D51-9724F1F91AC4}"/>
          </ac:spMkLst>
        </pc:spChg>
        <pc:spChg chg="add mod">
          <ac:chgData name="石井徹" userId="bd567184-c19d-4717-9194-a1e548d2dddf" providerId="ADAL" clId="{A6E109B0-45E6-40CB-804F-26263FA2468D}" dt="2025-06-11T04:26:02.409" v="212" actId="1037"/>
          <ac:spMkLst>
            <pc:docMk/>
            <pc:sldMk cId="3560606343" sldId="766"/>
            <ac:spMk id="20" creationId="{3D77E4B4-4D4E-36F7-3776-E8AC78B93A11}"/>
          </ac:spMkLst>
        </pc:spChg>
        <pc:spChg chg="mod">
          <ac:chgData name="石井徹" userId="bd567184-c19d-4717-9194-a1e548d2dddf" providerId="ADAL" clId="{A6E109B0-45E6-40CB-804F-26263FA2468D}" dt="2025-06-11T03:58:56.027" v="137" actId="14100"/>
          <ac:spMkLst>
            <pc:docMk/>
            <pc:sldMk cId="3560606343" sldId="766"/>
            <ac:spMk id="21" creationId="{59038B22-3B66-CD3E-AF5C-C94C0B8AF7C4}"/>
          </ac:spMkLst>
        </pc:spChg>
        <pc:spChg chg="mod">
          <ac:chgData name="石井徹" userId="bd567184-c19d-4717-9194-a1e548d2dddf" providerId="ADAL" clId="{A6E109B0-45E6-40CB-804F-26263FA2468D}" dt="2025-06-11T04:25:54.863" v="209" actId="1076"/>
          <ac:spMkLst>
            <pc:docMk/>
            <pc:sldMk cId="3560606343" sldId="766"/>
            <ac:spMk id="24" creationId="{F046CBB6-6C0F-984C-F968-061C8A1398A1}"/>
          </ac:spMkLst>
        </pc:spChg>
        <pc:spChg chg="add mod">
          <ac:chgData name="石井徹" userId="bd567184-c19d-4717-9194-a1e548d2dddf" providerId="ADAL" clId="{A6E109B0-45E6-40CB-804F-26263FA2468D}" dt="2025-06-11T04:37:13.195" v="743" actId="20577"/>
          <ac:spMkLst>
            <pc:docMk/>
            <pc:sldMk cId="3560606343" sldId="766"/>
            <ac:spMk id="25" creationId="{771FA389-D1D0-24BB-9310-CB88A7CD4BCA}"/>
          </ac:spMkLst>
        </pc:spChg>
        <pc:spChg chg="mod">
          <ac:chgData name="石井徹" userId="bd567184-c19d-4717-9194-a1e548d2dddf" providerId="ADAL" clId="{A6E109B0-45E6-40CB-804F-26263FA2468D}" dt="2025-06-11T03:58:56.027" v="137" actId="14100"/>
          <ac:spMkLst>
            <pc:docMk/>
            <pc:sldMk cId="3560606343" sldId="766"/>
            <ac:spMk id="44" creationId="{F552483D-B47E-4672-AAB8-B1378D36B674}"/>
          </ac:spMkLst>
        </pc:spChg>
        <pc:spChg chg="mod">
          <ac:chgData name="石井徹" userId="bd567184-c19d-4717-9194-a1e548d2dddf" providerId="ADAL" clId="{A6E109B0-45E6-40CB-804F-26263FA2468D}" dt="2025-06-11T03:58:56.027" v="137" actId="14100"/>
          <ac:spMkLst>
            <pc:docMk/>
            <pc:sldMk cId="3560606343" sldId="766"/>
            <ac:spMk id="57" creationId="{20A49EAF-2CE6-4079-B03C-1C577E857A47}"/>
          </ac:spMkLst>
        </pc:spChg>
        <pc:spChg chg="mod">
          <ac:chgData name="石井徹" userId="bd567184-c19d-4717-9194-a1e548d2dddf" providerId="ADAL" clId="{A6E109B0-45E6-40CB-804F-26263FA2468D}" dt="2025-06-11T04:41:34.061" v="760" actId="14100"/>
          <ac:spMkLst>
            <pc:docMk/>
            <pc:sldMk cId="3560606343" sldId="766"/>
            <ac:spMk id="58" creationId="{53C1D3EB-1F37-4250-9882-86110A337799}"/>
          </ac:spMkLst>
        </pc:spChg>
        <pc:spChg chg="mod">
          <ac:chgData name="石井徹" userId="bd567184-c19d-4717-9194-a1e548d2dddf" providerId="ADAL" clId="{A6E109B0-45E6-40CB-804F-26263FA2468D}" dt="2025-06-11T04:25:05.198" v="205" actId="1076"/>
          <ac:spMkLst>
            <pc:docMk/>
            <pc:sldMk cId="3560606343" sldId="766"/>
            <ac:spMk id="59" creationId="{FCD1745A-C278-46D2-B2DC-36F7293FBDF5}"/>
          </ac:spMkLst>
        </pc:spChg>
        <pc:spChg chg="mod">
          <ac:chgData name="石井徹" userId="bd567184-c19d-4717-9194-a1e548d2dddf" providerId="ADAL" clId="{A6E109B0-45E6-40CB-804F-26263FA2468D}" dt="2025-06-11T03:58:01.747" v="109" actId="1036"/>
          <ac:spMkLst>
            <pc:docMk/>
            <pc:sldMk cId="3560606343" sldId="766"/>
            <ac:spMk id="65" creationId="{BD30EF20-DD76-491C-9C1C-049E43A5F98D}"/>
          </ac:spMkLst>
        </pc:spChg>
        <pc:spChg chg="mod">
          <ac:chgData name="石井徹" userId="bd567184-c19d-4717-9194-a1e548d2dddf" providerId="ADAL" clId="{A6E109B0-45E6-40CB-804F-26263FA2468D}" dt="2025-06-11T03:58:01.747" v="109" actId="1036"/>
          <ac:spMkLst>
            <pc:docMk/>
            <pc:sldMk cId="3560606343" sldId="766"/>
            <ac:spMk id="66" creationId="{74C58259-AF97-4FA9-B5B0-BC8DF789B1A6}"/>
          </ac:spMkLst>
        </pc:spChg>
        <pc:spChg chg="mod">
          <ac:chgData name="石井徹" userId="bd567184-c19d-4717-9194-a1e548d2dddf" providerId="ADAL" clId="{A6E109B0-45E6-40CB-804F-26263FA2468D}" dt="2025-06-11T03:58:06.675" v="110" actId="14100"/>
          <ac:spMkLst>
            <pc:docMk/>
            <pc:sldMk cId="3560606343" sldId="766"/>
            <ac:spMk id="67" creationId="{FB4B8F02-AA39-4C5D-8827-E7D0659C0BA0}"/>
          </ac:spMkLst>
        </pc:spChg>
        <pc:spChg chg="mod">
          <ac:chgData name="石井徹" userId="bd567184-c19d-4717-9194-a1e548d2dddf" providerId="ADAL" clId="{A6E109B0-45E6-40CB-804F-26263FA2468D}" dt="2025-06-11T03:58:01.747" v="109" actId="1036"/>
          <ac:spMkLst>
            <pc:docMk/>
            <pc:sldMk cId="3560606343" sldId="766"/>
            <ac:spMk id="68" creationId="{2CE90EF2-5134-4007-AE59-A4B3F0074D91}"/>
          </ac:spMkLst>
        </pc:spChg>
        <pc:spChg chg="mod">
          <ac:chgData name="石井徹" userId="bd567184-c19d-4717-9194-a1e548d2dddf" providerId="ADAL" clId="{A6E109B0-45E6-40CB-804F-26263FA2468D}" dt="2025-06-11T04:26:29.300" v="235" actId="20577"/>
          <ac:spMkLst>
            <pc:docMk/>
            <pc:sldMk cId="3560606343" sldId="766"/>
            <ac:spMk id="69" creationId="{C0C98577-4626-460F-9C28-155F32522D99}"/>
          </ac:spMkLst>
        </pc:spChg>
        <pc:spChg chg="mod">
          <ac:chgData name="石井徹" userId="bd567184-c19d-4717-9194-a1e548d2dddf" providerId="ADAL" clId="{A6E109B0-45E6-40CB-804F-26263FA2468D}" dt="2025-06-11T04:25:05.198" v="205" actId="1076"/>
          <ac:spMkLst>
            <pc:docMk/>
            <pc:sldMk cId="3560606343" sldId="766"/>
            <ac:spMk id="70" creationId="{52116367-2110-4948-AAA1-62909B092BBB}"/>
          </ac:spMkLst>
        </pc:spChg>
        <pc:spChg chg="mod">
          <ac:chgData name="石井徹" userId="bd567184-c19d-4717-9194-a1e548d2dddf" providerId="ADAL" clId="{A6E109B0-45E6-40CB-804F-26263FA2468D}" dt="2025-06-11T03:57:54.219" v="95" actId="1036"/>
          <ac:spMkLst>
            <pc:docMk/>
            <pc:sldMk cId="3560606343" sldId="766"/>
            <ac:spMk id="72" creationId="{09357D66-5058-4207-AEC0-24B9E75E37E2}"/>
          </ac:spMkLst>
        </pc:spChg>
        <pc:spChg chg="mod">
          <ac:chgData name="石井徹" userId="bd567184-c19d-4717-9194-a1e548d2dddf" providerId="ADAL" clId="{A6E109B0-45E6-40CB-804F-26263FA2468D}" dt="2025-06-11T04:26:33.166" v="236"/>
          <ac:spMkLst>
            <pc:docMk/>
            <pc:sldMk cId="3560606343" sldId="766"/>
            <ac:spMk id="73" creationId="{0283739E-7F46-424B-AB9F-F899FA91C9B6}"/>
          </ac:spMkLst>
        </pc:spChg>
        <pc:spChg chg="mod">
          <ac:chgData name="石井徹" userId="bd567184-c19d-4717-9194-a1e548d2dddf" providerId="ADAL" clId="{A6E109B0-45E6-40CB-804F-26263FA2468D}" dt="2025-06-11T04:25:05.198" v="205" actId="1076"/>
          <ac:spMkLst>
            <pc:docMk/>
            <pc:sldMk cId="3560606343" sldId="766"/>
            <ac:spMk id="74" creationId="{DEBFAD92-E2F7-40B7-B71B-42C1A806A3F6}"/>
          </ac:spMkLst>
        </pc:spChg>
        <pc:spChg chg="mod">
          <ac:chgData name="石井徹" userId="bd567184-c19d-4717-9194-a1e548d2dddf" providerId="ADAL" clId="{A6E109B0-45E6-40CB-804F-26263FA2468D}" dt="2025-06-11T03:57:43.334" v="87" actId="1036"/>
          <ac:spMkLst>
            <pc:docMk/>
            <pc:sldMk cId="3560606343" sldId="766"/>
            <ac:spMk id="75" creationId="{66FD0A79-9EFA-4C20-ABE4-47DC4CFF7BBF}"/>
          </ac:spMkLst>
        </pc:spChg>
        <pc:spChg chg="mod">
          <ac:chgData name="石井徹" userId="bd567184-c19d-4717-9194-a1e548d2dddf" providerId="ADAL" clId="{A6E109B0-45E6-40CB-804F-26263FA2468D}" dt="2025-06-11T03:57:43.334" v="87" actId="1036"/>
          <ac:spMkLst>
            <pc:docMk/>
            <pc:sldMk cId="3560606343" sldId="766"/>
            <ac:spMk id="76" creationId="{04F4E6CD-7E9D-4D41-9D27-AE1F41C5CE8E}"/>
          </ac:spMkLst>
        </pc:spChg>
        <pc:spChg chg="mod">
          <ac:chgData name="石井徹" userId="bd567184-c19d-4717-9194-a1e548d2dddf" providerId="ADAL" clId="{A6E109B0-45E6-40CB-804F-26263FA2468D}" dt="2025-06-11T04:26:37.514" v="238"/>
          <ac:spMkLst>
            <pc:docMk/>
            <pc:sldMk cId="3560606343" sldId="766"/>
            <ac:spMk id="81" creationId="{B9D6D4CA-DEE1-480C-A4C9-2D1E3963CDD9}"/>
          </ac:spMkLst>
        </pc:spChg>
        <pc:spChg chg="mod">
          <ac:chgData name="石井徹" userId="bd567184-c19d-4717-9194-a1e548d2dddf" providerId="ADAL" clId="{A6E109B0-45E6-40CB-804F-26263FA2468D}" dt="2025-06-11T03:57:13.516" v="67" actId="1036"/>
          <ac:spMkLst>
            <pc:docMk/>
            <pc:sldMk cId="3560606343" sldId="766"/>
            <ac:spMk id="82" creationId="{EBE9E32B-F777-404A-9C9F-836B66600CE7}"/>
          </ac:spMkLst>
        </pc:spChg>
        <pc:graphicFrameChg chg="mod modGraphic">
          <ac:chgData name="石井徹" userId="bd567184-c19d-4717-9194-a1e548d2dddf" providerId="ADAL" clId="{A6E109B0-45E6-40CB-804F-26263FA2468D}" dt="2025-06-11T04:01:30.036" v="176" actId="14100"/>
          <ac:graphicFrameMkLst>
            <pc:docMk/>
            <pc:sldMk cId="3560606343" sldId="766"/>
            <ac:graphicFrameMk id="6" creationId="{1B9651D0-1C8B-452E-8B2F-91E497A82D84}"/>
          </ac:graphicFrameMkLst>
        </pc:graphicFrameChg>
      </pc:sldChg>
      <pc:sldChg chg="modSp mod">
        <pc:chgData name="石井徹" userId="bd567184-c19d-4717-9194-a1e548d2dddf" providerId="ADAL" clId="{A6E109B0-45E6-40CB-804F-26263FA2468D}" dt="2025-06-11T04:29:17.526" v="355" actId="20577"/>
        <pc:sldMkLst>
          <pc:docMk/>
          <pc:sldMk cId="286748565" sldId="927"/>
        </pc:sldMkLst>
        <pc:spChg chg="mod">
          <ac:chgData name="石井徹" userId="bd567184-c19d-4717-9194-a1e548d2dddf" providerId="ADAL" clId="{A6E109B0-45E6-40CB-804F-26263FA2468D}" dt="2025-06-11T04:29:17.526" v="355" actId="20577"/>
          <ac:spMkLst>
            <pc:docMk/>
            <pc:sldMk cId="286748565" sldId="927"/>
            <ac:spMk id="3" creationId="{00000000-0000-0000-0000-000000000000}"/>
          </ac:spMkLst>
        </pc:spChg>
      </pc:sldChg>
      <pc:sldChg chg="modSp mod">
        <pc:chgData name="石井徹" userId="bd567184-c19d-4717-9194-a1e548d2dddf" providerId="ADAL" clId="{A6E109B0-45E6-40CB-804F-26263FA2468D}" dt="2025-06-11T04:29:28.801" v="363" actId="20577"/>
        <pc:sldMkLst>
          <pc:docMk/>
          <pc:sldMk cId="2399073518" sldId="929"/>
        </pc:sldMkLst>
        <pc:spChg chg="mod">
          <ac:chgData name="石井徹" userId="bd567184-c19d-4717-9194-a1e548d2dddf" providerId="ADAL" clId="{A6E109B0-45E6-40CB-804F-26263FA2468D}" dt="2025-06-11T04:29:28.801" v="363" actId="20577"/>
          <ac:spMkLst>
            <pc:docMk/>
            <pc:sldMk cId="2399073518" sldId="929"/>
            <ac:spMk id="3" creationId="{00000000-0000-0000-0000-000000000000}"/>
          </ac:spMkLst>
        </pc:spChg>
      </pc:sldChg>
      <pc:sldChg chg="addSp modSp mod">
        <pc:chgData name="石井徹" userId="bd567184-c19d-4717-9194-a1e548d2dddf" providerId="ADAL" clId="{A6E109B0-45E6-40CB-804F-26263FA2468D}" dt="2025-06-11T04:38:03.531" v="755" actId="1076"/>
        <pc:sldMkLst>
          <pc:docMk/>
          <pc:sldMk cId="792472682" sldId="934"/>
        </pc:sldMkLst>
        <pc:spChg chg="mod">
          <ac:chgData name="石井徹" userId="bd567184-c19d-4717-9194-a1e548d2dddf" providerId="ADAL" clId="{A6E109B0-45E6-40CB-804F-26263FA2468D}" dt="2025-06-11T04:29:03.466" v="347" actId="20577"/>
          <ac:spMkLst>
            <pc:docMk/>
            <pc:sldMk cId="792472682" sldId="934"/>
            <ac:spMk id="12" creationId="{FB9395C0-3B33-2DF1-D93D-2AF5019AB575}"/>
          </ac:spMkLst>
        </pc:spChg>
        <pc:spChg chg="mod">
          <ac:chgData name="石井徹" userId="bd567184-c19d-4717-9194-a1e548d2dddf" providerId="ADAL" clId="{A6E109B0-45E6-40CB-804F-26263FA2468D}" dt="2025-06-11T04:38:03.531" v="755" actId="1076"/>
          <ac:spMkLst>
            <pc:docMk/>
            <pc:sldMk cId="792472682" sldId="934"/>
            <ac:spMk id="13" creationId="{B8B3A81D-32E4-C28F-0D4C-EB7D2165E764}"/>
          </ac:spMkLst>
        </pc:spChg>
      </pc:sldChg>
      <pc:sldChg chg="modSp mod">
        <pc:chgData name="石井徹" userId="bd567184-c19d-4717-9194-a1e548d2dddf" providerId="ADAL" clId="{A6E109B0-45E6-40CB-804F-26263FA2468D}" dt="2025-06-11T04:29:34.212" v="367" actId="20577"/>
        <pc:sldMkLst>
          <pc:docMk/>
          <pc:sldMk cId="3230787738" sldId="940"/>
        </pc:sldMkLst>
        <pc:spChg chg="mod">
          <ac:chgData name="石井徹" userId="bd567184-c19d-4717-9194-a1e548d2dddf" providerId="ADAL" clId="{A6E109B0-45E6-40CB-804F-26263FA2468D}" dt="2025-06-11T04:29:34.212" v="367" actId="20577"/>
          <ac:spMkLst>
            <pc:docMk/>
            <pc:sldMk cId="3230787738" sldId="940"/>
            <ac:spMk id="5" creationId="{D2781ADA-8500-0BAE-2B15-37819E39CA51}"/>
          </ac:spMkLst>
        </pc:spChg>
      </pc:sldChg>
      <pc:sldChg chg="modSp mod">
        <pc:chgData name="石井徹" userId="bd567184-c19d-4717-9194-a1e548d2dddf" providerId="ADAL" clId="{A6E109B0-45E6-40CB-804F-26263FA2468D}" dt="2025-06-11T04:37:28.262" v="752"/>
        <pc:sldMkLst>
          <pc:docMk/>
          <pc:sldMk cId="224871382" sldId="941"/>
        </pc:sldMkLst>
        <pc:spChg chg="mod">
          <ac:chgData name="石井徹" userId="bd567184-c19d-4717-9194-a1e548d2dddf" providerId="ADAL" clId="{A6E109B0-45E6-40CB-804F-26263FA2468D}" dt="2025-06-11T04:37:20.805" v="750" actId="20577"/>
          <ac:spMkLst>
            <pc:docMk/>
            <pc:sldMk cId="224871382" sldId="941"/>
            <ac:spMk id="8" creationId="{162DDAB1-30FB-5862-5085-9D9053E925EE}"/>
          </ac:spMkLst>
        </pc:spChg>
        <pc:spChg chg="mod">
          <ac:chgData name="石井徹" userId="bd567184-c19d-4717-9194-a1e548d2dddf" providerId="ADAL" clId="{A6E109B0-45E6-40CB-804F-26263FA2468D}" dt="2025-06-11T04:37:26.075" v="751"/>
          <ac:spMkLst>
            <pc:docMk/>
            <pc:sldMk cId="224871382" sldId="941"/>
            <ac:spMk id="9" creationId="{35BD16FA-C34E-0106-FC6A-726BC01E8BC4}"/>
          </ac:spMkLst>
        </pc:spChg>
        <pc:spChg chg="mod">
          <ac:chgData name="石井徹" userId="bd567184-c19d-4717-9194-a1e548d2dddf" providerId="ADAL" clId="{A6E109B0-45E6-40CB-804F-26263FA2468D}" dt="2025-06-11T04:37:28.262" v="752"/>
          <ac:spMkLst>
            <pc:docMk/>
            <pc:sldMk cId="224871382" sldId="941"/>
            <ac:spMk id="10" creationId="{DCAC9ACA-5423-B0AC-DE23-A6460180AF1D}"/>
          </ac:spMkLst>
        </pc:spChg>
        <pc:spChg chg="mod">
          <ac:chgData name="石井徹" userId="bd567184-c19d-4717-9194-a1e548d2dddf" providerId="ADAL" clId="{A6E109B0-45E6-40CB-804F-26263FA2468D}" dt="2025-06-11T04:29:11.250" v="351" actId="20577"/>
          <ac:spMkLst>
            <pc:docMk/>
            <pc:sldMk cId="224871382" sldId="941"/>
            <ac:spMk id="30" creationId="{67BF35A6-89A9-CCA6-81CA-071B8A3D2D35}"/>
          </ac:spMkLst>
        </pc:spChg>
        <pc:spChg chg="mod">
          <ac:chgData name="石井徹" userId="bd567184-c19d-4717-9194-a1e548d2dddf" providerId="ADAL" clId="{A6E109B0-45E6-40CB-804F-26263FA2468D}" dt="2025-06-11T03:52:12.017" v="5" actId="1076"/>
          <ac:spMkLst>
            <pc:docMk/>
            <pc:sldMk cId="224871382" sldId="941"/>
            <ac:spMk id="33" creationId="{00000000-0000-0000-0000-000000000000}"/>
          </ac:spMkLst>
        </pc:spChg>
      </pc:sldChg>
      <pc:sldChg chg="modSp mod">
        <pc:chgData name="石井徹" userId="bd567184-c19d-4717-9194-a1e548d2dddf" providerId="ADAL" clId="{A6E109B0-45E6-40CB-804F-26263FA2468D}" dt="2025-06-11T04:44:13.616" v="848" actId="20577"/>
        <pc:sldMkLst>
          <pc:docMk/>
          <pc:sldMk cId="1134005045" sldId="942"/>
        </pc:sldMkLst>
        <pc:spChg chg="mod">
          <ac:chgData name="石井徹" userId="bd567184-c19d-4717-9194-a1e548d2dddf" providerId="ADAL" clId="{A6E109B0-45E6-40CB-804F-26263FA2468D}" dt="2025-06-11T04:33:03.844" v="398" actId="20577"/>
          <ac:spMkLst>
            <pc:docMk/>
            <pc:sldMk cId="1134005045" sldId="942"/>
            <ac:spMk id="5" creationId="{C6E4EA66-FF2A-1845-AD4F-F560C4359FDE}"/>
          </ac:spMkLst>
        </pc:spChg>
        <pc:graphicFrameChg chg="mod modGraphic">
          <ac:chgData name="石井徹" userId="bd567184-c19d-4717-9194-a1e548d2dddf" providerId="ADAL" clId="{A6E109B0-45E6-40CB-804F-26263FA2468D}" dt="2025-06-11T04:44:13.616" v="848" actId="20577"/>
          <ac:graphicFrameMkLst>
            <pc:docMk/>
            <pc:sldMk cId="1134005045" sldId="942"/>
            <ac:graphicFrameMk id="7" creationId="{C2D8386A-4FC1-438A-A2A3-47070AF36BB7}"/>
          </ac:graphicFrameMkLst>
        </pc:graphicFrameChg>
      </pc:sldChg>
    </pc:docChg>
  </pc:docChgLst>
  <pc:docChgLst>
    <pc:chgData name="野村康二" userId="S::kouji.nomura@system-exe.jp::acaa808a-f809-4ef9-8028-a2ce14b82415" providerId="AD" clId="Web-{94BEFC35-8C34-5465-03D6-7AA3E29B0A95}"/>
    <pc:docChg chg="modSld">
      <pc:chgData name="野村康二" userId="S::kouji.nomura@system-exe.jp::acaa808a-f809-4ef9-8028-a2ce14b82415" providerId="AD" clId="Web-{94BEFC35-8C34-5465-03D6-7AA3E29B0A95}" dt="2025-04-09T03:05:40.839" v="137" actId="20577"/>
      <pc:docMkLst>
        <pc:docMk/>
      </pc:docMkLst>
      <pc:sldChg chg="modSp">
        <pc:chgData name="野村康二" userId="S::kouji.nomura@system-exe.jp::acaa808a-f809-4ef9-8028-a2ce14b82415" providerId="AD" clId="Web-{94BEFC35-8C34-5465-03D6-7AA3E29B0A95}" dt="2025-04-09T02:42:25.776" v="84"/>
        <pc:sldMkLst>
          <pc:docMk/>
          <pc:sldMk cId="1395438993" sldId="765"/>
        </pc:sldMkLst>
      </pc:sldChg>
      <pc:sldChg chg="modSp">
        <pc:chgData name="野村康二" userId="S::kouji.nomura@system-exe.jp::acaa808a-f809-4ef9-8028-a2ce14b82415" providerId="AD" clId="Web-{94BEFC35-8C34-5465-03D6-7AA3E29B0A95}" dt="2025-04-09T02:59:13.248" v="109" actId="20577"/>
        <pc:sldMkLst>
          <pc:docMk/>
          <pc:sldMk cId="2410374903" sldId="767"/>
        </pc:sldMkLst>
      </pc:sldChg>
      <pc:sldChg chg="addSp delSp modSp">
        <pc:chgData name="野村康二" userId="S::kouji.nomura@system-exe.jp::acaa808a-f809-4ef9-8028-a2ce14b82415" providerId="AD" clId="Web-{94BEFC35-8C34-5465-03D6-7AA3E29B0A95}" dt="2025-04-09T03:04:36.790" v="126" actId="20577"/>
        <pc:sldMkLst>
          <pc:docMk/>
          <pc:sldMk cId="804980288" sldId="932"/>
        </pc:sldMkLst>
      </pc:sldChg>
      <pc:sldChg chg="modSp">
        <pc:chgData name="野村康二" userId="S::kouji.nomura@system-exe.jp::acaa808a-f809-4ef9-8028-a2ce14b82415" providerId="AD" clId="Web-{94BEFC35-8C34-5465-03D6-7AA3E29B0A95}" dt="2025-04-09T03:04:29.977" v="125" actId="20577"/>
        <pc:sldMkLst>
          <pc:docMk/>
          <pc:sldMk cId="792472682" sldId="934"/>
        </pc:sldMkLst>
      </pc:sldChg>
      <pc:sldChg chg="addSp delSp modSp">
        <pc:chgData name="野村康二" userId="S::kouji.nomura@system-exe.jp::acaa808a-f809-4ef9-8028-a2ce14b82415" providerId="AD" clId="Web-{94BEFC35-8C34-5465-03D6-7AA3E29B0A95}" dt="2025-04-09T03:05:40.839" v="137" actId="20577"/>
        <pc:sldMkLst>
          <pc:docMk/>
          <pc:sldMk cId="523850203" sldId="937"/>
        </pc:sldMkLst>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sldChg>
      <pc:sldChg chg="modSp mod">
        <pc:chgData name="髙浦祐朗" userId="d6d860fe-bc64-411b-9605-a16d1ba875f6" providerId="ADAL" clId="{5409C2BA-C2FD-4738-BE61-A0F02FB7E697}" dt="2025-03-27T07:11:40.640" v="0" actId="404"/>
        <pc:sldMkLst>
          <pc:docMk/>
          <pc:sldMk cId="2399073518" sldId="929"/>
        </pc:sldMkLst>
      </pc:sldChg>
    </pc:docChg>
  </pc:docChgLst>
  <pc:docChgLst>
    <pc:chgData name="野村康二" userId="S::kouji.nomura@system-exe.jp::acaa808a-f809-4ef9-8028-a2ce14b82415" providerId="AD" clId="Web-{4FB89DA9-CB0A-9099-5332-82652819B394}"/>
    <pc:docChg chg="addSld modSld">
      <pc:chgData name="野村康二" userId="S::kouji.nomura@system-exe.jp::acaa808a-f809-4ef9-8028-a2ce14b82415" providerId="AD" clId="Web-{4FB89DA9-CB0A-9099-5332-82652819B394}" dt="2025-04-09T07:34:14.663" v="306"/>
      <pc:docMkLst>
        <pc:docMk/>
      </pc:docMkLst>
      <pc:sldChg chg="addSp delSp modSp add replId">
        <pc:chgData name="野村康二" userId="S::kouji.nomura@system-exe.jp::acaa808a-f809-4ef9-8028-a2ce14b82415" providerId="AD" clId="Web-{4FB89DA9-CB0A-9099-5332-82652819B394}" dt="2025-04-09T07:34:14.663" v="306"/>
        <pc:sldMkLst>
          <pc:docMk/>
          <pc:sldMk cId="1134005045" sldId="942"/>
        </pc:sldMkLst>
      </pc:sldChg>
    </pc:docChg>
  </pc:docChgLst>
  <pc:docChgLst>
    <pc:chgData name="野村康二" userId="S::kouji.nomura@system-exe.jp::acaa808a-f809-4ef9-8028-a2ce14b82415" providerId="AD" clId="Web-{82483AF7-0EE6-A63D-7784-04ACD301D2C7}"/>
    <pc:docChg chg="modSld">
      <pc:chgData name="野村康二" userId="S::kouji.nomura@system-exe.jp::acaa808a-f809-4ef9-8028-a2ce14b82415" providerId="AD" clId="Web-{82483AF7-0EE6-A63D-7784-04ACD301D2C7}" dt="2025-04-11T08:25:25.516" v="40" actId="20577"/>
      <pc:docMkLst>
        <pc:docMk/>
      </pc:docMkLst>
      <pc:sldChg chg="modSp">
        <pc:chgData name="野村康二" userId="S::kouji.nomura@system-exe.jp::acaa808a-f809-4ef9-8028-a2ce14b82415" providerId="AD" clId="Web-{82483AF7-0EE6-A63D-7784-04ACD301D2C7}" dt="2025-04-11T08:25:25.516" v="40" actId="20577"/>
        <pc:sldMkLst>
          <pc:docMk/>
          <pc:sldMk cId="2410374903" sldId="767"/>
        </pc:sldMkLst>
      </pc:sldChg>
      <pc:sldChg chg="modSp">
        <pc:chgData name="野村康二" userId="S::kouji.nomura@system-exe.jp::acaa808a-f809-4ef9-8028-a2ce14b82415" providerId="AD" clId="Web-{82483AF7-0EE6-A63D-7784-04ACD301D2C7}" dt="2025-04-11T08:24:01.045" v="15"/>
        <pc:sldMkLst>
          <pc:docMk/>
          <pc:sldMk cId="3230787738" sldId="940"/>
        </pc:sldMkLst>
      </pc:sldChg>
    </pc:docChg>
  </pc:docChgLst>
  <pc:docChgLst>
    <pc:chgData name="康二 野村" userId="acaa808a-f809-4ef9-8028-a2ce14b82415" providerId="ADAL" clId="{D5ACC3A6-126D-408E-890A-175055D8E9AA}"/>
    <pc:docChg chg="undo custSel addSld delSld modSld">
      <pc:chgData name="康二 野村" userId="acaa808a-f809-4ef9-8028-a2ce14b82415" providerId="ADAL" clId="{D5ACC3A6-126D-408E-890A-175055D8E9AA}" dt="2025-04-09T07:40:33.878" v="507" actId="20577"/>
      <pc:docMkLst>
        <pc:docMk/>
      </pc:docMkLst>
      <pc:sldChg chg="modSp">
        <pc:chgData name="康二 野村" userId="acaa808a-f809-4ef9-8028-a2ce14b82415" providerId="ADAL" clId="{D5ACC3A6-126D-408E-890A-175055D8E9AA}" dt="2025-04-09T07:40:18.923" v="497" actId="20577"/>
        <pc:sldMkLst>
          <pc:docMk/>
          <pc:sldMk cId="1395438993" sldId="765"/>
        </pc:sldMkLst>
      </pc:sldChg>
      <pc:sldChg chg="modSp">
        <pc:chgData name="康二 野村" userId="acaa808a-f809-4ef9-8028-a2ce14b82415" providerId="ADAL" clId="{D5ACC3A6-126D-408E-890A-175055D8E9AA}" dt="2025-04-09T07:40:28.709" v="504" actId="20577"/>
        <pc:sldMkLst>
          <pc:docMk/>
          <pc:sldMk cId="2453405637" sldId="923"/>
        </pc:sldMkLst>
      </pc:sldChg>
      <pc:sldChg chg="addSp delSp modSp">
        <pc:chgData name="康二 野村" userId="acaa808a-f809-4ef9-8028-a2ce14b82415" providerId="ADAL" clId="{D5ACC3A6-126D-408E-890A-175055D8E9AA}" dt="2025-04-09T04:58:37.576" v="53" actId="166"/>
        <pc:sldMkLst>
          <pc:docMk/>
          <pc:sldMk cId="804980288" sldId="932"/>
        </pc:sldMkLst>
      </pc:sldChg>
      <pc:sldChg chg="delSp modSp del">
        <pc:chgData name="康二 野村" userId="acaa808a-f809-4ef9-8028-a2ce14b82415" providerId="ADAL" clId="{D5ACC3A6-126D-408E-890A-175055D8E9AA}" dt="2025-04-09T05:00:31.828" v="68" actId="2696"/>
        <pc:sldMkLst>
          <pc:docMk/>
          <pc:sldMk cId="523850203" sldId="937"/>
        </pc:sldMkLst>
      </pc:sldChg>
      <pc:sldChg chg="modSp">
        <pc:chgData name="康二 野村" userId="acaa808a-f809-4ef9-8028-a2ce14b82415" providerId="ADAL" clId="{D5ACC3A6-126D-408E-890A-175055D8E9AA}" dt="2025-04-09T07:40:33.878" v="507" actId="20577"/>
        <pc:sldMkLst>
          <pc:docMk/>
          <pc:sldMk cId="1416581463" sldId="939"/>
        </pc:sldMkLst>
      </pc:sldChg>
      <pc:sldChg chg="addSp delSp modSp add">
        <pc:chgData name="康二 野村" userId="acaa808a-f809-4ef9-8028-a2ce14b82415" providerId="ADAL" clId="{D5ACC3A6-126D-408E-890A-175055D8E9AA}" dt="2025-04-09T05:00:36.707" v="69" actId="20577"/>
        <pc:sldMkLst>
          <pc:docMk/>
          <pc:sldMk cId="224871382" sldId="941"/>
        </pc:sldMkLst>
      </pc:sldChg>
      <pc:sldChg chg="addSp modSp">
        <pc:chgData name="康二 野村" userId="acaa808a-f809-4ef9-8028-a2ce14b82415" providerId="ADAL" clId="{D5ACC3A6-126D-408E-890A-175055D8E9AA}" dt="2025-04-09T07:40:08.276" v="490" actId="20577"/>
        <pc:sldMkLst>
          <pc:docMk/>
          <pc:sldMk cId="1134005045" sldId="9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2025/7/14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2025/7/14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lang="ja-JP" altLang="en-US"/>
              <a:t>概算御見積</a:t>
            </a:r>
            <a:r>
              <a:rPr kumimoji="1" lang="en-US" altLang="ja-JP" sz="2800"/>
              <a:t>(</a:t>
            </a:r>
            <a:r>
              <a:rPr kumimoji="1" lang="ja-JP" altLang="en-US" sz="2800"/>
              <a:t>第</a:t>
            </a:r>
            <a:r>
              <a:rPr kumimoji="1" lang="en-US" altLang="ja-JP" sz="2800"/>
              <a:t>1.0</a:t>
            </a:r>
            <a:r>
              <a:rPr kumimoji="1" lang="ja-JP" altLang="en-US" sz="2800"/>
              <a:t>版）</a:t>
            </a:r>
            <a:endParaRPr kumimoji="1" lang="ja-JP" altLang="en-US" sz="4400"/>
          </a:p>
        </p:txBody>
      </p:sp>
      <p:sp>
        <p:nvSpPr>
          <p:cNvPr id="4" name="サブタイトル 3"/>
          <p:cNvSpPr>
            <a:spLocks noGrp="1"/>
          </p:cNvSpPr>
          <p:nvPr>
            <p:ph type="subTitle" idx="1"/>
          </p:nvPr>
        </p:nvSpPr>
        <p:spPr>
          <a:xfrm>
            <a:off x="576000" y="2562045"/>
            <a:ext cx="8640000" cy="701955"/>
          </a:xfrm>
        </p:spPr>
        <p:txBody>
          <a:bodyPr>
            <a:normAutofit fontScale="77500" lnSpcReduction="20000"/>
          </a:bodyPr>
          <a:lstStyle/>
          <a:p>
            <a:r>
              <a:rPr lang="en-US" altLang="ja-JP" sz="3200"/>
              <a:t>PIMSDB</a:t>
            </a:r>
            <a:r>
              <a:rPr lang="ja-JP" altLang="en-US" sz="3200"/>
              <a:t>更新に伴う周辺システムの対応（工場システム）</a:t>
            </a:r>
            <a:endParaRPr kumimoji="1" lang="ja-JP" altLang="en-US" sz="32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2025/7/11</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2025/7/11</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935143"/>
            <a:ext cx="10980000" cy="5376321"/>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a:t>■プロジェクトの背景</a:t>
            </a:r>
            <a:endParaRPr lang="en-US" altLang="ja-JP" b="1"/>
          </a:p>
          <a:p>
            <a:r>
              <a:rPr lang="ja-JP" altLang="en-US">
                <a:latin typeface="游ゴシック"/>
                <a:ea typeface="游ゴシック"/>
              </a:rPr>
              <a:t>　「情報系</a:t>
            </a:r>
            <a:r>
              <a:rPr lang="en-US" altLang="ja-JP">
                <a:latin typeface="游ゴシック"/>
                <a:ea typeface="游ゴシック"/>
              </a:rPr>
              <a:t>PIMS</a:t>
            </a:r>
            <a:r>
              <a:rPr lang="ja-JP" altLang="en-US">
                <a:latin typeface="游ゴシック"/>
                <a:ea typeface="游ゴシック"/>
              </a:rPr>
              <a:t>サーバ」は、館林データセンター内に構築されており</a:t>
            </a:r>
            <a:r>
              <a:rPr lang="en-US" altLang="ja-JP">
                <a:latin typeface="游ゴシック"/>
                <a:ea typeface="游ゴシック"/>
              </a:rPr>
              <a:t>2026年1</a:t>
            </a:r>
            <a:r>
              <a:rPr lang="ja-JP" altLang="en-US">
                <a:latin typeface="游ゴシック"/>
                <a:ea typeface="游ゴシック"/>
              </a:rPr>
              <a:t>月までに</a:t>
            </a:r>
            <a:endParaRPr lang="en-US" altLang="ja-JP">
              <a:latin typeface="游ゴシック"/>
              <a:ea typeface="游ゴシック"/>
            </a:endParaRPr>
          </a:p>
          <a:p>
            <a:r>
              <a:rPr lang="ja-JP" altLang="en-US">
                <a:latin typeface="游ゴシック"/>
                <a:ea typeface="游ゴシック"/>
              </a:rPr>
              <a:t>　</a:t>
            </a:r>
            <a:r>
              <a:rPr lang="en-US" altLang="ja-JP">
                <a:latin typeface="游ゴシック"/>
                <a:ea typeface="游ゴシック"/>
              </a:rPr>
              <a:t>Azure</a:t>
            </a:r>
            <a:r>
              <a:rPr lang="ja-JP" altLang="en-US">
                <a:latin typeface="游ゴシック"/>
                <a:ea typeface="游ゴシック"/>
              </a:rPr>
              <a:t>環境へサーバ移設予定となっている。</a:t>
            </a:r>
            <a:br>
              <a:rPr lang="en-US" altLang="ja-JP"/>
            </a:br>
            <a:r>
              <a:rPr lang="ja-JP" altLang="en-US">
                <a:latin typeface="游ゴシック"/>
                <a:ea typeface="游ゴシック"/>
              </a:rPr>
              <a:t>　それに伴い、以下の</a:t>
            </a:r>
            <a:r>
              <a:rPr lang="en-US" altLang="ja-JP">
                <a:latin typeface="游ゴシック"/>
                <a:ea typeface="游ゴシック"/>
              </a:rPr>
              <a:t>PIMS</a:t>
            </a:r>
            <a:r>
              <a:rPr lang="ja-JP" altLang="en-US">
                <a:latin typeface="游ゴシック"/>
                <a:ea typeface="游ゴシック"/>
              </a:rPr>
              <a:t>へデータアクセスしているシステムの接続先変更が必要となる。</a:t>
            </a:r>
            <a:br>
              <a:rPr lang="en-US" altLang="ja-JP"/>
            </a:br>
            <a:r>
              <a:rPr lang="ja-JP" altLang="en-US">
                <a:latin typeface="游ゴシック"/>
                <a:ea typeface="游ゴシック"/>
              </a:rPr>
              <a:t>　</a:t>
            </a:r>
            <a:r>
              <a:rPr lang="ja-JP" altLang="en-US"/>
              <a:t>・千葉・徳山数量確定・用役管理システム</a:t>
            </a:r>
            <a:endParaRPr lang="en-US" altLang="ja-JP"/>
          </a:p>
          <a:p>
            <a:r>
              <a:rPr lang="ja-JP" altLang="en-US"/>
              <a:t>　・数量確定ポリマーシステム</a:t>
            </a:r>
            <a:endParaRPr lang="en-US" altLang="ja-JP"/>
          </a:p>
          <a:p>
            <a:endParaRPr lang="en-US" altLang="ja-JP"/>
          </a:p>
          <a:p>
            <a:r>
              <a:rPr lang="ja-JP" altLang="en-US" b="1"/>
              <a:t>■プロジェクトの目的、作業内容</a:t>
            </a:r>
            <a:endParaRPr lang="en-US" altLang="ja-JP" b="1"/>
          </a:p>
          <a:p>
            <a:r>
              <a:rPr lang="ja-JP" altLang="en-US">
                <a:latin typeface="游ゴシック"/>
                <a:ea typeface="游ゴシック"/>
              </a:rPr>
              <a:t>　</a:t>
            </a:r>
            <a:r>
              <a:rPr lang="en-US" altLang="ja-JP">
                <a:latin typeface="游ゴシック"/>
                <a:ea typeface="游ゴシック"/>
              </a:rPr>
              <a:t>Azure</a:t>
            </a:r>
            <a:r>
              <a:rPr lang="ja-JP" altLang="en-US">
                <a:latin typeface="游ゴシック"/>
                <a:ea typeface="游ゴシック"/>
              </a:rPr>
              <a:t>環境に移設された新情報系</a:t>
            </a:r>
            <a:r>
              <a:rPr lang="en-US" altLang="ja-JP">
                <a:latin typeface="游ゴシック"/>
                <a:ea typeface="游ゴシック"/>
              </a:rPr>
              <a:t>PIMS</a:t>
            </a:r>
            <a:r>
              <a:rPr lang="ja-JP" altLang="en-US">
                <a:latin typeface="游ゴシック"/>
                <a:ea typeface="游ゴシック"/>
              </a:rPr>
              <a:t>サーバに接続先変更を行い、対象システムが今まで通りヒストリデータ取得可能な状態とする。</a:t>
            </a:r>
            <a:endParaRPr lang="en-US" altLang="ja-JP">
              <a:latin typeface="游ゴシック"/>
              <a:ea typeface="游ゴシック"/>
            </a:endParaRPr>
          </a:p>
          <a:p>
            <a:r>
              <a:rPr lang="ja-JP" altLang="en-US"/>
              <a:t>　・各サーバにインストールされているヒストリデータクライアントのバージョンアップ</a:t>
            </a:r>
            <a:endParaRPr lang="en-US" altLang="ja-JP"/>
          </a:p>
          <a:p>
            <a:r>
              <a:rPr lang="ja-JP" altLang="en-US">
                <a:latin typeface="游ゴシック"/>
                <a:ea typeface="游ゴシック"/>
              </a:rPr>
              <a:t>　　現：</a:t>
            </a:r>
            <a:r>
              <a:rPr lang="en-US" altLang="ja-JP">
                <a:latin typeface="游ゴシック"/>
                <a:ea typeface="游ゴシック"/>
              </a:rPr>
              <a:t>300.0.0 or 300.0.7</a:t>
            </a:r>
            <a:r>
              <a:rPr lang="ja-JP" altLang="en-US">
                <a:latin typeface="游ゴシック"/>
                <a:ea typeface="游ゴシック"/>
              </a:rPr>
              <a:t>　⇒　新：</a:t>
            </a:r>
            <a:r>
              <a:rPr lang="en-US" altLang="ja-JP">
                <a:latin typeface="游ゴシック"/>
                <a:ea typeface="游ゴシック"/>
              </a:rPr>
              <a:t>330.0.0</a:t>
            </a:r>
          </a:p>
          <a:p>
            <a:r>
              <a:rPr lang="ja-JP" altLang="en-US"/>
              <a:t>　・ヤード操業サーバ（千葉・徳山）の</a:t>
            </a:r>
            <a:r>
              <a:rPr lang="en-US" altLang="ja-JP"/>
              <a:t>PIMS</a:t>
            </a:r>
            <a:r>
              <a:rPr lang="ja-JP" altLang="en-US"/>
              <a:t>取込モジュールについて</a:t>
            </a:r>
            <a:r>
              <a:rPr lang="en-US" altLang="ja-JP"/>
              <a:t>PIMS</a:t>
            </a:r>
            <a:r>
              <a:rPr lang="ja-JP" altLang="en-US"/>
              <a:t>サーバの接続先を変更します。</a:t>
            </a:r>
            <a:endParaRPr lang="en-US" altLang="ja-JP"/>
          </a:p>
          <a:p>
            <a:r>
              <a:rPr lang="ja-JP" altLang="en-US"/>
              <a:t>　・</a:t>
            </a:r>
            <a:r>
              <a:rPr lang="en-US" altLang="ja-JP"/>
              <a:t>PRM</a:t>
            </a:r>
            <a:r>
              <a:rPr lang="ja-JP" altLang="en-US"/>
              <a:t>サーバの</a:t>
            </a:r>
            <a:r>
              <a:rPr lang="en-US" altLang="ja-JP"/>
              <a:t>PIMS</a:t>
            </a:r>
            <a:r>
              <a:rPr lang="ja-JP" altLang="en-US"/>
              <a:t>サーバの接続先を変更します。</a:t>
            </a:r>
          </a:p>
          <a:p>
            <a:r>
              <a:rPr lang="ja-JP" altLang="en-US">
                <a:latin typeface="游ゴシック"/>
                <a:ea typeface="游ゴシック"/>
              </a:rPr>
              <a:t>　</a:t>
            </a:r>
            <a:endParaRPr lang="en-US" altLang="ja-JP">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92472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4" name="角丸四角形 32">
            <a:extLst>
              <a:ext uri="{FF2B5EF4-FFF2-40B4-BE49-F238E27FC236}">
                <a16:creationId xmlns:a16="http://schemas.microsoft.com/office/drawing/2014/main" id="{77C3460A-9E4B-0DB8-F184-4331AD716EAE}"/>
              </a:ext>
            </a:extLst>
          </p:cNvPr>
          <p:cNvSpPr/>
          <p:nvPr/>
        </p:nvSpPr>
        <p:spPr>
          <a:xfrm>
            <a:off x="320511" y="5364453"/>
            <a:ext cx="2828683"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ヤード操業サーバ（徳山）</a:t>
            </a:r>
          </a:p>
        </p:txBody>
      </p:sp>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a:t>2025/6/12</a:t>
            </a:r>
            <a:endParaRPr lang="en-US"/>
          </a:p>
        </p:txBody>
      </p:sp>
      <p:sp>
        <p:nvSpPr>
          <p:cNvPr id="95" name="角丸四角形 94"/>
          <p:cNvSpPr/>
          <p:nvPr/>
        </p:nvSpPr>
        <p:spPr>
          <a:xfrm>
            <a:off x="8557207" y="1102923"/>
            <a:ext cx="3634793" cy="5317332"/>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ja-JP" altLang="en-US" sz="1600" b="1">
                <a:solidFill>
                  <a:schemeClr val="tx1"/>
                </a:solidFill>
                <a:latin typeface="游ゴシック" panose="020B0400000000000000" pitchFamily="50" charset="-128"/>
                <a:ea typeface="游ゴシック" panose="020B0400000000000000" pitchFamily="50" charset="-128"/>
              </a:rPr>
              <a:t>各所</a:t>
            </a:r>
          </a:p>
        </p:txBody>
      </p:sp>
      <p:sp>
        <p:nvSpPr>
          <p:cNvPr id="96" name="角丸四角形 95"/>
          <p:cNvSpPr/>
          <p:nvPr/>
        </p:nvSpPr>
        <p:spPr>
          <a:xfrm>
            <a:off x="5200650" y="1102923"/>
            <a:ext cx="3143249" cy="5317332"/>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rgbClr val="FF0000"/>
                </a:solidFill>
                <a:latin typeface="游ゴシック" panose="020B0400000000000000" pitchFamily="50" charset="-128"/>
              </a:rPr>
              <a:t>Azure</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320512" y="1194921"/>
            <a:ext cx="2828682"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XenAPP</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Excel</a:t>
            </a:r>
            <a:r>
              <a:rPr kumimoji="1" lang="ja-JP" altLang="en-US" sz="1600" b="1">
                <a:solidFill>
                  <a:schemeClr val="tx1"/>
                </a:solidFill>
                <a:latin typeface="游ゴシック" panose="020B0400000000000000" pitchFamily="50" charset="-128"/>
                <a:ea typeface="游ゴシック" panose="020B0400000000000000" pitchFamily="50" charset="-128"/>
              </a:rPr>
              <a:t>マクロ 愛知）</a:t>
            </a:r>
          </a:p>
        </p:txBody>
      </p:sp>
      <p:sp>
        <p:nvSpPr>
          <p:cNvPr id="33" name="角丸四角形 32"/>
          <p:cNvSpPr/>
          <p:nvPr/>
        </p:nvSpPr>
        <p:spPr>
          <a:xfrm>
            <a:off x="320511" y="282280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ヤード操業サーバ（千葉）</a:t>
            </a:r>
          </a:p>
        </p:txBody>
      </p:sp>
      <p:cxnSp>
        <p:nvCxnSpPr>
          <p:cNvPr id="36" name="直線矢印コネクタ 160"/>
          <p:cNvCxnSpPr>
            <a:cxnSpLocks/>
            <a:stCxn id="47" idx="1"/>
          </p:cNvCxnSpPr>
          <p:nvPr/>
        </p:nvCxnSpPr>
        <p:spPr>
          <a:xfrm rot="10800000" flipV="1">
            <a:off x="3014991" y="1764314"/>
            <a:ext cx="3097444" cy="46822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46" name="角丸四角形 45"/>
          <p:cNvSpPr/>
          <p:nvPr/>
        </p:nvSpPr>
        <p:spPr>
          <a:xfrm>
            <a:off x="329295" y="4142680"/>
            <a:ext cx="2828684"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PRM</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pic>
        <p:nvPicPr>
          <p:cNvPr id="6" name="図 5">
            <a:extLst>
              <a:ext uri="{FF2B5EF4-FFF2-40B4-BE49-F238E27FC236}">
                <a16:creationId xmlns:a16="http://schemas.microsoft.com/office/drawing/2014/main" id="{A895CE66-913A-449D-BCBC-86D44E8A1EFF}"/>
              </a:ext>
            </a:extLst>
          </p:cNvPr>
          <p:cNvPicPr>
            <a:picLocks noChangeAspect="1"/>
          </p:cNvPicPr>
          <p:nvPr/>
        </p:nvPicPr>
        <p:blipFill>
          <a:blip r:embed="rId2"/>
          <a:stretch>
            <a:fillRect/>
          </a:stretch>
        </p:blipFill>
        <p:spPr>
          <a:xfrm>
            <a:off x="840459" y="1682414"/>
            <a:ext cx="783492" cy="783492"/>
          </a:xfrm>
          <a:prstGeom prst="rect">
            <a:avLst/>
          </a:prstGeom>
        </p:spPr>
      </p:pic>
      <p:pic>
        <p:nvPicPr>
          <p:cNvPr id="54" name="図 53">
            <a:extLst>
              <a:ext uri="{FF2B5EF4-FFF2-40B4-BE49-F238E27FC236}">
                <a16:creationId xmlns:a16="http://schemas.microsoft.com/office/drawing/2014/main" id="{7833F90C-0FD2-446F-803E-109EDEFA3944}"/>
              </a:ext>
            </a:extLst>
          </p:cNvPr>
          <p:cNvPicPr>
            <a:picLocks noChangeAspect="1"/>
          </p:cNvPicPr>
          <p:nvPr/>
        </p:nvPicPr>
        <p:blipFill>
          <a:blip r:embed="rId2"/>
          <a:stretch>
            <a:fillRect/>
          </a:stretch>
        </p:blipFill>
        <p:spPr>
          <a:xfrm>
            <a:off x="992859" y="1834814"/>
            <a:ext cx="783492" cy="783492"/>
          </a:xfrm>
          <a:prstGeom prst="rect">
            <a:avLst/>
          </a:prstGeom>
        </p:spPr>
      </p:pic>
      <p:pic>
        <p:nvPicPr>
          <p:cNvPr id="55" name="図 54">
            <a:extLst>
              <a:ext uri="{FF2B5EF4-FFF2-40B4-BE49-F238E27FC236}">
                <a16:creationId xmlns:a16="http://schemas.microsoft.com/office/drawing/2014/main" id="{BAC559C4-335B-4F00-8BD2-BA3CEDB0845E}"/>
              </a:ext>
            </a:extLst>
          </p:cNvPr>
          <p:cNvPicPr>
            <a:picLocks noChangeAspect="1"/>
          </p:cNvPicPr>
          <p:nvPr/>
        </p:nvPicPr>
        <p:blipFill>
          <a:blip r:embed="rId2"/>
          <a:stretch>
            <a:fillRect/>
          </a:stretch>
        </p:blipFill>
        <p:spPr>
          <a:xfrm>
            <a:off x="1145259" y="1987214"/>
            <a:ext cx="783492" cy="783492"/>
          </a:xfrm>
          <a:prstGeom prst="rect">
            <a:avLst/>
          </a:prstGeom>
        </p:spPr>
      </p:pic>
      <p:sp>
        <p:nvSpPr>
          <p:cNvPr id="56" name="角丸四角形 40">
            <a:extLst>
              <a:ext uri="{FF2B5EF4-FFF2-40B4-BE49-F238E27FC236}">
                <a16:creationId xmlns:a16="http://schemas.microsoft.com/office/drawing/2014/main" id="{562D5694-4A6D-45A8-8671-782C691B50D0}"/>
              </a:ext>
            </a:extLst>
          </p:cNvPr>
          <p:cNvSpPr/>
          <p:nvPr/>
        </p:nvSpPr>
        <p:spPr>
          <a:xfrm>
            <a:off x="410180" y="323188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57" name="角丸四角形 40">
            <a:extLst>
              <a:ext uri="{FF2B5EF4-FFF2-40B4-BE49-F238E27FC236}">
                <a16:creationId xmlns:a16="http://schemas.microsoft.com/office/drawing/2014/main" id="{952A9A4D-6DEF-4C06-ACAC-C8206B17235E}"/>
              </a:ext>
            </a:extLst>
          </p:cNvPr>
          <p:cNvSpPr/>
          <p:nvPr/>
        </p:nvSpPr>
        <p:spPr>
          <a:xfrm>
            <a:off x="399448" y="4502553"/>
            <a:ext cx="1774396"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数量確定ポリマー</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69" name="角丸四角形 46">
            <a:extLst>
              <a:ext uri="{FF2B5EF4-FFF2-40B4-BE49-F238E27FC236}">
                <a16:creationId xmlns:a16="http://schemas.microsoft.com/office/drawing/2014/main" id="{CEBD7B7B-A372-4A21-B90D-BD3E1709AFAE}"/>
              </a:ext>
            </a:extLst>
          </p:cNvPr>
          <p:cNvSpPr/>
          <p:nvPr/>
        </p:nvSpPr>
        <p:spPr>
          <a:xfrm>
            <a:off x="6101140" y="2196937"/>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1" name="角丸四角形 46">
            <a:extLst>
              <a:ext uri="{FF2B5EF4-FFF2-40B4-BE49-F238E27FC236}">
                <a16:creationId xmlns:a16="http://schemas.microsoft.com/office/drawing/2014/main" id="{43DCF1E5-0EAD-479C-B96F-BC9767304AA7}"/>
              </a:ext>
            </a:extLst>
          </p:cNvPr>
          <p:cNvSpPr/>
          <p:nvPr/>
        </p:nvSpPr>
        <p:spPr>
          <a:xfrm>
            <a:off x="6121522" y="3647682"/>
            <a:ext cx="1454189"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2" name="角丸四角形 46">
            <a:extLst>
              <a:ext uri="{FF2B5EF4-FFF2-40B4-BE49-F238E27FC236}">
                <a16:creationId xmlns:a16="http://schemas.microsoft.com/office/drawing/2014/main" id="{4EB23024-299F-42F8-ADDF-011FB300D650}"/>
              </a:ext>
            </a:extLst>
          </p:cNvPr>
          <p:cNvSpPr/>
          <p:nvPr/>
        </p:nvSpPr>
        <p:spPr>
          <a:xfrm>
            <a:off x="6121522" y="4393176"/>
            <a:ext cx="1457610"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73" name="角丸四角形 46">
            <a:extLst>
              <a:ext uri="{FF2B5EF4-FFF2-40B4-BE49-F238E27FC236}">
                <a16:creationId xmlns:a16="http://schemas.microsoft.com/office/drawing/2014/main" id="{007706AA-09D5-4B1C-A632-1E08EF3748C2}"/>
              </a:ext>
            </a:extLst>
          </p:cNvPr>
          <p:cNvSpPr/>
          <p:nvPr/>
        </p:nvSpPr>
        <p:spPr>
          <a:xfrm>
            <a:off x="10543315" y="1440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5" name="角丸四角形 46">
            <a:extLst>
              <a:ext uri="{FF2B5EF4-FFF2-40B4-BE49-F238E27FC236}">
                <a16:creationId xmlns:a16="http://schemas.microsoft.com/office/drawing/2014/main" id="{8334C7BA-6DC4-4225-BFEC-F0B45FA0DD65}"/>
              </a:ext>
            </a:extLst>
          </p:cNvPr>
          <p:cNvSpPr/>
          <p:nvPr/>
        </p:nvSpPr>
        <p:spPr>
          <a:xfrm>
            <a:off x="10532020" y="219693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6" name="角丸四角形 46">
            <a:extLst>
              <a:ext uri="{FF2B5EF4-FFF2-40B4-BE49-F238E27FC236}">
                <a16:creationId xmlns:a16="http://schemas.microsoft.com/office/drawing/2014/main" id="{4F9DA929-0686-4582-B862-07F9D620F55F}"/>
              </a:ext>
            </a:extLst>
          </p:cNvPr>
          <p:cNvSpPr/>
          <p:nvPr/>
        </p:nvSpPr>
        <p:spPr>
          <a:xfrm>
            <a:off x="10511127" y="2932200"/>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7" name="角丸四角形 46">
            <a:extLst>
              <a:ext uri="{FF2B5EF4-FFF2-40B4-BE49-F238E27FC236}">
                <a16:creationId xmlns:a16="http://schemas.microsoft.com/office/drawing/2014/main" id="{A2A063D9-0540-469E-9C8D-9A5911B57913}"/>
              </a:ext>
            </a:extLst>
          </p:cNvPr>
          <p:cNvSpPr/>
          <p:nvPr/>
        </p:nvSpPr>
        <p:spPr>
          <a:xfrm>
            <a:off x="10497968" y="3647682"/>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8" name="角丸四角形 46">
            <a:extLst>
              <a:ext uri="{FF2B5EF4-FFF2-40B4-BE49-F238E27FC236}">
                <a16:creationId xmlns:a16="http://schemas.microsoft.com/office/drawing/2014/main" id="{1C68C8E9-9B4E-41F1-8E19-3D02385921C9}"/>
              </a:ext>
            </a:extLst>
          </p:cNvPr>
          <p:cNvSpPr/>
          <p:nvPr/>
        </p:nvSpPr>
        <p:spPr>
          <a:xfrm>
            <a:off x="10501388" y="4393176"/>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90" name="角丸四角形 46">
            <a:extLst>
              <a:ext uri="{FF2B5EF4-FFF2-40B4-BE49-F238E27FC236}">
                <a16:creationId xmlns:a16="http://schemas.microsoft.com/office/drawing/2014/main" id="{A4264073-60BD-40F2-A2F6-6C751B38ECF6}"/>
              </a:ext>
            </a:extLst>
          </p:cNvPr>
          <p:cNvSpPr/>
          <p:nvPr/>
        </p:nvSpPr>
        <p:spPr>
          <a:xfrm>
            <a:off x="8778740" y="1434104"/>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1" name="角丸四角形 46">
            <a:extLst>
              <a:ext uri="{FF2B5EF4-FFF2-40B4-BE49-F238E27FC236}">
                <a16:creationId xmlns:a16="http://schemas.microsoft.com/office/drawing/2014/main" id="{69DB1AA4-9BC9-40AC-BF92-EC6A2C93A1DF}"/>
              </a:ext>
            </a:extLst>
          </p:cNvPr>
          <p:cNvSpPr/>
          <p:nvPr/>
        </p:nvSpPr>
        <p:spPr>
          <a:xfrm>
            <a:off x="8767445" y="2190648"/>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2" name="角丸四角形 46">
            <a:extLst>
              <a:ext uri="{FF2B5EF4-FFF2-40B4-BE49-F238E27FC236}">
                <a16:creationId xmlns:a16="http://schemas.microsoft.com/office/drawing/2014/main" id="{2A5D78C9-6CC9-4A9B-92EF-1F2527DAD377}"/>
              </a:ext>
            </a:extLst>
          </p:cNvPr>
          <p:cNvSpPr/>
          <p:nvPr/>
        </p:nvSpPr>
        <p:spPr>
          <a:xfrm>
            <a:off x="8746552" y="2925911"/>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3" name="角丸四角形 46">
            <a:extLst>
              <a:ext uri="{FF2B5EF4-FFF2-40B4-BE49-F238E27FC236}">
                <a16:creationId xmlns:a16="http://schemas.microsoft.com/office/drawing/2014/main" id="{DC23AFC3-418A-446C-972F-259AE71B1D27}"/>
              </a:ext>
            </a:extLst>
          </p:cNvPr>
          <p:cNvSpPr/>
          <p:nvPr/>
        </p:nvSpPr>
        <p:spPr>
          <a:xfrm>
            <a:off x="8733393" y="3641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4" name="角丸四角形 46">
            <a:extLst>
              <a:ext uri="{FF2B5EF4-FFF2-40B4-BE49-F238E27FC236}">
                <a16:creationId xmlns:a16="http://schemas.microsoft.com/office/drawing/2014/main" id="{036F814B-AB10-43A5-9EAB-8EB68C690F19}"/>
              </a:ext>
            </a:extLst>
          </p:cNvPr>
          <p:cNvSpPr/>
          <p:nvPr/>
        </p:nvSpPr>
        <p:spPr>
          <a:xfrm>
            <a:off x="8736813" y="438688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cxnSp>
        <p:nvCxnSpPr>
          <p:cNvPr id="98" name="直線矢印コネクタ 160">
            <a:extLst>
              <a:ext uri="{FF2B5EF4-FFF2-40B4-BE49-F238E27FC236}">
                <a16:creationId xmlns:a16="http://schemas.microsoft.com/office/drawing/2014/main" id="{A436BAA2-2FAA-45BB-94DB-EE8245C72C00}"/>
              </a:ext>
            </a:extLst>
          </p:cNvPr>
          <p:cNvCxnSpPr>
            <a:cxnSpLocks/>
            <a:stCxn id="73" idx="1"/>
            <a:endCxn id="90" idx="3"/>
          </p:cNvCxnSpPr>
          <p:nvPr/>
        </p:nvCxnSpPr>
        <p:spPr>
          <a:xfrm rot="10800000">
            <a:off x="10287365" y="1758026"/>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99" name="直線矢印コネクタ 160">
            <a:extLst>
              <a:ext uri="{FF2B5EF4-FFF2-40B4-BE49-F238E27FC236}">
                <a16:creationId xmlns:a16="http://schemas.microsoft.com/office/drawing/2014/main" id="{C64878AA-CAED-49F2-B11E-F8D306A39E1F}"/>
              </a:ext>
            </a:extLst>
          </p:cNvPr>
          <p:cNvCxnSpPr>
            <a:cxnSpLocks/>
            <a:stCxn id="90" idx="1"/>
            <a:endCxn id="47" idx="3"/>
          </p:cNvCxnSpPr>
          <p:nvPr/>
        </p:nvCxnSpPr>
        <p:spPr>
          <a:xfrm rot="10800000" flipV="1">
            <a:off x="7621060" y="1758024"/>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0" name="直線矢印コネクタ 160">
            <a:extLst>
              <a:ext uri="{FF2B5EF4-FFF2-40B4-BE49-F238E27FC236}">
                <a16:creationId xmlns:a16="http://schemas.microsoft.com/office/drawing/2014/main" id="{C69FF600-93B5-4A42-B69C-76021B3501B7}"/>
              </a:ext>
            </a:extLst>
          </p:cNvPr>
          <p:cNvCxnSpPr>
            <a:cxnSpLocks/>
            <a:stCxn id="75" idx="1"/>
            <a:endCxn id="91" idx="3"/>
          </p:cNvCxnSpPr>
          <p:nvPr/>
        </p:nvCxnSpPr>
        <p:spPr>
          <a:xfrm rot="10800000">
            <a:off x="10276070" y="2514570"/>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1" name="直線矢印コネクタ 160">
            <a:extLst>
              <a:ext uri="{FF2B5EF4-FFF2-40B4-BE49-F238E27FC236}">
                <a16:creationId xmlns:a16="http://schemas.microsoft.com/office/drawing/2014/main" id="{3ACC45DF-78B0-4800-A6F7-299D7A2777EC}"/>
              </a:ext>
            </a:extLst>
          </p:cNvPr>
          <p:cNvCxnSpPr>
            <a:cxnSpLocks/>
            <a:stCxn id="91" idx="1"/>
            <a:endCxn id="69" idx="3"/>
          </p:cNvCxnSpPr>
          <p:nvPr/>
        </p:nvCxnSpPr>
        <p:spPr>
          <a:xfrm rot="10800000" flipV="1">
            <a:off x="7609765" y="2514568"/>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2" name="直線矢印コネクタ 160">
            <a:extLst>
              <a:ext uri="{FF2B5EF4-FFF2-40B4-BE49-F238E27FC236}">
                <a16:creationId xmlns:a16="http://schemas.microsoft.com/office/drawing/2014/main" id="{4C384EC2-1A22-46F3-8569-AE709FEF8FC3}"/>
              </a:ext>
            </a:extLst>
          </p:cNvPr>
          <p:cNvCxnSpPr>
            <a:cxnSpLocks/>
            <a:stCxn id="92" idx="1"/>
            <a:endCxn id="70" idx="3"/>
          </p:cNvCxnSpPr>
          <p:nvPr/>
        </p:nvCxnSpPr>
        <p:spPr>
          <a:xfrm rot="10800000" flipV="1">
            <a:off x="7588870" y="3249831"/>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3" name="直線矢印コネクタ 160">
            <a:extLst>
              <a:ext uri="{FF2B5EF4-FFF2-40B4-BE49-F238E27FC236}">
                <a16:creationId xmlns:a16="http://schemas.microsoft.com/office/drawing/2014/main" id="{BAEC69B5-DF88-4392-9497-CBDE2BC70A10}"/>
              </a:ext>
            </a:extLst>
          </p:cNvPr>
          <p:cNvCxnSpPr>
            <a:cxnSpLocks/>
            <a:stCxn id="93" idx="1"/>
            <a:endCxn id="71" idx="3"/>
          </p:cNvCxnSpPr>
          <p:nvPr/>
        </p:nvCxnSpPr>
        <p:spPr>
          <a:xfrm rot="10800000" flipV="1">
            <a:off x="7575711" y="3965313"/>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4" name="直線矢印コネクタ 160">
            <a:extLst>
              <a:ext uri="{FF2B5EF4-FFF2-40B4-BE49-F238E27FC236}">
                <a16:creationId xmlns:a16="http://schemas.microsoft.com/office/drawing/2014/main" id="{7AD78A2E-743D-466A-96CA-C24D17232076}"/>
              </a:ext>
            </a:extLst>
          </p:cNvPr>
          <p:cNvCxnSpPr>
            <a:cxnSpLocks/>
            <a:stCxn id="94" idx="1"/>
            <a:endCxn id="72" idx="3"/>
          </p:cNvCxnSpPr>
          <p:nvPr/>
        </p:nvCxnSpPr>
        <p:spPr>
          <a:xfrm rot="10800000" flipV="1">
            <a:off x="7579133" y="4710807"/>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8" name="直線矢印コネクタ 160">
            <a:extLst>
              <a:ext uri="{FF2B5EF4-FFF2-40B4-BE49-F238E27FC236}">
                <a16:creationId xmlns:a16="http://schemas.microsoft.com/office/drawing/2014/main" id="{7474FCF4-B25E-4DB6-851F-8D12868B862D}"/>
              </a:ext>
            </a:extLst>
          </p:cNvPr>
          <p:cNvCxnSpPr>
            <a:cxnSpLocks/>
            <a:stCxn id="76" idx="1"/>
            <a:endCxn id="92" idx="3"/>
          </p:cNvCxnSpPr>
          <p:nvPr/>
        </p:nvCxnSpPr>
        <p:spPr>
          <a:xfrm rot="10800000">
            <a:off x="10255177" y="3249833"/>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9" name="直線矢印コネクタ 160">
            <a:extLst>
              <a:ext uri="{FF2B5EF4-FFF2-40B4-BE49-F238E27FC236}">
                <a16:creationId xmlns:a16="http://schemas.microsoft.com/office/drawing/2014/main" id="{180E94F8-6EE4-4DAA-9E40-047ADF5F2500}"/>
              </a:ext>
            </a:extLst>
          </p:cNvPr>
          <p:cNvCxnSpPr>
            <a:cxnSpLocks/>
            <a:stCxn id="77" idx="1"/>
            <a:endCxn id="93" idx="3"/>
          </p:cNvCxnSpPr>
          <p:nvPr/>
        </p:nvCxnSpPr>
        <p:spPr>
          <a:xfrm rot="10800000">
            <a:off x="10242018" y="3965315"/>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10" name="直線矢印コネクタ 160">
            <a:extLst>
              <a:ext uri="{FF2B5EF4-FFF2-40B4-BE49-F238E27FC236}">
                <a16:creationId xmlns:a16="http://schemas.microsoft.com/office/drawing/2014/main" id="{5714E3B9-8D34-43E9-B7DA-90C799A99A20}"/>
              </a:ext>
            </a:extLst>
          </p:cNvPr>
          <p:cNvCxnSpPr>
            <a:cxnSpLocks/>
            <a:stCxn id="78" idx="1"/>
            <a:endCxn id="94" idx="3"/>
          </p:cNvCxnSpPr>
          <p:nvPr/>
        </p:nvCxnSpPr>
        <p:spPr>
          <a:xfrm rot="10800000">
            <a:off x="10245438" y="4710809"/>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28" name="直線矢印コネクタ 160">
            <a:extLst>
              <a:ext uri="{FF2B5EF4-FFF2-40B4-BE49-F238E27FC236}">
                <a16:creationId xmlns:a16="http://schemas.microsoft.com/office/drawing/2014/main" id="{01A96D62-ACB1-47D7-8EEA-B1B745035040}"/>
              </a:ext>
            </a:extLst>
          </p:cNvPr>
          <p:cNvCxnSpPr>
            <a:cxnSpLocks/>
            <a:stCxn id="69" idx="1"/>
          </p:cNvCxnSpPr>
          <p:nvPr/>
        </p:nvCxnSpPr>
        <p:spPr>
          <a:xfrm rot="10800000">
            <a:off x="3014992" y="2232538"/>
            <a:ext cx="3086149" cy="288320"/>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30" name="直線矢印コネクタ 160">
            <a:extLst>
              <a:ext uri="{FF2B5EF4-FFF2-40B4-BE49-F238E27FC236}">
                <a16:creationId xmlns:a16="http://schemas.microsoft.com/office/drawing/2014/main" id="{A0D5141F-42DF-497E-A437-8EC7DBA383E3}"/>
              </a:ext>
            </a:extLst>
          </p:cNvPr>
          <p:cNvCxnSpPr>
            <a:cxnSpLocks/>
            <a:stCxn id="70" idx="1"/>
          </p:cNvCxnSpPr>
          <p:nvPr/>
        </p:nvCxnSpPr>
        <p:spPr>
          <a:xfrm rot="10800000">
            <a:off x="3024079" y="2232539"/>
            <a:ext cx="3097444" cy="1023583"/>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139" name="角丸四角形 40">
            <a:extLst>
              <a:ext uri="{FF2B5EF4-FFF2-40B4-BE49-F238E27FC236}">
                <a16:creationId xmlns:a16="http://schemas.microsoft.com/office/drawing/2014/main" id="{C4C1BFEA-A75C-4F33-B85C-95CD7F3D5A24}"/>
              </a:ext>
            </a:extLst>
          </p:cNvPr>
          <p:cNvSpPr/>
          <p:nvPr/>
        </p:nvSpPr>
        <p:spPr>
          <a:xfrm>
            <a:off x="401090" y="568180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cxnSp>
        <p:nvCxnSpPr>
          <p:cNvPr id="141" name="直線矢印コネクタ 160">
            <a:extLst>
              <a:ext uri="{FF2B5EF4-FFF2-40B4-BE49-F238E27FC236}">
                <a16:creationId xmlns:a16="http://schemas.microsoft.com/office/drawing/2014/main" id="{F9E06343-6328-4638-9D7A-ADA7989994D4}"/>
              </a:ext>
            </a:extLst>
          </p:cNvPr>
          <p:cNvCxnSpPr>
            <a:cxnSpLocks/>
            <a:stCxn id="71" idx="1"/>
          </p:cNvCxnSpPr>
          <p:nvPr/>
        </p:nvCxnSpPr>
        <p:spPr>
          <a:xfrm rot="10800000">
            <a:off x="3014992" y="2232539"/>
            <a:ext cx="3106531" cy="1739065"/>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47" name="直線矢印コネクタ 160">
            <a:extLst>
              <a:ext uri="{FF2B5EF4-FFF2-40B4-BE49-F238E27FC236}">
                <a16:creationId xmlns:a16="http://schemas.microsoft.com/office/drawing/2014/main" id="{1D05E325-DC07-4D4A-90A2-EC969D1C9FA3}"/>
              </a:ext>
            </a:extLst>
          </p:cNvPr>
          <p:cNvCxnSpPr>
            <a:cxnSpLocks/>
            <a:stCxn id="72" idx="1"/>
          </p:cNvCxnSpPr>
          <p:nvPr/>
        </p:nvCxnSpPr>
        <p:spPr>
          <a:xfrm rot="10800000">
            <a:off x="3014992" y="2232539"/>
            <a:ext cx="3106531" cy="2484559"/>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0" name="直線矢印コネクタ 160">
            <a:extLst>
              <a:ext uri="{FF2B5EF4-FFF2-40B4-BE49-F238E27FC236}">
                <a16:creationId xmlns:a16="http://schemas.microsoft.com/office/drawing/2014/main" id="{049D88BD-70C3-4C14-B9DD-0D0263B68E6C}"/>
              </a:ext>
            </a:extLst>
          </p:cNvPr>
          <p:cNvCxnSpPr>
            <a:cxnSpLocks/>
            <a:stCxn id="5" idx="1"/>
          </p:cNvCxnSpPr>
          <p:nvPr/>
        </p:nvCxnSpPr>
        <p:spPr>
          <a:xfrm rot="10800000" flipV="1">
            <a:off x="3024082" y="1592272"/>
            <a:ext cx="3097441" cy="1952509"/>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4" name="直線矢印コネクタ 160">
            <a:extLst>
              <a:ext uri="{FF2B5EF4-FFF2-40B4-BE49-F238E27FC236}">
                <a16:creationId xmlns:a16="http://schemas.microsoft.com/office/drawing/2014/main" id="{F02B60E6-5B8A-446B-9805-FE9DBF5DCE28}"/>
              </a:ext>
            </a:extLst>
          </p:cNvPr>
          <p:cNvCxnSpPr>
            <a:cxnSpLocks/>
            <a:stCxn id="5" idx="1"/>
          </p:cNvCxnSpPr>
          <p:nvPr/>
        </p:nvCxnSpPr>
        <p:spPr>
          <a:xfrm rot="10800000" flipV="1">
            <a:off x="3024082" y="1592272"/>
            <a:ext cx="3097441" cy="3226043"/>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86" name="直線矢印コネクタ 160">
            <a:extLst>
              <a:ext uri="{FF2B5EF4-FFF2-40B4-BE49-F238E27FC236}">
                <a16:creationId xmlns:a16="http://schemas.microsoft.com/office/drawing/2014/main" id="{BEF3BBE4-DD8D-4B48-B219-7A8DED811766}"/>
              </a:ext>
            </a:extLst>
          </p:cNvPr>
          <p:cNvCxnSpPr>
            <a:cxnSpLocks/>
            <a:stCxn id="63" idx="1"/>
          </p:cNvCxnSpPr>
          <p:nvPr/>
        </p:nvCxnSpPr>
        <p:spPr>
          <a:xfrm rot="10800000" flipV="1">
            <a:off x="3014992" y="3408546"/>
            <a:ext cx="3106531" cy="2586155"/>
          </a:xfrm>
          <a:prstGeom prst="bentConnector3">
            <a:avLst>
              <a:gd name="adj1" fmla="val 66737"/>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5" name="正方形/長方形 4">
            <a:extLst>
              <a:ext uri="{FF2B5EF4-FFF2-40B4-BE49-F238E27FC236}">
                <a16:creationId xmlns:a16="http://schemas.microsoft.com/office/drawing/2014/main" id="{7C5F2DCA-1F0F-42E5-8D4A-97FBC3AAA14E}"/>
              </a:ext>
            </a:extLst>
          </p:cNvPr>
          <p:cNvSpPr/>
          <p:nvPr/>
        </p:nvSpPr>
        <p:spPr>
          <a:xfrm>
            <a:off x="6121522" y="1434104"/>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89DEBC2E-8452-4AA0-92FA-2E36809BBC90}"/>
              </a:ext>
            </a:extLst>
          </p:cNvPr>
          <p:cNvSpPr/>
          <p:nvPr/>
        </p:nvSpPr>
        <p:spPr>
          <a:xfrm>
            <a:off x="6121522" y="3250378"/>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角丸四角形 46"/>
          <p:cNvSpPr/>
          <p:nvPr/>
        </p:nvSpPr>
        <p:spPr>
          <a:xfrm>
            <a:off x="6112435" y="1440393"/>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0" name="角丸四角形 46">
            <a:extLst>
              <a:ext uri="{FF2B5EF4-FFF2-40B4-BE49-F238E27FC236}">
                <a16:creationId xmlns:a16="http://schemas.microsoft.com/office/drawing/2014/main" id="{A3110C0A-7093-4E60-AE69-1F90329864A9}"/>
              </a:ext>
            </a:extLst>
          </p:cNvPr>
          <p:cNvSpPr/>
          <p:nvPr/>
        </p:nvSpPr>
        <p:spPr>
          <a:xfrm>
            <a:off x="6121523" y="2932200"/>
            <a:ext cx="1467347"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9" name="吹き出し: 線 (枠付き、強調線付き) 78">
            <a:extLst>
              <a:ext uri="{FF2B5EF4-FFF2-40B4-BE49-F238E27FC236}">
                <a16:creationId xmlns:a16="http://schemas.microsoft.com/office/drawing/2014/main" id="{5BA756D4-5E04-4D3E-8DA2-10F30FB6CF9C}"/>
              </a:ext>
            </a:extLst>
          </p:cNvPr>
          <p:cNvSpPr/>
          <p:nvPr/>
        </p:nvSpPr>
        <p:spPr>
          <a:xfrm>
            <a:off x="3228871" y="2594293"/>
            <a:ext cx="1527243" cy="713036"/>
          </a:xfrm>
          <a:prstGeom prst="accentBorderCallout1">
            <a:avLst>
              <a:gd name="adj1" fmla="val 18750"/>
              <a:gd name="adj2" fmla="val -8333"/>
              <a:gd name="adj3" fmla="val 48380"/>
              <a:gd name="adj4" fmla="val -7336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rgbClr val="FF0000"/>
                </a:solidFill>
              </a:rPr>
              <a:t>Azure</a:t>
            </a:r>
            <a:r>
              <a:rPr kumimoji="1" lang="ja-JP" altLang="en-US" sz="1200">
                <a:solidFill>
                  <a:srgbClr val="FF0000"/>
                </a:solidFill>
              </a:rPr>
              <a:t>環境</a:t>
            </a:r>
            <a:r>
              <a:rPr kumimoji="1" lang="en-US" altLang="ja-JP" sz="1200">
                <a:solidFill>
                  <a:srgbClr val="FF0000"/>
                </a:solidFill>
              </a:rPr>
              <a:t>PIMS</a:t>
            </a:r>
            <a:r>
              <a:rPr kumimoji="1" lang="ja-JP" altLang="en-US" sz="1200">
                <a:solidFill>
                  <a:srgbClr val="FF0000"/>
                </a:solidFill>
              </a:rPr>
              <a:t>へ接続先変更</a:t>
            </a:r>
          </a:p>
        </p:txBody>
      </p:sp>
      <p:sp>
        <p:nvSpPr>
          <p:cNvPr id="80" name="四角形: 角を丸くする 79">
            <a:extLst>
              <a:ext uri="{FF2B5EF4-FFF2-40B4-BE49-F238E27FC236}">
                <a16:creationId xmlns:a16="http://schemas.microsoft.com/office/drawing/2014/main" id="{59CF7C4D-7BF9-4288-BCAB-177323820648}"/>
              </a:ext>
            </a:extLst>
          </p:cNvPr>
          <p:cNvSpPr/>
          <p:nvPr/>
        </p:nvSpPr>
        <p:spPr>
          <a:xfrm>
            <a:off x="344092" y="2841261"/>
            <a:ext cx="1862423" cy="3578994"/>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四角形: 角を丸くする 80">
            <a:extLst>
              <a:ext uri="{FF2B5EF4-FFF2-40B4-BE49-F238E27FC236}">
                <a16:creationId xmlns:a16="http://schemas.microsoft.com/office/drawing/2014/main" id="{1809CE8B-46B0-4C06-A6C8-12C0AC845AA3}"/>
              </a:ext>
            </a:extLst>
          </p:cNvPr>
          <p:cNvSpPr/>
          <p:nvPr/>
        </p:nvSpPr>
        <p:spPr>
          <a:xfrm>
            <a:off x="2237897" y="2769275"/>
            <a:ext cx="893911" cy="3650980"/>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吹き出し: 線 (枠付き、強調線付き) 81">
            <a:extLst>
              <a:ext uri="{FF2B5EF4-FFF2-40B4-BE49-F238E27FC236}">
                <a16:creationId xmlns:a16="http://schemas.microsoft.com/office/drawing/2014/main" id="{AFA5DF05-280C-4B85-8D79-868B06A776C5}"/>
              </a:ext>
            </a:extLst>
          </p:cNvPr>
          <p:cNvSpPr/>
          <p:nvPr/>
        </p:nvSpPr>
        <p:spPr>
          <a:xfrm>
            <a:off x="3519854" y="5594567"/>
            <a:ext cx="1527243" cy="713036"/>
          </a:xfrm>
          <a:prstGeom prst="accentBorderCallout1">
            <a:avLst>
              <a:gd name="adj1" fmla="val 18750"/>
              <a:gd name="adj2" fmla="val -8333"/>
              <a:gd name="adj3" fmla="val -6501"/>
              <a:gd name="adj4" fmla="val -45383"/>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rgbClr val="FF0000"/>
                </a:solidFill>
              </a:rPr>
              <a:t>クライアントバージョンアップ</a:t>
            </a:r>
          </a:p>
        </p:txBody>
      </p:sp>
      <p:sp>
        <p:nvSpPr>
          <p:cNvPr id="83" name="角丸四角形 40">
            <a:extLst>
              <a:ext uri="{FF2B5EF4-FFF2-40B4-BE49-F238E27FC236}">
                <a16:creationId xmlns:a16="http://schemas.microsoft.com/office/drawing/2014/main" id="{82B7E9AA-1A4F-4048-88AF-9E7054D9DB48}"/>
              </a:ext>
            </a:extLst>
          </p:cNvPr>
          <p:cNvSpPr/>
          <p:nvPr/>
        </p:nvSpPr>
        <p:spPr>
          <a:xfrm>
            <a:off x="2224604" y="1919636"/>
            <a:ext cx="790387"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rgbClr val="FF0000"/>
                </a:solidFill>
                <a:latin typeface="游ゴシック"/>
                <a:ea typeface="游ゴシック"/>
              </a:rPr>
              <a:t>330.0.0</a:t>
            </a:r>
            <a:endParaRPr lang="en-US" altLang="ja-JP" sz="800" b="1">
              <a:solidFill>
                <a:srgbClr val="FF0000"/>
              </a:solidFill>
              <a:latin typeface="游ゴシック" panose="020B0400000000000000" pitchFamily="50" charset="-128"/>
              <a:ea typeface="游ゴシック" panose="020B0400000000000000" pitchFamily="50" charset="-128"/>
            </a:endParaRPr>
          </a:p>
        </p:txBody>
      </p:sp>
      <p:sp>
        <p:nvSpPr>
          <p:cNvPr id="84" name="角丸四角形 40">
            <a:extLst>
              <a:ext uri="{FF2B5EF4-FFF2-40B4-BE49-F238E27FC236}">
                <a16:creationId xmlns:a16="http://schemas.microsoft.com/office/drawing/2014/main" id="{478E4341-3E82-4561-A485-CB47B89DAB20}"/>
              </a:ext>
            </a:extLst>
          </p:cNvPr>
          <p:cNvSpPr/>
          <p:nvPr/>
        </p:nvSpPr>
        <p:spPr>
          <a:xfrm>
            <a:off x="2239186" y="323188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sz="800" b="1">
                <a:solidFill>
                  <a:srgbClr val="FF0000"/>
                </a:solidFill>
                <a:latin typeface="游ゴシック"/>
                <a:ea typeface="游ゴシック"/>
              </a:rPr>
              <a:t>330.0.0</a:t>
            </a:r>
            <a:endParaRPr lang="en-US"/>
          </a:p>
        </p:txBody>
      </p:sp>
      <p:sp>
        <p:nvSpPr>
          <p:cNvPr id="85" name="角丸四角形 40">
            <a:extLst>
              <a:ext uri="{FF2B5EF4-FFF2-40B4-BE49-F238E27FC236}">
                <a16:creationId xmlns:a16="http://schemas.microsoft.com/office/drawing/2014/main" id="{B253D000-EE1B-4923-9494-EB0401AAFD2F}"/>
              </a:ext>
            </a:extLst>
          </p:cNvPr>
          <p:cNvSpPr/>
          <p:nvPr/>
        </p:nvSpPr>
        <p:spPr>
          <a:xfrm>
            <a:off x="2239186" y="4505414"/>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panose="020B0400000000000000" pitchFamily="50" charset="-128"/>
                <a:ea typeface="游ゴシック" panose="020B0400000000000000" pitchFamily="50" charset="-128"/>
              </a:rPr>
              <a:t>330.0.0</a:t>
            </a:r>
            <a:endParaRPr lang="en-US"/>
          </a:p>
        </p:txBody>
      </p:sp>
      <p:sp>
        <p:nvSpPr>
          <p:cNvPr id="86" name="角丸四角形 40">
            <a:extLst>
              <a:ext uri="{FF2B5EF4-FFF2-40B4-BE49-F238E27FC236}">
                <a16:creationId xmlns:a16="http://schemas.microsoft.com/office/drawing/2014/main" id="{A9650D9B-E994-4CF5-9466-258677DC8D6F}"/>
              </a:ext>
            </a:extLst>
          </p:cNvPr>
          <p:cNvSpPr/>
          <p:nvPr/>
        </p:nvSpPr>
        <p:spPr>
          <a:xfrm>
            <a:off x="2230096" y="568180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a:ea typeface="游ゴシック"/>
              </a:rPr>
              <a:t>330.0.0</a:t>
            </a:r>
            <a:endParaRPr lang="en-US">
              <a:latin typeface="游ゴシック"/>
              <a:ea typeface="游ゴシック"/>
            </a:endParaRPr>
          </a:p>
        </p:txBody>
      </p:sp>
      <p:sp>
        <p:nvSpPr>
          <p:cNvPr id="8" name="四角形: 角を丸くする 7">
            <a:extLst>
              <a:ext uri="{FF2B5EF4-FFF2-40B4-BE49-F238E27FC236}">
                <a16:creationId xmlns:a16="http://schemas.microsoft.com/office/drawing/2014/main" id="{162DDAB1-30FB-5862-5085-9D9053E925EE}"/>
              </a:ext>
            </a:extLst>
          </p:cNvPr>
          <p:cNvSpPr/>
          <p:nvPr/>
        </p:nvSpPr>
        <p:spPr>
          <a:xfrm>
            <a:off x="36879" y="778643"/>
            <a:ext cx="3329421" cy="1934836"/>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9" name="四角形: 角を丸くする 8">
            <a:extLst>
              <a:ext uri="{FF2B5EF4-FFF2-40B4-BE49-F238E27FC236}">
                <a16:creationId xmlns:a16="http://schemas.microsoft.com/office/drawing/2014/main" id="{35BD16FA-C34E-0106-FC6A-726BC01E8BC4}"/>
              </a:ext>
            </a:extLst>
          </p:cNvPr>
          <p:cNvSpPr/>
          <p:nvPr/>
        </p:nvSpPr>
        <p:spPr>
          <a:xfrm>
            <a:off x="5666328" y="3597801"/>
            <a:ext cx="6525671" cy="1545632"/>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10" name="四角形: 角を丸くする 9">
            <a:extLst>
              <a:ext uri="{FF2B5EF4-FFF2-40B4-BE49-F238E27FC236}">
                <a16:creationId xmlns:a16="http://schemas.microsoft.com/office/drawing/2014/main" id="{DCAC9ACA-5423-B0AC-DE23-A6460180AF1D}"/>
              </a:ext>
            </a:extLst>
          </p:cNvPr>
          <p:cNvSpPr/>
          <p:nvPr/>
        </p:nvSpPr>
        <p:spPr>
          <a:xfrm>
            <a:off x="5666327" y="2145395"/>
            <a:ext cx="6525671" cy="756468"/>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Tree>
    <p:extLst>
      <p:ext uri="{BB962C8B-B14F-4D97-AF65-F5344CB8AC3E}">
        <p14:creationId xmlns:p14="http://schemas.microsoft.com/office/powerpoint/2010/main" val="224871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a:t>2025/7/11</a:t>
            </a:r>
            <a:endParaRPr 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graphicFrame>
        <p:nvGraphicFramePr>
          <p:cNvPr id="5" name="表 4">
            <a:extLst>
              <a:ext uri="{FF2B5EF4-FFF2-40B4-BE49-F238E27FC236}">
                <a16:creationId xmlns:a16="http://schemas.microsoft.com/office/drawing/2014/main" id="{2B8004BB-09FE-0F10-AA64-70D8DAAE2FB3}"/>
              </a:ext>
            </a:extLst>
          </p:cNvPr>
          <p:cNvGraphicFramePr>
            <a:graphicFrameLocks noGrp="1"/>
          </p:cNvGraphicFramePr>
          <p:nvPr>
            <p:extLst>
              <p:ext uri="{D42A27DB-BD31-4B8C-83A1-F6EECF244321}">
                <p14:modId xmlns:p14="http://schemas.microsoft.com/office/powerpoint/2010/main" val="1244727292"/>
              </p:ext>
            </p:extLst>
          </p:nvPr>
        </p:nvGraphicFramePr>
        <p:xfrm>
          <a:off x="579196" y="1199176"/>
          <a:ext cx="11038004" cy="1678800"/>
        </p:xfrm>
        <a:graphic>
          <a:graphicData uri="http://schemas.openxmlformats.org/drawingml/2006/table">
            <a:tbl>
              <a:tblPr firstRow="1" bandRow="1">
                <a:tableStyleId>{69012ECD-51FC-41F1-AA8D-1B2483CD663E}</a:tableStyleId>
              </a:tblPr>
              <a:tblGrid>
                <a:gridCol w="238305">
                  <a:extLst>
                    <a:ext uri="{9D8B030D-6E8A-4147-A177-3AD203B41FA5}">
                      <a16:colId xmlns:a16="http://schemas.microsoft.com/office/drawing/2014/main" val="126741242"/>
                    </a:ext>
                  </a:extLst>
                </a:gridCol>
                <a:gridCol w="2076957">
                  <a:extLst>
                    <a:ext uri="{9D8B030D-6E8A-4147-A177-3AD203B41FA5}">
                      <a16:colId xmlns:a16="http://schemas.microsoft.com/office/drawing/2014/main" val="4069089093"/>
                    </a:ext>
                  </a:extLst>
                </a:gridCol>
                <a:gridCol w="719999">
                  <a:extLst>
                    <a:ext uri="{9D8B030D-6E8A-4147-A177-3AD203B41FA5}">
                      <a16:colId xmlns:a16="http://schemas.microsoft.com/office/drawing/2014/main" val="2079355301"/>
                    </a:ext>
                  </a:extLst>
                </a:gridCol>
                <a:gridCol w="719999">
                  <a:extLst>
                    <a:ext uri="{9D8B030D-6E8A-4147-A177-3AD203B41FA5}">
                      <a16:colId xmlns:a16="http://schemas.microsoft.com/office/drawing/2014/main" val="1193201442"/>
                    </a:ext>
                  </a:extLst>
                </a:gridCol>
                <a:gridCol w="719999">
                  <a:extLst>
                    <a:ext uri="{9D8B030D-6E8A-4147-A177-3AD203B41FA5}">
                      <a16:colId xmlns:a16="http://schemas.microsoft.com/office/drawing/2014/main" val="1161042718"/>
                    </a:ext>
                  </a:extLst>
                </a:gridCol>
                <a:gridCol w="719999">
                  <a:extLst>
                    <a:ext uri="{9D8B030D-6E8A-4147-A177-3AD203B41FA5}">
                      <a16:colId xmlns:a16="http://schemas.microsoft.com/office/drawing/2014/main" val="3153680547"/>
                    </a:ext>
                  </a:extLst>
                </a:gridCol>
                <a:gridCol w="719999">
                  <a:extLst>
                    <a:ext uri="{9D8B030D-6E8A-4147-A177-3AD203B41FA5}">
                      <a16:colId xmlns:a16="http://schemas.microsoft.com/office/drawing/2014/main" val="3515702462"/>
                    </a:ext>
                  </a:extLst>
                </a:gridCol>
                <a:gridCol w="5122747">
                  <a:extLst>
                    <a:ext uri="{9D8B030D-6E8A-4147-A177-3AD203B41FA5}">
                      <a16:colId xmlns:a16="http://schemas.microsoft.com/office/drawing/2014/main" val="2497233769"/>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千葉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愛知</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徳山</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北海道</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四日市</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備考</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965053795"/>
                  </a:ext>
                </a:extLst>
              </a:tr>
              <a:tr h="540000">
                <a:tc>
                  <a:txBody>
                    <a:bodyPr/>
                    <a:lstStyle/>
                    <a:p>
                      <a:pPr algn="ctr"/>
                      <a:r>
                        <a:rPr kumimoji="1" lang="en-US" altLang="ja-JP" sz="1600" kern="1200">
                          <a:solidFill>
                            <a:schemeClr val="dk1"/>
                          </a:solidFill>
                          <a:latin typeface="游ゴシック"/>
                          <a:ea typeface="游ゴシック"/>
                          <a:cs typeface="+mn-cs"/>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a:latin typeface="游ゴシック" panose="020B0400000000000000" pitchFamily="50" charset="-128"/>
                          <a:ea typeface="游ゴシック" panose="020B0400000000000000" pitchFamily="50" charset="-128"/>
                        </a:rPr>
                        <a:t>数量確定・用役管理</a:t>
                      </a:r>
                      <a:endParaRPr lang="en-US" altLang="ja-JP" sz="160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a:solidFill>
                            <a:schemeClr val="tx1"/>
                          </a:solidFill>
                          <a:latin typeface="游ゴシック"/>
                          <a:ea typeface="游ゴシック"/>
                        </a:rPr>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endParaRPr kumimoji="1"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a:solidFill>
                            <a:schemeClr val="tx1"/>
                          </a:solidFill>
                          <a:latin typeface="游ゴシック"/>
                          <a:ea typeface="游ゴシック"/>
                        </a:rPr>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endParaRPr kumimoji="1"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endParaRPr kumimoji="1"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数量確定、用役管理の</a:t>
                      </a:r>
                      <a:r>
                        <a:rPr kumimoji="1" lang="en-US" altLang="ja-JP" sz="1600">
                          <a:solidFill>
                            <a:schemeClr val="tx1"/>
                          </a:solidFill>
                          <a:latin typeface="游ゴシック"/>
                          <a:ea typeface="游ゴシック"/>
                        </a:rPr>
                        <a:t>PIMS</a:t>
                      </a:r>
                      <a:r>
                        <a:rPr kumimoji="1" lang="ja-JP" altLang="en-US" sz="1600">
                          <a:solidFill>
                            <a:schemeClr val="tx1"/>
                          </a:solidFill>
                          <a:latin typeface="游ゴシック"/>
                          <a:ea typeface="游ゴシック"/>
                        </a:rPr>
                        <a:t>取込モジュールは同一のため</a:t>
                      </a:r>
                      <a:r>
                        <a:rPr kumimoji="1" lang="en-US" altLang="ja-JP" sz="1600">
                          <a:solidFill>
                            <a:schemeClr val="tx1"/>
                          </a:solidFill>
                          <a:latin typeface="游ゴシック"/>
                          <a:ea typeface="游ゴシック"/>
                        </a:rPr>
                        <a:t>1</a:t>
                      </a:r>
                      <a:r>
                        <a:rPr kumimoji="1" lang="ja-JP" altLang="en-US" sz="1600">
                          <a:solidFill>
                            <a:schemeClr val="tx1"/>
                          </a:solidFill>
                          <a:latin typeface="游ゴシック"/>
                          <a:ea typeface="游ゴシック"/>
                        </a:rPr>
                        <a:t>としてカウントしております。</a:t>
                      </a:r>
                      <a:endParaRPr kumimoji="1"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7267108"/>
                  </a:ext>
                </a:extLst>
              </a:tr>
              <a:tr h="540000">
                <a:tc>
                  <a:txBody>
                    <a:bodyPr/>
                    <a:lstStyle/>
                    <a:p>
                      <a:pPr algn="ctr"/>
                      <a:r>
                        <a:rPr kumimoji="1" lang="en-US" altLang="ja-JP" sz="1600" kern="1200">
                          <a:solidFill>
                            <a:schemeClr val="dk1"/>
                          </a:solidFill>
                          <a:latin typeface="游ゴシック"/>
                          <a:ea typeface="游ゴシック"/>
                          <a:cs typeface="+mn-cs"/>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a:latin typeface="游ゴシック" panose="020B0400000000000000" pitchFamily="50" charset="-128"/>
                          <a:ea typeface="+mn-ea"/>
                        </a:rPr>
                        <a:t>数量確定ポリマー</a:t>
                      </a:r>
                      <a:endParaRPr lang="en-US" altLang="ja-JP" sz="16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a:solidFill>
                            <a:schemeClr val="tx1"/>
                          </a:solidFill>
                          <a:latin typeface="游ゴシック"/>
                          <a:ea typeface="游ゴシック"/>
                        </a:rPr>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600" b="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endParaRPr kumimoji="1" lang="ja-JP" altLang="en-US" sz="1600" b="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1" lang="ja-JP" altLang="en-US" sz="160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6113260"/>
                  </a:ext>
                </a:extLst>
              </a:tr>
            </a:tbl>
          </a:graphicData>
        </a:graphic>
      </p:graphicFrame>
    </p:spTree>
    <p:extLst>
      <p:ext uri="{BB962C8B-B14F-4D97-AF65-F5344CB8AC3E}">
        <p14:creationId xmlns:p14="http://schemas.microsoft.com/office/powerpoint/2010/main" val="286748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987129936"/>
              </p:ext>
            </p:extLst>
          </p:nvPr>
        </p:nvGraphicFramePr>
        <p:xfrm>
          <a:off x="888448" y="755856"/>
          <a:ext cx="9746084" cy="4762144"/>
        </p:xfrm>
        <a:graphic>
          <a:graphicData uri="http://schemas.openxmlformats.org/drawingml/2006/table">
            <a:tbl>
              <a:tblPr firstRow="1">
                <a:tableStyleId>{69012ECD-51FC-41F1-AA8D-1B2483CD663E}</a:tableStyleId>
              </a:tblPr>
              <a:tblGrid>
                <a:gridCol w="974485">
                  <a:extLst>
                    <a:ext uri="{9D8B030D-6E8A-4147-A177-3AD203B41FA5}">
                      <a16:colId xmlns:a16="http://schemas.microsoft.com/office/drawing/2014/main" val="20001"/>
                    </a:ext>
                  </a:extLst>
                </a:gridCol>
                <a:gridCol w="974485">
                  <a:extLst>
                    <a:ext uri="{9D8B030D-6E8A-4147-A177-3AD203B41FA5}">
                      <a16:colId xmlns:a16="http://schemas.microsoft.com/office/drawing/2014/main" val="2565116541"/>
                    </a:ext>
                  </a:extLst>
                </a:gridCol>
                <a:gridCol w="866346">
                  <a:extLst>
                    <a:ext uri="{9D8B030D-6E8A-4147-A177-3AD203B41FA5}">
                      <a16:colId xmlns:a16="http://schemas.microsoft.com/office/drawing/2014/main" val="20014"/>
                    </a:ext>
                  </a:extLst>
                </a:gridCol>
                <a:gridCol w="866346">
                  <a:extLst>
                    <a:ext uri="{9D8B030D-6E8A-4147-A177-3AD203B41FA5}">
                      <a16:colId xmlns:a16="http://schemas.microsoft.com/office/drawing/2014/main" val="332361526"/>
                    </a:ext>
                  </a:extLst>
                </a:gridCol>
                <a:gridCol w="866346">
                  <a:extLst>
                    <a:ext uri="{9D8B030D-6E8A-4147-A177-3AD203B41FA5}">
                      <a16:colId xmlns:a16="http://schemas.microsoft.com/office/drawing/2014/main" val="1301509302"/>
                    </a:ext>
                  </a:extLst>
                </a:gridCol>
                <a:gridCol w="866346">
                  <a:extLst>
                    <a:ext uri="{9D8B030D-6E8A-4147-A177-3AD203B41FA5}">
                      <a16:colId xmlns:a16="http://schemas.microsoft.com/office/drawing/2014/main" val="2064698816"/>
                    </a:ext>
                  </a:extLst>
                </a:gridCol>
                <a:gridCol w="866346">
                  <a:extLst>
                    <a:ext uri="{9D8B030D-6E8A-4147-A177-3AD203B41FA5}">
                      <a16:colId xmlns:a16="http://schemas.microsoft.com/office/drawing/2014/main" val="1049139473"/>
                    </a:ext>
                  </a:extLst>
                </a:gridCol>
                <a:gridCol w="866346">
                  <a:extLst>
                    <a:ext uri="{9D8B030D-6E8A-4147-A177-3AD203B41FA5}">
                      <a16:colId xmlns:a16="http://schemas.microsoft.com/office/drawing/2014/main" val="581626291"/>
                    </a:ext>
                  </a:extLst>
                </a:gridCol>
                <a:gridCol w="866346">
                  <a:extLst>
                    <a:ext uri="{9D8B030D-6E8A-4147-A177-3AD203B41FA5}">
                      <a16:colId xmlns:a16="http://schemas.microsoft.com/office/drawing/2014/main" val="1794734865"/>
                    </a:ext>
                  </a:extLst>
                </a:gridCol>
                <a:gridCol w="866346">
                  <a:extLst>
                    <a:ext uri="{9D8B030D-6E8A-4147-A177-3AD203B41FA5}">
                      <a16:colId xmlns:a16="http://schemas.microsoft.com/office/drawing/2014/main" val="749056113"/>
                    </a:ext>
                  </a:extLst>
                </a:gridCol>
                <a:gridCol w="866346">
                  <a:extLst>
                    <a:ext uri="{9D8B030D-6E8A-4147-A177-3AD203B41FA5}">
                      <a16:colId xmlns:a16="http://schemas.microsoft.com/office/drawing/2014/main" val="2894799342"/>
                    </a:ext>
                  </a:extLst>
                </a:gridCol>
              </a:tblGrid>
              <a:tr h="340535">
                <a:tc rowSpan="2" grid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kumimoji="1" lang="ja-JP" altLang="en-US"/>
                    </a:p>
                  </a:txBody>
                  <a:tcPr/>
                </a:tc>
                <a:tc gridSpan="7">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2">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6350" cap="flat" cmpd="sng" algn="ctr">
                      <a:solidFill>
                        <a:schemeClr val="bg1">
                          <a:lumMod val="65000"/>
                        </a:schemeClr>
                      </a:solidFill>
                      <a:prstDash val="sysDot"/>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extLst>
                  <a:ext uri="{0D108BD9-81ED-4DB2-BD59-A6C34878D82A}">
                    <a16:rowId xmlns:a16="http://schemas.microsoft.com/office/drawing/2014/main" val="10000"/>
                  </a:ext>
                </a:extLst>
              </a:tr>
              <a:tr h="505469">
                <a:tc gridSpan="2"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vMerge="1">
                  <a:txBody>
                    <a:bodyPr/>
                    <a:lstStyle/>
                    <a:p>
                      <a:endParaRPr kumimoji="1" lang="ja-JP" altLang="en-US"/>
                    </a:p>
                  </a:txBody>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1188380">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545552">
                <a:tc rowSpan="4">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愛知</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44696145"/>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北海道</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39346561"/>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千葉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65740787"/>
                  </a:ext>
                </a:extLst>
              </a:tr>
              <a:tr h="545552">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徳山</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259914422"/>
                  </a:ext>
                </a:extLst>
              </a:tr>
              <a:tr h="545552">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工場システム</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6737231"/>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83921" y="609735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75821" y="609735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67720" y="609735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708884" y="6053419"/>
            <a:ext cx="4014837" cy="478637"/>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4514657" y="1629722"/>
            <a:ext cx="1548798" cy="405683"/>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▼開発フェーズ開始</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(8/1)</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368880" y="2788444"/>
            <a:ext cx="437945" cy="54707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2025/7/11</a:t>
            </a:r>
            <a:endParaRPr lang="en-US"/>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6125276"/>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スケジュールについては、ご契約のタイミング状況により変更となる場合がございます</a:t>
            </a:r>
            <a:endParaRPr lang="en-US" altLang="ja-JP" sz="1400">
              <a:latin typeface="+mn-ea"/>
              <a:cs typeface="メイリオ" pitchFamily="50" charset="-128"/>
            </a:endParaRPr>
          </a:p>
        </p:txBody>
      </p:sp>
      <p:sp>
        <p:nvSpPr>
          <p:cNvPr id="11" name="フッター プレースホルダー 10"/>
          <p:cNvSpPr>
            <a:spLocks noGrp="1"/>
          </p:cNvSpPr>
          <p:nvPr>
            <p:ph type="ftr" sz="quarter" idx="11"/>
          </p:nvPr>
        </p:nvSpPr>
        <p:spPr/>
        <p:txBody>
          <a:bodyPr/>
          <a:lstStyle/>
          <a:p>
            <a:r>
              <a:rPr lang="en-US"/>
              <a:t>Copyright © 2025 SystemEXE,Inc All Rights Reserved.</a:t>
            </a:r>
          </a:p>
        </p:txBody>
      </p:sp>
      <p:sp>
        <p:nvSpPr>
          <p:cNvPr id="51" name="テキスト ボックス 50">
            <a:extLst>
              <a:ext uri="{FF2B5EF4-FFF2-40B4-BE49-F238E27FC236}">
                <a16:creationId xmlns:a16="http://schemas.microsoft.com/office/drawing/2014/main" id="{2215EDEA-9B8A-4322-BFF8-D6A1A518114E}"/>
              </a:ext>
            </a:extLst>
          </p:cNvPr>
          <p:cNvSpPr txBox="1"/>
          <p:nvPr/>
        </p:nvSpPr>
        <p:spPr>
          <a:xfrm>
            <a:off x="7599156" y="1667043"/>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▼千葉切替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2" name="テキスト ボックス 51">
            <a:extLst>
              <a:ext uri="{FF2B5EF4-FFF2-40B4-BE49-F238E27FC236}">
                <a16:creationId xmlns:a16="http://schemas.microsoft.com/office/drawing/2014/main" id="{273F1D17-10FA-4924-B884-6E253B662FBC}"/>
              </a:ext>
            </a:extLst>
          </p:cNvPr>
          <p:cNvSpPr txBox="1"/>
          <p:nvPr/>
        </p:nvSpPr>
        <p:spPr>
          <a:xfrm>
            <a:off x="8153469" y="1929724"/>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▼徳山切替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4" name="テキスト ボックス 53">
            <a:extLst>
              <a:ext uri="{FF2B5EF4-FFF2-40B4-BE49-F238E27FC236}">
                <a16:creationId xmlns:a16="http://schemas.microsoft.com/office/drawing/2014/main" id="{D5587137-054A-4734-9EC3-857E2D7952EC}"/>
              </a:ext>
            </a:extLst>
          </p:cNvPr>
          <p:cNvSpPr txBox="1"/>
          <p:nvPr/>
        </p:nvSpPr>
        <p:spPr>
          <a:xfrm>
            <a:off x="8966371" y="1660596"/>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▼四日市切替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20A49EAF-2CE6-4079-B03C-1C577E857A47}"/>
              </a:ext>
            </a:extLst>
          </p:cNvPr>
          <p:cNvSpPr/>
          <p:nvPr/>
        </p:nvSpPr>
        <p:spPr>
          <a:xfrm>
            <a:off x="4142945" y="2785607"/>
            <a:ext cx="183787"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58" name="正方形/長方形 57">
            <a:extLst>
              <a:ext uri="{FF2B5EF4-FFF2-40B4-BE49-F238E27FC236}">
                <a16:creationId xmlns:a16="http://schemas.microsoft.com/office/drawing/2014/main" id="{53C1D3EB-1F37-4250-9882-86110A337799}"/>
              </a:ext>
            </a:extLst>
          </p:cNvPr>
          <p:cNvSpPr/>
          <p:nvPr/>
        </p:nvSpPr>
        <p:spPr>
          <a:xfrm>
            <a:off x="4316631" y="2783336"/>
            <a:ext cx="907678" cy="54990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9" name="正方形/長方形 58">
            <a:extLst>
              <a:ext uri="{FF2B5EF4-FFF2-40B4-BE49-F238E27FC236}">
                <a16:creationId xmlns:a16="http://schemas.microsoft.com/office/drawing/2014/main" id="{FCD1745A-C278-46D2-B2DC-36F7293FBDF5}"/>
              </a:ext>
            </a:extLst>
          </p:cNvPr>
          <p:cNvSpPr/>
          <p:nvPr/>
        </p:nvSpPr>
        <p:spPr>
          <a:xfrm>
            <a:off x="5195888" y="2783336"/>
            <a:ext cx="438150" cy="565865"/>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5" name="正方形/長方形 64">
            <a:extLst>
              <a:ext uri="{FF2B5EF4-FFF2-40B4-BE49-F238E27FC236}">
                <a16:creationId xmlns:a16="http://schemas.microsoft.com/office/drawing/2014/main" id="{BD30EF20-DD76-491C-9C1C-049E43A5F98D}"/>
              </a:ext>
            </a:extLst>
          </p:cNvPr>
          <p:cNvSpPr/>
          <p:nvPr/>
        </p:nvSpPr>
        <p:spPr>
          <a:xfrm>
            <a:off x="4346931" y="3314766"/>
            <a:ext cx="771518" cy="5470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結合テスト</a:t>
            </a:r>
          </a:p>
        </p:txBody>
      </p:sp>
      <p:sp>
        <p:nvSpPr>
          <p:cNvPr id="66" name="正方形/長方形 65">
            <a:extLst>
              <a:ext uri="{FF2B5EF4-FFF2-40B4-BE49-F238E27FC236}">
                <a16:creationId xmlns:a16="http://schemas.microsoft.com/office/drawing/2014/main" id="{74C58259-AF97-4FA9-B5B0-BC8DF789B1A6}"/>
              </a:ext>
            </a:extLst>
          </p:cNvPr>
          <p:cNvSpPr/>
          <p:nvPr/>
        </p:nvSpPr>
        <p:spPr>
          <a:xfrm>
            <a:off x="5125115" y="3288408"/>
            <a:ext cx="286496" cy="60006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67" name="正方形/長方形 66">
            <a:extLst>
              <a:ext uri="{FF2B5EF4-FFF2-40B4-BE49-F238E27FC236}">
                <a16:creationId xmlns:a16="http://schemas.microsoft.com/office/drawing/2014/main" id="{FB4B8F02-AA39-4C5D-8827-E7D0659C0BA0}"/>
              </a:ext>
            </a:extLst>
          </p:cNvPr>
          <p:cNvSpPr/>
          <p:nvPr/>
        </p:nvSpPr>
        <p:spPr>
          <a:xfrm>
            <a:off x="5427123" y="3322025"/>
            <a:ext cx="47962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68" name="正方形/長方形 67">
            <a:extLst>
              <a:ext uri="{FF2B5EF4-FFF2-40B4-BE49-F238E27FC236}">
                <a16:creationId xmlns:a16="http://schemas.microsoft.com/office/drawing/2014/main" id="{2CE90EF2-5134-4007-AE59-A4B3F0074D91}"/>
              </a:ext>
            </a:extLst>
          </p:cNvPr>
          <p:cNvSpPr/>
          <p:nvPr/>
        </p:nvSpPr>
        <p:spPr>
          <a:xfrm>
            <a:off x="5906751" y="3294496"/>
            <a:ext cx="657879"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69" name="正方形/長方形 68">
            <a:extLst>
              <a:ext uri="{FF2B5EF4-FFF2-40B4-BE49-F238E27FC236}">
                <a16:creationId xmlns:a16="http://schemas.microsoft.com/office/drawing/2014/main" id="{C0C98577-4626-460F-9C28-155F32522D99}"/>
              </a:ext>
            </a:extLst>
          </p:cNvPr>
          <p:cNvSpPr/>
          <p:nvPr/>
        </p:nvSpPr>
        <p:spPr>
          <a:xfrm>
            <a:off x="4331995" y="3862167"/>
            <a:ext cx="1574756" cy="56958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結合テスト</a:t>
            </a:r>
          </a:p>
        </p:txBody>
      </p:sp>
      <p:sp>
        <p:nvSpPr>
          <p:cNvPr id="70" name="正方形/長方形 69">
            <a:extLst>
              <a:ext uri="{FF2B5EF4-FFF2-40B4-BE49-F238E27FC236}">
                <a16:creationId xmlns:a16="http://schemas.microsoft.com/office/drawing/2014/main" id="{52116367-2110-4948-AAA1-62909B092BBB}"/>
              </a:ext>
            </a:extLst>
          </p:cNvPr>
          <p:cNvSpPr/>
          <p:nvPr/>
        </p:nvSpPr>
        <p:spPr>
          <a:xfrm>
            <a:off x="5902458" y="3852520"/>
            <a:ext cx="411765" cy="56958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2" name="正方形/長方形 71">
            <a:extLst>
              <a:ext uri="{FF2B5EF4-FFF2-40B4-BE49-F238E27FC236}">
                <a16:creationId xmlns:a16="http://schemas.microsoft.com/office/drawing/2014/main" id="{09357D66-5058-4207-AEC0-24B9E75E37E2}"/>
              </a:ext>
            </a:extLst>
          </p:cNvPr>
          <p:cNvSpPr/>
          <p:nvPr/>
        </p:nvSpPr>
        <p:spPr>
          <a:xfrm>
            <a:off x="7846517" y="3830637"/>
            <a:ext cx="464082" cy="564364"/>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73" name="正方形/長方形 72">
            <a:extLst>
              <a:ext uri="{FF2B5EF4-FFF2-40B4-BE49-F238E27FC236}">
                <a16:creationId xmlns:a16="http://schemas.microsoft.com/office/drawing/2014/main" id="{0283739E-7F46-424B-AB9F-F899FA91C9B6}"/>
              </a:ext>
            </a:extLst>
          </p:cNvPr>
          <p:cNvSpPr/>
          <p:nvPr/>
        </p:nvSpPr>
        <p:spPr>
          <a:xfrm>
            <a:off x="6297407" y="4380946"/>
            <a:ext cx="866668" cy="578471"/>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rPr>
              <a:t>結合</a:t>
            </a: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74" name="正方形/長方形 73">
            <a:extLst>
              <a:ext uri="{FF2B5EF4-FFF2-40B4-BE49-F238E27FC236}">
                <a16:creationId xmlns:a16="http://schemas.microsoft.com/office/drawing/2014/main" id="{DEBFAD92-E2F7-40B7-B71B-42C1A806A3F6}"/>
              </a:ext>
            </a:extLst>
          </p:cNvPr>
          <p:cNvSpPr/>
          <p:nvPr/>
        </p:nvSpPr>
        <p:spPr>
          <a:xfrm>
            <a:off x="7164075" y="4379747"/>
            <a:ext cx="435081" cy="56112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75" name="正方形/長方形 74">
            <a:extLst>
              <a:ext uri="{FF2B5EF4-FFF2-40B4-BE49-F238E27FC236}">
                <a16:creationId xmlns:a16="http://schemas.microsoft.com/office/drawing/2014/main" id="{66FD0A79-9EFA-4C20-ABE4-47DC4CFF7BBF}"/>
              </a:ext>
            </a:extLst>
          </p:cNvPr>
          <p:cNvSpPr/>
          <p:nvPr/>
        </p:nvSpPr>
        <p:spPr>
          <a:xfrm>
            <a:off x="7599156" y="4379747"/>
            <a:ext cx="851284" cy="57123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76" name="正方形/長方形 75">
            <a:extLst>
              <a:ext uri="{FF2B5EF4-FFF2-40B4-BE49-F238E27FC236}">
                <a16:creationId xmlns:a16="http://schemas.microsoft.com/office/drawing/2014/main" id="{04F4E6CD-7E9D-4D41-9D27-AE1F41C5CE8E}"/>
              </a:ext>
            </a:extLst>
          </p:cNvPr>
          <p:cNvSpPr/>
          <p:nvPr/>
        </p:nvSpPr>
        <p:spPr>
          <a:xfrm>
            <a:off x="8449008" y="4380938"/>
            <a:ext cx="624578" cy="570039"/>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81" name="正方形/長方形 80">
            <a:extLst>
              <a:ext uri="{FF2B5EF4-FFF2-40B4-BE49-F238E27FC236}">
                <a16:creationId xmlns:a16="http://schemas.microsoft.com/office/drawing/2014/main" id="{B9D6D4CA-DEE1-480C-A4C9-2D1E3963CDD9}"/>
              </a:ext>
            </a:extLst>
          </p:cNvPr>
          <p:cNvSpPr/>
          <p:nvPr/>
        </p:nvSpPr>
        <p:spPr>
          <a:xfrm>
            <a:off x="4568637" y="4952633"/>
            <a:ext cx="847429" cy="57715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開発・</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rPr>
              <a:t>結合</a:t>
            </a: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82" name="正方形/長方形 81">
            <a:extLst>
              <a:ext uri="{FF2B5EF4-FFF2-40B4-BE49-F238E27FC236}">
                <a16:creationId xmlns:a16="http://schemas.microsoft.com/office/drawing/2014/main" id="{EBE9E32B-F777-404A-9C9F-836B66600CE7}"/>
              </a:ext>
            </a:extLst>
          </p:cNvPr>
          <p:cNvSpPr/>
          <p:nvPr/>
        </p:nvSpPr>
        <p:spPr>
          <a:xfrm>
            <a:off x="5427123" y="4952633"/>
            <a:ext cx="870284" cy="565811"/>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受入</a:t>
            </a:r>
          </a:p>
        </p:txBody>
      </p:sp>
      <p:sp>
        <p:nvSpPr>
          <p:cNvPr id="3" name="正方形/長方形 2">
            <a:extLst>
              <a:ext uri="{FF2B5EF4-FFF2-40B4-BE49-F238E27FC236}">
                <a16:creationId xmlns:a16="http://schemas.microsoft.com/office/drawing/2014/main" id="{AF8A347B-628C-F969-7577-C80ACEACF986}"/>
              </a:ext>
            </a:extLst>
          </p:cNvPr>
          <p:cNvSpPr/>
          <p:nvPr/>
        </p:nvSpPr>
        <p:spPr>
          <a:xfrm>
            <a:off x="7164075" y="3828040"/>
            <a:ext cx="682442" cy="569588"/>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4" name="正方形/長方形 3">
            <a:extLst>
              <a:ext uri="{FF2B5EF4-FFF2-40B4-BE49-F238E27FC236}">
                <a16:creationId xmlns:a16="http://schemas.microsoft.com/office/drawing/2014/main" id="{BBB2E929-38FA-CD74-16BC-7AB53931C78A}"/>
              </a:ext>
            </a:extLst>
          </p:cNvPr>
          <p:cNvSpPr/>
          <p:nvPr/>
        </p:nvSpPr>
        <p:spPr>
          <a:xfrm>
            <a:off x="7633493" y="4953889"/>
            <a:ext cx="228138" cy="568334"/>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5" name="正方形/長方形 4">
            <a:extLst>
              <a:ext uri="{FF2B5EF4-FFF2-40B4-BE49-F238E27FC236}">
                <a16:creationId xmlns:a16="http://schemas.microsoft.com/office/drawing/2014/main" id="{A46D36D2-65E5-D5A3-2501-9B26B55D7DFA}"/>
              </a:ext>
            </a:extLst>
          </p:cNvPr>
          <p:cNvSpPr/>
          <p:nvPr/>
        </p:nvSpPr>
        <p:spPr>
          <a:xfrm>
            <a:off x="7860199" y="4954029"/>
            <a:ext cx="163901" cy="565811"/>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9" name="正方形/長方形 8">
            <a:extLst>
              <a:ext uri="{FF2B5EF4-FFF2-40B4-BE49-F238E27FC236}">
                <a16:creationId xmlns:a16="http://schemas.microsoft.com/office/drawing/2014/main" id="{6D94B978-DE8C-05CC-5B98-C943643A0BFF}"/>
              </a:ext>
            </a:extLst>
          </p:cNvPr>
          <p:cNvSpPr/>
          <p:nvPr/>
        </p:nvSpPr>
        <p:spPr>
          <a:xfrm>
            <a:off x="8257788" y="4943968"/>
            <a:ext cx="228138" cy="588882"/>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10" name="正方形/長方形 9">
            <a:extLst>
              <a:ext uri="{FF2B5EF4-FFF2-40B4-BE49-F238E27FC236}">
                <a16:creationId xmlns:a16="http://schemas.microsoft.com/office/drawing/2014/main" id="{916452E6-D222-3049-1E3B-3D45A9B14CAC}"/>
              </a:ext>
            </a:extLst>
          </p:cNvPr>
          <p:cNvSpPr/>
          <p:nvPr/>
        </p:nvSpPr>
        <p:spPr>
          <a:xfrm>
            <a:off x="8484494" y="4944108"/>
            <a:ext cx="195865" cy="586268"/>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13" name="四角形: 角を丸くする 12">
            <a:extLst>
              <a:ext uri="{FF2B5EF4-FFF2-40B4-BE49-F238E27FC236}">
                <a16:creationId xmlns:a16="http://schemas.microsoft.com/office/drawing/2014/main" id="{5FABEA16-D846-A978-F087-9365224B6606}"/>
              </a:ext>
            </a:extLst>
          </p:cNvPr>
          <p:cNvSpPr/>
          <p:nvPr/>
        </p:nvSpPr>
        <p:spPr>
          <a:xfrm>
            <a:off x="8707605" y="312242"/>
            <a:ext cx="1008697" cy="333296"/>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C0DDC09-052E-E693-0F02-04D9A061F42A}"/>
              </a:ext>
            </a:extLst>
          </p:cNvPr>
          <p:cNvSpPr txBox="1"/>
          <p:nvPr/>
        </p:nvSpPr>
        <p:spPr>
          <a:xfrm>
            <a:off x="9619632" y="351228"/>
            <a:ext cx="2443059" cy="338554"/>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・・・今回の御見積範囲</a:t>
            </a:r>
            <a:endParaRPr kumimoji="1" lang="en-US" altLang="ja-JP" sz="1600">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59038B22-3B66-CD3E-AF5C-C94C0B8AF7C4}"/>
              </a:ext>
            </a:extLst>
          </p:cNvPr>
          <p:cNvSpPr/>
          <p:nvPr/>
        </p:nvSpPr>
        <p:spPr>
          <a:xfrm>
            <a:off x="3806825" y="2788445"/>
            <a:ext cx="336120" cy="547068"/>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結合</a:t>
            </a:r>
            <a:endParaRPr lang="en-US" altLang="ja-JP" sz="1200">
              <a:solidFill>
                <a:schemeClr val="tx1"/>
              </a:solidFill>
              <a:latin typeface="游ゴシック" panose="020B0400000000000000" pitchFamily="50" charset="-128"/>
              <a:ea typeface="游ゴシック" panose="020B0400000000000000" pitchFamily="50" charset="-128"/>
            </a:endParaRPr>
          </a:p>
          <a:p>
            <a:pPr algn="ctr"/>
            <a:r>
              <a:rPr lang="ja-JP" altLang="en-US" sz="1200">
                <a:solidFill>
                  <a:schemeClr val="tx1"/>
                </a:solidFill>
                <a:latin typeface="游ゴシック" panose="020B0400000000000000" pitchFamily="50" charset="-128"/>
                <a:ea typeface="游ゴシック" panose="020B0400000000000000" pitchFamily="50" charset="-128"/>
              </a:rPr>
              <a:t>テスト</a:t>
            </a:r>
          </a:p>
        </p:txBody>
      </p:sp>
      <p:sp>
        <p:nvSpPr>
          <p:cNvPr id="22" name="テキスト ボックス 21">
            <a:extLst>
              <a:ext uri="{FF2B5EF4-FFF2-40B4-BE49-F238E27FC236}">
                <a16:creationId xmlns:a16="http://schemas.microsoft.com/office/drawing/2014/main" id="{DC66EEAC-DFDA-3B1F-80F2-809DB926D8D4}"/>
              </a:ext>
            </a:extLst>
          </p:cNvPr>
          <p:cNvSpPr txBox="1"/>
          <p:nvPr/>
        </p:nvSpPr>
        <p:spPr>
          <a:xfrm>
            <a:off x="6045800" y="2212108"/>
            <a:ext cx="241500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▼連携テスト（～</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9/19</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3" name="テキスト ボックス 22">
            <a:extLst>
              <a:ext uri="{FF2B5EF4-FFF2-40B4-BE49-F238E27FC236}">
                <a16:creationId xmlns:a16="http://schemas.microsoft.com/office/drawing/2014/main" id="{8E6A0D92-5A95-DC4A-48BF-CFB999EFA42C}"/>
              </a:ext>
            </a:extLst>
          </p:cNvPr>
          <p:cNvSpPr txBox="1"/>
          <p:nvPr/>
        </p:nvSpPr>
        <p:spPr>
          <a:xfrm>
            <a:off x="6142854" y="2390592"/>
            <a:ext cx="241500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▼切替前判定（</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9/26</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12" name="四角形: 角を丸くする 11">
            <a:extLst>
              <a:ext uri="{FF2B5EF4-FFF2-40B4-BE49-F238E27FC236}">
                <a16:creationId xmlns:a16="http://schemas.microsoft.com/office/drawing/2014/main" id="{89D44248-7E62-420A-ABC1-1DB250A810A3}"/>
              </a:ext>
            </a:extLst>
          </p:cNvPr>
          <p:cNvSpPr/>
          <p:nvPr/>
        </p:nvSpPr>
        <p:spPr>
          <a:xfrm>
            <a:off x="4557706" y="4970657"/>
            <a:ext cx="4149899" cy="559015"/>
          </a:xfrm>
          <a:prstGeom prst="round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F046CBB6-6C0F-984C-F968-061C8A1398A1}"/>
              </a:ext>
            </a:extLst>
          </p:cNvPr>
          <p:cNvSpPr txBox="1"/>
          <p:nvPr/>
        </p:nvSpPr>
        <p:spPr>
          <a:xfrm>
            <a:off x="8747575" y="2572770"/>
            <a:ext cx="1668597"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dirty="0">
                <a:latin typeface="游ゴシック" panose="020B0400000000000000" pitchFamily="50" charset="-128"/>
                <a:ea typeface="游ゴシック" panose="020B0400000000000000" pitchFamily="50" charset="-128"/>
                <a:cs typeface="Meiryo UI" panose="020B0604030504040204" pitchFamily="50" charset="-128"/>
              </a:rPr>
              <a:t>12/31</a:t>
            </a: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0" name="テキスト ボックス 19">
            <a:extLst>
              <a:ext uri="{FF2B5EF4-FFF2-40B4-BE49-F238E27FC236}">
                <a16:creationId xmlns:a16="http://schemas.microsoft.com/office/drawing/2014/main" id="{3D77E4B4-4D4E-36F7-3776-E8AC78B93A11}"/>
              </a:ext>
            </a:extLst>
          </p:cNvPr>
          <p:cNvSpPr txBox="1"/>
          <p:nvPr/>
        </p:nvSpPr>
        <p:spPr>
          <a:xfrm>
            <a:off x="6152379" y="2565698"/>
            <a:ext cx="1668597"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▼納品・検収（</a:t>
            </a:r>
            <a:r>
              <a:rPr lang="en-US" altLang="ja-JP" sz="1200">
                <a:latin typeface="游ゴシック" panose="020B0400000000000000" pitchFamily="50" charset="-128"/>
                <a:ea typeface="游ゴシック" panose="020B0400000000000000" pitchFamily="50" charset="-128"/>
                <a:cs typeface="Meiryo UI" panose="020B0604030504040204" pitchFamily="50" charset="-128"/>
              </a:rPr>
              <a:t>9/30</a:t>
            </a:r>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25" name="四角形: 角を丸くする 24">
            <a:extLst>
              <a:ext uri="{FF2B5EF4-FFF2-40B4-BE49-F238E27FC236}">
                <a16:creationId xmlns:a16="http://schemas.microsoft.com/office/drawing/2014/main" id="{771FA389-D1D0-24BB-9310-CB88A7CD4BCA}"/>
              </a:ext>
            </a:extLst>
          </p:cNvPr>
          <p:cNvSpPr/>
          <p:nvPr/>
        </p:nvSpPr>
        <p:spPr>
          <a:xfrm>
            <a:off x="814812" y="2834621"/>
            <a:ext cx="9819720" cy="2092850"/>
          </a:xfrm>
          <a:prstGeom prst="roundRect">
            <a:avLst/>
          </a:prstGeom>
          <a:solidFill>
            <a:schemeClr val="bg1">
              <a:lumMod val="6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今回のお見積もり</a:t>
            </a:r>
            <a:endParaRPr kumimoji="1" lang="en-US" altLang="ja-JP" sz="2800" b="1"/>
          </a:p>
          <a:p>
            <a:pPr algn="ctr"/>
            <a:r>
              <a:rPr kumimoji="1" lang="ja-JP" altLang="en-US" sz="2800" b="1"/>
              <a:t>範囲外</a:t>
            </a:r>
          </a:p>
        </p:txBody>
      </p:sp>
      <p:sp>
        <p:nvSpPr>
          <p:cNvPr id="18" name="正方形/長方形 17">
            <a:extLst>
              <a:ext uri="{FF2B5EF4-FFF2-40B4-BE49-F238E27FC236}">
                <a16:creationId xmlns:a16="http://schemas.microsoft.com/office/drawing/2014/main" id="{7D8758E2-AF41-662C-8D51-9724F1F91AC4}"/>
              </a:ext>
            </a:extLst>
          </p:cNvPr>
          <p:cNvSpPr/>
          <p:nvPr/>
        </p:nvSpPr>
        <p:spPr>
          <a:xfrm>
            <a:off x="6491840" y="4773835"/>
            <a:ext cx="736557" cy="240503"/>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請負</a:t>
            </a:r>
          </a:p>
        </p:txBody>
      </p:sp>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a:t>2025/7/11</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67611"/>
            <a:ext cx="7228802"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ja-JP" sz="1600"/>
                <a:t>浅井 啓一郎様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722890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859690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7229891" y="4391732"/>
            <a:ext cx="273599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工場系システム</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姚振翔</a:t>
              </a:r>
              <a:br>
                <a:rPr kumimoji="0" lang="en-US" altLang="ja-JP" sz="1600" b="0" i="0" u="none" strike="noStrike" kern="1200" cap="none" spc="0" normalizeH="0" baseline="0" noProof="0">
                  <a:ln>
                    <a:noFill/>
                  </a:ln>
                  <a:solidFill>
                    <a:srgbClr val="333333"/>
                  </a:solidFill>
                  <a:effectLst/>
                  <a:uLnTx/>
                  <a:uFillTx/>
                  <a:latin typeface="游ゴシック"/>
                  <a:ea typeface="游ゴシック"/>
                  <a:cs typeface="+mn-cs"/>
                </a:rPr>
              </a:br>
              <a:r>
                <a:rPr kumimoji="0" lang="ja-JP" altLang="en-US" sz="1600" b="0" i="0" u="none" strike="noStrike" kern="1200" cap="none" spc="0" normalizeH="0" baseline="0" noProof="0">
                  <a:ln>
                    <a:noFill/>
                  </a:ln>
                  <a:solidFill>
                    <a:srgbClr val="333333"/>
                  </a:solidFill>
                  <a:effectLst/>
                  <a:uLnTx/>
                  <a:uFillTx/>
                  <a:latin typeface="游ゴシック"/>
                  <a:ea typeface="游ゴシック"/>
                  <a:cs typeface="+mn-cs"/>
                </a:rPr>
                <a:t>天川 絢弥（本番リリース）</a:t>
              </a:r>
              <a:endParaRPr kumimoji="0" lang="en-US" altLang="ja-JP" sz="1600" b="0" i="0" u="none" strike="noStrike" kern="1200" cap="none" spc="0" normalizeH="0" baseline="0" noProof="0">
                <a:ln>
                  <a:noFill/>
                </a:ln>
                <a:solidFill>
                  <a:srgbClr val="333333"/>
                </a:solidFill>
                <a:effectLst/>
                <a:uLnTx/>
                <a:uFillTx/>
                <a:latin typeface="游ゴシック"/>
                <a:ea typeface="游ゴシック"/>
                <a:cs typeface="+mn-cs"/>
              </a:endParaRPr>
            </a:p>
            <a:p>
              <a:pPr lvl="0" algn="ctr" defTabSz="914400">
                <a:defRPr/>
              </a:pPr>
              <a:r>
                <a:rPr kumimoji="0" lang="ja-JP" altLang="en-US" sz="1600" b="0" i="0" u="none" strike="noStrike" kern="1200" cap="none" spc="0" normalizeH="0" baseline="0" noProof="0">
                  <a:ln>
                    <a:noFill/>
                  </a:ln>
                  <a:solidFill>
                    <a:srgbClr val="333333"/>
                  </a:solidFill>
                  <a:effectLst/>
                  <a:uLnTx/>
                  <a:uFillTx/>
                  <a:latin typeface="游ゴシック"/>
                  <a:ea typeface="游ゴシック"/>
                  <a:cs typeface="+mn-cs"/>
                </a:rPr>
                <a:t>馬場 </a:t>
              </a:r>
              <a:r>
                <a:rPr lang="ja-JP" altLang="en-US" sz="1600">
                  <a:solidFill>
                    <a:srgbClr val="333333"/>
                  </a:solidFill>
                  <a:latin typeface="游ゴシック"/>
                  <a:ea typeface="游ゴシック"/>
                </a:rPr>
                <a:t>勇輝（本番リリース）</a:t>
              </a:r>
              <a:endParaRPr lang="en-US" altLang="ja-JP" sz="1600">
                <a:solidFill>
                  <a:srgbClr val="333333"/>
                </a:solidFill>
                <a:latin typeface="游ゴシック"/>
                <a:ea typeface="游ゴシック"/>
              </a:endParaRPr>
            </a:p>
            <a:p>
              <a:pPr lvl="0" algn="ctr" defTabSz="914400">
                <a:defRPr/>
              </a:pPr>
              <a:endParaRPr lang="ja-JP" altLang="en-US" sz="1600" b="0" i="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859114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722890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96623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重村 和也様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16200000" flipH="1">
            <a:off x="8415561" y="4209402"/>
            <a:ext cx="363670" cy="989"/>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39907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各工程での想定</a:t>
            </a:r>
            <a:r>
              <a:rPr lang="ja-JP" altLang="en-US">
                <a:latin typeface="游明朝" panose="02020400000000000000" pitchFamily="18" charset="-128"/>
                <a:ea typeface="游明朝" panose="02020400000000000000" pitchFamily="18" charset="-128"/>
              </a:rPr>
              <a:t>作業内容</a:t>
            </a:r>
            <a:endParaRPr kumimoji="1" lang="ja-JP" altLang="en-US">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graphicFrame>
        <p:nvGraphicFramePr>
          <p:cNvPr id="4" name="表 3">
            <a:extLst>
              <a:ext uri="{FF2B5EF4-FFF2-40B4-BE49-F238E27FC236}">
                <a16:creationId xmlns:a16="http://schemas.microsoft.com/office/drawing/2014/main" id="{EC89209E-80C5-DEB1-AA65-61BBB55D858C}"/>
              </a:ext>
            </a:extLst>
          </p:cNvPr>
          <p:cNvGraphicFramePr>
            <a:graphicFrameLocks noGrp="1"/>
          </p:cNvGraphicFramePr>
          <p:nvPr>
            <p:extLst>
              <p:ext uri="{D42A27DB-BD31-4B8C-83A1-F6EECF244321}">
                <p14:modId xmlns:p14="http://schemas.microsoft.com/office/powerpoint/2010/main" val="288964238"/>
              </p:ext>
            </p:extLst>
          </p:nvPr>
        </p:nvGraphicFramePr>
        <p:xfrm>
          <a:off x="577425" y="733742"/>
          <a:ext cx="11158389" cy="4396437"/>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既存設計書の修正をします。</a:t>
                      </a:r>
                      <a:endParaRPr kumimoji="1"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ja-JP" altLang="ja-JP" sz="1600" b="0" i="0" u="none" strike="noStrike" noProof="0">
                          <a:solidFill>
                            <a:schemeClr val="tx1"/>
                          </a:solidFill>
                        </a:rPr>
                        <a:t>接続先の変更及び環境構築を実施します。</a:t>
                      </a:r>
                      <a:endParaRPr lang="en-US" altLang="ja-JP" sz="1600" b="0" i="0" u="none" strike="noStrike" noProof="0"/>
                    </a:p>
                    <a:p>
                      <a:pPr marL="0" marR="0" lvl="0" indent="0" algn="l" defTabSz="914400">
                        <a:lnSpc>
                          <a:spcPct val="100000"/>
                        </a:lnSpc>
                        <a:spcBef>
                          <a:spcPts val="0"/>
                        </a:spcBef>
                        <a:spcAft>
                          <a:spcPts val="0"/>
                        </a:spcAft>
                        <a:buNone/>
                        <a:tabLst/>
                        <a:defRPr/>
                      </a:pPr>
                      <a:r>
                        <a:rPr lang="en-US" altLang="ja-JP" sz="1600" b="0" i="0" u="none" strike="noStrike" noProof="0">
                          <a:solidFill>
                            <a:schemeClr val="tx1"/>
                          </a:solidFill>
                        </a:rPr>
                        <a:t>※</a:t>
                      </a:r>
                      <a:r>
                        <a:rPr lang="ja-JP" altLang="ja-JP" sz="1600" b="0" i="0" u="none" strike="noStrike" noProof="0">
                          <a:solidFill>
                            <a:schemeClr val="tx1"/>
                          </a:solidFill>
                        </a:rPr>
                        <a:t>検証環境も含みます</a:t>
                      </a:r>
                      <a:endParaRPr lang="ja-JP" altLang="en-US" sz="1600" b="0" i="0" u="none" strike="noStrike" noProof="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6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a:ln>
                            <a:noFill/>
                          </a:ln>
                          <a:solidFill>
                            <a:schemeClr val="tx1"/>
                          </a:solidFill>
                          <a:effectLst/>
                          <a:latin typeface="游ゴシック"/>
                          <a:ea typeface="游ゴシック"/>
                          <a:cs typeface="Meiryo UI" pitchFamily="50" charset="-128"/>
                        </a:rPr>
                        <a:t>本番環境にて</a:t>
                      </a:r>
                      <a:r>
                        <a:rPr kumimoji="0" lang="ja-JP" altLang="en-US" sz="1600" u="none" strike="noStrike" kern="1200" cap="none" normalizeH="0" baseline="0">
                          <a:ln>
                            <a:noFill/>
                          </a:ln>
                          <a:solidFill>
                            <a:srgbClr val="000000"/>
                          </a:solidFill>
                          <a:effectLst/>
                          <a:latin typeface="游ゴシック"/>
                          <a:ea typeface="游ゴシック"/>
                          <a:cs typeface="Meiryo UI" pitchFamily="50" charset="-128"/>
                        </a:rPr>
                        <a:t>共通基盤環境</a:t>
                      </a:r>
                      <a:r>
                        <a:rPr lang="ja-JP" altLang="en-US" sz="1600">
                          <a:solidFill>
                            <a:srgbClr val="000000"/>
                          </a:solidFill>
                        </a:rPr>
                        <a:t>との連携の確認を実施します。</a:t>
                      </a:r>
                      <a:endParaRPr kumimoji="0" lang="ja-JP" altLang="en-US" sz="16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9831349"/>
                  </a:ext>
                </a:extLst>
              </a:tr>
              <a:tr h="385762">
                <a:tc>
                  <a:txBody>
                    <a:bodyPr/>
                    <a:lstStyle/>
                    <a:p>
                      <a:pPr marL="0" lvl="0" algn="ctr" defTabSz="914400">
                        <a:buNone/>
                      </a:pPr>
                      <a:r>
                        <a:rPr kumimoji="1" lang="en-US" altLang="ja-JP" sz="1600" kern="1200">
                          <a:solidFill>
                            <a:schemeClr val="dk1"/>
                          </a:solidFill>
                          <a:latin typeface="游ゴシック"/>
                          <a:ea typeface="游ゴシック"/>
                        </a:rPr>
                        <a:t>6</a:t>
                      </a:r>
                    </a:p>
                  </a:txBody>
                  <a:tcPr marL="36000" marR="36000" marT="36000" marB="36000" anchor="ctr">
                    <a:lnL w="12700">
                      <a:solidFill>
                        <a:schemeClr val="bg1">
                          <a:lumMod val="65000"/>
                        </a:schemeClr>
                      </a:solid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kumimoji="0" lang="ja-JP" altLang="en-US" sz="16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r>
                        <a:rPr lang="ja-JP" altLang="en-US" sz="1600" u="none" strike="noStrike" kern="1200" cap="none" normalizeH="0" baseline="0">
                          <a:ln>
                            <a:noFill/>
                          </a:ln>
                          <a:solidFill>
                            <a:schemeClr val="tx1"/>
                          </a:solidFill>
                          <a:effectLst/>
                          <a:latin typeface="游ゴシック"/>
                          <a:ea typeface="游ゴシック"/>
                        </a:rPr>
                        <a:t>。</a:t>
                      </a:r>
                      <a:endParaRPr kumimoji="0" lang="en-US" altLang="ja-JP" sz="1600"/>
                    </a:p>
                  </a:txBody>
                  <a:tcPr anchor="ctr">
                    <a:lnL w="12700" cap="flat" cmpd="sng" algn="ctr">
                      <a:solidFill>
                        <a:schemeClr val="bg1">
                          <a:lumMod val="65000"/>
                        </a:schemeClr>
                      </a:solidFill>
                      <a:prstDash val="solid"/>
                      <a:round/>
                      <a:headEnd type="none" w="med" len="med"/>
                      <a:tailEnd type="none" w="med" len="med"/>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r h="385762">
                <a:tc>
                  <a:txBody>
                    <a:bodyPr/>
                    <a:lstStyle/>
                    <a:p>
                      <a:pPr marL="0" algn="ctr" defTabSz="914400" rtl="0" eaLnBrk="1" latinLnBrk="0" hangingPunct="1"/>
                      <a:r>
                        <a:rPr kumimoji="1" lang="en-US" altLang="ja-JP" sz="1600" kern="1200">
                          <a:solidFill>
                            <a:schemeClr val="dk1"/>
                          </a:solidFill>
                          <a:latin typeface="游ゴシック"/>
                          <a:ea typeface="游ゴシック"/>
                        </a:rPr>
                        <a:t>7</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移行手順書の作成、及び本番移行を行います。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600" kern="1200">
                          <a:solidFill>
                            <a:schemeClr val="dk1"/>
                          </a:solidFill>
                          <a:latin typeface="游ゴシック"/>
                          <a:ea typeface="游ゴシック"/>
                        </a:rPr>
                        <a:t>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システム稼働後の初期流動対応を実施します</a:t>
                      </a:r>
                      <a:endParaRPr kumimoji="0"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323078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７</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graphicFrame>
        <p:nvGraphicFramePr>
          <p:cNvPr id="4" name="表 3">
            <a:extLst>
              <a:ext uri="{FF2B5EF4-FFF2-40B4-BE49-F238E27FC236}">
                <a16:creationId xmlns:a16="http://schemas.microsoft.com/office/drawing/2014/main" id="{4CC87B98-01B7-A20D-E404-1891A0FDBAAB}"/>
              </a:ext>
            </a:extLst>
          </p:cNvPr>
          <p:cNvGraphicFramePr>
            <a:graphicFrameLocks noGrp="1"/>
          </p:cNvGraphicFramePr>
          <p:nvPr>
            <p:extLst>
              <p:ext uri="{D42A27DB-BD31-4B8C-83A1-F6EECF244321}">
                <p14:modId xmlns:p14="http://schemas.microsoft.com/office/powerpoint/2010/main" val="2159572855"/>
              </p:ext>
            </p:extLst>
          </p:nvPr>
        </p:nvGraphicFramePr>
        <p:xfrm>
          <a:off x="606000" y="936000"/>
          <a:ext cx="11158389" cy="4665792"/>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mn-ea"/>
                        </a:rPr>
                        <a:t>SA-01:</a:t>
                      </a:r>
                      <a:r>
                        <a:rPr kumimoji="1" lang="ja-JP" altLang="en-US" sz="1600">
                          <a:latin typeface="游ゴシック" panose="020B0400000000000000" pitchFamily="50" charset="-128"/>
                          <a:ea typeface="+mn-ea"/>
                        </a:rPr>
                        <a:t>変更仕様書、</a:t>
                      </a:r>
                      <a:r>
                        <a:rPr kumimoji="1" lang="en-US" altLang="ja-JP" sz="1600">
                          <a:latin typeface="游ゴシック" panose="020B0400000000000000" pitchFamily="50" charset="-128"/>
                          <a:ea typeface="+mn-ea"/>
                        </a:rPr>
                        <a:t>SA-11:</a:t>
                      </a:r>
                      <a:r>
                        <a:rPr kumimoji="1" lang="ja-JP" altLang="en-US" sz="1600">
                          <a:latin typeface="游ゴシック" panose="020B0400000000000000" pitchFamily="50" charset="-128"/>
                          <a:ea typeface="+mn-ea"/>
                        </a:rPr>
                        <a:t>外部システムインターフェース概要</a:t>
                      </a:r>
                      <a:endParaRPr kumimoji="1" lang="en-US" altLang="ja-JP" sz="16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b="0" i="0" u="none" strike="noStrike" noProof="0">
                          <a:solidFill>
                            <a:schemeClr val="tx1"/>
                          </a:solidFill>
                        </a:rPr>
                        <a:t>既存</a:t>
                      </a:r>
                      <a:r>
                        <a:rPr lang="ja-JP" sz="1600" b="0" i="0" u="none" strike="noStrike" noProof="0">
                          <a:solidFill>
                            <a:schemeClr val="tx1"/>
                          </a:solidFill>
                        </a:rPr>
                        <a:t>設計書、運用ドキュメント</a:t>
                      </a:r>
                      <a:r>
                        <a:rPr lang="ja-JP" altLang="en-US" sz="1600" b="0" i="0" u="none" strike="noStrike" noProof="0">
                          <a:solidFill>
                            <a:schemeClr val="tx1"/>
                          </a:solidFill>
                        </a:rPr>
                        <a:t>、</a:t>
                      </a:r>
                      <a:r>
                        <a:rPr kumimoji="1" lang="ja-JP" altLang="en-US" sz="1600">
                          <a:latin typeface="游ゴシック" panose="020B0400000000000000" pitchFamily="50" charset="-128"/>
                          <a:ea typeface="+mn-ea"/>
                        </a:rPr>
                        <a:t>テスト計画</a:t>
                      </a:r>
                      <a:endParaRPr kumimoji="1"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結合テスト仕様書兼成績表、エビデンス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システムテスト仕様書兼成績表、エビデンス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75372106"/>
                  </a:ext>
                </a:extLst>
              </a:tr>
              <a:tr h="539999">
                <a:tc>
                  <a:txBody>
                    <a:bodyPr/>
                    <a:lstStyle/>
                    <a:p>
                      <a:pPr marL="0" lvl="0" algn="ctr" defTabSz="914400">
                        <a:buNone/>
                      </a:pPr>
                      <a:r>
                        <a:rPr kumimoji="1" lang="en-US" altLang="ja-JP" sz="1600" kern="1200">
                          <a:solidFill>
                            <a:schemeClr val="dk1"/>
                          </a:solidFill>
                          <a:latin typeface="游ゴシック"/>
                          <a:ea typeface="游ゴシック"/>
                        </a:rPr>
                        <a:t>5</a:t>
                      </a:r>
                    </a:p>
                  </a:txBody>
                  <a:tcPr marL="36000" marR="36000" marT="36000" marB="36000" anchor="ctr">
                    <a:lnL w="12700">
                      <a:solidFill>
                        <a:schemeClr val="bg1">
                          <a:lumMod val="65000"/>
                        </a:schemeClr>
                      </a:solid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問題管理表</a:t>
                      </a:r>
                      <a:endParaRPr kumimoji="0" lang="ja-JP"/>
                    </a:p>
                  </a:txBody>
                  <a:tcPr anchor="ctr">
                    <a:lnL w="12700" cap="flat" cmpd="sng" algn="ctr">
                      <a:solidFill>
                        <a:schemeClr val="bg1">
                          <a:lumMod val="65000"/>
                        </a:schemeClr>
                      </a:solidFill>
                      <a:prstDash val="solid"/>
                      <a:round/>
                      <a:headEnd type="none" w="med" len="med"/>
                      <a:tailEnd type="none" w="med" len="med"/>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6</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600" kern="1200">
                          <a:solidFill>
                            <a:schemeClr val="dk1"/>
                          </a:solidFill>
                          <a:latin typeface="游ゴシック"/>
                          <a:ea typeface="游ゴシック"/>
                        </a:rPr>
                        <a:t>7</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問題管理表</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139543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D70B-D659-E9CE-017E-978A87F93E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16FBC1-F9BE-D9FF-19FD-9325017E9964}"/>
              </a:ext>
            </a:extLst>
          </p:cNvPr>
          <p:cNvSpPr>
            <a:spLocks noGrp="1"/>
          </p:cNvSpPr>
          <p:nvPr>
            <p:ph type="title"/>
          </p:nvPr>
        </p:nvSpPr>
        <p:spPr/>
        <p:txBody>
          <a:bodyPr/>
          <a:lstStyle/>
          <a:p>
            <a:r>
              <a:rPr lang="ja-JP" altLang="en-US">
                <a:latin typeface="游明朝"/>
                <a:ea typeface="游明朝"/>
              </a:rPr>
              <a:t>８</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会議体</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C2D8386A-4FC1-438A-A2A3-47070AF36BB7}"/>
              </a:ext>
            </a:extLst>
          </p:cNvPr>
          <p:cNvGraphicFramePr>
            <a:graphicFrameLocks noGrp="1"/>
          </p:cNvGraphicFramePr>
          <p:nvPr>
            <p:extLst>
              <p:ext uri="{D42A27DB-BD31-4B8C-83A1-F6EECF244321}">
                <p14:modId xmlns:p14="http://schemas.microsoft.com/office/powerpoint/2010/main" val="3083097728"/>
              </p:ext>
            </p:extLst>
          </p:nvPr>
        </p:nvGraphicFramePr>
        <p:xfrm>
          <a:off x="576000" y="1478563"/>
          <a:ext cx="11158372" cy="463536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712500">
                  <a:extLst>
                    <a:ext uri="{9D8B030D-6E8A-4147-A177-3AD203B41FA5}">
                      <a16:colId xmlns:a16="http://schemas.microsoft.com/office/drawing/2014/main" val="610294435"/>
                    </a:ext>
                  </a:extLst>
                </a:gridCol>
                <a:gridCol w="1895671">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cs typeface="+mn-cs"/>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要件確定レビュー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a:latin typeface="+mn-ea"/>
                          <a:ea typeface="+mn-ea"/>
                        </a:rPr>
                        <a:t>8/15</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b="0" i="0" u="none" strike="noStrike" noProof="0">
                          <a:solidFill>
                            <a:schemeClr val="tx1"/>
                          </a:solidFill>
                          <a:latin typeface="游ゴシック"/>
                          <a:ea typeface="游ゴシック"/>
                        </a:rPr>
                        <a:t>四課様、EXE</a:t>
                      </a:r>
                      <a:endParaRPr kumimoji="1" lang="en-US" altLang="ja-JP"/>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要件確定レビューを実施いたします。</a:t>
                      </a:r>
                      <a:endParaRPr lang="en-US" altLang="ja-JP" sz="16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修正対象の機能、修正方法を確認いたします。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6279680"/>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設計完了レビュー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a:latin typeface="+mn-ea"/>
                          <a:ea typeface="+mn-ea"/>
                        </a:rPr>
                        <a:t>8/15</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b="0" i="0" u="none" strike="noStrike" noProof="0">
                          <a:solidFill>
                            <a:schemeClr val="tx1"/>
                          </a:solidFill>
                          <a:latin typeface="游ゴシック"/>
                          <a:ea typeface="游ゴシック"/>
                        </a:rPr>
                        <a:t>四課様、EXE</a:t>
                      </a:r>
                      <a:endParaRPr kumimoji="1" lang="en-US" altLang="ja-JP"/>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a:solidFill>
                        <a:schemeClr val="bg1">
                          <a:lumMod val="65000"/>
                        </a:schemeClr>
                      </a:solidFill>
                    </a:lnT>
                    <a:lnB w="12700" cap="flat" cmpd="sng" algn="ctr">
                      <a:solidFill>
                        <a:schemeClr val="bg1">
                          <a:lumMod val="65000"/>
                        </a:schemeClr>
                      </a:solidFill>
                      <a:prstDash val="solid"/>
                      <a:round/>
                      <a:headEnd type="none" w="med" len="med"/>
                      <a:tailEnd type="none" w="med" len="med"/>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設計完了レビューを実施いたします。</a:t>
                      </a:r>
                      <a:endParaRPr lang="en-US" altLang="ja-JP" sz="16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既存設計書、テスト計画を確認いたします。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605257"/>
                  </a:ext>
                </a:extLst>
              </a:tr>
              <a:tr h="540000">
                <a:tc>
                  <a:txBody>
                    <a:bodyPr/>
                    <a:lstStyle/>
                    <a:p>
                      <a:pPr algn="ctr"/>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製造・テスト完了報告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a:latin typeface="+mn-ea"/>
                          <a:ea typeface="+mn-ea"/>
                        </a:rPr>
                        <a:t>8/29</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製造・テスト結果の報告をいたします。</a:t>
                      </a:r>
                      <a:endParaRPr lang="en-US" altLang="ja-JP" sz="16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受入テストが開始できるかのご判断を依頼いたします。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リリース前レビュー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b="0">
                          <a:latin typeface="+mn-ea"/>
                          <a:ea typeface="+mn-ea"/>
                        </a:rPr>
                        <a:t>千葉：</a:t>
                      </a:r>
                      <a:r>
                        <a:rPr lang="en-US" altLang="ja-JP" sz="1600" b="0">
                          <a:latin typeface="+mn-ea"/>
                          <a:ea typeface="+mn-ea"/>
                        </a:rPr>
                        <a:t>11/10(</a:t>
                      </a:r>
                      <a:r>
                        <a:rPr lang="ja-JP" altLang="en-US" sz="1600" b="0">
                          <a:latin typeface="+mn-ea"/>
                          <a:ea typeface="+mn-ea"/>
                        </a:rPr>
                        <a:t>仮</a:t>
                      </a:r>
                      <a:r>
                        <a:rPr lang="en-US" altLang="ja-JP" sz="1600" b="0">
                          <a:latin typeface="+mn-ea"/>
                          <a:ea typeface="+mn-ea"/>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latin typeface="+mn-ea"/>
                          <a:ea typeface="+mn-ea"/>
                        </a:rPr>
                        <a:t>徳山：</a:t>
                      </a:r>
                      <a:r>
                        <a:rPr lang="en-US" altLang="ja-JP" sz="1600" b="0">
                          <a:latin typeface="+mn-ea"/>
                          <a:ea typeface="+mn-ea"/>
                        </a:rPr>
                        <a:t>12/8(</a:t>
                      </a:r>
                      <a:r>
                        <a:rPr lang="ja-JP" altLang="en-US" sz="1600" b="0">
                          <a:latin typeface="+mn-ea"/>
                          <a:ea typeface="+mn-ea"/>
                        </a:rPr>
                        <a:t>仮</a:t>
                      </a:r>
                      <a:r>
                        <a:rPr lang="en-US" altLang="ja-JP" sz="1600" b="0">
                          <a:latin typeface="+mn-ea"/>
                          <a:ea typeface="+mn-ea"/>
                        </a:rPr>
                        <a:t>)</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ja-JP" sz="1600" b="0" i="0" u="none" strike="noStrike" noProof="0">
                          <a:solidFill>
                            <a:schemeClr val="tx1"/>
                          </a:solidFill>
                          <a:latin typeface="游ゴシック"/>
                          <a:ea typeface="游ゴシック"/>
                        </a:rPr>
                        <a:t>四課様、EXE</a:t>
                      </a:r>
                      <a:endParaRPr lang="en-US" altLang="ja-JP" sz="160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本番リリース手順書、事前作業の状況、関係者・立会い、リリース当日のタイムスケジュールの確認をいたします。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algn="ctr"/>
                      <a:r>
                        <a:rPr kumimoji="1" lang="en-US" altLang="ja-JP" sz="1600" kern="1200">
                          <a:solidFill>
                            <a:schemeClr val="dk1"/>
                          </a:solidFill>
                          <a:latin typeface="游ゴシック"/>
                          <a:ea typeface="游ゴシック"/>
                          <a:cs typeface="+mn-cs"/>
                        </a:rPr>
                        <a:t>6</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リリース翌日の状況確認打合せ</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b="0">
                          <a:latin typeface="+mn-ea"/>
                          <a:ea typeface="+mn-ea"/>
                        </a:rPr>
                        <a:t>千葉：</a:t>
                      </a:r>
                      <a:r>
                        <a:rPr lang="en-US" altLang="ja-JP" sz="1600" b="0">
                          <a:latin typeface="+mn-ea"/>
                          <a:ea typeface="+mn-ea"/>
                        </a:rPr>
                        <a:t>11/20(</a:t>
                      </a:r>
                      <a:r>
                        <a:rPr lang="ja-JP" altLang="en-US" sz="1600" b="0">
                          <a:latin typeface="+mn-ea"/>
                          <a:ea typeface="+mn-ea"/>
                        </a:rPr>
                        <a:t>仮</a:t>
                      </a:r>
                      <a:r>
                        <a:rPr lang="en-US" altLang="ja-JP" sz="1600" b="0">
                          <a:latin typeface="+mn-ea"/>
                          <a:ea typeface="+mn-ea"/>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latin typeface="+mn-ea"/>
                          <a:ea typeface="+mn-ea"/>
                        </a:rPr>
                        <a:t>徳山：</a:t>
                      </a:r>
                      <a:r>
                        <a:rPr lang="en-US" altLang="ja-JP" sz="1600" b="0">
                          <a:latin typeface="+mn-ea"/>
                          <a:ea typeface="+mn-ea"/>
                        </a:rPr>
                        <a:t>12/18(</a:t>
                      </a:r>
                      <a:r>
                        <a:rPr lang="ja-JP" altLang="en-US" sz="1600" b="0">
                          <a:latin typeface="+mn-ea"/>
                          <a:ea typeface="+mn-ea"/>
                        </a:rPr>
                        <a:t>仮</a:t>
                      </a:r>
                      <a:r>
                        <a:rPr lang="en-US" altLang="ja-JP" sz="1600" b="0">
                          <a:latin typeface="+mn-ea"/>
                          <a:ea typeface="+mn-ea"/>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800" b="0" i="0" u="none" strike="noStrike" noProof="0">
                          <a:solidFill>
                            <a:schemeClr val="tx1"/>
                          </a:solidFill>
                          <a:latin typeface="游ゴシック"/>
                          <a:ea typeface="游ゴシック"/>
                        </a:rPr>
                        <a:t>四課様、EXE</a:t>
                      </a:r>
                      <a:endParaRPr lang="en-US" altLang="ja-JP" sz="1800"/>
                    </a:p>
                    <a:p>
                      <a:pPr marL="0" lvl="0" indent="0" algn="l" defTabSz="914400">
                        <a:lnSpc>
                          <a:spcPct val="100000"/>
                        </a:lnSpc>
                        <a:spcBef>
                          <a:spcPts val="0"/>
                        </a:spcBef>
                        <a:spcAft>
                          <a:spcPts val="0"/>
                        </a:spcAft>
                        <a:buNone/>
                        <a:tabLst/>
                        <a:defRPr/>
                      </a:pPr>
                      <a:r>
                        <a:rPr lang="ja-JP" altLang="en-US"/>
                        <a:t>、ユーザ様</a:t>
                      </a:r>
                      <a:endParaRPr lang="en-US" altLang="ja-JP"/>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本番リリース翌日の利用状況、問題が発生有無と対応要否を確認いたします。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4026352"/>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7</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プロジェクト完了報告</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en-US" altLang="ja-JP" sz="1600" b="0">
                          <a:latin typeface="+mn-ea"/>
                          <a:ea typeface="+mn-ea"/>
                        </a:rPr>
                        <a:t>12/22</a:t>
                      </a:r>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本番リリース結果、初期流動対応結果、保守への引継ぎ事項について報告をいたします。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C6E4EA66-FF2A-1845-AD4F-F560C4359FDE}"/>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a:extLst>
              <a:ext uri="{FF2B5EF4-FFF2-40B4-BE49-F238E27FC236}">
                <a16:creationId xmlns:a16="http://schemas.microsoft.com/office/drawing/2014/main" id="{3C622AE4-C84C-4262-E680-884E5219D3A1}"/>
              </a:ext>
            </a:extLst>
          </p:cNvPr>
          <p:cNvSpPr>
            <a:spLocks noGrp="1"/>
          </p:cNvSpPr>
          <p:nvPr>
            <p:ph type="ftr" sz="quarter" idx="11"/>
          </p:nvPr>
        </p:nvSpPr>
        <p:spPr/>
        <p:txBody>
          <a:bodyPr/>
          <a:lstStyle/>
          <a:p>
            <a:r>
              <a:rPr lang="en-US"/>
              <a:t>Copyright © 2025 SystemEXE,Inc All Rights Reserved.</a:t>
            </a:r>
          </a:p>
        </p:txBody>
      </p:sp>
      <p:sp>
        <p:nvSpPr>
          <p:cNvPr id="4" name="テキスト ボックス 3">
            <a:extLst>
              <a:ext uri="{FF2B5EF4-FFF2-40B4-BE49-F238E27FC236}">
                <a16:creationId xmlns:a16="http://schemas.microsoft.com/office/drawing/2014/main" id="{A0EF78CE-7ECB-4EEE-9054-2A58E02E5F79}"/>
              </a:ext>
            </a:extLst>
          </p:cNvPr>
          <p:cNvSpPr txBox="1"/>
          <p:nvPr/>
        </p:nvSpPr>
        <p:spPr>
          <a:xfrm>
            <a:off x="576000" y="788894"/>
            <a:ext cx="10961576" cy="338554"/>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工場システムは</a:t>
            </a:r>
            <a:r>
              <a:rPr kumimoji="1" lang="en-US" altLang="ja-JP" sz="1600">
                <a:latin typeface="游ゴシック" panose="020B0400000000000000" pitchFamily="50" charset="-128"/>
                <a:ea typeface="游ゴシック" panose="020B0400000000000000" pitchFamily="50" charset="-128"/>
              </a:rPr>
              <a:t>Azure</a:t>
            </a:r>
            <a:r>
              <a:rPr kumimoji="1" lang="ja-JP" altLang="en-US" sz="1600">
                <a:latin typeface="游ゴシック" panose="020B0400000000000000" pitchFamily="50" charset="-128"/>
                <a:ea typeface="游ゴシック" panose="020B0400000000000000" pitchFamily="50" charset="-128"/>
              </a:rPr>
              <a:t>移行</a:t>
            </a:r>
            <a:r>
              <a:rPr kumimoji="1" lang="en-US" altLang="ja-JP" sz="1600">
                <a:latin typeface="游ゴシック" panose="020B0400000000000000" pitchFamily="50" charset="-128"/>
                <a:ea typeface="游ゴシック" panose="020B0400000000000000" pitchFamily="50" charset="-128"/>
              </a:rPr>
              <a:t>PJ</a:t>
            </a:r>
            <a:r>
              <a:rPr kumimoji="1" lang="ja-JP" altLang="en-US" sz="1600">
                <a:latin typeface="游ゴシック" panose="020B0400000000000000" pitchFamily="50" charset="-128"/>
                <a:ea typeface="游ゴシック" panose="020B0400000000000000" pitchFamily="50" charset="-128"/>
              </a:rPr>
              <a:t>定例内で本件の報告もさせていただく想定です。</a:t>
            </a:r>
          </a:p>
        </p:txBody>
      </p:sp>
    </p:spTree>
    <p:extLst>
      <p:ext uri="{BB962C8B-B14F-4D97-AF65-F5344CB8AC3E}">
        <p14:creationId xmlns:p14="http://schemas.microsoft.com/office/powerpoint/2010/main" val="113400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お見積もり（工場システム）</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graphicFrame>
        <p:nvGraphicFramePr>
          <p:cNvPr id="4" name="表 3">
            <a:extLst>
              <a:ext uri="{FF2B5EF4-FFF2-40B4-BE49-F238E27FC236}">
                <a16:creationId xmlns:a16="http://schemas.microsoft.com/office/drawing/2014/main" id="{5CE158FA-3F5E-1CBC-41ED-5D7B027AE8A6}"/>
              </a:ext>
            </a:extLst>
          </p:cNvPr>
          <p:cNvGraphicFramePr>
            <a:graphicFrameLocks noGrp="1"/>
          </p:cNvGraphicFramePr>
          <p:nvPr>
            <p:extLst>
              <p:ext uri="{D42A27DB-BD31-4B8C-83A1-F6EECF244321}">
                <p14:modId xmlns:p14="http://schemas.microsoft.com/office/powerpoint/2010/main" val="2942433555"/>
              </p:ext>
            </p:extLst>
          </p:nvPr>
        </p:nvGraphicFramePr>
        <p:xfrm>
          <a:off x="606000" y="1230404"/>
          <a:ext cx="10979999" cy="2918014"/>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8">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工場</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8">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製造</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0.48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97029941"/>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170769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本番稼働</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115866229"/>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86052745"/>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a:t>
                      </a: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490,000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mn-ea"/>
                        </a:rPr>
                        <a:t>工場システム</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D5EDEE"/>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1.83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D5EDEE"/>
                    </a:solidFill>
                  </a:tcPr>
                </a:tc>
                <a:tc>
                  <a:txBody>
                    <a:bodyPr/>
                    <a:lstStyle/>
                    <a:p>
                      <a:pPr lvl="0" algn="r">
                        <a:buNone/>
                      </a:pPr>
                      <a:r>
                        <a:rPr lang="en-US" sz="1600" b="1" i="0" u="none" strike="noStrike" noProof="0">
                          <a:solidFill>
                            <a:srgbClr val="000000"/>
                          </a:solidFill>
                          <a:effectLst/>
                          <a:latin typeface="游ゴシック"/>
                        </a:rPr>
                        <a:t>¥</a:t>
                      </a:r>
                      <a:r>
                        <a:rPr lang="en-US" altLang="ja-JP" sz="1600" b="1" i="0" u="none" strike="noStrike">
                          <a:solidFill>
                            <a:srgbClr val="000000"/>
                          </a:solidFill>
                          <a:effectLst/>
                          <a:latin typeface="游ゴシック"/>
                          <a:ea typeface="游ゴシック"/>
                        </a:rPr>
                        <a:t>1,970,000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D5EDEE"/>
                    </a:solidFill>
                  </a:tcPr>
                </a:tc>
                <a:extLst>
                  <a:ext uri="{0D108BD9-81ED-4DB2-BD59-A6C34878D82A}">
                    <a16:rowId xmlns:a16="http://schemas.microsoft.com/office/drawing/2014/main" val="2952203023"/>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a:t>本資料記載の金額は全て税抜となります。</a:t>
            </a:r>
            <a:endParaRPr kumimoji="1" lang="en-US" altLang="ja-JP" b="0" u="none"/>
          </a:p>
          <a:p>
            <a:pPr>
              <a:buFont typeface="Arial" panose="020B0604020202020204" pitchFamily="34" charset="0"/>
              <a:buChar char="•"/>
            </a:pPr>
            <a:r>
              <a:rPr lang="ja-JP" altLang="en-US" b="0" u="none"/>
              <a:t>お見積もりは概算お見積もりのため、改めて正式にお見積もりさせていただきます。</a:t>
            </a:r>
            <a:endParaRPr kumimoji="1" lang="en-US" altLang="ja-JP" b="0" u="none"/>
          </a:p>
          <a:p>
            <a:pPr>
              <a:buFont typeface="Arial" panose="020B0604020202020204" pitchFamily="34" charset="0"/>
              <a:buChar char="•"/>
            </a:pPr>
            <a:r>
              <a:rPr lang="ja-JP" altLang="en-US" b="0" u="none"/>
              <a:t>作業場所は原則弊社オフィス内とします。弊社オフィス内には在宅での勤務を含みます。</a:t>
            </a:r>
            <a:endParaRPr lang="en-US" altLang="ja-JP" b="0" u="none"/>
          </a:p>
          <a:p>
            <a:pPr>
              <a:buFont typeface="Arial" panose="020B0604020202020204" pitchFamily="34" charset="0"/>
              <a:buChar char="•"/>
            </a:pPr>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開発工程において弊社の子会社であるエグゼベトナム（オフショア）利用することがあります。</a:t>
            </a:r>
            <a:endParaRPr lang="en-US" altLang="ja-JP" b="0" u="none">
              <a:latin typeface="游ゴシック"/>
              <a:ea typeface="游ゴシック"/>
            </a:endParaRPr>
          </a:p>
          <a:p>
            <a:pPr>
              <a:buFont typeface="Arial" panose="020B0604020202020204" pitchFamily="34" charset="0"/>
              <a:buChar char="•"/>
            </a:pPr>
            <a:r>
              <a:rPr kumimoji="1" lang="ja-JP" altLang="en-US" b="0" u="none">
                <a:latin typeface="游ゴシック"/>
                <a:ea typeface="游ゴシック"/>
              </a:rPr>
              <a:t>インフラ環境の</a:t>
            </a:r>
            <a:r>
              <a:rPr lang="ja-JP" altLang="en-US" b="0" u="none">
                <a:latin typeface="游ゴシック"/>
                <a:ea typeface="游ゴシック"/>
              </a:rPr>
              <a:t>調達・</a:t>
            </a:r>
            <a:r>
              <a:rPr kumimoji="1" lang="ja-JP" altLang="en-US" b="0" u="none">
                <a:latin typeface="游ゴシック"/>
                <a:ea typeface="游ゴシック"/>
              </a:rPr>
              <a:t>構築・移行は含まれておりません。</a:t>
            </a:r>
            <a:endParaRPr kumimoji="1"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本</a:t>
            </a:r>
            <a:r>
              <a:rPr lang="en-US" altLang="ja-JP" b="0" u="none">
                <a:latin typeface="游ゴシック"/>
                <a:ea typeface="游ゴシック"/>
              </a:rPr>
              <a:t>PJ</a:t>
            </a:r>
            <a:r>
              <a:rPr lang="ja-JP" altLang="en-US" b="0" u="none">
                <a:latin typeface="游ゴシック"/>
                <a:ea typeface="游ゴシック"/>
              </a:rPr>
              <a:t>での修正は</a:t>
            </a:r>
            <a:r>
              <a:rPr lang="en-US" altLang="ja-JP" b="0" u="none">
                <a:latin typeface="游ゴシック"/>
                <a:ea typeface="游ゴシック"/>
              </a:rPr>
              <a:t>PIMS</a:t>
            </a:r>
            <a:r>
              <a:rPr lang="ja-JP" altLang="en-US" b="0" u="none">
                <a:latin typeface="游ゴシック"/>
                <a:ea typeface="游ゴシック"/>
              </a:rPr>
              <a:t>への接続先変更のみとし、ロジックの修正はいたしません。</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テストでのPIMS接続先は本番環境を想定しています。</a:t>
            </a:r>
          </a:p>
          <a:p>
            <a:pPr>
              <a:buFont typeface="Arial" panose="020B0604020202020204" pitchFamily="34" charset="0"/>
              <a:buChar char="•"/>
            </a:pPr>
            <a:r>
              <a:rPr kumimoji="1" lang="ja-JP" altLang="en-US" b="0" u="none"/>
              <a:t>上記に記載のない諸条件につきましては、別途ご相談の上決定させていただきます。</a:t>
            </a:r>
            <a:endParaRPr kumimoji="1" lang="en-US" altLang="ja-JP" b="0" u="none"/>
          </a:p>
          <a:p>
            <a:pPr>
              <a:buFont typeface="Arial" panose="020B0604020202020204" pitchFamily="34" charset="0"/>
              <a:buChar char="•"/>
            </a:pPr>
            <a:r>
              <a:rPr lang="ja-JP" altLang="en-US" b="0" u="none">
                <a:latin typeface="游ゴシック"/>
                <a:ea typeface="游ゴシック"/>
              </a:rPr>
              <a:t>瑕疵担保責任期間は本稼働日より１年間とします。</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pPr marL="0" indent="0">
              <a:buNone/>
            </a:pPr>
            <a:endParaRPr kumimoji="1" lang="ja-JP" altLang="en-US" b="0" u="none"/>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2025/7/11</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2.xml><?xml version="1.0" encoding="utf-8"?>
<ds:datastoreItem xmlns:ds="http://schemas.openxmlformats.org/officeDocument/2006/customXml" ds:itemID="{D5C4C8B0-6EB0-4725-9E86-BE2C3085FBC0}">
  <ds:schemaRefs>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www.w3.org/XML/1998/namespace"/>
    <ds:schemaRef ds:uri="http://schemas.microsoft.com/office/2006/metadata/properties"/>
    <ds:schemaRef ds:uri="2fd442da-66a9-4fa6-ba31-eb0d54ad1381"/>
    <ds:schemaRef ds:uri="http://purl.org/dc/dcmitype/"/>
    <ds:schemaRef ds:uri="http://purl.org/dc/elements/1.1/"/>
  </ds:schemaRefs>
</ds:datastoreItem>
</file>

<file path=customXml/itemProps3.xml><?xml version="1.0" encoding="utf-8"?>
<ds:datastoreItem xmlns:ds="http://schemas.openxmlformats.org/officeDocument/2006/customXml" ds:itemID="{8E8F9DE3-9ADA-40F4-B0AA-7400C3198146}">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0</TotalTime>
  <Words>1392</Words>
  <Application>Microsoft Office PowerPoint</Application>
  <PresentationFormat>ワイド画面</PresentationFormat>
  <Paragraphs>367</Paragraphs>
  <Slides>11</Slides>
  <Notes>1</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11</vt:i4>
      </vt:variant>
    </vt:vector>
  </HeadingPairs>
  <TitlesOfParts>
    <vt:vector size="20" baseType="lpstr">
      <vt:lpstr>Meiryo UI</vt:lpstr>
      <vt:lpstr>游ゴシック</vt:lpstr>
      <vt:lpstr>游ゴシック</vt:lpstr>
      <vt:lpstr>Yu Gothic Medium</vt:lpstr>
      <vt:lpstr>游明朝</vt:lpstr>
      <vt:lpstr>Arial</vt:lpstr>
      <vt:lpstr>Calibri</vt:lpstr>
      <vt:lpstr>Wingdings</vt:lpstr>
      <vt:lpstr>Office テーマ</vt:lpstr>
      <vt:lpstr>概算御見積(第1.0版）</vt:lpstr>
      <vt:lpstr>１. プロジェクトの背景と目的</vt:lpstr>
      <vt:lpstr>２. システム構成</vt:lpstr>
      <vt:lpstr>３. 対象機能数</vt:lpstr>
      <vt:lpstr>４. スケジュール（想定）</vt:lpstr>
      <vt:lpstr>５. 体制（想定）</vt:lpstr>
      <vt:lpstr>６. 各工程での想定作業内容</vt:lpstr>
      <vt:lpstr>７. 想定している成果物</vt:lpstr>
      <vt:lpstr>８. 想定している会議体</vt:lpstr>
      <vt:lpstr>９. お見積もり（工場システム）</vt:lpstr>
      <vt:lpstr>10. お見積もり前提条件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cp:revision>
  <dcterms:created xsi:type="dcterms:W3CDTF">2021-02-05T06:36:21Z</dcterms:created>
  <dcterms:modified xsi:type="dcterms:W3CDTF">2025-07-14T02:51:56Z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