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autoCompressPictures="0">
  <p:sldMasterIdLst>
    <p:sldMasterId id="2147483770" r:id="rId4"/>
  </p:sldMasterIdLst>
  <p:notesMasterIdLst>
    <p:notesMasterId r:id="rId27"/>
  </p:notesMasterIdLst>
  <p:handoutMasterIdLst>
    <p:handoutMasterId r:id="rId28"/>
  </p:handoutMasterIdLst>
  <p:sldIdLst>
    <p:sldId id="714" r:id="rId5"/>
    <p:sldId id="828" r:id="rId6"/>
    <p:sldId id="1081" r:id="rId7"/>
    <p:sldId id="1113" r:id="rId8"/>
    <p:sldId id="748" r:id="rId9"/>
    <p:sldId id="1092" r:id="rId10"/>
    <p:sldId id="1109" r:id="rId11"/>
    <p:sldId id="1110" r:id="rId12"/>
    <p:sldId id="1111" r:id="rId13"/>
    <p:sldId id="1254" r:id="rId14"/>
    <p:sldId id="1256" r:id="rId15"/>
    <p:sldId id="1257" r:id="rId16"/>
    <p:sldId id="1083" r:id="rId17"/>
    <p:sldId id="1102" r:id="rId18"/>
    <p:sldId id="1099" r:id="rId19"/>
    <p:sldId id="744" r:id="rId20"/>
    <p:sldId id="767" r:id="rId21"/>
    <p:sldId id="768" r:id="rId22"/>
    <p:sldId id="1094" r:id="rId23"/>
    <p:sldId id="1258" r:id="rId24"/>
    <p:sldId id="1096" r:id="rId25"/>
    <p:sldId id="656" r:id="rId2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FBE3C8"/>
    <a:srgbClr val="F3A447"/>
    <a:srgbClr val="787878"/>
    <a:srgbClr val="FFFFFF"/>
    <a:srgbClr val="FDEDDA"/>
    <a:srgbClr val="FAF2D4"/>
    <a:srgbClr val="9A3B5D"/>
    <a:srgbClr val="F2F2F2"/>
    <a:srgbClr val="EDEDE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6F45373-08F9-4FFB-9241-79AA1D2BCA9E}" v="38" dt="2025-04-30T06:17:41.439"/>
  </p1510:revLst>
</p1510:revInfo>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A107856-5554-42FB-B03E-39F5DBC370BA}" styleName="中間スタイル 4 - アクセント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B301B821-A1FF-4177-AEE7-76D212191A09}" styleName="中間スタイル 1 - アクセント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7" d="100"/>
          <a:sy n="107" d="100"/>
        </p:scale>
        <p:origin x="636" y="102"/>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microsoft.com/office/2015/10/relationships/revisionInfo" Target="revisionInfo.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notesMaster" Target="notesMasters/notesMaster1.xml"/><Relationship Id="rId30" Type="http://schemas.openxmlformats.org/officeDocument/2006/relationships/viewProps" Target="viewProps.xml"/><Relationship Id="rId8" Type="http://schemas.openxmlformats.org/officeDocument/2006/relationships/slide" Target="slides/slide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岡部裕輔" userId="d219e652-ccb3-431f-8f9b-9d0e369fb35b" providerId="ADAL" clId="{E113CA83-6C44-4E5C-842C-7226A3D7847A}"/>
    <pc:docChg chg="undo custSel delSld modSld">
      <pc:chgData name="岡部裕輔" userId="d219e652-ccb3-431f-8f9b-9d0e369fb35b" providerId="ADAL" clId="{E113CA83-6C44-4E5C-842C-7226A3D7847A}" dt="2024-12-02T08:09:38.265" v="373" actId="20577"/>
      <pc:docMkLst>
        <pc:docMk/>
      </pc:docMkLst>
      <pc:sldChg chg="modSp mod">
        <pc:chgData name="岡部裕輔" userId="d219e652-ccb3-431f-8f9b-9d0e369fb35b" providerId="ADAL" clId="{E113CA83-6C44-4E5C-842C-7226A3D7847A}" dt="2024-12-02T06:20:59.326" v="7" actId="20577"/>
        <pc:sldMkLst>
          <pc:docMk/>
          <pc:sldMk cId="3201888243" sldId="714"/>
        </pc:sldMkLst>
      </pc:sldChg>
      <pc:sldChg chg="del">
        <pc:chgData name="岡部裕輔" userId="d219e652-ccb3-431f-8f9b-9d0e369fb35b" providerId="ADAL" clId="{E113CA83-6C44-4E5C-842C-7226A3D7847A}" dt="2024-12-02T06:36:26.115" v="272" actId="47"/>
        <pc:sldMkLst>
          <pc:docMk/>
          <pc:sldMk cId="594199676" sldId="1080"/>
        </pc:sldMkLst>
      </pc:sldChg>
      <pc:sldChg chg="del">
        <pc:chgData name="岡部裕輔" userId="d219e652-ccb3-431f-8f9b-9d0e369fb35b" providerId="ADAL" clId="{E113CA83-6C44-4E5C-842C-7226A3D7847A}" dt="2024-12-02T06:36:44.632" v="273" actId="47"/>
        <pc:sldMkLst>
          <pc:docMk/>
          <pc:sldMk cId="1804346687" sldId="1097"/>
        </pc:sldMkLst>
      </pc:sldChg>
      <pc:sldChg chg="del">
        <pc:chgData name="岡部裕輔" userId="d219e652-ccb3-431f-8f9b-9d0e369fb35b" providerId="ADAL" clId="{E113CA83-6C44-4E5C-842C-7226A3D7847A}" dt="2024-12-02T06:36:44.632" v="273" actId="47"/>
        <pc:sldMkLst>
          <pc:docMk/>
          <pc:sldMk cId="1950211203" sldId="1098"/>
        </pc:sldMkLst>
      </pc:sldChg>
      <pc:sldChg chg="modSp mod">
        <pc:chgData name="岡部裕輔" userId="d219e652-ccb3-431f-8f9b-9d0e369fb35b" providerId="ADAL" clId="{E113CA83-6C44-4E5C-842C-7226A3D7847A}" dt="2024-12-02T06:28:54.769" v="126" actId="20577"/>
        <pc:sldMkLst>
          <pc:docMk/>
          <pc:sldMk cId="750407830" sldId="1099"/>
        </pc:sldMkLst>
      </pc:sldChg>
      <pc:sldChg chg="addSp modSp mod">
        <pc:chgData name="岡部裕輔" userId="d219e652-ccb3-431f-8f9b-9d0e369fb35b" providerId="ADAL" clId="{E113CA83-6C44-4E5C-842C-7226A3D7847A}" dt="2024-12-02T08:09:38.265" v="373" actId="20577"/>
        <pc:sldMkLst>
          <pc:docMk/>
          <pc:sldMk cId="1342901965" sldId="1102"/>
        </pc:sldMkLst>
      </pc:sldChg>
      <pc:sldChg chg="addSp delSp modSp mod">
        <pc:chgData name="岡部裕輔" userId="d219e652-ccb3-431f-8f9b-9d0e369fb35b" providerId="ADAL" clId="{E113CA83-6C44-4E5C-842C-7226A3D7847A}" dt="2024-12-02T06:36:16.383" v="271" actId="554"/>
        <pc:sldMkLst>
          <pc:docMk/>
          <pc:sldMk cId="2336542287" sldId="1107"/>
        </pc:sldMkLst>
      </pc:sldChg>
      <pc:sldChg chg="del">
        <pc:chgData name="岡部裕輔" userId="d219e652-ccb3-431f-8f9b-9d0e369fb35b" providerId="ADAL" clId="{E113CA83-6C44-4E5C-842C-7226A3D7847A}" dt="2024-12-02T06:27:13.697" v="117" actId="47"/>
        <pc:sldMkLst>
          <pc:docMk/>
          <pc:sldMk cId="2754241763" sldId="1108"/>
        </pc:sldMkLst>
      </pc:sldChg>
    </pc:docChg>
  </pc:docChgLst>
  <pc:docChgLst>
    <pc:chgData name="髙浦祐朗" userId="d6d860fe-bc64-411b-9605-a16d1ba875f6" providerId="ADAL" clId="{96F45373-08F9-4FFB-9241-79AA1D2BCA9E}"/>
    <pc:docChg chg="modSld">
      <pc:chgData name="髙浦祐朗" userId="d6d860fe-bc64-411b-9605-a16d1ba875f6" providerId="ADAL" clId="{96F45373-08F9-4FFB-9241-79AA1D2BCA9E}" dt="2025-05-07T09:01:22.913" v="39" actId="2711"/>
      <pc:docMkLst>
        <pc:docMk/>
      </pc:docMkLst>
      <pc:sldChg chg="modSp mod">
        <pc:chgData name="髙浦祐朗" userId="d6d860fe-bc64-411b-9605-a16d1ba875f6" providerId="ADAL" clId="{96F45373-08F9-4FFB-9241-79AA1D2BCA9E}" dt="2025-05-07T09:00:45.711" v="38" actId="20577"/>
        <pc:sldMkLst>
          <pc:docMk/>
          <pc:sldMk cId="3201888243" sldId="714"/>
        </pc:sldMkLst>
        <pc:spChg chg="mod">
          <ac:chgData name="髙浦祐朗" userId="d6d860fe-bc64-411b-9605-a16d1ba875f6" providerId="ADAL" clId="{96F45373-08F9-4FFB-9241-79AA1D2BCA9E}" dt="2025-04-30T06:17:22.873" v="28" actId="20577"/>
          <ac:spMkLst>
            <pc:docMk/>
            <pc:sldMk cId="3201888243" sldId="714"/>
            <ac:spMk id="3" creationId="{00000000-0000-0000-0000-000000000000}"/>
          </ac:spMkLst>
        </pc:spChg>
        <pc:spChg chg="mod">
          <ac:chgData name="髙浦祐朗" userId="d6d860fe-bc64-411b-9605-a16d1ba875f6" providerId="ADAL" clId="{96F45373-08F9-4FFB-9241-79AA1D2BCA9E}" dt="2025-05-07T09:00:45.711" v="38" actId="20577"/>
          <ac:spMkLst>
            <pc:docMk/>
            <pc:sldMk cId="3201888243" sldId="714"/>
            <ac:spMk id="8" creationId="{107CDF1A-DF69-D1B9-6346-1200847D9738}"/>
          </ac:spMkLst>
        </pc:spChg>
      </pc:sldChg>
      <pc:sldChg chg="modSp mod">
        <pc:chgData name="髙浦祐朗" userId="d6d860fe-bc64-411b-9605-a16d1ba875f6" providerId="ADAL" clId="{96F45373-08F9-4FFB-9241-79AA1D2BCA9E}" dt="2025-04-30T06:16:01.031" v="15" actId="408"/>
        <pc:sldMkLst>
          <pc:docMk/>
          <pc:sldMk cId="4015780804" sldId="744"/>
        </pc:sldMkLst>
        <pc:graphicFrameChg chg="mod modGraphic">
          <ac:chgData name="髙浦祐朗" userId="d6d860fe-bc64-411b-9605-a16d1ba875f6" providerId="ADAL" clId="{96F45373-08F9-4FFB-9241-79AA1D2BCA9E}" dt="2025-04-30T06:16:01.031" v="15" actId="408"/>
          <ac:graphicFrameMkLst>
            <pc:docMk/>
            <pc:sldMk cId="4015780804" sldId="744"/>
            <ac:graphicFrameMk id="6" creationId="{00000000-0000-0000-0000-000000000000}"/>
          </ac:graphicFrameMkLst>
        </pc:graphicFrameChg>
      </pc:sldChg>
      <pc:sldChg chg="modSp mod">
        <pc:chgData name="髙浦祐朗" userId="d6d860fe-bc64-411b-9605-a16d1ba875f6" providerId="ADAL" clId="{96F45373-08F9-4FFB-9241-79AA1D2BCA9E}" dt="2025-04-30T06:16:08.117" v="18" actId="408"/>
        <pc:sldMkLst>
          <pc:docMk/>
          <pc:sldMk cId="1379317982" sldId="767"/>
        </pc:sldMkLst>
        <pc:graphicFrameChg chg="mod modGraphic">
          <ac:chgData name="髙浦祐朗" userId="d6d860fe-bc64-411b-9605-a16d1ba875f6" providerId="ADAL" clId="{96F45373-08F9-4FFB-9241-79AA1D2BCA9E}" dt="2025-04-30T06:16:08.117" v="18" actId="408"/>
          <ac:graphicFrameMkLst>
            <pc:docMk/>
            <pc:sldMk cId="1379317982" sldId="767"/>
            <ac:graphicFrameMk id="7" creationId="{00000000-0000-0000-0000-000000000000}"/>
          </ac:graphicFrameMkLst>
        </pc:graphicFrameChg>
      </pc:sldChg>
      <pc:sldChg chg="modSp mod">
        <pc:chgData name="髙浦祐朗" userId="d6d860fe-bc64-411b-9605-a16d1ba875f6" providerId="ADAL" clId="{96F45373-08F9-4FFB-9241-79AA1D2BCA9E}" dt="2025-04-30T06:16:13.914" v="21" actId="408"/>
        <pc:sldMkLst>
          <pc:docMk/>
          <pc:sldMk cId="4276394440" sldId="768"/>
        </pc:sldMkLst>
        <pc:graphicFrameChg chg="mod modGraphic">
          <ac:chgData name="髙浦祐朗" userId="d6d860fe-bc64-411b-9605-a16d1ba875f6" providerId="ADAL" clId="{96F45373-08F9-4FFB-9241-79AA1D2BCA9E}" dt="2025-04-30T06:16:13.914" v="21" actId="408"/>
          <ac:graphicFrameMkLst>
            <pc:docMk/>
            <pc:sldMk cId="4276394440" sldId="768"/>
            <ac:graphicFrameMk id="8" creationId="{00000000-0000-0000-0000-000000000000}"/>
          </ac:graphicFrameMkLst>
        </pc:graphicFrameChg>
      </pc:sldChg>
      <pc:sldChg chg="modSp mod">
        <pc:chgData name="髙浦祐朗" userId="d6d860fe-bc64-411b-9605-a16d1ba875f6" providerId="ADAL" clId="{96F45373-08F9-4FFB-9241-79AA1D2BCA9E}" dt="2025-05-07T09:01:22.913" v="39" actId="2711"/>
        <pc:sldMkLst>
          <pc:docMk/>
          <pc:sldMk cId="2513257283" sldId="1096"/>
        </pc:sldMkLst>
        <pc:spChg chg="mod">
          <ac:chgData name="髙浦祐朗" userId="d6d860fe-bc64-411b-9605-a16d1ba875f6" providerId="ADAL" clId="{96F45373-08F9-4FFB-9241-79AA1D2BCA9E}" dt="2025-05-07T09:01:22.913" v="39" actId="2711"/>
          <ac:spMkLst>
            <pc:docMk/>
            <pc:sldMk cId="2513257283" sldId="1096"/>
            <ac:spMk id="8" creationId="{6AE8CC45-2A20-B6E7-E20B-802E66F6B3D5}"/>
          </ac:spMkLst>
        </pc:spChg>
      </pc:sldChg>
      <pc:sldChg chg="modSp mod">
        <pc:chgData name="髙浦祐朗" userId="d6d860fe-bc64-411b-9605-a16d1ba875f6" providerId="ADAL" clId="{96F45373-08F9-4FFB-9241-79AA1D2BCA9E}" dt="2025-04-30T06:16:25.239" v="27" actId="408"/>
        <pc:sldMkLst>
          <pc:docMk/>
          <pc:sldMk cId="960822894" sldId="1258"/>
        </pc:sldMkLst>
        <pc:graphicFrameChg chg="mod modGraphic">
          <ac:chgData name="髙浦祐朗" userId="d6d860fe-bc64-411b-9605-a16d1ba875f6" providerId="ADAL" clId="{96F45373-08F9-4FFB-9241-79AA1D2BCA9E}" dt="2025-04-30T06:16:25.239" v="27" actId="408"/>
          <ac:graphicFrameMkLst>
            <pc:docMk/>
            <pc:sldMk cId="960822894" sldId="1258"/>
            <ac:graphicFrameMk id="5" creationId="{8B880FE2-3F07-5F95-567F-3174E10F3ED1}"/>
          </ac:graphicFrameMkLst>
        </pc:graphicFrameChg>
      </pc:sldChg>
    </pc:docChg>
  </pc:docChgLst>
  <pc:docChgLst>
    <pc:chgData name="川名翔太" userId="902a1c22-1104-4fc2-ba41-1ee47f89ed5e" providerId="ADAL" clId="{6D9D2434-35D2-41E8-BBA8-D79ADC5FDCBA}"/>
    <pc:docChg chg="undo redo custSel addSld delSld modSld sldOrd">
      <pc:chgData name="川名翔太" userId="902a1c22-1104-4fc2-ba41-1ee47f89ed5e" providerId="ADAL" clId="{6D9D2434-35D2-41E8-BBA8-D79ADC5FDCBA}" dt="2025-03-12T12:33:31.204" v="943" actId="20577"/>
      <pc:docMkLst>
        <pc:docMk/>
      </pc:docMkLst>
      <pc:sldChg chg="ord">
        <pc:chgData name="川名翔太" userId="902a1c22-1104-4fc2-ba41-1ee47f89ed5e" providerId="ADAL" clId="{6D9D2434-35D2-41E8-BBA8-D79ADC5FDCBA}" dt="2025-03-11T07:51:03.082" v="9"/>
        <pc:sldMkLst>
          <pc:docMk/>
          <pc:sldMk cId="3652970849" sldId="748"/>
        </pc:sldMkLst>
      </pc:sldChg>
      <pc:sldChg chg="modSp mod">
        <pc:chgData name="川名翔太" userId="902a1c22-1104-4fc2-ba41-1ee47f89ed5e" providerId="ADAL" clId="{6D9D2434-35D2-41E8-BBA8-D79ADC5FDCBA}" dt="2025-03-12T05:17:50.701" v="24"/>
        <pc:sldMkLst>
          <pc:docMk/>
          <pc:sldMk cId="4276394440" sldId="768"/>
        </pc:sldMkLst>
        <pc:graphicFrameChg chg="mod modGraphic">
          <ac:chgData name="川名翔太" userId="902a1c22-1104-4fc2-ba41-1ee47f89ed5e" providerId="ADAL" clId="{6D9D2434-35D2-41E8-BBA8-D79ADC5FDCBA}" dt="2025-03-12T05:17:50.701" v="24"/>
          <ac:graphicFrameMkLst>
            <pc:docMk/>
            <pc:sldMk cId="4276394440" sldId="768"/>
            <ac:graphicFrameMk id="8" creationId="{00000000-0000-0000-0000-000000000000}"/>
          </ac:graphicFrameMkLst>
        </pc:graphicFrameChg>
      </pc:sldChg>
      <pc:sldChg chg="modSp mod">
        <pc:chgData name="川名翔太" userId="902a1c22-1104-4fc2-ba41-1ee47f89ed5e" providerId="ADAL" clId="{6D9D2434-35D2-41E8-BBA8-D79ADC5FDCBA}" dt="2025-03-12T12:04:31.963" v="443" actId="20577"/>
        <pc:sldMkLst>
          <pc:docMk/>
          <pc:sldMk cId="1343428231" sldId="1095"/>
        </pc:sldMkLst>
      </pc:sldChg>
      <pc:sldChg chg="modSp mod">
        <pc:chgData name="川名翔太" userId="902a1c22-1104-4fc2-ba41-1ee47f89ed5e" providerId="ADAL" clId="{6D9D2434-35D2-41E8-BBA8-D79ADC5FDCBA}" dt="2025-03-12T12:33:31.204" v="943" actId="20577"/>
        <pc:sldMkLst>
          <pc:docMk/>
          <pc:sldMk cId="2513257283" sldId="1096"/>
        </pc:sldMkLst>
        <pc:spChg chg="mod">
          <ac:chgData name="川名翔太" userId="902a1c22-1104-4fc2-ba41-1ee47f89ed5e" providerId="ADAL" clId="{6D9D2434-35D2-41E8-BBA8-D79ADC5FDCBA}" dt="2025-03-12T12:33:31.204" v="943" actId="20577"/>
          <ac:spMkLst>
            <pc:docMk/>
            <pc:sldMk cId="2513257283" sldId="1096"/>
            <ac:spMk id="8" creationId="{6AE8CC45-2A20-B6E7-E20B-802E66F6B3D5}"/>
          </ac:spMkLst>
        </pc:spChg>
      </pc:sldChg>
      <pc:sldChg chg="modSp mod">
        <pc:chgData name="川名翔太" userId="902a1c22-1104-4fc2-ba41-1ee47f89ed5e" providerId="ADAL" clId="{6D9D2434-35D2-41E8-BBA8-D79ADC5FDCBA}" dt="2025-03-12T05:16:06.159" v="19" actId="1076"/>
        <pc:sldMkLst>
          <pc:docMk/>
          <pc:sldMk cId="750407830" sldId="1099"/>
        </pc:sldMkLst>
      </pc:sldChg>
      <pc:sldChg chg="del">
        <pc:chgData name="川名翔太" userId="902a1c22-1104-4fc2-ba41-1ee47f89ed5e" providerId="ADAL" clId="{6D9D2434-35D2-41E8-BBA8-D79ADC5FDCBA}" dt="2025-03-11T07:50:52.201" v="0" actId="2696"/>
        <pc:sldMkLst>
          <pc:docMk/>
          <pc:sldMk cId="258067534" sldId="1113"/>
        </pc:sldMkLst>
      </pc:sldChg>
      <pc:sldChg chg="add">
        <pc:chgData name="川名翔太" userId="902a1c22-1104-4fc2-ba41-1ee47f89ed5e" providerId="ADAL" clId="{6D9D2434-35D2-41E8-BBA8-D79ADC5FDCBA}" dt="2025-03-11T07:50:56.397" v="1"/>
        <pc:sldMkLst>
          <pc:docMk/>
          <pc:sldMk cId="3454037558" sldId="1113"/>
        </pc:sldMkLst>
      </pc:sldChg>
      <pc:sldChg chg="modSp mod">
        <pc:chgData name="川名翔太" userId="902a1c22-1104-4fc2-ba41-1ee47f89ed5e" providerId="ADAL" clId="{6D9D2434-35D2-41E8-BBA8-D79ADC5FDCBA}" dt="2025-03-12T07:48:01.602" v="46" actId="20577"/>
        <pc:sldMkLst>
          <pc:docMk/>
          <pc:sldMk cId="163835638" sldId="1254"/>
        </pc:sldMkLst>
        <pc:spChg chg="mod">
          <ac:chgData name="川名翔太" userId="902a1c22-1104-4fc2-ba41-1ee47f89ed5e" providerId="ADAL" clId="{6D9D2434-35D2-41E8-BBA8-D79ADC5FDCBA}" dt="2025-03-12T07:48:01.602" v="46" actId="20577"/>
          <ac:spMkLst>
            <pc:docMk/>
            <pc:sldMk cId="163835638" sldId="1254"/>
            <ac:spMk id="2" creationId="{715A1977-001A-47E2-A226-93AAC587563E}"/>
          </ac:spMkLst>
        </pc:spChg>
      </pc:sldChg>
      <pc:sldChg chg="modSp mod">
        <pc:chgData name="川名翔太" userId="902a1c22-1104-4fc2-ba41-1ee47f89ed5e" providerId="ADAL" clId="{6D9D2434-35D2-41E8-BBA8-D79ADC5FDCBA}" dt="2025-03-12T07:48:05.206" v="47"/>
        <pc:sldMkLst>
          <pc:docMk/>
          <pc:sldMk cId="2503941574" sldId="1256"/>
        </pc:sldMkLst>
        <pc:spChg chg="mod">
          <ac:chgData name="川名翔太" userId="902a1c22-1104-4fc2-ba41-1ee47f89ed5e" providerId="ADAL" clId="{6D9D2434-35D2-41E8-BBA8-D79ADC5FDCBA}" dt="2025-03-12T07:48:05.206" v="47"/>
          <ac:spMkLst>
            <pc:docMk/>
            <pc:sldMk cId="2503941574" sldId="1256"/>
            <ac:spMk id="2" creationId="{715A1977-001A-47E2-A226-93AAC587563E}"/>
          </ac:spMkLst>
        </pc:spChg>
      </pc:sldChg>
      <pc:sldChg chg="modSp mod">
        <pc:chgData name="川名翔太" userId="902a1c22-1104-4fc2-ba41-1ee47f89ed5e" providerId="ADAL" clId="{6D9D2434-35D2-41E8-BBA8-D79ADC5FDCBA}" dt="2025-03-12T08:05:58.457" v="205" actId="20577"/>
        <pc:sldMkLst>
          <pc:docMk/>
          <pc:sldMk cId="3215141346" sldId="1257"/>
        </pc:sldMkLst>
        <pc:spChg chg="mod">
          <ac:chgData name="川名翔太" userId="902a1c22-1104-4fc2-ba41-1ee47f89ed5e" providerId="ADAL" clId="{6D9D2434-35D2-41E8-BBA8-D79ADC5FDCBA}" dt="2025-03-12T07:48:09.874" v="48"/>
          <ac:spMkLst>
            <pc:docMk/>
            <pc:sldMk cId="3215141346" sldId="1257"/>
            <ac:spMk id="2" creationId="{33872AE4-2D9D-8C6D-6F46-4929A0D8A392}"/>
          </ac:spMkLst>
        </pc:spChg>
        <pc:graphicFrameChg chg="modGraphic">
          <ac:chgData name="川名翔太" userId="902a1c22-1104-4fc2-ba41-1ee47f89ed5e" providerId="ADAL" clId="{6D9D2434-35D2-41E8-BBA8-D79ADC5FDCBA}" dt="2025-03-12T08:05:58.457" v="205" actId="20577"/>
          <ac:graphicFrameMkLst>
            <pc:docMk/>
            <pc:sldMk cId="3215141346" sldId="1257"/>
            <ac:graphicFrameMk id="5" creationId="{253DDDF4-6788-041F-1E1D-A0D8472C65B2}"/>
          </ac:graphicFrameMkLst>
        </pc:graphicFrameChg>
      </pc:sldChg>
    </pc:docChg>
  </pc:docChgLst>
  <pc:docChgLst>
    <pc:chgData name="髙浦祐朗" userId="d6d860fe-bc64-411b-9605-a16d1ba875f6" providerId="ADAL" clId="{33C1071C-25C1-49A5-9CA7-4225F0E293B6}"/>
    <pc:docChg chg="undo custSel addSld modSld">
      <pc:chgData name="髙浦祐朗" userId="d6d860fe-bc64-411b-9605-a16d1ba875f6" providerId="ADAL" clId="{33C1071C-25C1-49A5-9CA7-4225F0E293B6}" dt="2025-03-07T04:28:45.626" v="1097"/>
      <pc:docMkLst>
        <pc:docMk/>
      </pc:docMkLst>
      <pc:sldChg chg="modSp mod">
        <pc:chgData name="髙浦祐朗" userId="d6d860fe-bc64-411b-9605-a16d1ba875f6" providerId="ADAL" clId="{33C1071C-25C1-49A5-9CA7-4225F0E293B6}" dt="2025-03-07T04:28:45.626" v="1097"/>
        <pc:sldMkLst>
          <pc:docMk/>
          <pc:sldMk cId="1379317982" sldId="767"/>
        </pc:sldMkLst>
        <pc:graphicFrameChg chg="mod">
          <ac:chgData name="髙浦祐朗" userId="d6d860fe-bc64-411b-9605-a16d1ba875f6" providerId="ADAL" clId="{33C1071C-25C1-49A5-9CA7-4225F0E293B6}" dt="2025-03-07T04:28:45.626" v="1097"/>
          <ac:graphicFrameMkLst>
            <pc:docMk/>
            <pc:sldMk cId="1379317982" sldId="767"/>
            <ac:graphicFrameMk id="7" creationId="{00000000-0000-0000-0000-000000000000}"/>
          </ac:graphicFrameMkLst>
        </pc:graphicFrameChg>
      </pc:sldChg>
      <pc:sldChg chg="modSp mod">
        <pc:chgData name="髙浦祐朗" userId="d6d860fe-bc64-411b-9605-a16d1ba875f6" providerId="ADAL" clId="{33C1071C-25C1-49A5-9CA7-4225F0E293B6}" dt="2025-03-07T04:28:24.025" v="1085" actId="1076"/>
        <pc:sldMkLst>
          <pc:docMk/>
          <pc:sldMk cId="4276394440" sldId="768"/>
        </pc:sldMkLst>
        <pc:graphicFrameChg chg="mod modGraphic">
          <ac:chgData name="髙浦祐朗" userId="d6d860fe-bc64-411b-9605-a16d1ba875f6" providerId="ADAL" clId="{33C1071C-25C1-49A5-9CA7-4225F0E293B6}" dt="2025-03-07T04:28:24.025" v="1085" actId="1076"/>
          <ac:graphicFrameMkLst>
            <pc:docMk/>
            <pc:sldMk cId="4276394440" sldId="768"/>
            <ac:graphicFrameMk id="8" creationId="{00000000-0000-0000-0000-000000000000}"/>
          </ac:graphicFrameMkLst>
        </pc:graphicFrameChg>
      </pc:sldChg>
      <pc:sldChg chg="addSp delSp modSp mod">
        <pc:chgData name="髙浦祐朗" userId="d6d860fe-bc64-411b-9605-a16d1ba875f6" providerId="ADAL" clId="{33C1071C-25C1-49A5-9CA7-4225F0E293B6}" dt="2025-03-07T04:08:07.233" v="972" actId="20577"/>
        <pc:sldMkLst>
          <pc:docMk/>
          <pc:sldMk cId="3285151704" sldId="828"/>
        </pc:sldMkLst>
        <pc:spChg chg="mod">
          <ac:chgData name="髙浦祐朗" userId="d6d860fe-bc64-411b-9605-a16d1ba875f6" providerId="ADAL" clId="{33C1071C-25C1-49A5-9CA7-4225F0E293B6}" dt="2025-03-07T04:08:07.233" v="972" actId="20577"/>
          <ac:spMkLst>
            <pc:docMk/>
            <pc:sldMk cId="3285151704" sldId="828"/>
            <ac:spMk id="5" creationId="{2E1CE15F-6188-D4DE-439B-CEAF8146E0C0}"/>
          </ac:spMkLst>
        </pc:spChg>
      </pc:sldChg>
      <pc:sldChg chg="addSp modSp mod">
        <pc:chgData name="髙浦祐朗" userId="d6d860fe-bc64-411b-9605-a16d1ba875f6" providerId="ADAL" clId="{33C1071C-25C1-49A5-9CA7-4225F0E293B6}" dt="2025-03-07T04:08:40.692" v="974" actId="1076"/>
        <pc:sldMkLst>
          <pc:docMk/>
          <pc:sldMk cId="10589603" sldId="1092"/>
        </pc:sldMkLst>
        <pc:spChg chg="add mod">
          <ac:chgData name="髙浦祐朗" userId="d6d860fe-bc64-411b-9605-a16d1ba875f6" providerId="ADAL" clId="{33C1071C-25C1-49A5-9CA7-4225F0E293B6}" dt="2025-03-07T04:00:10.454" v="780" actId="1036"/>
          <ac:spMkLst>
            <pc:docMk/>
            <pc:sldMk cId="10589603" sldId="1092"/>
            <ac:spMk id="3" creationId="{2B9F6F25-A458-AA05-3A22-F39A0C6B2955}"/>
          </ac:spMkLst>
        </pc:spChg>
        <pc:picChg chg="mod">
          <ac:chgData name="髙浦祐朗" userId="d6d860fe-bc64-411b-9605-a16d1ba875f6" providerId="ADAL" clId="{33C1071C-25C1-49A5-9CA7-4225F0E293B6}" dt="2025-03-07T04:08:40.692" v="974" actId="1076"/>
          <ac:picMkLst>
            <pc:docMk/>
            <pc:sldMk cId="10589603" sldId="1092"/>
            <ac:picMk id="5" creationId="{58A4F86A-DC4C-354C-7317-FD85444D9642}"/>
          </ac:picMkLst>
        </pc:picChg>
      </pc:sldChg>
      <pc:sldChg chg="modSp mod">
        <pc:chgData name="髙浦祐朗" userId="d6d860fe-bc64-411b-9605-a16d1ba875f6" providerId="ADAL" clId="{33C1071C-25C1-49A5-9CA7-4225F0E293B6}" dt="2025-03-07T03:41:32.991" v="603" actId="408"/>
        <pc:sldMkLst>
          <pc:docMk/>
          <pc:sldMk cId="1343428231" sldId="1095"/>
        </pc:sldMkLst>
      </pc:sldChg>
      <pc:sldChg chg="modSp mod">
        <pc:chgData name="髙浦祐朗" userId="d6d860fe-bc64-411b-9605-a16d1ba875f6" providerId="ADAL" clId="{33C1071C-25C1-49A5-9CA7-4225F0E293B6}" dt="2025-03-07T03:42:11.634" v="607" actId="12"/>
        <pc:sldMkLst>
          <pc:docMk/>
          <pc:sldMk cId="2513257283" sldId="1096"/>
        </pc:sldMkLst>
        <pc:spChg chg="mod">
          <ac:chgData name="髙浦祐朗" userId="d6d860fe-bc64-411b-9605-a16d1ba875f6" providerId="ADAL" clId="{33C1071C-25C1-49A5-9CA7-4225F0E293B6}" dt="2025-03-07T03:42:11.634" v="607" actId="12"/>
          <ac:spMkLst>
            <pc:docMk/>
            <pc:sldMk cId="2513257283" sldId="1096"/>
            <ac:spMk id="8" creationId="{6AE8CC45-2A20-B6E7-E20B-802E66F6B3D5}"/>
          </ac:spMkLst>
        </pc:spChg>
      </pc:sldChg>
      <pc:sldChg chg="addSp delSp modSp mod">
        <pc:chgData name="髙浦祐朗" userId="d6d860fe-bc64-411b-9605-a16d1ba875f6" providerId="ADAL" clId="{33C1071C-25C1-49A5-9CA7-4225F0E293B6}" dt="2025-03-07T04:13:31.769" v="1077" actId="1037"/>
        <pc:sldMkLst>
          <pc:docMk/>
          <pc:sldMk cId="750407830" sldId="1099"/>
        </pc:sldMkLst>
        <pc:spChg chg="add mod">
          <ac:chgData name="髙浦祐朗" userId="d6d860fe-bc64-411b-9605-a16d1ba875f6" providerId="ADAL" clId="{33C1071C-25C1-49A5-9CA7-4225F0E293B6}" dt="2025-03-07T04:04:39.104" v="862" actId="14100"/>
          <ac:spMkLst>
            <pc:docMk/>
            <pc:sldMk cId="750407830" sldId="1099"/>
            <ac:spMk id="5" creationId="{3AFCE336-4F24-3E84-91D4-78A9C5405E9E}"/>
          </ac:spMkLst>
        </pc:spChg>
        <pc:spChg chg="add mod">
          <ac:chgData name="髙浦祐朗" userId="d6d860fe-bc64-411b-9605-a16d1ba875f6" providerId="ADAL" clId="{33C1071C-25C1-49A5-9CA7-4225F0E293B6}" dt="2025-03-07T04:04:49.024" v="874"/>
          <ac:spMkLst>
            <pc:docMk/>
            <pc:sldMk cId="750407830" sldId="1099"/>
            <ac:spMk id="12" creationId="{58E53524-3E18-214F-E3F8-D81A26FFF872}"/>
          </ac:spMkLst>
        </pc:spChg>
        <pc:spChg chg="add mod">
          <ac:chgData name="髙浦祐朗" userId="d6d860fe-bc64-411b-9605-a16d1ba875f6" providerId="ADAL" clId="{33C1071C-25C1-49A5-9CA7-4225F0E293B6}" dt="2025-03-07T04:05:04.639" v="887" actId="14100"/>
          <ac:spMkLst>
            <pc:docMk/>
            <pc:sldMk cId="750407830" sldId="1099"/>
            <ac:spMk id="13" creationId="{A3BD0B5C-633F-3B7C-285B-8E75D39D93E1}"/>
          </ac:spMkLst>
        </pc:spChg>
        <pc:spChg chg="add mod">
          <ac:chgData name="髙浦祐朗" userId="d6d860fe-bc64-411b-9605-a16d1ba875f6" providerId="ADAL" clId="{33C1071C-25C1-49A5-9CA7-4225F0E293B6}" dt="2025-03-07T04:07:04.772" v="952"/>
          <ac:spMkLst>
            <pc:docMk/>
            <pc:sldMk cId="750407830" sldId="1099"/>
            <ac:spMk id="14" creationId="{FFBC16D5-1859-0B08-0A01-44D1D42C74D5}"/>
          </ac:spMkLst>
        </pc:spChg>
        <pc:spChg chg="mod">
          <ac:chgData name="髙浦祐朗" userId="d6d860fe-bc64-411b-9605-a16d1ba875f6" providerId="ADAL" clId="{33C1071C-25C1-49A5-9CA7-4225F0E293B6}" dt="2025-03-07T04:12:48.043" v="1070" actId="207"/>
          <ac:spMkLst>
            <pc:docMk/>
            <pc:sldMk cId="750407830" sldId="1099"/>
            <ac:spMk id="39" creationId="{BE794BC6-EB53-3AAA-445E-3DC0858905D6}"/>
          </ac:spMkLst>
        </pc:spChg>
        <pc:spChg chg="mod">
          <ac:chgData name="髙浦祐朗" userId="d6d860fe-bc64-411b-9605-a16d1ba875f6" providerId="ADAL" clId="{33C1071C-25C1-49A5-9CA7-4225F0E293B6}" dt="2025-03-07T04:12:41.652" v="1068" actId="207"/>
          <ac:spMkLst>
            <pc:docMk/>
            <pc:sldMk cId="750407830" sldId="1099"/>
            <ac:spMk id="40" creationId="{6CD68CD5-0065-0C9A-941A-94E15CBF3546}"/>
          </ac:spMkLst>
        </pc:spChg>
        <pc:spChg chg="mod">
          <ac:chgData name="髙浦祐朗" userId="d6d860fe-bc64-411b-9605-a16d1ba875f6" providerId="ADAL" clId="{33C1071C-25C1-49A5-9CA7-4225F0E293B6}" dt="2025-03-07T04:12:36.805" v="1066" actId="14100"/>
          <ac:spMkLst>
            <pc:docMk/>
            <pc:sldMk cId="750407830" sldId="1099"/>
            <ac:spMk id="49" creationId="{5F6F8CEF-FF21-DCDB-6DCD-C2AA6A8BFCA1}"/>
          </ac:spMkLst>
        </pc:spChg>
        <pc:graphicFrameChg chg="mod">
          <ac:chgData name="髙浦祐朗" userId="d6d860fe-bc64-411b-9605-a16d1ba875f6" providerId="ADAL" clId="{33C1071C-25C1-49A5-9CA7-4225F0E293B6}" dt="2025-03-07T04:01:10.553" v="814" actId="1036"/>
          <ac:graphicFrameMkLst>
            <pc:docMk/>
            <pc:sldMk cId="750407830" sldId="1099"/>
            <ac:graphicFrameMk id="6" creationId="{067F2A02-2C22-B7B2-6A5C-CEE5CF1BA9A4}"/>
          </ac:graphicFrameMkLst>
        </pc:graphicFrameChg>
        <pc:graphicFrameChg chg="mod">
          <ac:chgData name="髙浦祐朗" userId="d6d860fe-bc64-411b-9605-a16d1ba875f6" providerId="ADAL" clId="{33C1071C-25C1-49A5-9CA7-4225F0E293B6}" dt="2025-03-07T04:01:10.553" v="814" actId="1036"/>
          <ac:graphicFrameMkLst>
            <pc:docMk/>
            <pc:sldMk cId="750407830" sldId="1099"/>
            <ac:graphicFrameMk id="7" creationId="{40425F0B-7978-1852-2DF3-F182D07E5483}"/>
          </ac:graphicFrameMkLst>
        </pc:graphicFrameChg>
        <pc:graphicFrameChg chg="mod">
          <ac:chgData name="髙浦祐朗" userId="d6d860fe-bc64-411b-9605-a16d1ba875f6" providerId="ADAL" clId="{33C1071C-25C1-49A5-9CA7-4225F0E293B6}" dt="2025-03-07T04:01:10.553" v="814" actId="1036"/>
          <ac:graphicFrameMkLst>
            <pc:docMk/>
            <pc:sldMk cId="750407830" sldId="1099"/>
            <ac:graphicFrameMk id="8" creationId="{DF899297-39CA-68D9-7882-DDF2777D91A0}"/>
          </ac:graphicFrameMkLst>
        </pc:graphicFrameChg>
        <pc:graphicFrameChg chg="mod modGraphic">
          <ac:chgData name="髙浦祐朗" userId="d6d860fe-bc64-411b-9605-a16d1ba875f6" providerId="ADAL" clId="{33C1071C-25C1-49A5-9CA7-4225F0E293B6}" dt="2025-03-07T04:13:19.148" v="1074" actId="14100"/>
          <ac:graphicFrameMkLst>
            <pc:docMk/>
            <pc:sldMk cId="750407830" sldId="1099"/>
            <ac:graphicFrameMk id="11" creationId="{29952574-B67B-359B-557A-64E5EADDFC46}"/>
          </ac:graphicFrameMkLst>
        </pc:graphicFrameChg>
        <pc:graphicFrameChg chg="mod">
          <ac:chgData name="髙浦祐朗" userId="d6d860fe-bc64-411b-9605-a16d1ba875f6" providerId="ADAL" clId="{33C1071C-25C1-49A5-9CA7-4225F0E293B6}" dt="2025-03-07T04:13:31.769" v="1077" actId="1037"/>
          <ac:graphicFrameMkLst>
            <pc:docMk/>
            <pc:sldMk cId="750407830" sldId="1099"/>
            <ac:graphicFrameMk id="21" creationId="{F0103D76-E5FB-DA88-49A0-997C19C3E328}"/>
          </ac:graphicFrameMkLst>
        </pc:graphicFrameChg>
        <pc:graphicFrameChg chg="mod">
          <ac:chgData name="髙浦祐朗" userId="d6d860fe-bc64-411b-9605-a16d1ba875f6" providerId="ADAL" clId="{33C1071C-25C1-49A5-9CA7-4225F0E293B6}" dt="2025-03-07T04:01:10.553" v="814" actId="1036"/>
          <ac:graphicFrameMkLst>
            <pc:docMk/>
            <pc:sldMk cId="750407830" sldId="1099"/>
            <ac:graphicFrameMk id="42" creationId="{36E68966-5D4C-2A50-9DAB-C9EC84BE5859}"/>
          </ac:graphicFrameMkLst>
        </pc:graphicFrameChg>
        <pc:graphicFrameChg chg="mod modGraphic">
          <ac:chgData name="髙浦祐朗" userId="d6d860fe-bc64-411b-9605-a16d1ba875f6" providerId="ADAL" clId="{33C1071C-25C1-49A5-9CA7-4225F0E293B6}" dt="2025-03-07T04:13:27.659" v="1076" actId="14100"/>
          <ac:graphicFrameMkLst>
            <pc:docMk/>
            <pc:sldMk cId="750407830" sldId="1099"/>
            <ac:graphicFrameMk id="52" creationId="{E0D51858-26E2-A83B-AA49-4F369A7F5E57}"/>
          </ac:graphicFrameMkLst>
        </pc:graphicFrameChg>
        <pc:cxnChg chg="mod">
          <ac:chgData name="髙浦祐朗" userId="d6d860fe-bc64-411b-9605-a16d1ba875f6" providerId="ADAL" clId="{33C1071C-25C1-49A5-9CA7-4225F0E293B6}" dt="2025-03-07T04:05:53.200" v="910" actId="1035"/>
          <ac:cxnSpMkLst>
            <pc:docMk/>
            <pc:sldMk cId="750407830" sldId="1099"/>
            <ac:cxnSpMk id="44" creationId="{C1618CE8-D021-AFDC-7AB6-68DD2FF38DE2}"/>
          </ac:cxnSpMkLst>
        </pc:cxnChg>
        <pc:cxnChg chg="mod">
          <ac:chgData name="髙浦祐朗" userId="d6d860fe-bc64-411b-9605-a16d1ba875f6" providerId="ADAL" clId="{33C1071C-25C1-49A5-9CA7-4225F0E293B6}" dt="2025-03-07T04:05:53.200" v="910" actId="1035"/>
          <ac:cxnSpMkLst>
            <pc:docMk/>
            <pc:sldMk cId="750407830" sldId="1099"/>
            <ac:cxnSpMk id="46" creationId="{4944E78B-45D3-D252-A30B-4EE3B9D76DCF}"/>
          </ac:cxnSpMkLst>
        </pc:cxnChg>
        <pc:cxnChg chg="mod">
          <ac:chgData name="髙浦祐朗" userId="d6d860fe-bc64-411b-9605-a16d1ba875f6" providerId="ADAL" clId="{33C1071C-25C1-49A5-9CA7-4225F0E293B6}" dt="2025-03-07T04:05:53.200" v="910" actId="1035"/>
          <ac:cxnSpMkLst>
            <pc:docMk/>
            <pc:sldMk cId="750407830" sldId="1099"/>
            <ac:cxnSpMk id="50" creationId="{939C843D-2297-233C-4F61-4627CB4DF4BD}"/>
          </ac:cxnSpMkLst>
        </pc:cxnChg>
      </pc:sldChg>
      <pc:sldChg chg="addSp delSp modSp mod">
        <pc:chgData name="髙浦祐朗" userId="d6d860fe-bc64-411b-9605-a16d1ba875f6" providerId="ADAL" clId="{33C1071C-25C1-49A5-9CA7-4225F0E293B6}" dt="2025-03-07T04:11:37.077" v="1057"/>
        <pc:sldMkLst>
          <pc:docMk/>
          <pc:sldMk cId="1342901965" sldId="1102"/>
        </pc:sldMkLst>
        <pc:spChg chg="mod">
          <ac:chgData name="髙浦祐朗" userId="d6d860fe-bc64-411b-9605-a16d1ba875f6" providerId="ADAL" clId="{33C1071C-25C1-49A5-9CA7-4225F0E293B6}" dt="2025-03-07T04:10:12.586" v="1035" actId="14100"/>
          <ac:spMkLst>
            <pc:docMk/>
            <pc:sldMk cId="1342901965" sldId="1102"/>
            <ac:spMk id="24" creationId="{9981E65E-52D1-06E7-B62C-88E5C962C4BB}"/>
          </ac:spMkLst>
        </pc:spChg>
        <pc:spChg chg="mod">
          <ac:chgData name="髙浦祐朗" userId="d6d860fe-bc64-411b-9605-a16d1ba875f6" providerId="ADAL" clId="{33C1071C-25C1-49A5-9CA7-4225F0E293B6}" dt="2025-03-07T04:10:23.527" v="1036" actId="12788"/>
          <ac:spMkLst>
            <pc:docMk/>
            <pc:sldMk cId="1342901965" sldId="1102"/>
            <ac:spMk id="30" creationId="{E49C9C00-4C88-3DED-AD78-80F24A61AE28}"/>
          </ac:spMkLst>
        </pc:spChg>
        <pc:spChg chg="mod">
          <ac:chgData name="髙浦祐朗" userId="d6d860fe-bc64-411b-9605-a16d1ba875f6" providerId="ADAL" clId="{33C1071C-25C1-49A5-9CA7-4225F0E293B6}" dt="2025-03-07T04:10:43.835" v="1047" actId="1038"/>
          <ac:spMkLst>
            <pc:docMk/>
            <pc:sldMk cId="1342901965" sldId="1102"/>
            <ac:spMk id="38" creationId="{2AD9E013-F686-2FD1-698C-D175FBC3E2BC}"/>
          </ac:spMkLst>
        </pc:spChg>
        <pc:spChg chg="mod">
          <ac:chgData name="髙浦祐朗" userId="d6d860fe-bc64-411b-9605-a16d1ba875f6" providerId="ADAL" clId="{33C1071C-25C1-49A5-9CA7-4225F0E293B6}" dt="2025-03-07T04:10:43.835" v="1047" actId="1038"/>
          <ac:spMkLst>
            <pc:docMk/>
            <pc:sldMk cId="1342901965" sldId="1102"/>
            <ac:spMk id="39" creationId="{E8F7F3A3-58F5-FEA7-E58E-7F9FDD0E2C69}"/>
          </ac:spMkLst>
        </pc:spChg>
        <pc:spChg chg="mod">
          <ac:chgData name="髙浦祐朗" userId="d6d860fe-bc64-411b-9605-a16d1ba875f6" providerId="ADAL" clId="{33C1071C-25C1-49A5-9CA7-4225F0E293B6}" dt="2025-03-07T02:12:35.759" v="27" actId="20577"/>
          <ac:spMkLst>
            <pc:docMk/>
            <pc:sldMk cId="1342901965" sldId="1102"/>
            <ac:spMk id="42" creationId="{C0DF0B83-0B92-5F58-76C3-3F69C4A13F42}"/>
          </ac:spMkLst>
        </pc:spChg>
        <pc:spChg chg="mod">
          <ac:chgData name="髙浦祐朗" userId="d6d860fe-bc64-411b-9605-a16d1ba875f6" providerId="ADAL" clId="{33C1071C-25C1-49A5-9CA7-4225F0E293B6}" dt="2025-03-07T04:11:37.077" v="1057"/>
          <ac:spMkLst>
            <pc:docMk/>
            <pc:sldMk cId="1342901965" sldId="1102"/>
            <ac:spMk id="64" creationId="{E73CD72B-6DA5-068C-262A-4401C4D9DA54}"/>
          </ac:spMkLst>
        </pc:spChg>
        <pc:spChg chg="mod">
          <ac:chgData name="髙浦祐朗" userId="d6d860fe-bc64-411b-9605-a16d1ba875f6" providerId="ADAL" clId="{33C1071C-25C1-49A5-9CA7-4225F0E293B6}" dt="2025-03-07T04:11:34.258" v="1055"/>
          <ac:spMkLst>
            <pc:docMk/>
            <pc:sldMk cId="1342901965" sldId="1102"/>
            <ac:spMk id="68" creationId="{2CAD3C1A-C881-4FEF-D40C-BC2757062581}"/>
          </ac:spMkLst>
        </pc:spChg>
        <pc:spChg chg="mod">
          <ac:chgData name="髙浦祐朗" userId="d6d860fe-bc64-411b-9605-a16d1ba875f6" providerId="ADAL" clId="{33C1071C-25C1-49A5-9CA7-4225F0E293B6}" dt="2025-03-07T03:33:42.289" v="417" actId="14100"/>
          <ac:spMkLst>
            <pc:docMk/>
            <pc:sldMk cId="1342901965" sldId="1102"/>
            <ac:spMk id="71" creationId="{862FACA1-2256-DEFF-65ED-36F50C0008C3}"/>
          </ac:spMkLst>
        </pc:spChg>
        <pc:spChg chg="mod">
          <ac:chgData name="髙浦祐朗" userId="d6d860fe-bc64-411b-9605-a16d1ba875f6" providerId="ADAL" clId="{33C1071C-25C1-49A5-9CA7-4225F0E293B6}" dt="2025-03-07T03:33:45.891" v="423" actId="14100"/>
          <ac:spMkLst>
            <pc:docMk/>
            <pc:sldMk cId="1342901965" sldId="1102"/>
            <ac:spMk id="88" creationId="{358B10C0-7217-1F66-B3D7-FBF916B25408}"/>
          </ac:spMkLst>
        </pc:spChg>
        <pc:grpChg chg="mod">
          <ac:chgData name="髙浦祐朗" userId="d6d860fe-bc64-411b-9605-a16d1ba875f6" providerId="ADAL" clId="{33C1071C-25C1-49A5-9CA7-4225F0E293B6}" dt="2025-03-07T03:33:34.389" v="415" actId="554"/>
          <ac:grpSpMkLst>
            <pc:docMk/>
            <pc:sldMk cId="1342901965" sldId="1102"/>
            <ac:grpSpMk id="14" creationId="{DDA90344-18AB-3A2A-E52C-87B67DFD8143}"/>
          </ac:grpSpMkLst>
        </pc:grpChg>
        <pc:grpChg chg="mod">
          <ac:chgData name="髙浦祐朗" userId="d6d860fe-bc64-411b-9605-a16d1ba875f6" providerId="ADAL" clId="{33C1071C-25C1-49A5-9CA7-4225F0E293B6}" dt="2025-03-07T03:32:21.938" v="392" actId="554"/>
          <ac:grpSpMkLst>
            <pc:docMk/>
            <pc:sldMk cId="1342901965" sldId="1102"/>
            <ac:grpSpMk id="43" creationId="{FEA875BE-D9E8-79FD-65C7-EFEA23812683}"/>
          </ac:grpSpMkLst>
        </pc:grpChg>
        <pc:grpChg chg="mod">
          <ac:chgData name="髙浦祐朗" userId="d6d860fe-bc64-411b-9605-a16d1ba875f6" providerId="ADAL" clId="{33C1071C-25C1-49A5-9CA7-4225F0E293B6}" dt="2025-03-07T03:31:44.022" v="347" actId="1036"/>
          <ac:grpSpMkLst>
            <pc:docMk/>
            <pc:sldMk cId="1342901965" sldId="1102"/>
            <ac:grpSpMk id="56" creationId="{73ACBD6B-7455-0EDD-4932-D0A6D9353ACF}"/>
          </ac:grpSpMkLst>
        </pc:grpChg>
        <pc:grpChg chg="mod">
          <ac:chgData name="髙浦祐朗" userId="d6d860fe-bc64-411b-9605-a16d1ba875f6" providerId="ADAL" clId="{33C1071C-25C1-49A5-9CA7-4225F0E293B6}" dt="2025-03-07T04:10:23.527" v="1036" actId="12788"/>
          <ac:grpSpMkLst>
            <pc:docMk/>
            <pc:sldMk cId="1342901965" sldId="1102"/>
            <ac:grpSpMk id="61" creationId="{BF9B8D69-5C51-0F59-7C7B-B4AA7FED1961}"/>
          </ac:grpSpMkLst>
        </pc:grpChg>
        <pc:grpChg chg="mod">
          <ac:chgData name="髙浦祐朗" userId="d6d860fe-bc64-411b-9605-a16d1ba875f6" providerId="ADAL" clId="{33C1071C-25C1-49A5-9CA7-4225F0E293B6}" dt="2025-03-07T04:10:23.527" v="1036" actId="12788"/>
          <ac:grpSpMkLst>
            <pc:docMk/>
            <pc:sldMk cId="1342901965" sldId="1102"/>
            <ac:grpSpMk id="65" creationId="{862F4B9C-F012-733C-97E7-BC4BD6155E59}"/>
          </ac:grpSpMkLst>
        </pc:grpChg>
        <pc:grpChg chg="mod">
          <ac:chgData name="髙浦祐朗" userId="d6d860fe-bc64-411b-9605-a16d1ba875f6" providerId="ADAL" clId="{33C1071C-25C1-49A5-9CA7-4225F0E293B6}" dt="2025-03-07T04:10:23.527" v="1036" actId="12788"/>
          <ac:grpSpMkLst>
            <pc:docMk/>
            <pc:sldMk cId="1342901965" sldId="1102"/>
            <ac:grpSpMk id="69" creationId="{303A46D3-CF1F-B6F7-728F-CAC71250A9BE}"/>
          </ac:grpSpMkLst>
        </pc:grpChg>
        <pc:cxnChg chg="add mod">
          <ac:chgData name="髙浦祐朗" userId="d6d860fe-bc64-411b-9605-a16d1ba875f6" providerId="ADAL" clId="{33C1071C-25C1-49A5-9CA7-4225F0E293B6}" dt="2025-03-07T04:10:23.527" v="1036" actId="12788"/>
          <ac:cxnSpMkLst>
            <pc:docMk/>
            <pc:sldMk cId="1342901965" sldId="1102"/>
            <ac:cxnSpMk id="18" creationId="{96BA573D-6F8E-3CDB-2C00-3C2E1C718B23}"/>
          </ac:cxnSpMkLst>
        </pc:cxnChg>
        <pc:cxnChg chg="mod">
          <ac:chgData name="髙浦祐朗" userId="d6d860fe-bc64-411b-9605-a16d1ba875f6" providerId="ADAL" clId="{33C1071C-25C1-49A5-9CA7-4225F0E293B6}" dt="2025-03-07T04:10:28.351" v="1037" actId="14100"/>
          <ac:cxnSpMkLst>
            <pc:docMk/>
            <pc:sldMk cId="1342901965" sldId="1102"/>
            <ac:cxnSpMk id="34" creationId="{804F6137-3497-2C14-7346-DC041DFD9FE0}"/>
          </ac:cxnSpMkLst>
        </pc:cxnChg>
        <pc:cxnChg chg="mod">
          <ac:chgData name="髙浦祐朗" userId="d6d860fe-bc64-411b-9605-a16d1ba875f6" providerId="ADAL" clId="{33C1071C-25C1-49A5-9CA7-4225F0E293B6}" dt="2025-03-07T03:32:21.938" v="392" actId="554"/>
          <ac:cxnSpMkLst>
            <pc:docMk/>
            <pc:sldMk cId="1342901965" sldId="1102"/>
            <ac:cxnSpMk id="48" creationId="{B02D2D4D-3924-332F-F7F5-F534F737B379}"/>
          </ac:cxnSpMkLst>
        </pc:cxnChg>
        <pc:cxnChg chg="mod">
          <ac:chgData name="髙浦祐朗" userId="d6d860fe-bc64-411b-9605-a16d1ba875f6" providerId="ADAL" clId="{33C1071C-25C1-49A5-9CA7-4225F0E293B6}" dt="2025-03-07T03:32:21.938" v="392" actId="554"/>
          <ac:cxnSpMkLst>
            <pc:docMk/>
            <pc:sldMk cId="1342901965" sldId="1102"/>
            <ac:cxnSpMk id="59" creationId="{6C5BF4C1-2748-3C2D-D135-958049E0D3B7}"/>
          </ac:cxnSpMkLst>
        </pc:cxnChg>
        <pc:cxnChg chg="mod">
          <ac:chgData name="髙浦祐朗" userId="d6d860fe-bc64-411b-9605-a16d1ba875f6" providerId="ADAL" clId="{33C1071C-25C1-49A5-9CA7-4225F0E293B6}" dt="2025-03-07T03:31:44.022" v="347" actId="1036"/>
          <ac:cxnSpMkLst>
            <pc:docMk/>
            <pc:sldMk cId="1342901965" sldId="1102"/>
            <ac:cxnSpMk id="72" creationId="{73A7776E-EDE7-9544-B058-8773197D39DB}"/>
          </ac:cxnSpMkLst>
        </pc:cxnChg>
      </pc:sldChg>
      <pc:sldChg chg="addSp modSp mod">
        <pc:chgData name="髙浦祐朗" userId="d6d860fe-bc64-411b-9605-a16d1ba875f6" providerId="ADAL" clId="{33C1071C-25C1-49A5-9CA7-4225F0E293B6}" dt="2025-03-07T04:08:45.878" v="975" actId="1076"/>
        <pc:sldMkLst>
          <pc:docMk/>
          <pc:sldMk cId="401927681" sldId="1109"/>
        </pc:sldMkLst>
        <pc:spChg chg="add mod">
          <ac:chgData name="髙浦祐朗" userId="d6d860fe-bc64-411b-9605-a16d1ba875f6" providerId="ADAL" clId="{33C1071C-25C1-49A5-9CA7-4225F0E293B6}" dt="2025-03-07T04:00:04.874" v="772" actId="1036"/>
          <ac:spMkLst>
            <pc:docMk/>
            <pc:sldMk cId="401927681" sldId="1109"/>
            <ac:spMk id="3" creationId="{F13BCC38-6ED9-40AF-C118-75808213662F}"/>
          </ac:spMkLst>
        </pc:spChg>
        <pc:picChg chg="mod">
          <ac:chgData name="髙浦祐朗" userId="d6d860fe-bc64-411b-9605-a16d1ba875f6" providerId="ADAL" clId="{33C1071C-25C1-49A5-9CA7-4225F0E293B6}" dt="2025-03-07T04:08:45.878" v="975" actId="1076"/>
          <ac:picMkLst>
            <pc:docMk/>
            <pc:sldMk cId="401927681" sldId="1109"/>
            <ac:picMk id="8" creationId="{85C2F219-F36D-099D-E720-6E261B664E3D}"/>
          </ac:picMkLst>
        </pc:picChg>
      </pc:sldChg>
      <pc:sldChg chg="addSp delSp modSp mod">
        <pc:chgData name="髙浦祐朗" userId="d6d860fe-bc64-411b-9605-a16d1ba875f6" providerId="ADAL" clId="{33C1071C-25C1-49A5-9CA7-4225F0E293B6}" dt="2025-03-07T04:08:51.090" v="977" actId="1076"/>
        <pc:sldMkLst>
          <pc:docMk/>
          <pc:sldMk cId="2752393928" sldId="1110"/>
        </pc:sldMkLst>
        <pc:spChg chg="add mod">
          <ac:chgData name="髙浦祐朗" userId="d6d860fe-bc64-411b-9605-a16d1ba875f6" providerId="ADAL" clId="{33C1071C-25C1-49A5-9CA7-4225F0E293B6}" dt="2025-03-07T03:59:43.308" v="760" actId="1036"/>
          <ac:spMkLst>
            <pc:docMk/>
            <pc:sldMk cId="2752393928" sldId="1110"/>
            <ac:spMk id="6" creationId="{30E41706-1471-177A-F5E5-2DFC0BDD35C2}"/>
          </ac:spMkLst>
        </pc:spChg>
        <pc:picChg chg="mod ord">
          <ac:chgData name="髙浦祐朗" userId="d6d860fe-bc64-411b-9605-a16d1ba875f6" providerId="ADAL" clId="{33C1071C-25C1-49A5-9CA7-4225F0E293B6}" dt="2025-03-07T04:08:51.090" v="977" actId="1076"/>
          <ac:picMkLst>
            <pc:docMk/>
            <pc:sldMk cId="2752393928" sldId="1110"/>
            <ac:picMk id="5" creationId="{F51D87F7-C5AB-106D-6539-A5FD5FA6D3F9}"/>
          </ac:picMkLst>
        </pc:picChg>
      </pc:sldChg>
      <pc:sldChg chg="addSp modSp mod">
        <pc:chgData name="髙浦祐朗" userId="d6d860fe-bc64-411b-9605-a16d1ba875f6" providerId="ADAL" clId="{33C1071C-25C1-49A5-9CA7-4225F0E293B6}" dt="2025-03-07T04:08:56.432" v="984" actId="1076"/>
        <pc:sldMkLst>
          <pc:docMk/>
          <pc:sldMk cId="806121115" sldId="1111"/>
        </pc:sldMkLst>
        <pc:spChg chg="add mod">
          <ac:chgData name="髙浦祐朗" userId="d6d860fe-bc64-411b-9605-a16d1ba875f6" providerId="ADAL" clId="{33C1071C-25C1-49A5-9CA7-4225F0E293B6}" dt="2025-03-07T04:00:17.329" v="788" actId="1036"/>
          <ac:spMkLst>
            <pc:docMk/>
            <pc:sldMk cId="806121115" sldId="1111"/>
            <ac:spMk id="3" creationId="{3D9F03D7-0692-8F6A-7738-2D5AB43D9708}"/>
          </ac:spMkLst>
        </pc:spChg>
        <pc:picChg chg="mod">
          <ac:chgData name="髙浦祐朗" userId="d6d860fe-bc64-411b-9605-a16d1ba875f6" providerId="ADAL" clId="{33C1071C-25C1-49A5-9CA7-4225F0E293B6}" dt="2025-03-07T04:08:56.432" v="984" actId="1076"/>
          <ac:picMkLst>
            <pc:docMk/>
            <pc:sldMk cId="806121115" sldId="1111"/>
            <ac:picMk id="6" creationId="{960C1CD6-1BC2-DB94-B475-533DBD8FB72B}"/>
          </ac:picMkLst>
        </pc:picChg>
      </pc:sldChg>
      <pc:sldChg chg="mod modShow">
        <pc:chgData name="髙浦祐朗" userId="d6d860fe-bc64-411b-9605-a16d1ba875f6" providerId="ADAL" clId="{33C1071C-25C1-49A5-9CA7-4225F0E293B6}" dt="2025-03-07T04:27:51.906" v="1078" actId="729"/>
        <pc:sldMkLst>
          <pc:docMk/>
          <pc:sldMk cId="964962344" sldId="1112"/>
        </pc:sldMkLst>
      </pc:sldChg>
      <pc:sldChg chg="addSp delSp modSp add mod">
        <pc:chgData name="髙浦祐朗" userId="d6d860fe-bc64-411b-9605-a16d1ba875f6" providerId="ADAL" clId="{33C1071C-25C1-49A5-9CA7-4225F0E293B6}" dt="2025-03-07T04:09:08.203" v="988" actId="14100"/>
        <pc:sldMkLst>
          <pc:docMk/>
          <pc:sldMk cId="258067534" sldId="1113"/>
        </pc:sldMkLst>
      </pc:sldChg>
    </pc:docChg>
  </pc:docChgLst>
  <pc:docChgLst>
    <pc:chgData name="髙浦祐朗" userId="d6d860fe-bc64-411b-9605-a16d1ba875f6" providerId="ADAL" clId="{BE4908E2-4B89-456A-B75E-C5BC144E1DB5}"/>
    <pc:docChg chg="undo custSel modSld">
      <pc:chgData name="髙浦祐朗" userId="d6d860fe-bc64-411b-9605-a16d1ba875f6" providerId="ADAL" clId="{BE4908E2-4B89-456A-B75E-C5BC144E1DB5}" dt="2024-12-02T08:48:51.778" v="23" actId="1076"/>
      <pc:docMkLst>
        <pc:docMk/>
      </pc:docMkLst>
      <pc:sldChg chg="addSp delSp modSp mod">
        <pc:chgData name="髙浦祐朗" userId="d6d860fe-bc64-411b-9605-a16d1ba875f6" providerId="ADAL" clId="{BE4908E2-4B89-456A-B75E-C5BC144E1DB5}" dt="2024-12-02T08:48:51.778" v="23" actId="1076"/>
        <pc:sldMkLst>
          <pc:docMk/>
          <pc:sldMk cId="2336542287" sldId="1107"/>
        </pc:sldMkLst>
      </pc:sldChg>
    </pc:docChg>
  </pc:docChgLst>
  <pc:docChgLst>
    <pc:chgData name="福井将敏" userId="e05632b6-6aeb-41ae-8805-dae2c5f8fa6e" providerId="ADAL" clId="{6F9D9C7E-834F-431E-8AB5-6E85E426F2C8}"/>
    <pc:docChg chg="undo custSel modSld">
      <pc:chgData name="福井将敏" userId="e05632b6-6aeb-41ae-8805-dae2c5f8fa6e" providerId="ADAL" clId="{6F9D9C7E-834F-431E-8AB5-6E85E426F2C8}" dt="2025-03-07T03:06:41.597" v="365" actId="20577"/>
      <pc:docMkLst>
        <pc:docMk/>
      </pc:docMkLst>
      <pc:sldChg chg="delSp modSp mod">
        <pc:chgData name="福井将敏" userId="e05632b6-6aeb-41ae-8805-dae2c5f8fa6e" providerId="ADAL" clId="{6F9D9C7E-834F-431E-8AB5-6E85E426F2C8}" dt="2025-03-07T03:06:41.597" v="365" actId="20577"/>
        <pc:sldMkLst>
          <pc:docMk/>
          <pc:sldMk cId="1343428231" sldId="1095"/>
        </pc:sldMkLst>
      </pc:sldChg>
    </pc:docChg>
  </pc:docChgLst>
  <pc:docChgLst>
    <pc:chgData name="川名翔太" userId="902a1c22-1104-4fc2-ba41-1ee47f89ed5e" providerId="ADAL" clId="{F699E002-AA91-47D3-B185-A8A5243FF442}"/>
    <pc:docChg chg="undo custSel addSld delSld modSld">
      <pc:chgData name="川名翔太" userId="902a1c22-1104-4fc2-ba41-1ee47f89ed5e" providerId="ADAL" clId="{F699E002-AA91-47D3-B185-A8A5243FF442}" dt="2025-03-10T03:05:28.709" v="1633" actId="21"/>
      <pc:docMkLst>
        <pc:docMk/>
      </pc:docMkLst>
      <pc:sldChg chg="modSp mod">
        <pc:chgData name="川名翔太" userId="902a1c22-1104-4fc2-ba41-1ee47f89ed5e" providerId="ADAL" clId="{F699E002-AA91-47D3-B185-A8A5243FF442}" dt="2025-03-10T01:51:41.479" v="1164" actId="20577"/>
        <pc:sldMkLst>
          <pc:docMk/>
          <pc:sldMk cId="4015780804" sldId="744"/>
        </pc:sldMkLst>
        <pc:graphicFrameChg chg="mod modGraphic">
          <ac:chgData name="川名翔太" userId="902a1c22-1104-4fc2-ba41-1ee47f89ed5e" providerId="ADAL" clId="{F699E002-AA91-47D3-B185-A8A5243FF442}" dt="2025-03-10T01:51:41.479" v="1164" actId="20577"/>
          <ac:graphicFrameMkLst>
            <pc:docMk/>
            <pc:sldMk cId="4015780804" sldId="744"/>
            <ac:graphicFrameMk id="6" creationId="{00000000-0000-0000-0000-000000000000}"/>
          </ac:graphicFrameMkLst>
        </pc:graphicFrameChg>
      </pc:sldChg>
      <pc:sldChg chg="delSp modSp mod">
        <pc:chgData name="川名翔太" userId="902a1c22-1104-4fc2-ba41-1ee47f89ed5e" providerId="ADAL" clId="{F699E002-AA91-47D3-B185-A8A5243FF442}" dt="2025-03-10T01:55:10.008" v="1325" actId="20577"/>
        <pc:sldMkLst>
          <pc:docMk/>
          <pc:sldMk cId="1379317982" sldId="767"/>
        </pc:sldMkLst>
        <pc:graphicFrameChg chg="mod modGraphic">
          <ac:chgData name="川名翔太" userId="902a1c22-1104-4fc2-ba41-1ee47f89ed5e" providerId="ADAL" clId="{F699E002-AA91-47D3-B185-A8A5243FF442}" dt="2025-03-10T01:55:10.008" v="1325" actId="20577"/>
          <ac:graphicFrameMkLst>
            <pc:docMk/>
            <pc:sldMk cId="1379317982" sldId="767"/>
            <ac:graphicFrameMk id="7" creationId="{00000000-0000-0000-0000-000000000000}"/>
          </ac:graphicFrameMkLst>
        </pc:graphicFrameChg>
      </pc:sldChg>
      <pc:sldChg chg="delSp modSp mod">
        <pc:chgData name="川名翔太" userId="902a1c22-1104-4fc2-ba41-1ee47f89ed5e" providerId="ADAL" clId="{F699E002-AA91-47D3-B185-A8A5243FF442}" dt="2025-03-10T03:02:04.690" v="1405" actId="20577"/>
        <pc:sldMkLst>
          <pc:docMk/>
          <pc:sldMk cId="4276394440" sldId="768"/>
        </pc:sldMkLst>
        <pc:graphicFrameChg chg="mod modGraphic">
          <ac:chgData name="川名翔太" userId="902a1c22-1104-4fc2-ba41-1ee47f89ed5e" providerId="ADAL" clId="{F699E002-AA91-47D3-B185-A8A5243FF442}" dt="2025-03-10T03:02:04.690" v="1405" actId="20577"/>
          <ac:graphicFrameMkLst>
            <pc:docMk/>
            <pc:sldMk cId="4276394440" sldId="768"/>
            <ac:graphicFrameMk id="8" creationId="{00000000-0000-0000-0000-000000000000}"/>
          </ac:graphicFrameMkLst>
        </pc:graphicFrameChg>
      </pc:sldChg>
      <pc:sldChg chg="modSp mod">
        <pc:chgData name="川名翔太" userId="902a1c22-1104-4fc2-ba41-1ee47f89ed5e" providerId="ADAL" clId="{F699E002-AA91-47D3-B185-A8A5243FF442}" dt="2025-03-10T03:01:11.464" v="1401"/>
        <pc:sldMkLst>
          <pc:docMk/>
          <pc:sldMk cId="1343428231" sldId="1095"/>
        </pc:sldMkLst>
      </pc:sldChg>
      <pc:sldChg chg="modSp mod">
        <pc:chgData name="川名翔太" userId="902a1c22-1104-4fc2-ba41-1ee47f89ed5e" providerId="ADAL" clId="{F699E002-AA91-47D3-B185-A8A5243FF442}" dt="2025-03-10T03:03:05.820" v="1503" actId="20577"/>
        <pc:sldMkLst>
          <pc:docMk/>
          <pc:sldMk cId="2513257283" sldId="1096"/>
        </pc:sldMkLst>
        <pc:spChg chg="mod">
          <ac:chgData name="川名翔太" userId="902a1c22-1104-4fc2-ba41-1ee47f89ed5e" providerId="ADAL" clId="{F699E002-AA91-47D3-B185-A8A5243FF442}" dt="2025-03-10T03:03:05.820" v="1503" actId="20577"/>
          <ac:spMkLst>
            <pc:docMk/>
            <pc:sldMk cId="2513257283" sldId="1096"/>
            <ac:spMk id="8" creationId="{6AE8CC45-2A20-B6E7-E20B-802E66F6B3D5}"/>
          </ac:spMkLst>
        </pc:spChg>
      </pc:sldChg>
      <pc:sldChg chg="addSp delSp modSp mod">
        <pc:chgData name="川名翔太" userId="902a1c22-1104-4fc2-ba41-1ee47f89ed5e" providerId="ADAL" clId="{F699E002-AA91-47D3-B185-A8A5243FF442}" dt="2025-03-10T03:05:28.709" v="1633" actId="21"/>
        <pc:sldMkLst>
          <pc:docMk/>
          <pc:sldMk cId="750407830" sldId="1099"/>
        </pc:sldMkLst>
        <pc:spChg chg="mod">
          <ac:chgData name="川名翔太" userId="902a1c22-1104-4fc2-ba41-1ee47f89ed5e" providerId="ADAL" clId="{F699E002-AA91-47D3-B185-A8A5243FF442}" dt="2025-03-10T03:03:26.775" v="1505"/>
          <ac:spMkLst>
            <pc:docMk/>
            <pc:sldMk cId="750407830" sldId="1099"/>
            <ac:spMk id="13" creationId="{A3BD0B5C-633F-3B7C-285B-8E75D39D93E1}"/>
          </ac:spMkLst>
        </pc:spChg>
        <pc:spChg chg="add mod">
          <ac:chgData name="川名翔太" userId="902a1c22-1104-4fc2-ba41-1ee47f89ed5e" providerId="ADAL" clId="{F699E002-AA91-47D3-B185-A8A5243FF442}" dt="2025-03-10T03:04:15.928" v="1572" actId="21"/>
          <ac:spMkLst>
            <pc:docMk/>
            <pc:sldMk cId="750407830" sldId="1099"/>
            <ac:spMk id="20" creationId="{A9CBBE5D-E58A-F03A-653F-AF23B73FFECD}"/>
          </ac:spMkLst>
        </pc:spChg>
      </pc:sldChg>
      <pc:sldChg chg="addSp delSp modSp mod">
        <pc:chgData name="川名翔太" userId="902a1c22-1104-4fc2-ba41-1ee47f89ed5e" providerId="ADAL" clId="{F699E002-AA91-47D3-B185-A8A5243FF442}" dt="2025-03-07T03:16:18.842" v="377" actId="21"/>
        <pc:sldMkLst>
          <pc:docMk/>
          <pc:sldMk cId="1342901965" sldId="1102"/>
        </pc:sldMkLst>
        <pc:spChg chg="mod">
          <ac:chgData name="川名翔太" userId="902a1c22-1104-4fc2-ba41-1ee47f89ed5e" providerId="ADAL" clId="{F699E002-AA91-47D3-B185-A8A5243FF442}" dt="2025-03-07T03:16:00.198" v="370" actId="20577"/>
          <ac:spMkLst>
            <pc:docMk/>
            <pc:sldMk cId="1342901965" sldId="1102"/>
            <ac:spMk id="42" creationId="{C0DF0B83-0B92-5F58-76C3-3F69C4A13F42}"/>
          </ac:spMkLst>
        </pc:spChg>
        <pc:spChg chg="mod">
          <ac:chgData name="川名翔太" userId="902a1c22-1104-4fc2-ba41-1ee47f89ed5e" providerId="ADAL" clId="{F699E002-AA91-47D3-B185-A8A5243FF442}" dt="2025-03-07T03:16:01.088" v="371" actId="20577"/>
          <ac:spMkLst>
            <pc:docMk/>
            <pc:sldMk cId="1342901965" sldId="1102"/>
            <ac:spMk id="47" creationId="{2E8D1934-EA8D-35FD-4885-FB50A09461F7}"/>
          </ac:spMkLst>
        </pc:spChg>
      </pc:sldChg>
      <pc:sldChg chg="add del">
        <pc:chgData name="川名翔太" userId="902a1c22-1104-4fc2-ba41-1ee47f89ed5e" providerId="ADAL" clId="{F699E002-AA91-47D3-B185-A8A5243FF442}" dt="2025-03-10T01:52:56.517" v="1213" actId="47"/>
        <pc:sldMkLst>
          <pc:docMk/>
          <pc:sldMk cId="964962344" sldId="1112"/>
        </pc:sldMkLst>
      </pc:sldChg>
    </pc:docChg>
  </pc:docChgLst>
  <pc:docChgLst>
    <pc:chgData name="髙浦祐朗" userId="d6d860fe-bc64-411b-9605-a16d1ba875f6" providerId="ADAL" clId="{8A64FA36-8AEB-4DFC-AF29-F763FAF503BC}"/>
    <pc:docChg chg="undo custSel addSld delSld modSld">
      <pc:chgData name="髙浦祐朗" userId="d6d860fe-bc64-411b-9605-a16d1ba875f6" providerId="ADAL" clId="{8A64FA36-8AEB-4DFC-AF29-F763FAF503BC}" dt="2025-03-06T15:00:25.727" v="1613" actId="20577"/>
      <pc:docMkLst>
        <pc:docMk/>
      </pc:docMkLst>
      <pc:sldChg chg="addSp delSp modSp mod">
        <pc:chgData name="髙浦祐朗" userId="d6d860fe-bc64-411b-9605-a16d1ba875f6" providerId="ADAL" clId="{8A64FA36-8AEB-4DFC-AF29-F763FAF503BC}" dt="2025-03-06T14:24:33.500" v="603" actId="1036"/>
        <pc:sldMkLst>
          <pc:docMk/>
          <pc:sldMk cId="3652970849" sldId="748"/>
        </pc:sldMkLst>
        <pc:spChg chg="add mod">
          <ac:chgData name="髙浦祐朗" userId="d6d860fe-bc64-411b-9605-a16d1ba875f6" providerId="ADAL" clId="{8A64FA36-8AEB-4DFC-AF29-F763FAF503BC}" dt="2025-03-06T14:14:28.231" v="204" actId="14100"/>
          <ac:spMkLst>
            <pc:docMk/>
            <pc:sldMk cId="3652970849" sldId="748"/>
            <ac:spMk id="58" creationId="{6F6D5229-6EE8-D99C-DD54-30F2C3FCACF4}"/>
          </ac:spMkLst>
        </pc:spChg>
        <pc:spChg chg="add mod">
          <ac:chgData name="髙浦祐朗" userId="d6d860fe-bc64-411b-9605-a16d1ba875f6" providerId="ADAL" clId="{8A64FA36-8AEB-4DFC-AF29-F763FAF503BC}" dt="2025-03-06T14:15:08.261" v="228" actId="207"/>
          <ac:spMkLst>
            <pc:docMk/>
            <pc:sldMk cId="3652970849" sldId="748"/>
            <ac:spMk id="59" creationId="{7404C3C7-8865-3AD4-91F4-DF9D24C7562D}"/>
          </ac:spMkLst>
        </pc:spChg>
        <pc:spChg chg="add mod">
          <ac:chgData name="髙浦祐朗" userId="d6d860fe-bc64-411b-9605-a16d1ba875f6" providerId="ADAL" clId="{8A64FA36-8AEB-4DFC-AF29-F763FAF503BC}" dt="2025-03-06T14:15:32.038" v="257" actId="207"/>
          <ac:spMkLst>
            <pc:docMk/>
            <pc:sldMk cId="3652970849" sldId="748"/>
            <ac:spMk id="60" creationId="{41F878C2-DD66-C55D-85B2-172BF48F5960}"/>
          </ac:spMkLst>
        </pc:spChg>
        <pc:spChg chg="add mod">
          <ac:chgData name="髙浦祐朗" userId="d6d860fe-bc64-411b-9605-a16d1ba875f6" providerId="ADAL" clId="{8A64FA36-8AEB-4DFC-AF29-F763FAF503BC}" dt="2025-03-06T14:15:43.667" v="273" actId="20577"/>
          <ac:spMkLst>
            <pc:docMk/>
            <pc:sldMk cId="3652970849" sldId="748"/>
            <ac:spMk id="61" creationId="{A32AB62B-D87B-1533-0BC3-3F5083CDEA76}"/>
          </ac:spMkLst>
        </pc:spChg>
        <pc:spChg chg="add mod">
          <ac:chgData name="髙浦祐朗" userId="d6d860fe-bc64-411b-9605-a16d1ba875f6" providerId="ADAL" clId="{8A64FA36-8AEB-4DFC-AF29-F763FAF503BC}" dt="2025-03-06T14:16:05.782" v="305" actId="20577"/>
          <ac:spMkLst>
            <pc:docMk/>
            <pc:sldMk cId="3652970849" sldId="748"/>
            <ac:spMk id="62" creationId="{57BB7371-912C-AC58-D4A4-4E4BE9DDA191}"/>
          </ac:spMkLst>
        </pc:spChg>
        <pc:spChg chg="add mod">
          <ac:chgData name="髙浦祐朗" userId="d6d860fe-bc64-411b-9605-a16d1ba875f6" providerId="ADAL" clId="{8A64FA36-8AEB-4DFC-AF29-F763FAF503BC}" dt="2025-03-06T14:16:36.708" v="335" actId="14100"/>
          <ac:spMkLst>
            <pc:docMk/>
            <pc:sldMk cId="3652970849" sldId="748"/>
            <ac:spMk id="63" creationId="{467BCEF4-9094-6DB1-360C-518178194F7A}"/>
          </ac:spMkLst>
        </pc:spChg>
        <pc:spChg chg="add mod">
          <ac:chgData name="髙浦祐朗" userId="d6d860fe-bc64-411b-9605-a16d1ba875f6" providerId="ADAL" clId="{8A64FA36-8AEB-4DFC-AF29-F763FAF503BC}" dt="2025-03-06T14:16:50.040" v="356" actId="20577"/>
          <ac:spMkLst>
            <pc:docMk/>
            <pc:sldMk cId="3652970849" sldId="748"/>
            <ac:spMk id="64" creationId="{F03A97A7-4CE3-787C-91EE-00F74F38F37E}"/>
          </ac:spMkLst>
        </pc:spChg>
        <pc:spChg chg="add mod">
          <ac:chgData name="髙浦祐朗" userId="d6d860fe-bc64-411b-9605-a16d1ba875f6" providerId="ADAL" clId="{8A64FA36-8AEB-4DFC-AF29-F763FAF503BC}" dt="2025-03-06T14:17:05.828" v="373" actId="20577"/>
          <ac:spMkLst>
            <pc:docMk/>
            <pc:sldMk cId="3652970849" sldId="748"/>
            <ac:spMk id="65" creationId="{6261C914-C5D3-F0DE-D269-EE5DC53B7B0C}"/>
          </ac:spMkLst>
        </pc:spChg>
        <pc:spChg chg="add mod">
          <ac:chgData name="髙浦祐朗" userId="d6d860fe-bc64-411b-9605-a16d1ba875f6" providerId="ADAL" clId="{8A64FA36-8AEB-4DFC-AF29-F763FAF503BC}" dt="2025-03-06T14:17:14.421" v="393" actId="20577"/>
          <ac:spMkLst>
            <pc:docMk/>
            <pc:sldMk cId="3652970849" sldId="748"/>
            <ac:spMk id="66" creationId="{4E59933D-D225-529D-C24A-77D8FDA77DF0}"/>
          </ac:spMkLst>
        </pc:spChg>
        <pc:spChg chg="add mod">
          <ac:chgData name="髙浦祐朗" userId="d6d860fe-bc64-411b-9605-a16d1ba875f6" providerId="ADAL" clId="{8A64FA36-8AEB-4DFC-AF29-F763FAF503BC}" dt="2025-03-06T14:24:33.500" v="603" actId="1036"/>
          <ac:spMkLst>
            <pc:docMk/>
            <pc:sldMk cId="3652970849" sldId="748"/>
            <ac:spMk id="67" creationId="{1E29445E-27D2-E8CE-E486-C5ACDDD65B6C}"/>
          </ac:spMkLst>
        </pc:spChg>
        <pc:spChg chg="add mod">
          <ac:chgData name="髙浦祐朗" userId="d6d860fe-bc64-411b-9605-a16d1ba875f6" providerId="ADAL" clId="{8A64FA36-8AEB-4DFC-AF29-F763FAF503BC}" dt="2025-03-06T14:24:33.500" v="603" actId="1036"/>
          <ac:spMkLst>
            <pc:docMk/>
            <pc:sldMk cId="3652970849" sldId="748"/>
            <ac:spMk id="69" creationId="{589E0816-536D-B976-ACC4-E9C9322CF459}"/>
          </ac:spMkLst>
        </pc:spChg>
        <pc:spChg chg="add mod">
          <ac:chgData name="髙浦祐朗" userId="d6d860fe-bc64-411b-9605-a16d1ba875f6" providerId="ADAL" clId="{8A64FA36-8AEB-4DFC-AF29-F763FAF503BC}" dt="2025-03-06T14:24:33.500" v="603" actId="1036"/>
          <ac:spMkLst>
            <pc:docMk/>
            <pc:sldMk cId="3652970849" sldId="748"/>
            <ac:spMk id="70" creationId="{9496C56E-D674-20D1-9089-E0ABC34B7970}"/>
          </ac:spMkLst>
        </pc:spChg>
        <pc:spChg chg="add mod">
          <ac:chgData name="髙浦祐朗" userId="d6d860fe-bc64-411b-9605-a16d1ba875f6" providerId="ADAL" clId="{8A64FA36-8AEB-4DFC-AF29-F763FAF503BC}" dt="2025-03-06T14:24:33.500" v="603" actId="1036"/>
          <ac:spMkLst>
            <pc:docMk/>
            <pc:sldMk cId="3652970849" sldId="748"/>
            <ac:spMk id="72" creationId="{83F741B4-30F1-9DE6-00CF-A16A80CF5844}"/>
          </ac:spMkLst>
        </pc:spChg>
        <pc:spChg chg="add mod">
          <ac:chgData name="髙浦祐朗" userId="d6d860fe-bc64-411b-9605-a16d1ba875f6" providerId="ADAL" clId="{8A64FA36-8AEB-4DFC-AF29-F763FAF503BC}" dt="2025-03-06T14:24:33.500" v="603" actId="1036"/>
          <ac:spMkLst>
            <pc:docMk/>
            <pc:sldMk cId="3652970849" sldId="748"/>
            <ac:spMk id="74" creationId="{56A65DCC-783A-0E6D-A140-9396EE1A08EA}"/>
          </ac:spMkLst>
        </pc:spChg>
        <pc:spChg chg="add mod">
          <ac:chgData name="髙浦祐朗" userId="d6d860fe-bc64-411b-9605-a16d1ba875f6" providerId="ADAL" clId="{8A64FA36-8AEB-4DFC-AF29-F763FAF503BC}" dt="2025-03-06T14:24:33.500" v="603" actId="1036"/>
          <ac:spMkLst>
            <pc:docMk/>
            <pc:sldMk cId="3652970849" sldId="748"/>
            <ac:spMk id="76" creationId="{ABDA4ACC-D3E1-DE9E-5D92-561ECE004A4D}"/>
          </ac:spMkLst>
        </pc:spChg>
        <pc:spChg chg="add mod">
          <ac:chgData name="髙浦祐朗" userId="d6d860fe-bc64-411b-9605-a16d1ba875f6" providerId="ADAL" clId="{8A64FA36-8AEB-4DFC-AF29-F763FAF503BC}" dt="2025-03-06T14:24:33.500" v="603" actId="1036"/>
          <ac:spMkLst>
            <pc:docMk/>
            <pc:sldMk cId="3652970849" sldId="748"/>
            <ac:spMk id="77" creationId="{61E6298F-0A43-4310-3B70-A059ADAFBFBA}"/>
          </ac:spMkLst>
        </pc:spChg>
        <pc:spChg chg="add mod">
          <ac:chgData name="髙浦祐朗" userId="d6d860fe-bc64-411b-9605-a16d1ba875f6" providerId="ADAL" clId="{8A64FA36-8AEB-4DFC-AF29-F763FAF503BC}" dt="2025-03-06T14:24:33.500" v="603" actId="1036"/>
          <ac:spMkLst>
            <pc:docMk/>
            <pc:sldMk cId="3652970849" sldId="748"/>
            <ac:spMk id="91" creationId="{F7C3FA39-E351-B0D3-3E54-50BC73B59756}"/>
          </ac:spMkLst>
        </pc:spChg>
        <pc:grpChg chg="add mod">
          <ac:chgData name="髙浦祐朗" userId="d6d860fe-bc64-411b-9605-a16d1ba875f6" providerId="ADAL" clId="{8A64FA36-8AEB-4DFC-AF29-F763FAF503BC}" dt="2025-03-06T14:10:50.006" v="156" actId="164"/>
          <ac:grpSpMkLst>
            <pc:docMk/>
            <pc:sldMk cId="3652970849" sldId="748"/>
            <ac:grpSpMk id="37" creationId="{C8AE539C-1F31-81E7-5D49-209DBDECD190}"/>
          </ac:grpSpMkLst>
        </pc:grpChg>
        <pc:picChg chg="add mod">
          <ac:chgData name="髙浦祐朗" userId="d6d860fe-bc64-411b-9605-a16d1ba875f6" providerId="ADAL" clId="{8A64FA36-8AEB-4DFC-AF29-F763FAF503BC}" dt="2025-03-06T14:10:27.744" v="153" actId="1038"/>
          <ac:picMkLst>
            <pc:docMk/>
            <pc:sldMk cId="3652970849" sldId="748"/>
            <ac:picMk id="5" creationId="{E9B815CD-7F38-B51B-05AF-666DC7448923}"/>
          </ac:picMkLst>
        </pc:picChg>
        <pc:picChg chg="add mod">
          <ac:chgData name="髙浦祐朗" userId="d6d860fe-bc64-411b-9605-a16d1ba875f6" providerId="ADAL" clId="{8A64FA36-8AEB-4DFC-AF29-F763FAF503BC}" dt="2025-03-06T14:10:27.744" v="153" actId="1038"/>
          <ac:picMkLst>
            <pc:docMk/>
            <pc:sldMk cId="3652970849" sldId="748"/>
            <ac:picMk id="7" creationId="{6FCBC1F1-F6A8-7F77-B7C2-FA64AFFE6D15}"/>
          </ac:picMkLst>
        </pc:picChg>
        <pc:picChg chg="add mod">
          <ac:chgData name="髙浦祐朗" userId="d6d860fe-bc64-411b-9605-a16d1ba875f6" providerId="ADAL" clId="{8A64FA36-8AEB-4DFC-AF29-F763FAF503BC}" dt="2025-03-06T14:10:27.744" v="153" actId="1038"/>
          <ac:picMkLst>
            <pc:docMk/>
            <pc:sldMk cId="3652970849" sldId="748"/>
            <ac:picMk id="9" creationId="{0FC56E20-B1A4-78B0-EB96-4AB034CB2475}"/>
          </ac:picMkLst>
        </pc:picChg>
        <pc:picChg chg="add mod">
          <ac:chgData name="髙浦祐朗" userId="d6d860fe-bc64-411b-9605-a16d1ba875f6" providerId="ADAL" clId="{8A64FA36-8AEB-4DFC-AF29-F763FAF503BC}" dt="2025-03-06T14:10:50.006" v="156" actId="164"/>
          <ac:picMkLst>
            <pc:docMk/>
            <pc:sldMk cId="3652970849" sldId="748"/>
            <ac:picMk id="10" creationId="{04DD0394-5954-73D4-CDFB-0AB850258B65}"/>
          </ac:picMkLst>
        </pc:picChg>
        <pc:picChg chg="add mod ord">
          <ac:chgData name="髙浦祐朗" userId="d6d860fe-bc64-411b-9605-a16d1ba875f6" providerId="ADAL" clId="{8A64FA36-8AEB-4DFC-AF29-F763FAF503BC}" dt="2025-03-06T14:10:03.365" v="124" actId="1076"/>
          <ac:picMkLst>
            <pc:docMk/>
            <pc:sldMk cId="3652970849" sldId="748"/>
            <ac:picMk id="12" creationId="{5EA2F22F-09E2-C402-B509-A6ABC63C7ABA}"/>
          </ac:picMkLst>
        </pc:picChg>
        <pc:picChg chg="add mod">
          <ac:chgData name="髙浦祐朗" userId="d6d860fe-bc64-411b-9605-a16d1ba875f6" providerId="ADAL" clId="{8A64FA36-8AEB-4DFC-AF29-F763FAF503BC}" dt="2025-03-06T14:10:08.330" v="136" actId="1036"/>
          <ac:picMkLst>
            <pc:docMk/>
            <pc:sldMk cId="3652970849" sldId="748"/>
            <ac:picMk id="14" creationId="{0DC17CB9-55AB-2890-3B15-620BEE9CFFC7}"/>
          </ac:picMkLst>
        </pc:picChg>
        <pc:picChg chg="add mod">
          <ac:chgData name="髙浦祐朗" userId="d6d860fe-bc64-411b-9605-a16d1ba875f6" providerId="ADAL" clId="{8A64FA36-8AEB-4DFC-AF29-F763FAF503BC}" dt="2025-03-06T14:22:31.334" v="544" actId="1038"/>
          <ac:picMkLst>
            <pc:docMk/>
            <pc:sldMk cId="3652970849" sldId="748"/>
            <ac:picMk id="15" creationId="{DFF62D11-9FF3-EA05-AAB6-91F5A66EC3E9}"/>
          </ac:picMkLst>
        </pc:picChg>
        <pc:picChg chg="add mod">
          <ac:chgData name="髙浦祐朗" userId="d6d860fe-bc64-411b-9605-a16d1ba875f6" providerId="ADAL" clId="{8A64FA36-8AEB-4DFC-AF29-F763FAF503BC}" dt="2025-03-06T14:24:33.500" v="603" actId="1036"/>
          <ac:picMkLst>
            <pc:docMk/>
            <pc:sldMk cId="3652970849" sldId="748"/>
            <ac:picMk id="16" creationId="{65F233A3-7C0A-FEA5-CA73-F6D305031EEF}"/>
          </ac:picMkLst>
        </pc:picChg>
        <pc:picChg chg="add mod">
          <ac:chgData name="髙浦祐朗" userId="d6d860fe-bc64-411b-9605-a16d1ba875f6" providerId="ADAL" clId="{8A64FA36-8AEB-4DFC-AF29-F763FAF503BC}" dt="2025-03-06T14:22:10.444" v="524" actId="14100"/>
          <ac:picMkLst>
            <pc:docMk/>
            <pc:sldMk cId="3652970849" sldId="748"/>
            <ac:picMk id="20" creationId="{4178DDFE-219F-CC11-167D-DC08C0EA52E1}"/>
          </ac:picMkLst>
        </pc:picChg>
        <pc:picChg chg="add mod">
          <ac:chgData name="髙浦祐朗" userId="d6d860fe-bc64-411b-9605-a16d1ba875f6" providerId="ADAL" clId="{8A64FA36-8AEB-4DFC-AF29-F763FAF503BC}" dt="2025-03-06T14:10:50.006" v="156" actId="164"/>
          <ac:picMkLst>
            <pc:docMk/>
            <pc:sldMk cId="3652970849" sldId="748"/>
            <ac:picMk id="31" creationId="{54CEB349-2D22-27BD-84A9-C5D8ECFE501E}"/>
          </ac:picMkLst>
        </pc:picChg>
        <pc:picChg chg="add mod">
          <ac:chgData name="髙浦祐朗" userId="d6d860fe-bc64-411b-9605-a16d1ba875f6" providerId="ADAL" clId="{8A64FA36-8AEB-4DFC-AF29-F763FAF503BC}" dt="2025-03-06T14:10:22.577" v="138" actId="1076"/>
          <ac:picMkLst>
            <pc:docMk/>
            <pc:sldMk cId="3652970849" sldId="748"/>
            <ac:picMk id="33" creationId="{2D59373C-DAEF-7B6F-01E6-7C012251186A}"/>
          </ac:picMkLst>
        </pc:picChg>
        <pc:picChg chg="add mod">
          <ac:chgData name="髙浦祐朗" userId="d6d860fe-bc64-411b-9605-a16d1ba875f6" providerId="ADAL" clId="{8A64FA36-8AEB-4DFC-AF29-F763FAF503BC}" dt="2025-03-06T14:10:22.577" v="138" actId="1076"/>
          <ac:picMkLst>
            <pc:docMk/>
            <pc:sldMk cId="3652970849" sldId="748"/>
            <ac:picMk id="34" creationId="{DACC3C16-4856-6F92-138C-63DDE207E72D}"/>
          </ac:picMkLst>
        </pc:picChg>
        <pc:picChg chg="mod">
          <ac:chgData name="髙浦祐朗" userId="d6d860fe-bc64-411b-9605-a16d1ba875f6" providerId="ADAL" clId="{8A64FA36-8AEB-4DFC-AF29-F763FAF503BC}" dt="2025-03-06T14:09:55.399" v="123" actId="1076"/>
          <ac:picMkLst>
            <pc:docMk/>
            <pc:sldMk cId="3652970849" sldId="748"/>
            <ac:picMk id="68" creationId="{53C3357B-27A8-E809-B6CC-9F8ECBF52544}"/>
          </ac:picMkLst>
        </pc:picChg>
        <pc:picChg chg="add mod">
          <ac:chgData name="髙浦祐朗" userId="d6d860fe-bc64-411b-9605-a16d1ba875f6" providerId="ADAL" clId="{8A64FA36-8AEB-4DFC-AF29-F763FAF503BC}" dt="2025-03-06T14:20:28.220" v="480" actId="1076"/>
          <ac:picMkLst>
            <pc:docMk/>
            <pc:sldMk cId="3652970849" sldId="748"/>
            <ac:picMk id="71" creationId="{440C4BEE-979A-E965-C3B8-EA8749F112D8}"/>
          </ac:picMkLst>
        </pc:picChg>
        <pc:picChg chg="add mod">
          <ac:chgData name="髙浦祐朗" userId="d6d860fe-bc64-411b-9605-a16d1ba875f6" providerId="ADAL" clId="{8A64FA36-8AEB-4DFC-AF29-F763FAF503BC}" dt="2025-03-06T14:24:33.500" v="603" actId="1036"/>
          <ac:picMkLst>
            <pc:docMk/>
            <pc:sldMk cId="3652970849" sldId="748"/>
            <ac:picMk id="73" creationId="{7F8A1C8E-EA72-7842-3D79-B25A661FFEE0}"/>
          </ac:picMkLst>
        </pc:picChg>
        <pc:picChg chg="mod ord">
          <ac:chgData name="髙浦祐朗" userId="d6d860fe-bc64-411b-9605-a16d1ba875f6" providerId="ADAL" clId="{8A64FA36-8AEB-4DFC-AF29-F763FAF503BC}" dt="2025-03-06T14:10:03.365" v="124" actId="1076"/>
          <ac:picMkLst>
            <pc:docMk/>
            <pc:sldMk cId="3652970849" sldId="748"/>
            <ac:picMk id="75" creationId="{852BD6F7-4827-7457-E199-B7B5201AA592}"/>
          </ac:picMkLst>
        </pc:picChg>
        <pc:picChg chg="mod">
          <ac:chgData name="髙浦祐朗" userId="d6d860fe-bc64-411b-9605-a16d1ba875f6" providerId="ADAL" clId="{8A64FA36-8AEB-4DFC-AF29-F763FAF503BC}" dt="2025-03-06T14:10:08.330" v="136" actId="1036"/>
          <ac:picMkLst>
            <pc:docMk/>
            <pc:sldMk cId="3652970849" sldId="748"/>
            <ac:picMk id="81" creationId="{F9CA2CF4-489F-1DCF-8842-455F8ED53446}"/>
          </ac:picMkLst>
        </pc:picChg>
        <pc:picChg chg="mod">
          <ac:chgData name="髙浦祐朗" userId="d6d860fe-bc64-411b-9605-a16d1ba875f6" providerId="ADAL" clId="{8A64FA36-8AEB-4DFC-AF29-F763FAF503BC}" dt="2025-03-06T14:10:27.744" v="153" actId="1038"/>
          <ac:picMkLst>
            <pc:docMk/>
            <pc:sldMk cId="3652970849" sldId="748"/>
            <ac:picMk id="83" creationId="{2FBD18C7-FDF7-B028-6840-8AE043281F6E}"/>
          </ac:picMkLst>
        </pc:picChg>
        <pc:picChg chg="mod">
          <ac:chgData name="髙浦祐朗" userId="d6d860fe-bc64-411b-9605-a16d1ba875f6" providerId="ADAL" clId="{8A64FA36-8AEB-4DFC-AF29-F763FAF503BC}" dt="2025-03-06T14:14:32.821" v="211" actId="1035"/>
          <ac:picMkLst>
            <pc:docMk/>
            <pc:sldMk cId="3652970849" sldId="748"/>
            <ac:picMk id="1026" creationId="{44E3B8BF-F050-934F-CD14-6AA8E7D49341}"/>
          </ac:picMkLst>
        </pc:picChg>
        <pc:cxnChg chg="add mod">
          <ac:chgData name="髙浦祐朗" userId="d6d860fe-bc64-411b-9605-a16d1ba875f6" providerId="ADAL" clId="{8A64FA36-8AEB-4DFC-AF29-F763FAF503BC}" dt="2025-03-06T14:14:32.821" v="211" actId="1035"/>
          <ac:cxnSpMkLst>
            <pc:docMk/>
            <pc:sldMk cId="3652970849" sldId="748"/>
            <ac:cxnSpMk id="24" creationId="{A2CE7793-A95E-BA76-41F1-4E3016CF2FFA}"/>
          </ac:cxnSpMkLst>
        </pc:cxnChg>
        <pc:cxnChg chg="add mod">
          <ac:chgData name="髙浦祐朗" userId="d6d860fe-bc64-411b-9605-a16d1ba875f6" providerId="ADAL" clId="{8A64FA36-8AEB-4DFC-AF29-F763FAF503BC}" dt="2025-03-06T14:13:37.961" v="197" actId="14100"/>
          <ac:cxnSpMkLst>
            <pc:docMk/>
            <pc:sldMk cId="3652970849" sldId="748"/>
            <ac:cxnSpMk id="35" creationId="{3AEC192B-CE66-2482-EE27-F54BE6E4E900}"/>
          </ac:cxnSpMkLst>
        </pc:cxnChg>
        <pc:cxnChg chg="add mod">
          <ac:chgData name="髙浦祐朗" userId="d6d860fe-bc64-411b-9605-a16d1ba875f6" providerId="ADAL" clId="{8A64FA36-8AEB-4DFC-AF29-F763FAF503BC}" dt="2025-03-06T14:11:40.598" v="167" actId="14100"/>
          <ac:cxnSpMkLst>
            <pc:docMk/>
            <pc:sldMk cId="3652970849" sldId="748"/>
            <ac:cxnSpMk id="41" creationId="{F3651DE8-072B-0E3C-6DAA-B11347CAD3C4}"/>
          </ac:cxnSpMkLst>
        </pc:cxnChg>
        <pc:cxnChg chg="add mod">
          <ac:chgData name="髙浦祐朗" userId="d6d860fe-bc64-411b-9605-a16d1ba875f6" providerId="ADAL" clId="{8A64FA36-8AEB-4DFC-AF29-F763FAF503BC}" dt="2025-03-06T14:12:35.850" v="176" actId="692"/>
          <ac:cxnSpMkLst>
            <pc:docMk/>
            <pc:sldMk cId="3652970849" sldId="748"/>
            <ac:cxnSpMk id="46" creationId="{0935DB8F-5D9E-E16B-A47B-C947B8F62E4B}"/>
          </ac:cxnSpMkLst>
        </pc:cxnChg>
        <pc:cxnChg chg="add mod">
          <ac:chgData name="髙浦祐朗" userId="d6d860fe-bc64-411b-9605-a16d1ba875f6" providerId="ADAL" clId="{8A64FA36-8AEB-4DFC-AF29-F763FAF503BC}" dt="2025-03-06T14:13:00.903" v="190" actId="1038"/>
          <ac:cxnSpMkLst>
            <pc:docMk/>
            <pc:sldMk cId="3652970849" sldId="748"/>
            <ac:cxnSpMk id="51" creationId="{EA96A8A1-624E-E90A-F4A0-D27224C5CB5F}"/>
          </ac:cxnSpMkLst>
        </pc:cxnChg>
        <pc:cxnChg chg="add mod">
          <ac:chgData name="髙浦祐朗" userId="d6d860fe-bc64-411b-9605-a16d1ba875f6" providerId="ADAL" clId="{8A64FA36-8AEB-4DFC-AF29-F763FAF503BC}" dt="2025-03-06T14:13:30.439" v="195" actId="14100"/>
          <ac:cxnSpMkLst>
            <pc:docMk/>
            <pc:sldMk cId="3652970849" sldId="748"/>
            <ac:cxnSpMk id="53" creationId="{2F4090BF-72C4-A596-E556-9311B5A0FB87}"/>
          </ac:cxnSpMkLst>
        </pc:cxnChg>
        <pc:cxnChg chg="add mod">
          <ac:chgData name="髙浦祐朗" userId="d6d860fe-bc64-411b-9605-a16d1ba875f6" providerId="ADAL" clId="{8A64FA36-8AEB-4DFC-AF29-F763FAF503BC}" dt="2025-03-06T14:23:41.203" v="558" actId="692"/>
          <ac:cxnSpMkLst>
            <pc:docMk/>
            <pc:sldMk cId="3652970849" sldId="748"/>
            <ac:cxnSpMk id="78" creationId="{FDD2B0F2-FC83-0E8E-54CC-23DB83E67E53}"/>
          </ac:cxnSpMkLst>
        </pc:cxnChg>
        <pc:cxnChg chg="add mod">
          <ac:chgData name="髙浦祐朗" userId="d6d860fe-bc64-411b-9605-a16d1ba875f6" providerId="ADAL" clId="{8A64FA36-8AEB-4DFC-AF29-F763FAF503BC}" dt="2025-03-06T14:23:50.183" v="560" actId="692"/>
          <ac:cxnSpMkLst>
            <pc:docMk/>
            <pc:sldMk cId="3652970849" sldId="748"/>
            <ac:cxnSpMk id="80" creationId="{124A38B0-F106-E9B5-7261-287344D5C11E}"/>
          </ac:cxnSpMkLst>
        </pc:cxnChg>
      </pc:sldChg>
      <pc:sldChg chg="addSp modSp mod">
        <pc:chgData name="髙浦祐朗" userId="d6d860fe-bc64-411b-9605-a16d1ba875f6" providerId="ADAL" clId="{8A64FA36-8AEB-4DFC-AF29-F763FAF503BC}" dt="2025-03-06T15:00:05.918" v="1603" actId="20577"/>
        <pc:sldMkLst>
          <pc:docMk/>
          <pc:sldMk cId="1379317982" sldId="767"/>
        </pc:sldMkLst>
      </pc:sldChg>
      <pc:sldChg chg="addSp modSp mod">
        <pc:chgData name="髙浦祐朗" userId="d6d860fe-bc64-411b-9605-a16d1ba875f6" providerId="ADAL" clId="{8A64FA36-8AEB-4DFC-AF29-F763FAF503BC}" dt="2025-03-06T15:00:17.071" v="1604"/>
        <pc:sldMkLst>
          <pc:docMk/>
          <pc:sldMk cId="4276394440" sldId="768"/>
        </pc:sldMkLst>
        <pc:graphicFrameChg chg="modGraphic">
          <ac:chgData name="髙浦祐朗" userId="d6d860fe-bc64-411b-9605-a16d1ba875f6" providerId="ADAL" clId="{8A64FA36-8AEB-4DFC-AF29-F763FAF503BC}" dt="2025-03-06T14:36:05.579" v="926" actId="20577"/>
          <ac:graphicFrameMkLst>
            <pc:docMk/>
            <pc:sldMk cId="4276394440" sldId="768"/>
            <ac:graphicFrameMk id="8" creationId="{00000000-0000-0000-0000-000000000000}"/>
          </ac:graphicFrameMkLst>
        </pc:graphicFrameChg>
      </pc:sldChg>
      <pc:sldChg chg="del">
        <pc:chgData name="髙浦祐朗" userId="d6d860fe-bc64-411b-9605-a16d1ba875f6" providerId="ADAL" clId="{8A64FA36-8AEB-4DFC-AF29-F763FAF503BC}" dt="2025-03-06T14:32:57.096" v="832" actId="47"/>
        <pc:sldMkLst>
          <pc:docMk/>
          <pc:sldMk cId="662563982" sldId="1082"/>
        </pc:sldMkLst>
      </pc:sldChg>
      <pc:sldChg chg="del">
        <pc:chgData name="髙浦祐朗" userId="d6d860fe-bc64-411b-9605-a16d1ba875f6" providerId="ADAL" clId="{8A64FA36-8AEB-4DFC-AF29-F763FAF503BC}" dt="2025-03-06T14:37:00.273" v="941" actId="47"/>
        <pc:sldMkLst>
          <pc:docMk/>
          <pc:sldMk cId="3461870007" sldId="1086"/>
        </pc:sldMkLst>
      </pc:sldChg>
      <pc:sldChg chg="addSp delSp modSp mod">
        <pc:chgData name="髙浦祐朗" userId="d6d860fe-bc64-411b-9605-a16d1ba875f6" providerId="ADAL" clId="{8A64FA36-8AEB-4DFC-AF29-F763FAF503BC}" dt="2025-03-06T14:31:38.682" v="800" actId="408"/>
        <pc:sldMkLst>
          <pc:docMk/>
          <pc:sldMk cId="10589603" sldId="1092"/>
        </pc:sldMkLst>
        <pc:spChg chg="mod">
          <ac:chgData name="髙浦祐朗" userId="d6d860fe-bc64-411b-9605-a16d1ba875f6" providerId="ADAL" clId="{8A64FA36-8AEB-4DFC-AF29-F763FAF503BC}" dt="2025-03-06T14:29:55.669" v="769" actId="20577"/>
          <ac:spMkLst>
            <pc:docMk/>
            <pc:sldMk cId="10589603" sldId="1092"/>
            <ac:spMk id="2" creationId="{BA1F62E3-F9BE-E60E-0FA0-51ABC920F7BF}"/>
          </ac:spMkLst>
        </pc:spChg>
        <pc:picChg chg="add mod">
          <ac:chgData name="髙浦祐朗" userId="d6d860fe-bc64-411b-9605-a16d1ba875f6" providerId="ADAL" clId="{8A64FA36-8AEB-4DFC-AF29-F763FAF503BC}" dt="2025-03-06T14:31:38.682" v="800" actId="408"/>
          <ac:picMkLst>
            <pc:docMk/>
            <pc:sldMk cId="10589603" sldId="1092"/>
            <ac:picMk id="5" creationId="{58A4F86A-DC4C-354C-7317-FD85444D9642}"/>
          </ac:picMkLst>
        </pc:picChg>
      </pc:sldChg>
      <pc:sldChg chg="del">
        <pc:chgData name="髙浦祐朗" userId="d6d860fe-bc64-411b-9605-a16d1ba875f6" providerId="ADAL" clId="{8A64FA36-8AEB-4DFC-AF29-F763FAF503BC}" dt="2025-03-06T14:36:59.701" v="940" actId="47"/>
        <pc:sldMkLst>
          <pc:docMk/>
          <pc:sldMk cId="3285993692" sldId="1093"/>
        </pc:sldMkLst>
      </pc:sldChg>
      <pc:sldChg chg="addSp delSp modSp mod">
        <pc:chgData name="髙浦祐朗" userId="d6d860fe-bc64-411b-9605-a16d1ba875f6" providerId="ADAL" clId="{8A64FA36-8AEB-4DFC-AF29-F763FAF503BC}" dt="2025-03-06T15:00:25.727" v="1613" actId="20577"/>
        <pc:sldMkLst>
          <pc:docMk/>
          <pc:sldMk cId="1343428231" sldId="1095"/>
        </pc:sldMkLst>
      </pc:sldChg>
      <pc:sldChg chg="modSp mod">
        <pc:chgData name="髙浦祐朗" userId="d6d860fe-bc64-411b-9605-a16d1ba875f6" providerId="ADAL" clId="{8A64FA36-8AEB-4DFC-AF29-F763FAF503BC}" dt="2025-03-06T14:45:37.270" v="1418" actId="20577"/>
        <pc:sldMkLst>
          <pc:docMk/>
          <pc:sldMk cId="2513257283" sldId="1096"/>
        </pc:sldMkLst>
        <pc:spChg chg="mod">
          <ac:chgData name="髙浦祐朗" userId="d6d860fe-bc64-411b-9605-a16d1ba875f6" providerId="ADAL" clId="{8A64FA36-8AEB-4DFC-AF29-F763FAF503BC}" dt="2025-03-06T14:45:37.270" v="1418" actId="20577"/>
          <ac:spMkLst>
            <pc:docMk/>
            <pc:sldMk cId="2513257283" sldId="1096"/>
            <ac:spMk id="8" creationId="{6AE8CC45-2A20-B6E7-E20B-802E66F6B3D5}"/>
          </ac:spMkLst>
        </pc:spChg>
      </pc:sldChg>
      <pc:sldChg chg="addSp delSp modSp mod">
        <pc:chgData name="髙浦祐朗" userId="d6d860fe-bc64-411b-9605-a16d1ba875f6" providerId="ADAL" clId="{8A64FA36-8AEB-4DFC-AF29-F763FAF503BC}" dt="2025-03-06T14:59:27.572" v="1590" actId="14100"/>
        <pc:sldMkLst>
          <pc:docMk/>
          <pc:sldMk cId="750407830" sldId="1099"/>
        </pc:sldMkLst>
        <pc:spChg chg="add mod">
          <ac:chgData name="髙浦祐朗" userId="d6d860fe-bc64-411b-9605-a16d1ba875f6" providerId="ADAL" clId="{8A64FA36-8AEB-4DFC-AF29-F763FAF503BC}" dt="2025-03-06T14:58:30.823" v="1576" actId="14100"/>
          <ac:spMkLst>
            <pc:docMk/>
            <pc:sldMk cId="750407830" sldId="1099"/>
            <ac:spMk id="39" creationId="{BE794BC6-EB53-3AAA-445E-3DC0858905D6}"/>
          </ac:spMkLst>
        </pc:spChg>
        <pc:spChg chg="add mod">
          <ac:chgData name="髙浦祐朗" userId="d6d860fe-bc64-411b-9605-a16d1ba875f6" providerId="ADAL" clId="{8A64FA36-8AEB-4DFC-AF29-F763FAF503BC}" dt="2025-03-06T14:58:06.083" v="1570" actId="20577"/>
          <ac:spMkLst>
            <pc:docMk/>
            <pc:sldMk cId="750407830" sldId="1099"/>
            <ac:spMk id="40" creationId="{6CD68CD5-0065-0C9A-941A-94E15CBF3546}"/>
          </ac:spMkLst>
        </pc:spChg>
        <pc:spChg chg="add mod">
          <ac:chgData name="髙浦祐朗" userId="d6d860fe-bc64-411b-9605-a16d1ba875f6" providerId="ADAL" clId="{8A64FA36-8AEB-4DFC-AF29-F763FAF503BC}" dt="2025-03-06T14:58:57.742" v="1582" actId="20577"/>
          <ac:spMkLst>
            <pc:docMk/>
            <pc:sldMk cId="750407830" sldId="1099"/>
            <ac:spMk id="49" creationId="{5F6F8CEF-FF21-DCDB-6DCD-C2AA6A8BFCA1}"/>
          </ac:spMkLst>
        </pc:spChg>
        <pc:graphicFrameChg chg="mod modGraphic">
          <ac:chgData name="髙浦祐朗" userId="d6d860fe-bc64-411b-9605-a16d1ba875f6" providerId="ADAL" clId="{8A64FA36-8AEB-4DFC-AF29-F763FAF503BC}" dt="2025-03-06T14:59:27.572" v="1590" actId="14100"/>
          <ac:graphicFrameMkLst>
            <pc:docMk/>
            <pc:sldMk cId="750407830" sldId="1099"/>
            <ac:graphicFrameMk id="6" creationId="{067F2A02-2C22-B7B2-6A5C-CEE5CF1BA9A4}"/>
          </ac:graphicFrameMkLst>
        </pc:graphicFrameChg>
        <pc:graphicFrameChg chg="mod modGraphic">
          <ac:chgData name="髙浦祐朗" userId="d6d860fe-bc64-411b-9605-a16d1ba875f6" providerId="ADAL" clId="{8A64FA36-8AEB-4DFC-AF29-F763FAF503BC}" dt="2025-03-06T14:59:27.572" v="1590" actId="14100"/>
          <ac:graphicFrameMkLst>
            <pc:docMk/>
            <pc:sldMk cId="750407830" sldId="1099"/>
            <ac:graphicFrameMk id="7" creationId="{40425F0B-7978-1852-2DF3-F182D07E5483}"/>
          </ac:graphicFrameMkLst>
        </pc:graphicFrameChg>
        <pc:graphicFrameChg chg="mod modGraphic">
          <ac:chgData name="髙浦祐朗" userId="d6d860fe-bc64-411b-9605-a16d1ba875f6" providerId="ADAL" clId="{8A64FA36-8AEB-4DFC-AF29-F763FAF503BC}" dt="2025-03-06T14:59:27.572" v="1590" actId="14100"/>
          <ac:graphicFrameMkLst>
            <pc:docMk/>
            <pc:sldMk cId="750407830" sldId="1099"/>
            <ac:graphicFrameMk id="8" creationId="{DF899297-39CA-68D9-7882-DDF2777D91A0}"/>
          </ac:graphicFrameMkLst>
        </pc:graphicFrameChg>
        <pc:graphicFrameChg chg="add del mod modGraphic">
          <ac:chgData name="髙浦祐朗" userId="d6d860fe-bc64-411b-9605-a16d1ba875f6" providerId="ADAL" clId="{8A64FA36-8AEB-4DFC-AF29-F763FAF503BC}" dt="2025-03-06T14:59:06.523" v="1583" actId="6549"/>
          <ac:graphicFrameMkLst>
            <pc:docMk/>
            <pc:sldMk cId="750407830" sldId="1099"/>
            <ac:graphicFrameMk id="9" creationId="{64E36980-A300-D1AD-F1B8-CF0CE5068A0E}"/>
          </ac:graphicFrameMkLst>
        </pc:graphicFrameChg>
        <pc:graphicFrameChg chg="mod modGraphic">
          <ac:chgData name="髙浦祐朗" userId="d6d860fe-bc64-411b-9605-a16d1ba875f6" providerId="ADAL" clId="{8A64FA36-8AEB-4DFC-AF29-F763FAF503BC}" dt="2025-03-06T14:59:27.572" v="1590" actId="14100"/>
          <ac:graphicFrameMkLst>
            <pc:docMk/>
            <pc:sldMk cId="750407830" sldId="1099"/>
            <ac:graphicFrameMk id="11" creationId="{29952574-B67B-359B-557A-64E5EADDFC46}"/>
          </ac:graphicFrameMkLst>
        </pc:graphicFrameChg>
        <pc:graphicFrameChg chg="add mod modGraphic">
          <ac:chgData name="髙浦祐朗" userId="d6d860fe-bc64-411b-9605-a16d1ba875f6" providerId="ADAL" clId="{8A64FA36-8AEB-4DFC-AF29-F763FAF503BC}" dt="2025-03-06T14:59:27.572" v="1590" actId="14100"/>
          <ac:graphicFrameMkLst>
            <pc:docMk/>
            <pc:sldMk cId="750407830" sldId="1099"/>
            <ac:graphicFrameMk id="21" creationId="{F0103D76-E5FB-DA88-49A0-997C19C3E328}"/>
          </ac:graphicFrameMkLst>
        </pc:graphicFrameChg>
        <pc:graphicFrameChg chg="add del mod modGraphic">
          <ac:chgData name="髙浦祐朗" userId="d6d860fe-bc64-411b-9605-a16d1ba875f6" providerId="ADAL" clId="{8A64FA36-8AEB-4DFC-AF29-F763FAF503BC}" dt="2025-03-06T14:57:33.938" v="1564" actId="14100"/>
          <ac:graphicFrameMkLst>
            <pc:docMk/>
            <pc:sldMk cId="750407830" sldId="1099"/>
            <ac:graphicFrameMk id="23" creationId="{63E8C5A8-64FF-C59B-978C-7B579F3B6D37}"/>
          </ac:graphicFrameMkLst>
        </pc:graphicFrameChg>
        <pc:graphicFrameChg chg="mod modGraphic">
          <ac:chgData name="髙浦祐朗" userId="d6d860fe-bc64-411b-9605-a16d1ba875f6" providerId="ADAL" clId="{8A64FA36-8AEB-4DFC-AF29-F763FAF503BC}" dt="2025-03-06T14:59:27.572" v="1590" actId="14100"/>
          <ac:graphicFrameMkLst>
            <pc:docMk/>
            <pc:sldMk cId="750407830" sldId="1099"/>
            <ac:graphicFrameMk id="42" creationId="{36E68966-5D4C-2A50-9DAB-C9EC84BE5859}"/>
          </ac:graphicFrameMkLst>
        </pc:graphicFrameChg>
        <pc:graphicFrameChg chg="mod modGraphic">
          <ac:chgData name="髙浦祐朗" userId="d6d860fe-bc64-411b-9605-a16d1ba875f6" providerId="ADAL" clId="{8A64FA36-8AEB-4DFC-AF29-F763FAF503BC}" dt="2025-03-06T14:59:27.572" v="1590" actId="14100"/>
          <ac:graphicFrameMkLst>
            <pc:docMk/>
            <pc:sldMk cId="750407830" sldId="1099"/>
            <ac:graphicFrameMk id="52" creationId="{E0D51858-26E2-A83B-AA49-4F369A7F5E57}"/>
          </ac:graphicFrameMkLst>
        </pc:graphicFrameChg>
        <pc:cxnChg chg="add mod">
          <ac:chgData name="髙浦祐朗" userId="d6d860fe-bc64-411b-9605-a16d1ba875f6" providerId="ADAL" clId="{8A64FA36-8AEB-4DFC-AF29-F763FAF503BC}" dt="2025-03-06T14:58:01.275" v="1567" actId="14100"/>
          <ac:cxnSpMkLst>
            <pc:docMk/>
            <pc:sldMk cId="750407830" sldId="1099"/>
            <ac:cxnSpMk id="44" creationId="{C1618CE8-D021-AFDC-7AB6-68DD2FF38DE2}"/>
          </ac:cxnSpMkLst>
        </pc:cxnChg>
        <pc:cxnChg chg="add mod">
          <ac:chgData name="髙浦祐朗" userId="d6d860fe-bc64-411b-9605-a16d1ba875f6" providerId="ADAL" clId="{8A64FA36-8AEB-4DFC-AF29-F763FAF503BC}" dt="2025-03-06T14:58:21.654" v="1573" actId="14100"/>
          <ac:cxnSpMkLst>
            <pc:docMk/>
            <pc:sldMk cId="750407830" sldId="1099"/>
            <ac:cxnSpMk id="46" creationId="{4944E78B-45D3-D252-A30B-4EE3B9D76DCF}"/>
          </ac:cxnSpMkLst>
        </pc:cxnChg>
        <pc:cxnChg chg="add mod">
          <ac:chgData name="髙浦祐朗" userId="d6d860fe-bc64-411b-9605-a16d1ba875f6" providerId="ADAL" clId="{8A64FA36-8AEB-4DFC-AF29-F763FAF503BC}" dt="2025-03-06T14:58:46.229" v="1579" actId="14100"/>
          <ac:cxnSpMkLst>
            <pc:docMk/>
            <pc:sldMk cId="750407830" sldId="1099"/>
            <ac:cxnSpMk id="50" creationId="{939C843D-2297-233C-4F61-4627CB4DF4BD}"/>
          </ac:cxnSpMkLst>
        </pc:cxnChg>
      </pc:sldChg>
      <pc:sldChg chg="del">
        <pc:chgData name="髙浦祐朗" userId="d6d860fe-bc64-411b-9605-a16d1ba875f6" providerId="ADAL" clId="{8A64FA36-8AEB-4DFC-AF29-F763FAF503BC}" dt="2025-03-06T14:32:58.138" v="833" actId="47"/>
        <pc:sldMkLst>
          <pc:docMk/>
          <pc:sldMk cId="1940227673" sldId="1100"/>
        </pc:sldMkLst>
      </pc:sldChg>
      <pc:sldChg chg="del">
        <pc:chgData name="髙浦祐朗" userId="d6d860fe-bc64-411b-9605-a16d1ba875f6" providerId="ADAL" clId="{8A64FA36-8AEB-4DFC-AF29-F763FAF503BC}" dt="2025-03-06T14:32:55.847" v="831" actId="47"/>
        <pc:sldMkLst>
          <pc:docMk/>
          <pc:sldMk cId="796513768" sldId="1101"/>
        </pc:sldMkLst>
      </pc:sldChg>
      <pc:sldChg chg="addSp delSp modSp mod">
        <pc:chgData name="髙浦祐朗" userId="d6d860fe-bc64-411b-9605-a16d1ba875f6" providerId="ADAL" clId="{8A64FA36-8AEB-4DFC-AF29-F763FAF503BC}" dt="2025-03-06T14:35:34.687" v="925" actId="20577"/>
        <pc:sldMkLst>
          <pc:docMk/>
          <pc:sldMk cId="1342901965" sldId="1102"/>
        </pc:sldMkLst>
        <pc:spChg chg="mod">
          <ac:chgData name="髙浦祐朗" userId="d6d860fe-bc64-411b-9605-a16d1ba875f6" providerId="ADAL" clId="{8A64FA36-8AEB-4DFC-AF29-F763FAF503BC}" dt="2025-03-06T14:35:27.520" v="924" actId="20577"/>
          <ac:spMkLst>
            <pc:docMk/>
            <pc:sldMk cId="1342901965" sldId="1102"/>
            <ac:spMk id="2" creationId="{2CBA065B-2F8B-F0D5-5B04-79E2FD7160BB}"/>
          </ac:spMkLst>
        </pc:spChg>
        <pc:spChg chg="mod">
          <ac:chgData name="髙浦祐朗" userId="d6d860fe-bc64-411b-9605-a16d1ba875f6" providerId="ADAL" clId="{8A64FA36-8AEB-4DFC-AF29-F763FAF503BC}" dt="2025-03-06T14:34:47.226" v="887" actId="1076"/>
          <ac:spMkLst>
            <pc:docMk/>
            <pc:sldMk cId="1342901965" sldId="1102"/>
            <ac:spMk id="38" creationId="{2AD9E013-F686-2FD1-698C-D175FBC3E2BC}"/>
          </ac:spMkLst>
        </pc:spChg>
        <pc:spChg chg="mod">
          <ac:chgData name="髙浦祐朗" userId="d6d860fe-bc64-411b-9605-a16d1ba875f6" providerId="ADAL" clId="{8A64FA36-8AEB-4DFC-AF29-F763FAF503BC}" dt="2025-03-06T14:33:33.662" v="856" actId="20577"/>
          <ac:spMkLst>
            <pc:docMk/>
            <pc:sldMk cId="1342901965" sldId="1102"/>
            <ac:spMk id="42" creationId="{C0DF0B83-0B92-5F58-76C3-3F69C4A13F42}"/>
          </ac:spMkLst>
        </pc:spChg>
        <pc:spChg chg="mod">
          <ac:chgData name="髙浦祐朗" userId="d6d860fe-bc64-411b-9605-a16d1ba875f6" providerId="ADAL" clId="{8A64FA36-8AEB-4DFC-AF29-F763FAF503BC}" dt="2025-03-06T14:33:57.850" v="864" actId="20577"/>
          <ac:spMkLst>
            <pc:docMk/>
            <pc:sldMk cId="1342901965" sldId="1102"/>
            <ac:spMk id="47" creationId="{2E8D1934-EA8D-35FD-4885-FB50A09461F7}"/>
          </ac:spMkLst>
        </pc:spChg>
        <pc:spChg chg="mod">
          <ac:chgData name="髙浦祐朗" userId="d6d860fe-bc64-411b-9605-a16d1ba875f6" providerId="ADAL" clId="{8A64FA36-8AEB-4DFC-AF29-F763FAF503BC}" dt="2025-03-06T14:33:15.173" v="841" actId="20577"/>
          <ac:spMkLst>
            <pc:docMk/>
            <pc:sldMk cId="1342901965" sldId="1102"/>
            <ac:spMk id="64" creationId="{E73CD72B-6DA5-068C-262A-4401C4D9DA54}"/>
          </ac:spMkLst>
        </pc:spChg>
        <pc:spChg chg="mod">
          <ac:chgData name="髙浦祐朗" userId="d6d860fe-bc64-411b-9605-a16d1ba875f6" providerId="ADAL" clId="{8A64FA36-8AEB-4DFC-AF29-F763FAF503BC}" dt="2025-03-06T14:33:20.262" v="849" actId="20577"/>
          <ac:spMkLst>
            <pc:docMk/>
            <pc:sldMk cId="1342901965" sldId="1102"/>
            <ac:spMk id="68" creationId="{2CAD3C1A-C881-4FEF-D40C-BC2757062581}"/>
          </ac:spMkLst>
        </pc:spChg>
        <pc:spChg chg="mod">
          <ac:chgData name="髙浦祐朗" userId="d6d860fe-bc64-411b-9605-a16d1ba875f6" providerId="ADAL" clId="{8A64FA36-8AEB-4DFC-AF29-F763FAF503BC}" dt="2025-03-06T14:35:34.687" v="925" actId="20577"/>
          <ac:spMkLst>
            <pc:docMk/>
            <pc:sldMk cId="1342901965" sldId="1102"/>
            <ac:spMk id="79" creationId="{B4320A7A-4E78-AB2E-0A05-B82174F939B7}"/>
          </ac:spMkLst>
        </pc:spChg>
        <pc:spChg chg="mod">
          <ac:chgData name="髙浦祐朗" userId="d6d860fe-bc64-411b-9605-a16d1ba875f6" providerId="ADAL" clId="{8A64FA36-8AEB-4DFC-AF29-F763FAF503BC}" dt="2025-03-06T14:34:18.251" v="876" actId="20577"/>
          <ac:spMkLst>
            <pc:docMk/>
            <pc:sldMk cId="1342901965" sldId="1102"/>
            <ac:spMk id="87" creationId="{E326D6E4-DC31-1435-808A-3B0131517697}"/>
          </ac:spMkLst>
        </pc:spChg>
        <pc:spChg chg="mod">
          <ac:chgData name="髙浦祐朗" userId="d6d860fe-bc64-411b-9605-a16d1ba875f6" providerId="ADAL" clId="{8A64FA36-8AEB-4DFC-AF29-F763FAF503BC}" dt="2025-03-06T14:34:27.074" v="880" actId="20577"/>
          <ac:spMkLst>
            <pc:docMk/>
            <pc:sldMk cId="1342901965" sldId="1102"/>
            <ac:spMk id="88" creationId="{358B10C0-7217-1F66-B3D7-FBF916B25408}"/>
          </ac:spMkLst>
        </pc:spChg>
        <pc:grpChg chg="mod">
          <ac:chgData name="髙浦祐朗" userId="d6d860fe-bc64-411b-9605-a16d1ba875f6" providerId="ADAL" clId="{8A64FA36-8AEB-4DFC-AF29-F763FAF503BC}" dt="2025-03-06T14:34:38.391" v="884" actId="1076"/>
          <ac:grpSpMkLst>
            <pc:docMk/>
            <pc:sldMk cId="1342901965" sldId="1102"/>
            <ac:grpSpMk id="43" creationId="{FEA875BE-D9E8-79FD-65C7-EFEA23812683}"/>
          </ac:grpSpMkLst>
        </pc:grpChg>
        <pc:grpChg chg="mod">
          <ac:chgData name="髙浦祐朗" userId="d6d860fe-bc64-411b-9605-a16d1ba875f6" providerId="ADAL" clId="{8A64FA36-8AEB-4DFC-AF29-F763FAF503BC}" dt="2025-03-06T14:34:59.783" v="908" actId="554"/>
          <ac:grpSpMkLst>
            <pc:docMk/>
            <pc:sldMk cId="1342901965" sldId="1102"/>
            <ac:grpSpMk id="56" creationId="{73ACBD6B-7455-0EDD-4932-D0A6D9353ACF}"/>
          </ac:grpSpMkLst>
        </pc:grpChg>
        <pc:cxnChg chg="mod">
          <ac:chgData name="髙浦祐朗" userId="d6d860fe-bc64-411b-9605-a16d1ba875f6" providerId="ADAL" clId="{8A64FA36-8AEB-4DFC-AF29-F763FAF503BC}" dt="2025-03-06T14:34:38.391" v="884" actId="1076"/>
          <ac:cxnSpMkLst>
            <pc:docMk/>
            <pc:sldMk cId="1342901965" sldId="1102"/>
            <ac:cxnSpMk id="48" creationId="{B02D2D4D-3924-332F-F7F5-F534F737B379}"/>
          </ac:cxnSpMkLst>
        </pc:cxnChg>
        <pc:cxnChg chg="mod">
          <ac:chgData name="髙浦祐朗" userId="d6d860fe-bc64-411b-9605-a16d1ba875f6" providerId="ADAL" clId="{8A64FA36-8AEB-4DFC-AF29-F763FAF503BC}" dt="2025-03-06T14:34:38.391" v="884" actId="1076"/>
          <ac:cxnSpMkLst>
            <pc:docMk/>
            <pc:sldMk cId="1342901965" sldId="1102"/>
            <ac:cxnSpMk id="59" creationId="{6C5BF4C1-2748-3C2D-D135-958049E0D3B7}"/>
          </ac:cxnSpMkLst>
        </pc:cxnChg>
        <pc:cxnChg chg="mod">
          <ac:chgData name="髙浦祐朗" userId="d6d860fe-bc64-411b-9605-a16d1ba875f6" providerId="ADAL" clId="{8A64FA36-8AEB-4DFC-AF29-F763FAF503BC}" dt="2025-03-06T14:34:59.783" v="908" actId="554"/>
          <ac:cxnSpMkLst>
            <pc:docMk/>
            <pc:sldMk cId="1342901965" sldId="1102"/>
            <ac:cxnSpMk id="72" creationId="{73A7776E-EDE7-9544-B058-8773197D39DB}"/>
          </ac:cxnSpMkLst>
        </pc:cxnChg>
      </pc:sldChg>
      <pc:sldChg chg="del">
        <pc:chgData name="髙浦祐朗" userId="d6d860fe-bc64-411b-9605-a16d1ba875f6" providerId="ADAL" clId="{8A64FA36-8AEB-4DFC-AF29-F763FAF503BC}" dt="2025-03-06T14:33:01.591" v="835" actId="47"/>
        <pc:sldMkLst>
          <pc:docMk/>
          <pc:sldMk cId="196492203" sldId="1103"/>
        </pc:sldMkLst>
      </pc:sldChg>
      <pc:sldChg chg="del">
        <pc:chgData name="髙浦祐朗" userId="d6d860fe-bc64-411b-9605-a16d1ba875f6" providerId="ADAL" clId="{8A64FA36-8AEB-4DFC-AF29-F763FAF503BC}" dt="2025-03-06T14:32:59.760" v="834" actId="47"/>
        <pc:sldMkLst>
          <pc:docMk/>
          <pc:sldMk cId="639158466" sldId="1104"/>
        </pc:sldMkLst>
      </pc:sldChg>
      <pc:sldChg chg="del">
        <pc:chgData name="髙浦祐朗" userId="d6d860fe-bc64-411b-9605-a16d1ba875f6" providerId="ADAL" clId="{8A64FA36-8AEB-4DFC-AF29-F763FAF503BC}" dt="2025-03-06T14:37:01.156" v="942" actId="47"/>
        <pc:sldMkLst>
          <pc:docMk/>
          <pc:sldMk cId="88234639" sldId="1105"/>
        </pc:sldMkLst>
      </pc:sldChg>
      <pc:sldChg chg="del">
        <pc:chgData name="髙浦祐朗" userId="d6d860fe-bc64-411b-9605-a16d1ba875f6" providerId="ADAL" clId="{8A64FA36-8AEB-4DFC-AF29-F763FAF503BC}" dt="2025-03-06T14:36:19.411" v="927" actId="47"/>
        <pc:sldMkLst>
          <pc:docMk/>
          <pc:sldMk cId="352309705" sldId="1106"/>
        </pc:sldMkLst>
      </pc:sldChg>
      <pc:sldChg chg="delSp del mod">
        <pc:chgData name="髙浦祐朗" userId="d6d860fe-bc64-411b-9605-a16d1ba875f6" providerId="ADAL" clId="{8A64FA36-8AEB-4DFC-AF29-F763FAF503BC}" dt="2025-03-06T14:59:49.825" v="1591" actId="47"/>
        <pc:sldMkLst>
          <pc:docMk/>
          <pc:sldMk cId="2336542287" sldId="1107"/>
        </pc:sldMkLst>
      </pc:sldChg>
      <pc:sldChg chg="modSp del mod">
        <pc:chgData name="髙浦祐朗" userId="d6d860fe-bc64-411b-9605-a16d1ba875f6" providerId="ADAL" clId="{8A64FA36-8AEB-4DFC-AF29-F763FAF503BC}" dt="2025-03-06T14:36:55.659" v="939" actId="47"/>
        <pc:sldMkLst>
          <pc:docMk/>
          <pc:sldMk cId="3075783458" sldId="1108"/>
        </pc:sldMkLst>
      </pc:sldChg>
      <pc:sldChg chg="addSp delSp modSp add mod">
        <pc:chgData name="髙浦祐朗" userId="d6d860fe-bc64-411b-9605-a16d1ba875f6" providerId="ADAL" clId="{8A64FA36-8AEB-4DFC-AF29-F763FAF503BC}" dt="2025-03-06T14:31:34.449" v="799" actId="408"/>
        <pc:sldMkLst>
          <pc:docMk/>
          <pc:sldMk cId="401927681" sldId="1109"/>
        </pc:sldMkLst>
        <pc:spChg chg="mod">
          <ac:chgData name="髙浦祐朗" userId="d6d860fe-bc64-411b-9605-a16d1ba875f6" providerId="ADAL" clId="{8A64FA36-8AEB-4DFC-AF29-F763FAF503BC}" dt="2025-03-06T14:29:50.237" v="760" actId="20577"/>
          <ac:spMkLst>
            <pc:docMk/>
            <pc:sldMk cId="401927681" sldId="1109"/>
            <ac:spMk id="2" creationId="{BED97CA0-08B0-B67C-EA9A-302905A408D8}"/>
          </ac:spMkLst>
        </pc:spChg>
        <pc:picChg chg="add mod">
          <ac:chgData name="髙浦祐朗" userId="d6d860fe-bc64-411b-9605-a16d1ba875f6" providerId="ADAL" clId="{8A64FA36-8AEB-4DFC-AF29-F763FAF503BC}" dt="2025-03-06T14:31:34.449" v="799" actId="408"/>
          <ac:picMkLst>
            <pc:docMk/>
            <pc:sldMk cId="401927681" sldId="1109"/>
            <ac:picMk id="8" creationId="{85C2F219-F36D-099D-E720-6E261B664E3D}"/>
          </ac:picMkLst>
        </pc:picChg>
      </pc:sldChg>
      <pc:sldChg chg="addSp delSp modSp add mod">
        <pc:chgData name="髙浦祐朗" userId="d6d860fe-bc64-411b-9605-a16d1ba875f6" providerId="ADAL" clId="{8A64FA36-8AEB-4DFC-AF29-F763FAF503BC}" dt="2025-03-06T14:31:30.510" v="798" actId="408"/>
        <pc:sldMkLst>
          <pc:docMk/>
          <pc:sldMk cId="2752393928" sldId="1110"/>
        </pc:sldMkLst>
        <pc:spChg chg="mod">
          <ac:chgData name="髙浦祐朗" userId="d6d860fe-bc64-411b-9605-a16d1ba875f6" providerId="ADAL" clId="{8A64FA36-8AEB-4DFC-AF29-F763FAF503BC}" dt="2025-03-06T14:31:21.935" v="797" actId="20577"/>
          <ac:spMkLst>
            <pc:docMk/>
            <pc:sldMk cId="2752393928" sldId="1110"/>
            <ac:spMk id="2" creationId="{210058C6-ADFC-80E4-BD06-39D0D1948D04}"/>
          </ac:spMkLst>
        </pc:spChg>
        <pc:picChg chg="add mod">
          <ac:chgData name="髙浦祐朗" userId="d6d860fe-bc64-411b-9605-a16d1ba875f6" providerId="ADAL" clId="{8A64FA36-8AEB-4DFC-AF29-F763FAF503BC}" dt="2025-03-06T14:31:30.510" v="798" actId="408"/>
          <ac:picMkLst>
            <pc:docMk/>
            <pc:sldMk cId="2752393928" sldId="1110"/>
            <ac:picMk id="5" creationId="{F51D87F7-C5AB-106D-6539-A5FD5FA6D3F9}"/>
          </ac:picMkLst>
        </pc:picChg>
      </pc:sldChg>
      <pc:sldChg chg="addSp delSp modSp add mod">
        <pc:chgData name="髙浦祐朗" userId="d6d860fe-bc64-411b-9605-a16d1ba875f6" providerId="ADAL" clId="{8A64FA36-8AEB-4DFC-AF29-F763FAF503BC}" dt="2025-03-06T14:32:50.189" v="830" actId="20577"/>
        <pc:sldMkLst>
          <pc:docMk/>
          <pc:sldMk cId="806121115" sldId="1111"/>
        </pc:sldMkLst>
        <pc:spChg chg="mod">
          <ac:chgData name="髙浦祐朗" userId="d6d860fe-bc64-411b-9605-a16d1ba875f6" providerId="ADAL" clId="{8A64FA36-8AEB-4DFC-AF29-F763FAF503BC}" dt="2025-03-06T14:32:50.189" v="830" actId="20577"/>
          <ac:spMkLst>
            <pc:docMk/>
            <pc:sldMk cId="806121115" sldId="1111"/>
            <ac:spMk id="2" creationId="{12CD1DA9-1A19-2DC6-BA5E-AA665F34B7FF}"/>
          </ac:spMkLst>
        </pc:spChg>
        <pc:picChg chg="add mod">
          <ac:chgData name="髙浦祐朗" userId="d6d860fe-bc64-411b-9605-a16d1ba875f6" providerId="ADAL" clId="{8A64FA36-8AEB-4DFC-AF29-F763FAF503BC}" dt="2025-03-06T14:32:42.246" v="814" actId="408"/>
          <ac:picMkLst>
            <pc:docMk/>
            <pc:sldMk cId="806121115" sldId="1111"/>
            <ac:picMk id="6" creationId="{960C1CD6-1BC2-DB94-B475-533DBD8FB72B}"/>
          </ac:picMkLst>
        </pc:picChg>
      </pc:sldChg>
    </pc:docChg>
  </pc:docChgLst>
  <pc:docChgLst>
    <pc:chgData name="岡部裕輔" userId="d219e652-ccb3-431f-8f9b-9d0e369fb35b" providerId="ADAL" clId="{6ACAA136-7931-436C-9B0D-F7F64026D955}"/>
    <pc:docChg chg="custSel modSld">
      <pc:chgData name="岡部裕輔" userId="d219e652-ccb3-431f-8f9b-9d0e369fb35b" providerId="ADAL" clId="{6ACAA136-7931-436C-9B0D-F7F64026D955}" dt="2024-12-02T08:41:52.301" v="222" actId="20577"/>
      <pc:docMkLst>
        <pc:docMk/>
      </pc:docMkLst>
      <pc:sldChg chg="modSp mod">
        <pc:chgData name="岡部裕輔" userId="d219e652-ccb3-431f-8f9b-9d0e369fb35b" providerId="ADAL" clId="{6ACAA136-7931-436C-9B0D-F7F64026D955}" dt="2024-12-02T08:37:22.423" v="171" actId="20577"/>
        <pc:sldMkLst>
          <pc:docMk/>
          <pc:sldMk cId="3461870007" sldId="1086"/>
        </pc:sldMkLst>
      </pc:sldChg>
      <pc:sldChg chg="modSp mod">
        <pc:chgData name="岡部裕輔" userId="d219e652-ccb3-431f-8f9b-9d0e369fb35b" providerId="ADAL" clId="{6ACAA136-7931-436C-9B0D-F7F64026D955}" dt="2024-12-02T08:37:51.562" v="176" actId="20577"/>
        <pc:sldMkLst>
          <pc:docMk/>
          <pc:sldMk cId="3285993692" sldId="1093"/>
        </pc:sldMkLst>
      </pc:sldChg>
      <pc:sldChg chg="modSp mod">
        <pc:chgData name="岡部裕輔" userId="d219e652-ccb3-431f-8f9b-9d0e369fb35b" providerId="ADAL" clId="{6ACAA136-7931-436C-9B0D-F7F64026D955}" dt="2024-12-02T08:28:23.374" v="73" actId="20577"/>
        <pc:sldMkLst>
          <pc:docMk/>
          <pc:sldMk cId="1343428231" sldId="1095"/>
        </pc:sldMkLst>
      </pc:sldChg>
      <pc:sldChg chg="modSp mod">
        <pc:chgData name="岡部裕輔" userId="d219e652-ccb3-431f-8f9b-9d0e369fb35b" providerId="ADAL" clId="{6ACAA136-7931-436C-9B0D-F7F64026D955}" dt="2024-12-02T08:41:52.301" v="222" actId="20577"/>
        <pc:sldMkLst>
          <pc:docMk/>
          <pc:sldMk cId="88234639" sldId="1105"/>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68B81E3-04FF-4B3A-91A3-0B9D6F284D31}" type="datetimeFigureOut">
              <a:rPr kumimoji="1" lang="ja-JP" altLang="en-US" smtClean="0"/>
              <a:t>2025/5/7</a:t>
            </a:fld>
            <a:endParaRPr kumimoji="1" lang="ja-JP" altLang="en-US"/>
          </a:p>
        </p:txBody>
      </p:sp>
      <p:sp>
        <p:nvSpPr>
          <p:cNvPr id="4" name="フッター プレースホルダー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5" name="スライド番号プレースホルダー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4EA281C-6E67-4E22-BEFF-238CFBDEFD06}" type="slidenum">
              <a:rPr kumimoji="1" lang="ja-JP" altLang="en-US" smtClean="0"/>
              <a:t>‹#›</a:t>
            </a:fld>
            <a:endParaRPr kumimoji="1" lang="ja-JP" altLang="en-US"/>
          </a:p>
        </p:txBody>
      </p:sp>
    </p:spTree>
    <p:extLst>
      <p:ext uri="{BB962C8B-B14F-4D97-AF65-F5344CB8AC3E}">
        <p14:creationId xmlns:p14="http://schemas.microsoft.com/office/powerpoint/2010/main" val="79269522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7224887-F90F-3047-8721-5156A8E1A469}" type="datetimeFigureOut">
              <a:rPr kumimoji="1" lang="ja-JP" altLang="en-US" smtClean="0"/>
              <a:t>2025/5/7</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C57080C-E8FE-C146-B769-6100616B65A7}" type="slidenum">
              <a:rPr kumimoji="1" lang="ja-JP" altLang="en-US" smtClean="0"/>
              <a:t>‹#›</a:t>
            </a:fld>
            <a:endParaRPr kumimoji="1" lang="ja-JP" altLang="en-US"/>
          </a:p>
        </p:txBody>
      </p:sp>
    </p:spTree>
    <p:extLst>
      <p:ext uri="{BB962C8B-B14F-4D97-AF65-F5344CB8AC3E}">
        <p14:creationId xmlns:p14="http://schemas.microsoft.com/office/powerpoint/2010/main" val="121283509"/>
      </p:ext>
    </p:extLst>
  </p:cSld>
  <p:clrMap bg1="lt1" tx1="dk1" bg2="lt2" tx2="dk2" accent1="accent1" accent2="accent2" accent3="accent3" accent4="accent4" accent5="accent5" accent6="accent6" hlink="hlink" folHlink="folHlink"/>
  <p:notesStyle>
    <a:lvl1pPr marL="0" algn="l" defTabSz="1219075" rtl="0" eaLnBrk="1" latinLnBrk="0" hangingPunct="1">
      <a:defRPr kumimoji="1" sz="1600" kern="1200">
        <a:solidFill>
          <a:schemeClr val="tx1"/>
        </a:solidFill>
        <a:latin typeface="+mn-lt"/>
        <a:ea typeface="+mn-ea"/>
        <a:cs typeface="+mn-cs"/>
      </a:defRPr>
    </a:lvl1pPr>
    <a:lvl2pPr marL="609537" algn="l" defTabSz="1219075" rtl="0" eaLnBrk="1" latinLnBrk="0" hangingPunct="1">
      <a:defRPr kumimoji="1" sz="1600" kern="1200">
        <a:solidFill>
          <a:schemeClr val="tx1"/>
        </a:solidFill>
        <a:latin typeface="+mn-lt"/>
        <a:ea typeface="+mn-ea"/>
        <a:cs typeface="+mn-cs"/>
      </a:defRPr>
    </a:lvl2pPr>
    <a:lvl3pPr marL="1219075" algn="l" defTabSz="1219075" rtl="0" eaLnBrk="1" latinLnBrk="0" hangingPunct="1">
      <a:defRPr kumimoji="1" sz="1600" kern="1200">
        <a:solidFill>
          <a:schemeClr val="tx1"/>
        </a:solidFill>
        <a:latin typeface="+mn-lt"/>
        <a:ea typeface="+mn-ea"/>
        <a:cs typeface="+mn-cs"/>
      </a:defRPr>
    </a:lvl3pPr>
    <a:lvl4pPr marL="1828612" algn="l" defTabSz="1219075" rtl="0" eaLnBrk="1" latinLnBrk="0" hangingPunct="1">
      <a:defRPr kumimoji="1" sz="1600" kern="1200">
        <a:solidFill>
          <a:schemeClr val="tx1"/>
        </a:solidFill>
        <a:latin typeface="+mn-lt"/>
        <a:ea typeface="+mn-ea"/>
        <a:cs typeface="+mn-cs"/>
      </a:defRPr>
    </a:lvl4pPr>
    <a:lvl5pPr marL="2438148" algn="l" defTabSz="1219075" rtl="0" eaLnBrk="1" latinLnBrk="0" hangingPunct="1">
      <a:defRPr kumimoji="1" sz="1600" kern="1200">
        <a:solidFill>
          <a:schemeClr val="tx1"/>
        </a:solidFill>
        <a:latin typeface="+mn-lt"/>
        <a:ea typeface="+mn-ea"/>
        <a:cs typeface="+mn-cs"/>
      </a:defRPr>
    </a:lvl5pPr>
    <a:lvl6pPr marL="3047686" algn="l" defTabSz="1219075" rtl="0" eaLnBrk="1" latinLnBrk="0" hangingPunct="1">
      <a:defRPr kumimoji="1" sz="1600" kern="1200">
        <a:solidFill>
          <a:schemeClr val="tx1"/>
        </a:solidFill>
        <a:latin typeface="+mn-lt"/>
        <a:ea typeface="+mn-ea"/>
        <a:cs typeface="+mn-cs"/>
      </a:defRPr>
    </a:lvl6pPr>
    <a:lvl7pPr marL="3657223" algn="l" defTabSz="1219075" rtl="0" eaLnBrk="1" latinLnBrk="0" hangingPunct="1">
      <a:defRPr kumimoji="1" sz="1600" kern="1200">
        <a:solidFill>
          <a:schemeClr val="tx1"/>
        </a:solidFill>
        <a:latin typeface="+mn-lt"/>
        <a:ea typeface="+mn-ea"/>
        <a:cs typeface="+mn-cs"/>
      </a:defRPr>
    </a:lvl7pPr>
    <a:lvl8pPr marL="4266761" algn="l" defTabSz="1219075" rtl="0" eaLnBrk="1" latinLnBrk="0" hangingPunct="1">
      <a:defRPr kumimoji="1" sz="1600" kern="1200">
        <a:solidFill>
          <a:schemeClr val="tx1"/>
        </a:solidFill>
        <a:latin typeface="+mn-lt"/>
        <a:ea typeface="+mn-ea"/>
        <a:cs typeface="+mn-cs"/>
      </a:defRPr>
    </a:lvl8pPr>
    <a:lvl9pPr marL="4876298" algn="l" defTabSz="1219075" rtl="0" eaLnBrk="1" latinLnBrk="0" hangingPunct="1">
      <a:defRPr kumimoji="1"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0B186B-E3C8-2CCB-01B3-DDD7A2D5589D}"/>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C883648C-BC74-16A8-B528-DC1A55FA455F}"/>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850FDD05-E7BC-CA6D-B822-0C11999DCF5C}"/>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33B3FDCF-D3F8-5835-904B-0224F566FDD1}"/>
              </a:ext>
            </a:extLst>
          </p:cNvPr>
          <p:cNvSpPr>
            <a:spLocks noGrp="1"/>
          </p:cNvSpPr>
          <p:nvPr>
            <p:ph type="sldNum" sz="quarter" idx="10"/>
          </p:nvPr>
        </p:nvSpPr>
        <p:spPr/>
        <p:txBody>
          <a:bodyPr/>
          <a:lstStyle/>
          <a:p>
            <a:fld id="{BC57080C-E8FE-C146-B769-6100616B65A7}" type="slidenum">
              <a:rPr kumimoji="1" lang="ja-JP" altLang="en-US" smtClean="0"/>
              <a:t>14</a:t>
            </a:fld>
            <a:endParaRPr kumimoji="1" lang="ja-JP" altLang="en-US"/>
          </a:p>
        </p:txBody>
      </p:sp>
    </p:spTree>
    <p:extLst>
      <p:ext uri="{BB962C8B-B14F-4D97-AF65-F5344CB8AC3E}">
        <p14:creationId xmlns:p14="http://schemas.microsoft.com/office/powerpoint/2010/main" val="268143320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10"/>
          </p:nvPr>
        </p:nvSpPr>
        <p:spPr/>
        <p:txBody>
          <a:bodyPr/>
          <a:lstStyle/>
          <a:p>
            <a:fld id="{BC57080C-E8FE-C146-B769-6100616B65A7}" type="slidenum">
              <a:rPr kumimoji="1" lang="ja-JP" altLang="en-US" smtClean="0"/>
              <a:t>15</a:t>
            </a:fld>
            <a:endParaRPr kumimoji="1" lang="ja-JP" altLang="en-US"/>
          </a:p>
        </p:txBody>
      </p:sp>
    </p:spTree>
    <p:extLst>
      <p:ext uri="{BB962C8B-B14F-4D97-AF65-F5344CB8AC3E}">
        <p14:creationId xmlns:p14="http://schemas.microsoft.com/office/powerpoint/2010/main" val="418629351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7.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9.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0.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1.pn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2.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3.pn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4.pn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5.png"/></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6.pn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7.png"/></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8.png"/></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9.png"/></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20.png"/></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21.png"/></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22.png"/></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23.png"/></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24.png"/></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25.png"/></Relationships>
</file>

<file path=ppt/slideLayouts/_rels/slideLayout2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6.png"/><Relationship Id="rId1" Type="http://schemas.openxmlformats.org/officeDocument/2006/relationships/slideMaster" Target="../slideMasters/slideMaster1.xml"/><Relationship Id="rId4" Type="http://schemas.openxmlformats.org/officeDocument/2006/relationships/image" Target="../media/image27.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1_タイトル スライド">
    <p:spTree>
      <p:nvGrpSpPr>
        <p:cNvPr id="1" name=""/>
        <p:cNvGrpSpPr/>
        <p:nvPr/>
      </p:nvGrpSpPr>
      <p:grpSpPr>
        <a:xfrm>
          <a:off x="0" y="0"/>
          <a:ext cx="0" cy="0"/>
          <a:chOff x="0" y="0"/>
          <a:chExt cx="0" cy="0"/>
        </a:xfrm>
      </p:grpSpPr>
      <p:pic>
        <p:nvPicPr>
          <p:cNvPr id="7" name="図 6">
            <a:extLst>
              <a:ext uri="{FF2B5EF4-FFF2-40B4-BE49-F238E27FC236}">
                <a16:creationId xmlns:a16="http://schemas.microsoft.com/office/drawing/2014/main" id="{10453C54-7F3F-5842-8AEE-825191D5B6E5}"/>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31" y="0"/>
            <a:ext cx="12189739" cy="6858000"/>
          </a:xfrm>
          <a:prstGeom prst="rect">
            <a:avLst/>
          </a:prstGeom>
        </p:spPr>
      </p:pic>
      <p:sp>
        <p:nvSpPr>
          <p:cNvPr id="5" name="Footer Placeholder 4"/>
          <p:cNvSpPr>
            <a:spLocks noGrp="1"/>
          </p:cNvSpPr>
          <p:nvPr>
            <p:ph type="ftr" sz="quarter" idx="11"/>
          </p:nvPr>
        </p:nvSpPr>
        <p:spPr/>
        <p:txBody>
          <a:bodyPr/>
          <a:lstStyle/>
          <a:p>
            <a:r>
              <a:rPr lang="en-US"/>
              <a:t>Copyright © SystemEXE,Inc All Rights Reserved.</a:t>
            </a:r>
          </a:p>
        </p:txBody>
      </p:sp>
      <p:sp>
        <p:nvSpPr>
          <p:cNvPr id="8" name="Rectangle 116">
            <a:extLst>
              <a:ext uri="{FF2B5EF4-FFF2-40B4-BE49-F238E27FC236}">
                <a16:creationId xmlns:a16="http://schemas.microsoft.com/office/drawing/2014/main" id="{63CB7166-763A-834A-BD8F-32568DB92384}"/>
              </a:ext>
            </a:extLst>
          </p:cNvPr>
          <p:cNvSpPr/>
          <p:nvPr userDrawn="1"/>
        </p:nvSpPr>
        <p:spPr bwMode="auto">
          <a:xfrm>
            <a:off x="0" y="2403368"/>
            <a:ext cx="12192000" cy="2051264"/>
          </a:xfrm>
          <a:prstGeom prst="rect">
            <a:avLst/>
          </a:prstGeom>
          <a:solidFill>
            <a:schemeClr val="bg1">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sp>
        <p:nvSpPr>
          <p:cNvPr id="2" name="Title 1"/>
          <p:cNvSpPr>
            <a:spLocks noGrp="1"/>
          </p:cNvSpPr>
          <p:nvPr>
            <p:ph type="ctrTitle"/>
          </p:nvPr>
        </p:nvSpPr>
        <p:spPr>
          <a:xfrm>
            <a:off x="576000" y="3312000"/>
            <a:ext cx="8640000" cy="768000"/>
          </a:xfrm>
        </p:spPr>
        <p:txBody>
          <a:bodyPr anchor="ctr">
            <a:noAutofit/>
          </a:bodyPr>
          <a:lstStyle>
            <a:lvl1pPr algn="l">
              <a:lnSpc>
                <a:spcPct val="100000"/>
              </a:lnSpc>
              <a:defRPr sz="4800" b="1">
                <a:solidFill>
                  <a:srgbClr val="9A3B5D"/>
                </a:solidFill>
                <a:latin typeface="游明朝" panose="02020400000000000000" pitchFamily="18" charset="-128"/>
                <a:ea typeface="游明朝" panose="02020400000000000000" pitchFamily="18" charset="-128"/>
              </a:defRPr>
            </a:lvl1pPr>
          </a:lstStyle>
          <a:p>
            <a:r>
              <a:rPr lang="ja-JP" altLang="en-US"/>
              <a:t>マスター タイトルの書式設定</a:t>
            </a:r>
            <a:endParaRPr lang="en-US"/>
          </a:p>
        </p:txBody>
      </p:sp>
      <p:sp>
        <p:nvSpPr>
          <p:cNvPr id="3" name="Subtitle 2"/>
          <p:cNvSpPr>
            <a:spLocks noGrp="1"/>
          </p:cNvSpPr>
          <p:nvPr>
            <p:ph type="subTitle" idx="1"/>
          </p:nvPr>
        </p:nvSpPr>
        <p:spPr>
          <a:xfrm>
            <a:off x="576000" y="2784000"/>
            <a:ext cx="8640000" cy="480000"/>
          </a:xfrm>
        </p:spPr>
        <p:txBody>
          <a:bodyPr anchor="ctr"/>
          <a:lstStyle>
            <a:lvl1pPr marL="0" indent="0" algn="l">
              <a:lnSpc>
                <a:spcPct val="100000"/>
              </a:lnSpc>
              <a:spcBef>
                <a:spcPts val="0"/>
              </a:spcBef>
              <a:buNone/>
              <a:defRPr sz="2400" b="1">
                <a:solidFill>
                  <a:srgbClr val="9A3B5D"/>
                </a:solidFill>
                <a:latin typeface="游明朝" panose="02020400000000000000" pitchFamily="18" charset="-128"/>
                <a:ea typeface="游明朝" panose="02020400000000000000" pitchFamily="18" charset="-128"/>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ja-JP" altLang="en-US"/>
              <a:t>マスター サブタイトルの書式設定</a:t>
            </a:r>
            <a:endParaRPr lang="en-US"/>
          </a:p>
        </p:txBody>
      </p:sp>
      <p:pic>
        <p:nvPicPr>
          <p:cNvPr id="9" name="図 8">
            <a:extLst>
              <a:ext uri="{FF2B5EF4-FFF2-40B4-BE49-F238E27FC236}">
                <a16:creationId xmlns:a16="http://schemas.microsoft.com/office/drawing/2014/main" id="{49B378A5-FEEF-5D48-AD7F-5344F238A17C}"/>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9928710" y="3024001"/>
            <a:ext cx="1646580" cy="428111"/>
          </a:xfrm>
          <a:prstGeom prst="rect">
            <a:avLst/>
          </a:prstGeom>
        </p:spPr>
      </p:pic>
      <p:sp>
        <p:nvSpPr>
          <p:cNvPr id="11" name="テキスト プレースホルダー 10"/>
          <p:cNvSpPr>
            <a:spLocks noGrp="1"/>
          </p:cNvSpPr>
          <p:nvPr>
            <p:ph type="body" sz="quarter" idx="13" hasCustomPrompt="1"/>
          </p:nvPr>
        </p:nvSpPr>
        <p:spPr>
          <a:xfrm>
            <a:off x="9407999" y="3552000"/>
            <a:ext cx="2688000" cy="288000"/>
          </a:xfrm>
        </p:spPr>
        <p:txBody>
          <a:bodyPr anchor="ctr">
            <a:noAutofit/>
          </a:bodyPr>
          <a:lstStyle>
            <a:lvl1pPr marL="0" indent="0" algn="ctr">
              <a:lnSpc>
                <a:spcPct val="100000"/>
              </a:lnSpc>
              <a:spcBef>
                <a:spcPts val="0"/>
              </a:spcBef>
              <a:buNone/>
              <a:defRPr sz="1067">
                <a:latin typeface="游明朝" panose="02020400000000000000" pitchFamily="18" charset="-128"/>
                <a:ea typeface="游明朝" panose="02020400000000000000" pitchFamily="18" charset="-128"/>
              </a:defRPr>
            </a:lvl1pPr>
          </a:lstStyle>
          <a:p>
            <a:pPr lvl="0"/>
            <a:r>
              <a:rPr kumimoji="1" lang="ja-JP" altLang="en-US"/>
              <a:t>○○本部</a:t>
            </a:r>
          </a:p>
        </p:txBody>
      </p:sp>
      <p:sp>
        <p:nvSpPr>
          <p:cNvPr id="4" name="Date Placeholder 3"/>
          <p:cNvSpPr>
            <a:spLocks noGrp="1"/>
          </p:cNvSpPr>
          <p:nvPr>
            <p:ph type="dt" sz="half" idx="10"/>
          </p:nvPr>
        </p:nvSpPr>
        <p:spPr>
          <a:xfrm>
            <a:off x="9791999" y="3840000"/>
            <a:ext cx="1920000" cy="288000"/>
          </a:xfrm>
        </p:spPr>
        <p:txBody>
          <a:bodyPr/>
          <a:lstStyle>
            <a:lvl1pPr algn="ctr">
              <a:defRPr>
                <a:solidFill>
                  <a:srgbClr val="323232"/>
                </a:solidFill>
              </a:defRPr>
            </a:lvl1pPr>
          </a:lstStyle>
          <a:p>
            <a:r>
              <a:rPr lang="en-US" altLang="ja-JP"/>
              <a:t>2024/11/14</a:t>
            </a:r>
            <a:endParaRPr lang="en-US"/>
          </a:p>
        </p:txBody>
      </p:sp>
      <p:sp>
        <p:nvSpPr>
          <p:cNvPr id="13" name="テキスト プレースホルダー 12"/>
          <p:cNvSpPr>
            <a:spLocks noGrp="1"/>
          </p:cNvSpPr>
          <p:nvPr>
            <p:ph type="body" sz="quarter" idx="14" hasCustomPrompt="1"/>
          </p:nvPr>
        </p:nvSpPr>
        <p:spPr>
          <a:xfrm>
            <a:off x="576000" y="384000"/>
            <a:ext cx="3072000" cy="336000"/>
          </a:xfrm>
        </p:spPr>
        <p:txBody>
          <a:bodyPr anchor="ctr">
            <a:normAutofit/>
          </a:bodyPr>
          <a:lstStyle>
            <a:lvl1pPr>
              <a:lnSpc>
                <a:spcPct val="100000"/>
              </a:lnSpc>
              <a:spcBef>
                <a:spcPts val="0"/>
              </a:spcBef>
              <a:defRPr sz="1600" b="1">
                <a:solidFill>
                  <a:schemeClr val="bg1"/>
                </a:solidFill>
              </a:defRPr>
            </a:lvl1pPr>
            <a:lvl2pPr>
              <a:defRPr b="1">
                <a:solidFill>
                  <a:schemeClr val="bg1"/>
                </a:solidFill>
              </a:defRPr>
            </a:lvl2pPr>
            <a:lvl3pPr>
              <a:defRPr b="1">
                <a:solidFill>
                  <a:schemeClr val="bg1"/>
                </a:solidFill>
              </a:defRPr>
            </a:lvl3pPr>
            <a:lvl4pPr>
              <a:defRPr b="1">
                <a:solidFill>
                  <a:schemeClr val="bg1"/>
                </a:solidFill>
              </a:defRPr>
            </a:lvl4pPr>
            <a:lvl5pPr>
              <a:defRPr b="1">
                <a:solidFill>
                  <a:schemeClr val="bg1"/>
                </a:solidFill>
              </a:defRPr>
            </a:lvl5pPr>
          </a:lstStyle>
          <a:p>
            <a:pPr lvl="0"/>
            <a:r>
              <a:rPr kumimoji="1" lang="ja-JP" altLang="en-US"/>
              <a:t>○○株式会社 御中</a:t>
            </a:r>
          </a:p>
        </p:txBody>
      </p:sp>
    </p:spTree>
    <p:extLst>
      <p:ext uri="{BB962C8B-B14F-4D97-AF65-F5344CB8AC3E}">
        <p14:creationId xmlns:p14="http://schemas.microsoft.com/office/powerpoint/2010/main" val="42565185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はじめに">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a:p>
        </p:txBody>
      </p:sp>
      <p:sp>
        <p:nvSpPr>
          <p:cNvPr id="3" name="Content Placeholder 2"/>
          <p:cNvSpPr>
            <a:spLocks noGrp="1"/>
          </p:cNvSpPr>
          <p:nvPr>
            <p:ph idx="1"/>
          </p:nvPr>
        </p:nvSpPr>
        <p:spPr/>
        <p:txBody>
          <a:bodyPr anchor="ctr"/>
          <a:lstStyle>
            <a:lvl1pPr>
              <a:lnSpc>
                <a:spcPct val="120000"/>
              </a:lnSpc>
              <a:spcBef>
                <a:spcPts val="1200"/>
              </a:spcBef>
              <a:defRPr>
                <a:latin typeface="游明朝" panose="02020400000000000000" pitchFamily="18" charset="-128"/>
                <a:ea typeface="游明朝" panose="02020400000000000000" pitchFamily="18" charset="-128"/>
              </a:defRPr>
            </a:lvl1pPr>
          </a:lstStyle>
          <a:p>
            <a:pPr lvl="0"/>
            <a:r>
              <a:rPr lang="ja-JP" altLang="en-US"/>
              <a:t>マスター テキストの書式設定</a:t>
            </a:r>
            <a:endParaRPr lang="en-US"/>
          </a:p>
        </p:txBody>
      </p:sp>
      <p:sp>
        <p:nvSpPr>
          <p:cNvPr id="4" name="Date Placeholder 3"/>
          <p:cNvSpPr>
            <a:spLocks noGrp="1"/>
          </p:cNvSpPr>
          <p:nvPr>
            <p:ph type="dt" sz="half" idx="10"/>
          </p:nvPr>
        </p:nvSpPr>
        <p:spPr/>
        <p:txBody>
          <a:bodyPr/>
          <a:lstStyle/>
          <a:p>
            <a:r>
              <a:rPr lang="en-US" altLang="ja-JP"/>
              <a:t>2024/11/14</a:t>
            </a:r>
            <a:endParaRPr lang="en-US"/>
          </a:p>
        </p:txBody>
      </p:sp>
      <p:sp>
        <p:nvSpPr>
          <p:cNvPr id="5" name="Footer Placeholder 4"/>
          <p:cNvSpPr>
            <a:spLocks noGrp="1"/>
          </p:cNvSpPr>
          <p:nvPr>
            <p:ph type="ftr" sz="quarter" idx="11"/>
          </p:nvPr>
        </p:nvSpPr>
        <p:spPr/>
        <p:txBody>
          <a:bodyPr/>
          <a:lstStyle/>
          <a:p>
            <a:r>
              <a:rPr lang="en-US"/>
              <a:t>Copyright ©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cxnSp>
        <p:nvCxnSpPr>
          <p:cNvPr id="7" name="直線コネクタ 6">
            <a:extLst>
              <a:ext uri="{FF2B5EF4-FFF2-40B4-BE49-F238E27FC236}">
                <a16:creationId xmlns:a16="http://schemas.microsoft.com/office/drawing/2014/main" id="{FBC11A7E-29EC-0147-8188-ACEEB4EB432E}"/>
              </a:ext>
            </a:extLst>
          </p:cNvPr>
          <p:cNvCxnSpPr>
            <a:cxnSpLocks/>
          </p:cNvCxnSpPr>
          <p:nvPr userDrawn="1"/>
        </p:nvCxnSpPr>
        <p:spPr>
          <a:xfrm>
            <a:off x="576000" y="709643"/>
            <a:ext cx="11040000" cy="0"/>
          </a:xfrm>
          <a:prstGeom prst="line">
            <a:avLst/>
          </a:prstGeom>
          <a:ln w="19050">
            <a:solidFill>
              <a:srgbClr val="9A3B5D"/>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380777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a:p>
        </p:txBody>
      </p:sp>
      <p:sp>
        <p:nvSpPr>
          <p:cNvPr id="3" name="Content Placeholder 2"/>
          <p:cNvSpPr>
            <a:spLocks noGrp="1"/>
          </p:cNvSpPr>
          <p:nvPr>
            <p:ph idx="1"/>
          </p:nvPr>
        </p:nvSpPr>
        <p:spPr/>
        <p:txBody>
          <a:bodyPr/>
          <a:lstStyle/>
          <a:p>
            <a:pPr lvl="0"/>
            <a:r>
              <a:rPr lang="ja-JP" altLang="en-US"/>
              <a:t>マスター テキストの書式設定</a:t>
            </a:r>
            <a:endParaRPr lang="en-US"/>
          </a:p>
        </p:txBody>
      </p:sp>
      <p:sp>
        <p:nvSpPr>
          <p:cNvPr id="4" name="Date Placeholder 3"/>
          <p:cNvSpPr>
            <a:spLocks noGrp="1"/>
          </p:cNvSpPr>
          <p:nvPr>
            <p:ph type="dt" sz="half" idx="10"/>
          </p:nvPr>
        </p:nvSpPr>
        <p:spPr/>
        <p:txBody>
          <a:bodyPr/>
          <a:lstStyle/>
          <a:p>
            <a:r>
              <a:rPr lang="en-US" altLang="ja-JP"/>
              <a:t>2024/11/14</a:t>
            </a:r>
            <a:endParaRPr lang="en-US"/>
          </a:p>
        </p:txBody>
      </p:sp>
      <p:sp>
        <p:nvSpPr>
          <p:cNvPr id="5" name="Footer Placeholder 4"/>
          <p:cNvSpPr>
            <a:spLocks noGrp="1"/>
          </p:cNvSpPr>
          <p:nvPr>
            <p:ph type="ftr" sz="quarter" idx="11"/>
          </p:nvPr>
        </p:nvSpPr>
        <p:spPr/>
        <p:txBody>
          <a:bodyPr/>
          <a:lstStyle/>
          <a:p>
            <a:r>
              <a:rPr lang="en-US"/>
              <a:t>Copyright ©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cxnSp>
        <p:nvCxnSpPr>
          <p:cNvPr id="7" name="直線コネクタ 6">
            <a:extLst>
              <a:ext uri="{FF2B5EF4-FFF2-40B4-BE49-F238E27FC236}">
                <a16:creationId xmlns:a16="http://schemas.microsoft.com/office/drawing/2014/main" id="{FBC11A7E-29EC-0147-8188-ACEEB4EB432E}"/>
              </a:ext>
            </a:extLst>
          </p:cNvPr>
          <p:cNvCxnSpPr>
            <a:cxnSpLocks/>
          </p:cNvCxnSpPr>
          <p:nvPr userDrawn="1"/>
        </p:nvCxnSpPr>
        <p:spPr>
          <a:xfrm>
            <a:off x="576000" y="709643"/>
            <a:ext cx="11040000" cy="0"/>
          </a:xfrm>
          <a:prstGeom prst="line">
            <a:avLst/>
          </a:prstGeom>
          <a:ln w="19050">
            <a:solidFill>
              <a:srgbClr val="9A3B5D"/>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924555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a:p>
        </p:txBody>
      </p:sp>
      <p:sp>
        <p:nvSpPr>
          <p:cNvPr id="3" name="Date Placeholder 2"/>
          <p:cNvSpPr>
            <a:spLocks noGrp="1"/>
          </p:cNvSpPr>
          <p:nvPr>
            <p:ph type="dt" sz="half" idx="10"/>
          </p:nvPr>
        </p:nvSpPr>
        <p:spPr/>
        <p:txBody>
          <a:bodyPr/>
          <a:lstStyle/>
          <a:p>
            <a:r>
              <a:rPr lang="en-US" altLang="ja-JP"/>
              <a:t>2024/11/14</a:t>
            </a:r>
            <a:endParaRPr lang="en-US"/>
          </a:p>
        </p:txBody>
      </p:sp>
      <p:sp>
        <p:nvSpPr>
          <p:cNvPr id="4" name="Footer Placeholder 3"/>
          <p:cNvSpPr>
            <a:spLocks noGrp="1"/>
          </p:cNvSpPr>
          <p:nvPr>
            <p:ph type="ftr" sz="quarter" idx="11"/>
          </p:nvPr>
        </p:nvSpPr>
        <p:spPr/>
        <p:txBody>
          <a:bodyPr/>
          <a:lstStyle/>
          <a:p>
            <a:r>
              <a:rPr lang="en-US"/>
              <a:t>Copyright © SystemEXE,Inc All Rights Reserved.</a:t>
            </a:r>
          </a:p>
        </p:txBody>
      </p:sp>
      <p:sp>
        <p:nvSpPr>
          <p:cNvPr id="5" name="Slide Number Placeholder 4"/>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cxnSp>
        <p:nvCxnSpPr>
          <p:cNvPr id="6" name="直線コネクタ 5">
            <a:extLst>
              <a:ext uri="{FF2B5EF4-FFF2-40B4-BE49-F238E27FC236}">
                <a16:creationId xmlns:a16="http://schemas.microsoft.com/office/drawing/2014/main" id="{FBC11A7E-29EC-0147-8188-ACEEB4EB432E}"/>
              </a:ext>
            </a:extLst>
          </p:cNvPr>
          <p:cNvCxnSpPr>
            <a:cxnSpLocks/>
          </p:cNvCxnSpPr>
          <p:nvPr userDrawn="1"/>
        </p:nvCxnSpPr>
        <p:spPr>
          <a:xfrm>
            <a:off x="576000" y="709643"/>
            <a:ext cx="11040000" cy="0"/>
          </a:xfrm>
          <a:prstGeom prst="line">
            <a:avLst/>
          </a:prstGeom>
          <a:ln w="19050">
            <a:solidFill>
              <a:srgbClr val="9A3B5D"/>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777887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目次_10">
    <p:spTree>
      <p:nvGrpSpPr>
        <p:cNvPr id="1" name=""/>
        <p:cNvGrpSpPr/>
        <p:nvPr/>
      </p:nvGrpSpPr>
      <p:grpSpPr>
        <a:xfrm>
          <a:off x="0" y="0"/>
          <a:ext cx="0" cy="0"/>
          <a:chOff x="0" y="0"/>
          <a:chExt cx="0" cy="0"/>
        </a:xfrm>
      </p:grpSpPr>
      <p:sp>
        <p:nvSpPr>
          <p:cNvPr id="2" name="タイトル 1"/>
          <p:cNvSpPr>
            <a:spLocks noGrp="1"/>
          </p:cNvSpPr>
          <p:nvPr>
            <p:ph type="title"/>
          </p:nvPr>
        </p:nvSpPr>
        <p:spPr>
          <a:xfrm>
            <a:off x="576000" y="192000"/>
            <a:ext cx="11040000" cy="480000"/>
          </a:xfrm>
        </p:spPr>
        <p:txBody>
          <a:bodyPr/>
          <a:lstStyle/>
          <a:p>
            <a:r>
              <a:rPr kumimoji="1" lang="ja-JP" altLang="en-US"/>
              <a:t>マスター タイトルの書式設定</a:t>
            </a:r>
          </a:p>
        </p:txBody>
      </p:sp>
      <p:sp>
        <p:nvSpPr>
          <p:cNvPr id="3" name="日付プレースホルダー 2"/>
          <p:cNvSpPr>
            <a:spLocks noGrp="1"/>
          </p:cNvSpPr>
          <p:nvPr>
            <p:ph type="dt" sz="half" idx="10"/>
          </p:nvPr>
        </p:nvSpPr>
        <p:spPr/>
        <p:txBody>
          <a:bodyPr/>
          <a:lstStyle/>
          <a:p>
            <a:r>
              <a:rPr lang="en-US" altLang="ja-JP"/>
              <a:t>2024/11/14</a:t>
            </a:r>
            <a:endParaRPr lang="en-US"/>
          </a:p>
        </p:txBody>
      </p:sp>
      <p:sp>
        <p:nvSpPr>
          <p:cNvPr id="4" name="フッター プレースホルダー 3"/>
          <p:cNvSpPr>
            <a:spLocks noGrp="1"/>
          </p:cNvSpPr>
          <p:nvPr>
            <p:ph type="ftr" sz="quarter" idx="11"/>
          </p:nvPr>
        </p:nvSpPr>
        <p:spPr/>
        <p:txBody>
          <a:bodyPr/>
          <a:lstStyle/>
          <a:p>
            <a:r>
              <a:rPr lang="en-US"/>
              <a:t>Copyright © SystemEXE,Inc All Rights Reserved.</a:t>
            </a:r>
          </a:p>
        </p:txBody>
      </p:sp>
      <p:sp>
        <p:nvSpPr>
          <p:cNvPr id="5" name="スライド番号プレースホルダー 4"/>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533"/>
          </a:p>
        </p:txBody>
      </p:sp>
      <p:sp>
        <p:nvSpPr>
          <p:cNvPr id="7" name="テキスト ボックス 6"/>
          <p:cNvSpPr txBox="1">
            <a:spLocks/>
          </p:cNvSpPr>
          <p:nvPr/>
        </p:nvSpPr>
        <p:spPr>
          <a:xfrm>
            <a:off x="576001" y="1248001"/>
            <a:ext cx="729687" cy="1323439"/>
          </a:xfrm>
          <a:prstGeom prst="rect">
            <a:avLst/>
          </a:prstGeom>
          <a:noFill/>
        </p:spPr>
        <p:txBody>
          <a:bodyPr wrap="none" rtlCol="0">
            <a:spAutoFit/>
          </a:bodyPr>
          <a:lstStyle/>
          <a:p>
            <a:r>
              <a:rPr kumimoji="1" lang="en-US" altLang="ja-JP" sz="8000" b="1">
                <a:solidFill>
                  <a:schemeClr val="bg1">
                    <a:lumMod val="85000"/>
                  </a:schemeClr>
                </a:solidFill>
                <a:latin typeface="游明朝" panose="02020400000000000000" pitchFamily="18" charset="-128"/>
                <a:ea typeface="游明朝" panose="02020400000000000000" pitchFamily="18" charset="-128"/>
              </a:rPr>
              <a:t>1</a:t>
            </a:r>
            <a:endParaRPr kumimoji="1" lang="ja-JP" altLang="en-US" sz="8000" b="1">
              <a:solidFill>
                <a:schemeClr val="bg1">
                  <a:lumMod val="85000"/>
                </a:schemeClr>
              </a:solidFill>
              <a:latin typeface="游明朝" panose="02020400000000000000" pitchFamily="18" charset="-128"/>
              <a:ea typeface="游明朝" panose="02020400000000000000" pitchFamily="18" charset="-128"/>
            </a:endParaRPr>
          </a:p>
        </p:txBody>
      </p:sp>
      <p:sp>
        <p:nvSpPr>
          <p:cNvPr id="8" name="テキスト ボックス 7"/>
          <p:cNvSpPr txBox="1"/>
          <p:nvPr userDrawn="1"/>
        </p:nvSpPr>
        <p:spPr>
          <a:xfrm>
            <a:off x="576002" y="3648001"/>
            <a:ext cx="729687" cy="1323439"/>
          </a:xfrm>
          <a:prstGeom prst="rect">
            <a:avLst/>
          </a:prstGeom>
          <a:noFill/>
        </p:spPr>
        <p:txBody>
          <a:bodyPr wrap="none" rtlCol="0">
            <a:spAutoFit/>
          </a:bodyPr>
          <a:lstStyle/>
          <a:p>
            <a:r>
              <a:rPr kumimoji="1" lang="en-US" altLang="ja-JP" sz="8000" b="1">
                <a:solidFill>
                  <a:schemeClr val="bg1">
                    <a:lumMod val="85000"/>
                  </a:schemeClr>
                </a:solidFill>
                <a:latin typeface="游明朝" panose="02020400000000000000" pitchFamily="18" charset="-128"/>
                <a:ea typeface="游明朝" panose="02020400000000000000" pitchFamily="18" charset="-128"/>
              </a:rPr>
              <a:t>5</a:t>
            </a:r>
            <a:endParaRPr kumimoji="1" lang="ja-JP" altLang="en-US" sz="8000" b="1">
              <a:solidFill>
                <a:schemeClr val="bg1">
                  <a:lumMod val="85000"/>
                </a:schemeClr>
              </a:solidFill>
              <a:latin typeface="游明朝" panose="02020400000000000000" pitchFamily="18" charset="-128"/>
              <a:ea typeface="游明朝" panose="02020400000000000000" pitchFamily="18" charset="-128"/>
            </a:endParaRPr>
          </a:p>
        </p:txBody>
      </p:sp>
      <p:sp>
        <p:nvSpPr>
          <p:cNvPr id="9" name="テキスト ボックス 8"/>
          <p:cNvSpPr txBox="1">
            <a:spLocks/>
          </p:cNvSpPr>
          <p:nvPr/>
        </p:nvSpPr>
        <p:spPr>
          <a:xfrm>
            <a:off x="3552074" y="1248001"/>
            <a:ext cx="729687" cy="1323439"/>
          </a:xfrm>
          <a:prstGeom prst="rect">
            <a:avLst/>
          </a:prstGeom>
          <a:noFill/>
        </p:spPr>
        <p:txBody>
          <a:bodyPr wrap="none" rtlCol="0">
            <a:spAutoFit/>
          </a:bodyPr>
          <a:lstStyle/>
          <a:p>
            <a:r>
              <a:rPr kumimoji="1" lang="en-US" altLang="ja-JP" sz="8000" b="1">
                <a:solidFill>
                  <a:schemeClr val="bg1">
                    <a:lumMod val="85000"/>
                  </a:schemeClr>
                </a:solidFill>
                <a:latin typeface="游明朝" panose="02020400000000000000" pitchFamily="18" charset="-128"/>
                <a:ea typeface="游明朝" panose="02020400000000000000" pitchFamily="18" charset="-128"/>
              </a:rPr>
              <a:t>2</a:t>
            </a:r>
            <a:endParaRPr kumimoji="1" lang="ja-JP" altLang="en-US" sz="8000" b="1">
              <a:solidFill>
                <a:schemeClr val="bg1">
                  <a:lumMod val="85000"/>
                </a:schemeClr>
              </a:solidFill>
              <a:latin typeface="游明朝" panose="02020400000000000000" pitchFamily="18" charset="-128"/>
              <a:ea typeface="游明朝" panose="02020400000000000000" pitchFamily="18" charset="-128"/>
            </a:endParaRPr>
          </a:p>
        </p:txBody>
      </p:sp>
      <p:sp>
        <p:nvSpPr>
          <p:cNvPr id="10" name="テキスト ボックス 9"/>
          <p:cNvSpPr txBox="1">
            <a:spLocks/>
          </p:cNvSpPr>
          <p:nvPr/>
        </p:nvSpPr>
        <p:spPr>
          <a:xfrm>
            <a:off x="6549036" y="1248001"/>
            <a:ext cx="729687" cy="1323439"/>
          </a:xfrm>
          <a:prstGeom prst="rect">
            <a:avLst/>
          </a:prstGeom>
          <a:noFill/>
        </p:spPr>
        <p:txBody>
          <a:bodyPr wrap="none" rtlCol="0">
            <a:spAutoFit/>
          </a:bodyPr>
          <a:lstStyle/>
          <a:p>
            <a:r>
              <a:rPr kumimoji="1" lang="en-US" altLang="ja-JP" sz="8000" b="1">
                <a:solidFill>
                  <a:schemeClr val="bg1">
                    <a:lumMod val="85000"/>
                  </a:schemeClr>
                </a:solidFill>
                <a:latin typeface="游明朝" panose="02020400000000000000" pitchFamily="18" charset="-128"/>
                <a:ea typeface="游明朝" panose="02020400000000000000" pitchFamily="18" charset="-128"/>
              </a:rPr>
              <a:t>3</a:t>
            </a:r>
            <a:endParaRPr kumimoji="1" lang="ja-JP" altLang="en-US" sz="8000" b="1">
              <a:solidFill>
                <a:schemeClr val="bg1">
                  <a:lumMod val="85000"/>
                </a:schemeClr>
              </a:solidFill>
              <a:latin typeface="游明朝" panose="02020400000000000000" pitchFamily="18" charset="-128"/>
              <a:ea typeface="游明朝" panose="02020400000000000000" pitchFamily="18" charset="-128"/>
            </a:endParaRPr>
          </a:p>
        </p:txBody>
      </p:sp>
      <p:sp>
        <p:nvSpPr>
          <p:cNvPr id="11" name="テキスト ボックス 10"/>
          <p:cNvSpPr txBox="1">
            <a:spLocks/>
          </p:cNvSpPr>
          <p:nvPr/>
        </p:nvSpPr>
        <p:spPr>
          <a:xfrm>
            <a:off x="9552003" y="1248001"/>
            <a:ext cx="729687" cy="1323439"/>
          </a:xfrm>
          <a:prstGeom prst="rect">
            <a:avLst/>
          </a:prstGeom>
          <a:noFill/>
        </p:spPr>
        <p:txBody>
          <a:bodyPr wrap="none" rtlCol="0">
            <a:spAutoFit/>
          </a:bodyPr>
          <a:lstStyle/>
          <a:p>
            <a:r>
              <a:rPr kumimoji="1" lang="en-US" altLang="ja-JP" sz="8000" b="1">
                <a:solidFill>
                  <a:schemeClr val="bg1">
                    <a:lumMod val="85000"/>
                  </a:schemeClr>
                </a:solidFill>
                <a:latin typeface="游明朝" panose="02020400000000000000" pitchFamily="18" charset="-128"/>
                <a:ea typeface="游明朝" panose="02020400000000000000" pitchFamily="18" charset="-128"/>
              </a:rPr>
              <a:t>4</a:t>
            </a:r>
            <a:endParaRPr kumimoji="1" lang="ja-JP" altLang="en-US" sz="8000" b="1">
              <a:solidFill>
                <a:schemeClr val="bg1">
                  <a:lumMod val="85000"/>
                </a:schemeClr>
              </a:solidFill>
              <a:latin typeface="游明朝" panose="02020400000000000000" pitchFamily="18" charset="-128"/>
              <a:ea typeface="游明朝" panose="02020400000000000000" pitchFamily="18" charset="-128"/>
            </a:endParaRPr>
          </a:p>
        </p:txBody>
      </p:sp>
      <p:sp>
        <p:nvSpPr>
          <p:cNvPr id="23" name="テキスト ボックス 22"/>
          <p:cNvSpPr txBox="1"/>
          <p:nvPr/>
        </p:nvSpPr>
        <p:spPr>
          <a:xfrm>
            <a:off x="3552075" y="3648001"/>
            <a:ext cx="729687" cy="1323439"/>
          </a:xfrm>
          <a:prstGeom prst="rect">
            <a:avLst/>
          </a:prstGeom>
          <a:noFill/>
        </p:spPr>
        <p:txBody>
          <a:bodyPr wrap="none" rtlCol="0">
            <a:spAutoFit/>
          </a:bodyPr>
          <a:lstStyle/>
          <a:p>
            <a:r>
              <a:rPr kumimoji="1" lang="en-US" altLang="ja-JP" sz="8000" b="1">
                <a:solidFill>
                  <a:schemeClr val="bg1">
                    <a:lumMod val="85000"/>
                  </a:schemeClr>
                </a:solidFill>
                <a:latin typeface="游明朝" panose="02020400000000000000" pitchFamily="18" charset="-128"/>
                <a:ea typeface="游明朝" panose="02020400000000000000" pitchFamily="18" charset="-128"/>
              </a:rPr>
              <a:t>6</a:t>
            </a:r>
            <a:endParaRPr kumimoji="1" lang="ja-JP" altLang="en-US" sz="8000" b="1">
              <a:solidFill>
                <a:schemeClr val="bg1">
                  <a:lumMod val="85000"/>
                </a:schemeClr>
              </a:solidFill>
              <a:latin typeface="游明朝" panose="02020400000000000000" pitchFamily="18" charset="-128"/>
              <a:ea typeface="游明朝" panose="02020400000000000000" pitchFamily="18" charset="-128"/>
            </a:endParaRPr>
          </a:p>
        </p:txBody>
      </p:sp>
      <p:sp>
        <p:nvSpPr>
          <p:cNvPr id="25" name="テキスト ボックス 24"/>
          <p:cNvSpPr txBox="1"/>
          <p:nvPr/>
        </p:nvSpPr>
        <p:spPr>
          <a:xfrm>
            <a:off x="6549037" y="3648001"/>
            <a:ext cx="729687" cy="1323439"/>
          </a:xfrm>
          <a:prstGeom prst="rect">
            <a:avLst/>
          </a:prstGeom>
          <a:noFill/>
        </p:spPr>
        <p:txBody>
          <a:bodyPr wrap="none" rtlCol="0">
            <a:spAutoFit/>
          </a:bodyPr>
          <a:lstStyle/>
          <a:p>
            <a:r>
              <a:rPr kumimoji="1" lang="en-US" altLang="ja-JP" sz="8000" b="1">
                <a:solidFill>
                  <a:schemeClr val="bg1">
                    <a:lumMod val="85000"/>
                  </a:schemeClr>
                </a:solidFill>
                <a:latin typeface="游明朝" panose="02020400000000000000" pitchFamily="18" charset="-128"/>
                <a:ea typeface="游明朝" panose="02020400000000000000" pitchFamily="18" charset="-128"/>
              </a:rPr>
              <a:t>7</a:t>
            </a:r>
            <a:endParaRPr kumimoji="1" lang="ja-JP" altLang="en-US" sz="8000" b="1">
              <a:solidFill>
                <a:schemeClr val="bg1">
                  <a:lumMod val="85000"/>
                </a:schemeClr>
              </a:solidFill>
              <a:latin typeface="游明朝" panose="02020400000000000000" pitchFamily="18" charset="-128"/>
              <a:ea typeface="游明朝" panose="02020400000000000000" pitchFamily="18" charset="-128"/>
            </a:endParaRPr>
          </a:p>
        </p:txBody>
      </p:sp>
      <p:sp>
        <p:nvSpPr>
          <p:cNvPr id="26" name="テキスト ボックス 25"/>
          <p:cNvSpPr txBox="1"/>
          <p:nvPr/>
        </p:nvSpPr>
        <p:spPr>
          <a:xfrm>
            <a:off x="9552004" y="3648001"/>
            <a:ext cx="729687" cy="1323439"/>
          </a:xfrm>
          <a:prstGeom prst="rect">
            <a:avLst/>
          </a:prstGeom>
          <a:noFill/>
        </p:spPr>
        <p:txBody>
          <a:bodyPr wrap="none" rtlCol="0">
            <a:spAutoFit/>
          </a:bodyPr>
          <a:lstStyle/>
          <a:p>
            <a:r>
              <a:rPr kumimoji="1" lang="en-US" altLang="ja-JP" sz="8000" b="1">
                <a:solidFill>
                  <a:schemeClr val="bg1">
                    <a:lumMod val="85000"/>
                  </a:schemeClr>
                </a:solidFill>
                <a:latin typeface="游明朝" panose="02020400000000000000" pitchFamily="18" charset="-128"/>
                <a:ea typeface="游明朝" panose="02020400000000000000" pitchFamily="18" charset="-128"/>
              </a:rPr>
              <a:t>8</a:t>
            </a:r>
            <a:endParaRPr kumimoji="1" lang="ja-JP" altLang="en-US" sz="8000" b="1">
              <a:solidFill>
                <a:schemeClr val="bg1">
                  <a:lumMod val="85000"/>
                </a:schemeClr>
              </a:solidFill>
              <a:latin typeface="游明朝" panose="02020400000000000000" pitchFamily="18" charset="-128"/>
              <a:ea typeface="游明朝" panose="02020400000000000000" pitchFamily="18" charset="-128"/>
            </a:endParaRPr>
          </a:p>
        </p:txBody>
      </p:sp>
      <p:sp>
        <p:nvSpPr>
          <p:cNvPr id="39" name="テキスト プレースホルダー 38"/>
          <p:cNvSpPr>
            <a:spLocks noGrp="1"/>
          </p:cNvSpPr>
          <p:nvPr>
            <p:ph type="body" sz="quarter" idx="13"/>
          </p:nvPr>
        </p:nvSpPr>
        <p:spPr>
          <a:xfrm>
            <a:off x="576000" y="1536000"/>
            <a:ext cx="2064000" cy="768000"/>
          </a:xfrm>
        </p:spPr>
        <p:txBody>
          <a:bodyPr wrap="none" lIns="72000" rIns="72000" anchor="ctr">
            <a:noAutofit/>
          </a:bodyPr>
          <a:lstStyle>
            <a:lvl1pPr algn="ctr">
              <a:lnSpc>
                <a:spcPct val="100000"/>
              </a:lnSpc>
              <a:spcBef>
                <a:spcPts val="0"/>
              </a:spcBef>
              <a:defRPr sz="2000" b="1"/>
            </a:lvl1pPr>
          </a:lstStyle>
          <a:p>
            <a:pPr lvl="0"/>
            <a:endParaRPr kumimoji="1" lang="en-US" altLang="ja-JP"/>
          </a:p>
        </p:txBody>
      </p:sp>
      <p:sp>
        <p:nvSpPr>
          <p:cNvPr id="40" name="テキスト プレースホルダー 38"/>
          <p:cNvSpPr>
            <a:spLocks noGrp="1"/>
          </p:cNvSpPr>
          <p:nvPr>
            <p:ph type="body" sz="quarter" idx="14"/>
          </p:nvPr>
        </p:nvSpPr>
        <p:spPr>
          <a:xfrm>
            <a:off x="576000" y="2304000"/>
            <a:ext cx="2064000" cy="864000"/>
          </a:xfrm>
          <a:solidFill>
            <a:schemeClr val="bg1">
              <a:lumMod val="95000"/>
            </a:schemeClr>
          </a:solidFill>
        </p:spPr>
        <p:txBody>
          <a:bodyPr lIns="72000" rIns="72000" anchor="t">
            <a:noAutofit/>
          </a:bodyPr>
          <a:lstStyle>
            <a:lvl1pPr algn="l">
              <a:lnSpc>
                <a:spcPct val="100000"/>
              </a:lnSpc>
              <a:spcBef>
                <a:spcPts val="0"/>
              </a:spcBef>
              <a:defRPr sz="1600" b="0"/>
            </a:lvl1pPr>
          </a:lstStyle>
          <a:p>
            <a:pPr lvl="0"/>
            <a:endParaRPr kumimoji="1" lang="ja-JP" altLang="en-US"/>
          </a:p>
        </p:txBody>
      </p:sp>
      <p:cxnSp>
        <p:nvCxnSpPr>
          <p:cNvPr id="41" name="直線コネクタ 40">
            <a:extLst>
              <a:ext uri="{FF2B5EF4-FFF2-40B4-BE49-F238E27FC236}">
                <a16:creationId xmlns:a16="http://schemas.microsoft.com/office/drawing/2014/main" id="{FBC11A7E-29EC-0147-8188-ACEEB4EB432E}"/>
              </a:ext>
            </a:extLst>
          </p:cNvPr>
          <p:cNvCxnSpPr>
            <a:cxnSpLocks/>
          </p:cNvCxnSpPr>
          <p:nvPr userDrawn="1"/>
        </p:nvCxnSpPr>
        <p:spPr>
          <a:xfrm>
            <a:off x="576000" y="709643"/>
            <a:ext cx="11040000" cy="0"/>
          </a:xfrm>
          <a:prstGeom prst="line">
            <a:avLst/>
          </a:prstGeom>
          <a:ln w="19050">
            <a:solidFill>
              <a:srgbClr val="9A3B5D"/>
            </a:solidFill>
          </a:ln>
        </p:spPr>
        <p:style>
          <a:lnRef idx="1">
            <a:schemeClr val="accent1"/>
          </a:lnRef>
          <a:fillRef idx="0">
            <a:schemeClr val="accent1"/>
          </a:fillRef>
          <a:effectRef idx="0">
            <a:schemeClr val="accent1"/>
          </a:effectRef>
          <a:fontRef idx="minor">
            <a:schemeClr val="tx1"/>
          </a:fontRef>
        </p:style>
      </p:cxnSp>
      <p:sp>
        <p:nvSpPr>
          <p:cNvPr id="42" name="テキスト プレースホルダー 38"/>
          <p:cNvSpPr>
            <a:spLocks noGrp="1"/>
          </p:cNvSpPr>
          <p:nvPr>
            <p:ph type="body" sz="quarter" idx="15"/>
          </p:nvPr>
        </p:nvSpPr>
        <p:spPr>
          <a:xfrm>
            <a:off x="3552073" y="1536000"/>
            <a:ext cx="2064000" cy="768000"/>
          </a:xfrm>
        </p:spPr>
        <p:txBody>
          <a:bodyPr wrap="none" lIns="72000" rIns="72000" anchor="ctr">
            <a:noAutofit/>
          </a:bodyPr>
          <a:lstStyle>
            <a:lvl1pPr algn="ctr">
              <a:lnSpc>
                <a:spcPct val="100000"/>
              </a:lnSpc>
              <a:spcBef>
                <a:spcPts val="0"/>
              </a:spcBef>
              <a:defRPr sz="2000" b="1"/>
            </a:lvl1pPr>
          </a:lstStyle>
          <a:p>
            <a:pPr lvl="0"/>
            <a:endParaRPr kumimoji="1" lang="ja-JP" altLang="en-US"/>
          </a:p>
        </p:txBody>
      </p:sp>
      <p:sp>
        <p:nvSpPr>
          <p:cNvPr id="43" name="テキスト プレースホルダー 38"/>
          <p:cNvSpPr>
            <a:spLocks noGrp="1"/>
          </p:cNvSpPr>
          <p:nvPr>
            <p:ph type="body" sz="quarter" idx="16"/>
          </p:nvPr>
        </p:nvSpPr>
        <p:spPr>
          <a:xfrm>
            <a:off x="3552073" y="2304000"/>
            <a:ext cx="2064000" cy="864000"/>
          </a:xfrm>
          <a:solidFill>
            <a:schemeClr val="bg1">
              <a:lumMod val="95000"/>
            </a:schemeClr>
          </a:solidFill>
        </p:spPr>
        <p:txBody>
          <a:bodyPr lIns="72000" rIns="72000" anchor="t">
            <a:noAutofit/>
          </a:bodyPr>
          <a:lstStyle>
            <a:lvl1pPr algn="l">
              <a:lnSpc>
                <a:spcPct val="100000"/>
              </a:lnSpc>
              <a:spcBef>
                <a:spcPts val="0"/>
              </a:spcBef>
              <a:defRPr sz="1600" b="0"/>
            </a:lvl1pPr>
          </a:lstStyle>
          <a:p>
            <a:pPr lvl="0"/>
            <a:endParaRPr kumimoji="1" lang="ja-JP" altLang="en-US"/>
          </a:p>
        </p:txBody>
      </p:sp>
      <p:sp>
        <p:nvSpPr>
          <p:cNvPr id="44" name="テキスト プレースホルダー 38"/>
          <p:cNvSpPr>
            <a:spLocks noGrp="1"/>
          </p:cNvSpPr>
          <p:nvPr>
            <p:ph type="body" sz="quarter" idx="17"/>
          </p:nvPr>
        </p:nvSpPr>
        <p:spPr>
          <a:xfrm>
            <a:off x="6549035" y="1536000"/>
            <a:ext cx="2064000" cy="768000"/>
          </a:xfrm>
        </p:spPr>
        <p:txBody>
          <a:bodyPr wrap="none" lIns="72000" rIns="72000" anchor="ctr">
            <a:noAutofit/>
          </a:bodyPr>
          <a:lstStyle>
            <a:lvl1pPr algn="ctr">
              <a:lnSpc>
                <a:spcPct val="100000"/>
              </a:lnSpc>
              <a:spcBef>
                <a:spcPts val="0"/>
              </a:spcBef>
              <a:defRPr sz="2000" b="1"/>
            </a:lvl1pPr>
          </a:lstStyle>
          <a:p>
            <a:pPr lvl="0"/>
            <a:endParaRPr kumimoji="1" lang="ja-JP" altLang="en-US"/>
          </a:p>
        </p:txBody>
      </p:sp>
      <p:sp>
        <p:nvSpPr>
          <p:cNvPr id="45" name="テキスト プレースホルダー 38"/>
          <p:cNvSpPr>
            <a:spLocks noGrp="1"/>
          </p:cNvSpPr>
          <p:nvPr>
            <p:ph type="body" sz="quarter" idx="18"/>
          </p:nvPr>
        </p:nvSpPr>
        <p:spPr>
          <a:xfrm>
            <a:off x="6549035" y="2304000"/>
            <a:ext cx="2064000" cy="864000"/>
          </a:xfrm>
          <a:solidFill>
            <a:schemeClr val="bg1">
              <a:lumMod val="95000"/>
            </a:schemeClr>
          </a:solidFill>
        </p:spPr>
        <p:txBody>
          <a:bodyPr lIns="72000" rIns="72000" anchor="t">
            <a:noAutofit/>
          </a:bodyPr>
          <a:lstStyle>
            <a:lvl1pPr algn="l">
              <a:lnSpc>
                <a:spcPct val="100000"/>
              </a:lnSpc>
              <a:spcBef>
                <a:spcPts val="0"/>
              </a:spcBef>
              <a:defRPr sz="1600" b="0"/>
            </a:lvl1pPr>
          </a:lstStyle>
          <a:p>
            <a:pPr lvl="0"/>
            <a:endParaRPr kumimoji="1" lang="ja-JP" altLang="en-US"/>
          </a:p>
        </p:txBody>
      </p:sp>
      <p:sp>
        <p:nvSpPr>
          <p:cNvPr id="46" name="テキスト プレースホルダー 38"/>
          <p:cNvSpPr>
            <a:spLocks noGrp="1"/>
          </p:cNvSpPr>
          <p:nvPr>
            <p:ph type="body" sz="quarter" idx="19"/>
          </p:nvPr>
        </p:nvSpPr>
        <p:spPr>
          <a:xfrm>
            <a:off x="9552002" y="1536000"/>
            <a:ext cx="2064000" cy="768000"/>
          </a:xfrm>
        </p:spPr>
        <p:txBody>
          <a:bodyPr wrap="none" lIns="72000" rIns="72000" anchor="ctr">
            <a:noAutofit/>
          </a:bodyPr>
          <a:lstStyle>
            <a:lvl1pPr algn="ctr">
              <a:lnSpc>
                <a:spcPct val="100000"/>
              </a:lnSpc>
              <a:spcBef>
                <a:spcPts val="0"/>
              </a:spcBef>
              <a:defRPr sz="2000" b="1"/>
            </a:lvl1pPr>
          </a:lstStyle>
          <a:p>
            <a:pPr lvl="0"/>
            <a:endParaRPr kumimoji="1" lang="ja-JP" altLang="en-US"/>
          </a:p>
        </p:txBody>
      </p:sp>
      <p:sp>
        <p:nvSpPr>
          <p:cNvPr id="47" name="テキスト プレースホルダー 38"/>
          <p:cNvSpPr>
            <a:spLocks noGrp="1"/>
          </p:cNvSpPr>
          <p:nvPr>
            <p:ph type="body" sz="quarter" idx="20"/>
          </p:nvPr>
        </p:nvSpPr>
        <p:spPr>
          <a:xfrm>
            <a:off x="9552002" y="2304000"/>
            <a:ext cx="2064000" cy="864000"/>
          </a:xfrm>
          <a:solidFill>
            <a:schemeClr val="bg1">
              <a:lumMod val="95000"/>
            </a:schemeClr>
          </a:solidFill>
        </p:spPr>
        <p:txBody>
          <a:bodyPr lIns="72000" rIns="72000" anchor="t">
            <a:noAutofit/>
          </a:bodyPr>
          <a:lstStyle>
            <a:lvl1pPr algn="l">
              <a:lnSpc>
                <a:spcPct val="100000"/>
              </a:lnSpc>
              <a:spcBef>
                <a:spcPts val="0"/>
              </a:spcBef>
              <a:defRPr sz="1600" b="0"/>
            </a:lvl1pPr>
          </a:lstStyle>
          <a:p>
            <a:pPr lvl="0"/>
            <a:endParaRPr kumimoji="1" lang="ja-JP" altLang="en-US"/>
          </a:p>
        </p:txBody>
      </p:sp>
      <p:sp>
        <p:nvSpPr>
          <p:cNvPr id="48" name="テキスト プレースホルダー 38"/>
          <p:cNvSpPr>
            <a:spLocks noGrp="1"/>
          </p:cNvSpPr>
          <p:nvPr>
            <p:ph type="body" sz="quarter" idx="21"/>
          </p:nvPr>
        </p:nvSpPr>
        <p:spPr>
          <a:xfrm>
            <a:off x="576001" y="3936000"/>
            <a:ext cx="2064000" cy="768000"/>
          </a:xfrm>
        </p:spPr>
        <p:txBody>
          <a:bodyPr wrap="none" lIns="72000" rIns="72000" anchor="ctr">
            <a:noAutofit/>
          </a:bodyPr>
          <a:lstStyle>
            <a:lvl1pPr algn="ctr">
              <a:lnSpc>
                <a:spcPct val="100000"/>
              </a:lnSpc>
              <a:spcBef>
                <a:spcPts val="0"/>
              </a:spcBef>
              <a:defRPr sz="2000" b="1"/>
            </a:lvl1pPr>
          </a:lstStyle>
          <a:p>
            <a:pPr lvl="0"/>
            <a:endParaRPr kumimoji="1" lang="ja-JP" altLang="en-US"/>
          </a:p>
        </p:txBody>
      </p:sp>
      <p:sp>
        <p:nvSpPr>
          <p:cNvPr id="49" name="テキスト プレースホルダー 38"/>
          <p:cNvSpPr>
            <a:spLocks noGrp="1"/>
          </p:cNvSpPr>
          <p:nvPr>
            <p:ph type="body" sz="quarter" idx="22"/>
          </p:nvPr>
        </p:nvSpPr>
        <p:spPr>
          <a:xfrm>
            <a:off x="576001" y="4704000"/>
            <a:ext cx="2064000" cy="864000"/>
          </a:xfrm>
          <a:solidFill>
            <a:schemeClr val="bg1">
              <a:lumMod val="95000"/>
            </a:schemeClr>
          </a:solidFill>
        </p:spPr>
        <p:txBody>
          <a:bodyPr lIns="72000" rIns="72000" anchor="t">
            <a:noAutofit/>
          </a:bodyPr>
          <a:lstStyle>
            <a:lvl1pPr algn="l">
              <a:lnSpc>
                <a:spcPct val="100000"/>
              </a:lnSpc>
              <a:spcBef>
                <a:spcPts val="0"/>
              </a:spcBef>
              <a:defRPr sz="1600" b="0"/>
            </a:lvl1pPr>
          </a:lstStyle>
          <a:p>
            <a:pPr lvl="0"/>
            <a:endParaRPr kumimoji="1" lang="ja-JP" altLang="en-US"/>
          </a:p>
        </p:txBody>
      </p:sp>
      <p:sp>
        <p:nvSpPr>
          <p:cNvPr id="50" name="テキスト プレースホルダー 38"/>
          <p:cNvSpPr>
            <a:spLocks noGrp="1"/>
          </p:cNvSpPr>
          <p:nvPr>
            <p:ph type="body" sz="quarter" idx="23"/>
          </p:nvPr>
        </p:nvSpPr>
        <p:spPr>
          <a:xfrm>
            <a:off x="3552074" y="3936000"/>
            <a:ext cx="2064000" cy="768000"/>
          </a:xfrm>
        </p:spPr>
        <p:txBody>
          <a:bodyPr wrap="none" lIns="72000" rIns="72000" anchor="ctr">
            <a:noAutofit/>
          </a:bodyPr>
          <a:lstStyle>
            <a:lvl1pPr algn="ctr">
              <a:lnSpc>
                <a:spcPct val="100000"/>
              </a:lnSpc>
              <a:spcBef>
                <a:spcPts val="0"/>
              </a:spcBef>
              <a:defRPr sz="2000" b="1"/>
            </a:lvl1pPr>
          </a:lstStyle>
          <a:p>
            <a:pPr lvl="0"/>
            <a:endParaRPr kumimoji="1" lang="ja-JP" altLang="en-US"/>
          </a:p>
        </p:txBody>
      </p:sp>
      <p:sp>
        <p:nvSpPr>
          <p:cNvPr id="51" name="テキスト プレースホルダー 38"/>
          <p:cNvSpPr>
            <a:spLocks noGrp="1"/>
          </p:cNvSpPr>
          <p:nvPr>
            <p:ph type="body" sz="quarter" idx="24"/>
          </p:nvPr>
        </p:nvSpPr>
        <p:spPr>
          <a:xfrm>
            <a:off x="3552074" y="4704000"/>
            <a:ext cx="2064000" cy="864000"/>
          </a:xfrm>
          <a:solidFill>
            <a:schemeClr val="bg1">
              <a:lumMod val="95000"/>
            </a:schemeClr>
          </a:solidFill>
        </p:spPr>
        <p:txBody>
          <a:bodyPr lIns="72000" rIns="72000" anchor="t">
            <a:noAutofit/>
          </a:bodyPr>
          <a:lstStyle>
            <a:lvl1pPr algn="l">
              <a:lnSpc>
                <a:spcPct val="100000"/>
              </a:lnSpc>
              <a:spcBef>
                <a:spcPts val="0"/>
              </a:spcBef>
              <a:defRPr sz="1600" b="0"/>
            </a:lvl1pPr>
          </a:lstStyle>
          <a:p>
            <a:pPr lvl="0"/>
            <a:endParaRPr kumimoji="1" lang="ja-JP" altLang="en-US"/>
          </a:p>
        </p:txBody>
      </p:sp>
      <p:sp>
        <p:nvSpPr>
          <p:cNvPr id="52" name="テキスト プレースホルダー 38"/>
          <p:cNvSpPr>
            <a:spLocks noGrp="1"/>
          </p:cNvSpPr>
          <p:nvPr>
            <p:ph type="body" sz="quarter" idx="25"/>
          </p:nvPr>
        </p:nvSpPr>
        <p:spPr>
          <a:xfrm>
            <a:off x="6549036" y="3936000"/>
            <a:ext cx="2064000" cy="768000"/>
          </a:xfrm>
        </p:spPr>
        <p:txBody>
          <a:bodyPr wrap="none" lIns="72000" rIns="72000" anchor="ctr">
            <a:noAutofit/>
          </a:bodyPr>
          <a:lstStyle>
            <a:lvl1pPr algn="ctr">
              <a:lnSpc>
                <a:spcPct val="100000"/>
              </a:lnSpc>
              <a:spcBef>
                <a:spcPts val="0"/>
              </a:spcBef>
              <a:defRPr sz="2000" b="1"/>
            </a:lvl1pPr>
          </a:lstStyle>
          <a:p>
            <a:pPr lvl="0"/>
            <a:endParaRPr kumimoji="1" lang="ja-JP" altLang="en-US"/>
          </a:p>
        </p:txBody>
      </p:sp>
      <p:sp>
        <p:nvSpPr>
          <p:cNvPr id="53" name="テキスト プレースホルダー 38"/>
          <p:cNvSpPr>
            <a:spLocks noGrp="1"/>
          </p:cNvSpPr>
          <p:nvPr>
            <p:ph type="body" sz="quarter" idx="26"/>
          </p:nvPr>
        </p:nvSpPr>
        <p:spPr>
          <a:xfrm>
            <a:off x="6549036" y="4704000"/>
            <a:ext cx="2064000" cy="864000"/>
          </a:xfrm>
          <a:solidFill>
            <a:schemeClr val="bg1">
              <a:lumMod val="95000"/>
            </a:schemeClr>
          </a:solidFill>
        </p:spPr>
        <p:txBody>
          <a:bodyPr lIns="72000" rIns="72000" anchor="t">
            <a:noAutofit/>
          </a:bodyPr>
          <a:lstStyle>
            <a:lvl1pPr algn="l">
              <a:lnSpc>
                <a:spcPct val="100000"/>
              </a:lnSpc>
              <a:spcBef>
                <a:spcPts val="0"/>
              </a:spcBef>
              <a:defRPr sz="1600" b="0"/>
            </a:lvl1pPr>
          </a:lstStyle>
          <a:p>
            <a:pPr lvl="0"/>
            <a:endParaRPr kumimoji="1" lang="ja-JP" altLang="en-US"/>
          </a:p>
        </p:txBody>
      </p:sp>
      <p:sp>
        <p:nvSpPr>
          <p:cNvPr id="54" name="テキスト プレースホルダー 38"/>
          <p:cNvSpPr>
            <a:spLocks noGrp="1"/>
          </p:cNvSpPr>
          <p:nvPr>
            <p:ph type="body" sz="quarter" idx="27"/>
          </p:nvPr>
        </p:nvSpPr>
        <p:spPr>
          <a:xfrm>
            <a:off x="9552003" y="3936000"/>
            <a:ext cx="2064000" cy="768000"/>
          </a:xfrm>
        </p:spPr>
        <p:txBody>
          <a:bodyPr wrap="none" lIns="72000" rIns="72000" anchor="ctr">
            <a:noAutofit/>
          </a:bodyPr>
          <a:lstStyle>
            <a:lvl1pPr algn="ctr">
              <a:lnSpc>
                <a:spcPct val="100000"/>
              </a:lnSpc>
              <a:spcBef>
                <a:spcPts val="0"/>
              </a:spcBef>
              <a:defRPr sz="2000" b="1"/>
            </a:lvl1pPr>
          </a:lstStyle>
          <a:p>
            <a:pPr lvl="0"/>
            <a:endParaRPr kumimoji="1" lang="ja-JP" altLang="en-US"/>
          </a:p>
        </p:txBody>
      </p:sp>
      <p:sp>
        <p:nvSpPr>
          <p:cNvPr id="55" name="テキスト プレースホルダー 38"/>
          <p:cNvSpPr>
            <a:spLocks noGrp="1"/>
          </p:cNvSpPr>
          <p:nvPr>
            <p:ph type="body" sz="quarter" idx="28"/>
          </p:nvPr>
        </p:nvSpPr>
        <p:spPr>
          <a:xfrm>
            <a:off x="9552003" y="4704000"/>
            <a:ext cx="2064000" cy="864000"/>
          </a:xfrm>
          <a:solidFill>
            <a:schemeClr val="bg1">
              <a:lumMod val="95000"/>
            </a:schemeClr>
          </a:solidFill>
        </p:spPr>
        <p:txBody>
          <a:bodyPr lIns="72000" rIns="72000" anchor="t">
            <a:noAutofit/>
          </a:bodyPr>
          <a:lstStyle>
            <a:lvl1pPr algn="l">
              <a:lnSpc>
                <a:spcPct val="100000"/>
              </a:lnSpc>
              <a:spcBef>
                <a:spcPts val="0"/>
              </a:spcBef>
              <a:defRPr sz="1600" b="0"/>
            </a:lvl1pPr>
          </a:lstStyle>
          <a:p>
            <a:pPr lvl="0"/>
            <a:endParaRPr kumimoji="1" lang="ja-JP" altLang="en-US"/>
          </a:p>
        </p:txBody>
      </p:sp>
    </p:spTree>
    <p:extLst>
      <p:ext uri="{BB962C8B-B14F-4D97-AF65-F5344CB8AC3E}">
        <p14:creationId xmlns:p14="http://schemas.microsoft.com/office/powerpoint/2010/main" val="34240028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セクション見出し_1">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2024/11/14</a:t>
            </a:r>
            <a:endParaRPr lang="en-US"/>
          </a:p>
        </p:txBody>
      </p:sp>
      <p:sp>
        <p:nvSpPr>
          <p:cNvPr id="5" name="Footer Placeholder 4"/>
          <p:cNvSpPr>
            <a:spLocks noGrp="1"/>
          </p:cNvSpPr>
          <p:nvPr>
            <p:ph type="ftr" sz="quarter" idx="11"/>
          </p:nvPr>
        </p:nvSpPr>
        <p:spPr/>
        <p:txBody>
          <a:bodyPr/>
          <a:lstStyle/>
          <a:p>
            <a:r>
              <a:rPr lang="en-US"/>
              <a:t>Copyright ©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sp>
        <p:nvSpPr>
          <p:cNvPr id="21" name="正方形/長方形 20">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23"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pic>
        <p:nvPicPr>
          <p:cNvPr id="24" name="図 23">
            <a:extLst>
              <a:ext uri="{FF2B5EF4-FFF2-40B4-BE49-F238E27FC236}">
                <a16:creationId xmlns:a16="http://schemas.microsoft.com/office/drawing/2014/main" id="{F46E3783-8969-F042-AEFB-E6C22717CB05}"/>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7"/>
            <a:ext cx="351790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Tree>
    <p:extLst>
      <p:ext uri="{BB962C8B-B14F-4D97-AF65-F5344CB8AC3E}">
        <p14:creationId xmlns:p14="http://schemas.microsoft.com/office/powerpoint/2010/main" val="32883210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セクション見出し_2">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2024/11/14</a:t>
            </a:r>
            <a:endParaRPr lang="en-US"/>
          </a:p>
        </p:txBody>
      </p:sp>
      <p:sp>
        <p:nvSpPr>
          <p:cNvPr id="5" name="Footer Placeholder 4"/>
          <p:cNvSpPr>
            <a:spLocks noGrp="1"/>
          </p:cNvSpPr>
          <p:nvPr>
            <p:ph type="ftr" sz="quarter" idx="11"/>
          </p:nvPr>
        </p:nvSpPr>
        <p:spPr/>
        <p:txBody>
          <a:bodyPr/>
          <a:lstStyle/>
          <a:p>
            <a:r>
              <a:rPr lang="en-US"/>
              <a:t>Copyright ©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055D30C4-CAC8-2E43-8AC9-139C13DA26B3}"/>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1" y="2258466"/>
            <a:ext cx="381000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40662858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セクション見出し_3">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2024/11/14</a:t>
            </a:r>
            <a:endParaRPr lang="en-US"/>
          </a:p>
        </p:txBody>
      </p:sp>
      <p:sp>
        <p:nvSpPr>
          <p:cNvPr id="5" name="Footer Placeholder 4"/>
          <p:cNvSpPr>
            <a:spLocks noGrp="1"/>
          </p:cNvSpPr>
          <p:nvPr>
            <p:ph type="ftr" sz="quarter" idx="11"/>
          </p:nvPr>
        </p:nvSpPr>
        <p:spPr/>
        <p:txBody>
          <a:bodyPr/>
          <a:lstStyle/>
          <a:p>
            <a:r>
              <a:rPr lang="en-US"/>
              <a:t>Copyright ©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3" name="図 12">
            <a:extLst>
              <a:ext uri="{FF2B5EF4-FFF2-40B4-BE49-F238E27FC236}">
                <a16:creationId xmlns:a16="http://schemas.microsoft.com/office/drawing/2014/main" id="{EFCF8B92-5079-A849-A76B-B3D7BB9532AA}"/>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1" y="2258466"/>
            <a:ext cx="379095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2" name="正方形/長方形 11">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40561541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セクション見出し_4">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2024/11/14</a:t>
            </a:r>
            <a:endParaRPr lang="en-US"/>
          </a:p>
        </p:txBody>
      </p:sp>
      <p:sp>
        <p:nvSpPr>
          <p:cNvPr id="5" name="Footer Placeholder 4"/>
          <p:cNvSpPr>
            <a:spLocks noGrp="1"/>
          </p:cNvSpPr>
          <p:nvPr>
            <p:ph type="ftr" sz="quarter" idx="11"/>
          </p:nvPr>
        </p:nvSpPr>
        <p:spPr/>
        <p:txBody>
          <a:bodyPr/>
          <a:lstStyle/>
          <a:p>
            <a:r>
              <a:rPr lang="en-US"/>
              <a:t>Copyright ©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77D795D9-D515-7943-A185-DDAE04C1D387}"/>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1" y="2258464"/>
            <a:ext cx="3759201"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32460363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セクション見出し_5">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2024/11/14</a:t>
            </a:r>
            <a:endParaRPr lang="en-US"/>
          </a:p>
        </p:txBody>
      </p:sp>
      <p:sp>
        <p:nvSpPr>
          <p:cNvPr id="5" name="Footer Placeholder 4"/>
          <p:cNvSpPr>
            <a:spLocks noGrp="1"/>
          </p:cNvSpPr>
          <p:nvPr>
            <p:ph type="ftr" sz="quarter" idx="11"/>
          </p:nvPr>
        </p:nvSpPr>
        <p:spPr/>
        <p:txBody>
          <a:bodyPr/>
          <a:lstStyle/>
          <a:p>
            <a:r>
              <a:rPr lang="en-US"/>
              <a:t>Copyright ©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3" name="図 12">
            <a:extLst>
              <a:ext uri="{FF2B5EF4-FFF2-40B4-BE49-F238E27FC236}">
                <a16:creationId xmlns:a16="http://schemas.microsoft.com/office/drawing/2014/main" id="{6EDF2FC6-1D05-234D-BFDB-6C1848F0C408}"/>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6"/>
            <a:ext cx="382905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2" name="正方形/長方形 11">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24314860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セクション見出し_6">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2024/11/14</a:t>
            </a:r>
            <a:endParaRPr lang="en-US"/>
          </a:p>
        </p:txBody>
      </p:sp>
      <p:sp>
        <p:nvSpPr>
          <p:cNvPr id="5" name="Footer Placeholder 4"/>
          <p:cNvSpPr>
            <a:spLocks noGrp="1"/>
          </p:cNvSpPr>
          <p:nvPr>
            <p:ph type="ftr" sz="quarter" idx="11"/>
          </p:nvPr>
        </p:nvSpPr>
        <p:spPr/>
        <p:txBody>
          <a:bodyPr/>
          <a:lstStyle/>
          <a:p>
            <a:r>
              <a:rPr lang="en-US"/>
              <a:t>Copyright ©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A88F7372-C6AD-A745-ADD5-0755C27AAF78}"/>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4"/>
            <a:ext cx="3822701"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242832702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セクション見出し_7">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2024/11/14</a:t>
            </a:r>
            <a:endParaRPr lang="en-US"/>
          </a:p>
        </p:txBody>
      </p:sp>
      <p:sp>
        <p:nvSpPr>
          <p:cNvPr id="5" name="Footer Placeholder 4"/>
          <p:cNvSpPr>
            <a:spLocks noGrp="1"/>
          </p:cNvSpPr>
          <p:nvPr>
            <p:ph type="ftr" sz="quarter" idx="11"/>
          </p:nvPr>
        </p:nvSpPr>
        <p:spPr/>
        <p:txBody>
          <a:bodyPr/>
          <a:lstStyle/>
          <a:p>
            <a:r>
              <a:rPr lang="en-US"/>
              <a:t>Copyright ©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3" name="図 12">
            <a:extLst>
              <a:ext uri="{FF2B5EF4-FFF2-40B4-BE49-F238E27FC236}">
                <a16:creationId xmlns:a16="http://schemas.microsoft.com/office/drawing/2014/main" id="{5B467C42-11F0-014D-BB0B-3726E4832A4B}"/>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1" y="2258466"/>
            <a:ext cx="381000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2" name="正方形/長方形 11">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97431800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セクション見出し_8">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2024/11/14</a:t>
            </a:r>
            <a:endParaRPr lang="en-US"/>
          </a:p>
        </p:txBody>
      </p:sp>
      <p:sp>
        <p:nvSpPr>
          <p:cNvPr id="5" name="Footer Placeholder 4"/>
          <p:cNvSpPr>
            <a:spLocks noGrp="1"/>
          </p:cNvSpPr>
          <p:nvPr>
            <p:ph type="ftr" sz="quarter" idx="11"/>
          </p:nvPr>
        </p:nvSpPr>
        <p:spPr/>
        <p:txBody>
          <a:bodyPr/>
          <a:lstStyle/>
          <a:p>
            <a:r>
              <a:rPr lang="en-US"/>
              <a:t>Copyright ©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62F1E800-89BC-AC4A-B7B7-9C3612421E27}"/>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4"/>
            <a:ext cx="3778251"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101302647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セクション見出し_9">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2024/11/14</a:t>
            </a:r>
            <a:endParaRPr lang="en-US"/>
          </a:p>
        </p:txBody>
      </p:sp>
      <p:sp>
        <p:nvSpPr>
          <p:cNvPr id="5" name="Footer Placeholder 4"/>
          <p:cNvSpPr>
            <a:spLocks noGrp="1"/>
          </p:cNvSpPr>
          <p:nvPr>
            <p:ph type="ftr" sz="quarter" idx="11"/>
          </p:nvPr>
        </p:nvSpPr>
        <p:spPr/>
        <p:txBody>
          <a:bodyPr/>
          <a:lstStyle/>
          <a:p>
            <a:r>
              <a:rPr lang="en-US"/>
              <a:t>Copyright ©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3" name="図 12">
            <a:extLst>
              <a:ext uri="{FF2B5EF4-FFF2-40B4-BE49-F238E27FC236}">
                <a16:creationId xmlns:a16="http://schemas.microsoft.com/office/drawing/2014/main" id="{123C138A-4F38-464A-8513-3908AEB3E066}"/>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4"/>
            <a:ext cx="3822701"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2" name="正方形/長方形 11">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33754056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セクション見出し_10">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2024/11/14</a:t>
            </a:r>
            <a:endParaRPr lang="en-US"/>
          </a:p>
        </p:txBody>
      </p:sp>
      <p:sp>
        <p:nvSpPr>
          <p:cNvPr id="5" name="Footer Placeholder 4"/>
          <p:cNvSpPr>
            <a:spLocks noGrp="1"/>
          </p:cNvSpPr>
          <p:nvPr>
            <p:ph type="ftr" sz="quarter" idx="11"/>
          </p:nvPr>
        </p:nvSpPr>
        <p:spPr/>
        <p:txBody>
          <a:bodyPr/>
          <a:lstStyle/>
          <a:p>
            <a:r>
              <a:rPr lang="en-US"/>
              <a:t>Copyright ©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7372B925-BE4F-654A-B108-6CD768070805}"/>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6"/>
            <a:ext cx="351790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300977232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セクション見出し_11">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2024/11/14</a:t>
            </a:r>
            <a:endParaRPr lang="en-US"/>
          </a:p>
        </p:txBody>
      </p:sp>
      <p:sp>
        <p:nvSpPr>
          <p:cNvPr id="5" name="Footer Placeholder 4"/>
          <p:cNvSpPr>
            <a:spLocks noGrp="1"/>
          </p:cNvSpPr>
          <p:nvPr>
            <p:ph type="ftr" sz="quarter" idx="11"/>
          </p:nvPr>
        </p:nvSpPr>
        <p:spPr/>
        <p:txBody>
          <a:bodyPr/>
          <a:lstStyle/>
          <a:p>
            <a:r>
              <a:rPr lang="en-US"/>
              <a:t>Copyright ©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3" name="図 12">
            <a:extLst>
              <a:ext uri="{FF2B5EF4-FFF2-40B4-BE49-F238E27FC236}">
                <a16:creationId xmlns:a16="http://schemas.microsoft.com/office/drawing/2014/main" id="{53B38661-B790-F94B-9CC2-2C79D3EAD5F6}"/>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6"/>
            <a:ext cx="351790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2" name="正方形/長方形 11">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396746035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セクション見出し_12">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2024/11/14</a:t>
            </a:r>
            <a:endParaRPr lang="en-US"/>
          </a:p>
        </p:txBody>
      </p:sp>
      <p:sp>
        <p:nvSpPr>
          <p:cNvPr id="5" name="Footer Placeholder 4"/>
          <p:cNvSpPr>
            <a:spLocks noGrp="1"/>
          </p:cNvSpPr>
          <p:nvPr>
            <p:ph type="ftr" sz="quarter" idx="11"/>
          </p:nvPr>
        </p:nvSpPr>
        <p:spPr/>
        <p:txBody>
          <a:bodyPr/>
          <a:lstStyle/>
          <a:p>
            <a:r>
              <a:rPr lang="en-US"/>
              <a:t>Copyright ©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8C05D1CE-187C-7B4B-B162-14D3E8322852}"/>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4"/>
            <a:ext cx="3517901"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255496779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セクション見出し_13">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2024/11/14</a:t>
            </a:r>
            <a:endParaRPr lang="en-US"/>
          </a:p>
        </p:txBody>
      </p:sp>
      <p:sp>
        <p:nvSpPr>
          <p:cNvPr id="5" name="Footer Placeholder 4"/>
          <p:cNvSpPr>
            <a:spLocks noGrp="1"/>
          </p:cNvSpPr>
          <p:nvPr>
            <p:ph type="ftr" sz="quarter" idx="11"/>
          </p:nvPr>
        </p:nvSpPr>
        <p:spPr/>
        <p:txBody>
          <a:bodyPr/>
          <a:lstStyle/>
          <a:p>
            <a:r>
              <a:rPr lang="en-US"/>
              <a:t>Copyright ©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3" name="図 12">
            <a:extLst>
              <a:ext uri="{FF2B5EF4-FFF2-40B4-BE49-F238E27FC236}">
                <a16:creationId xmlns:a16="http://schemas.microsoft.com/office/drawing/2014/main" id="{3633C1CF-F716-2E45-8568-C6E0FC0ED9D3}"/>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4"/>
            <a:ext cx="3517901"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2" name="正方形/長方形 11">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179052524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セクション見出し_14">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2024/11/14</a:t>
            </a:r>
            <a:endParaRPr lang="en-US"/>
          </a:p>
        </p:txBody>
      </p:sp>
      <p:sp>
        <p:nvSpPr>
          <p:cNvPr id="5" name="Footer Placeholder 4"/>
          <p:cNvSpPr>
            <a:spLocks noGrp="1"/>
          </p:cNvSpPr>
          <p:nvPr>
            <p:ph type="ftr" sz="quarter" idx="11"/>
          </p:nvPr>
        </p:nvSpPr>
        <p:spPr/>
        <p:txBody>
          <a:bodyPr/>
          <a:lstStyle/>
          <a:p>
            <a:r>
              <a:rPr lang="en-US"/>
              <a:t>Copyright ©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7056F889-4155-4A41-83A5-44D734D8E95C}"/>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4"/>
            <a:ext cx="3517901"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377972260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セクション見出し_15">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2024/11/14</a:t>
            </a:r>
            <a:endParaRPr lang="en-US"/>
          </a:p>
        </p:txBody>
      </p:sp>
      <p:sp>
        <p:nvSpPr>
          <p:cNvPr id="5" name="Footer Placeholder 4"/>
          <p:cNvSpPr>
            <a:spLocks noGrp="1"/>
          </p:cNvSpPr>
          <p:nvPr>
            <p:ph type="ftr" sz="quarter" idx="11"/>
          </p:nvPr>
        </p:nvSpPr>
        <p:spPr/>
        <p:txBody>
          <a:bodyPr/>
          <a:lstStyle/>
          <a:p>
            <a:r>
              <a:rPr lang="en-US"/>
              <a:t>Copyright ©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3" name="図 12">
            <a:extLst>
              <a:ext uri="{FF2B5EF4-FFF2-40B4-BE49-F238E27FC236}">
                <a16:creationId xmlns:a16="http://schemas.microsoft.com/office/drawing/2014/main" id="{CEF53B95-EC99-B74D-A477-016CCD3E82FB}"/>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4"/>
            <a:ext cx="3517901"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2" name="正方形/長方形 11">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198079182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セクション見出し_16">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2024/11/14</a:t>
            </a:r>
            <a:endParaRPr lang="en-US"/>
          </a:p>
        </p:txBody>
      </p:sp>
      <p:sp>
        <p:nvSpPr>
          <p:cNvPr id="5" name="Footer Placeholder 4"/>
          <p:cNvSpPr>
            <a:spLocks noGrp="1"/>
          </p:cNvSpPr>
          <p:nvPr>
            <p:ph type="ftr" sz="quarter" idx="11"/>
          </p:nvPr>
        </p:nvSpPr>
        <p:spPr/>
        <p:txBody>
          <a:bodyPr/>
          <a:lstStyle/>
          <a:p>
            <a:r>
              <a:rPr lang="en-US"/>
              <a:t>Copyright ©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ED893EE9-F018-7942-88CE-9ED464876B93}"/>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1" y="2258464"/>
            <a:ext cx="3514879"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124872703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セクション見出し_17">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2024/11/14</a:t>
            </a:r>
            <a:endParaRPr lang="en-US"/>
          </a:p>
        </p:txBody>
      </p:sp>
      <p:sp>
        <p:nvSpPr>
          <p:cNvPr id="5" name="Footer Placeholder 4"/>
          <p:cNvSpPr>
            <a:spLocks noGrp="1"/>
          </p:cNvSpPr>
          <p:nvPr>
            <p:ph type="ftr" sz="quarter" idx="11"/>
          </p:nvPr>
        </p:nvSpPr>
        <p:spPr/>
        <p:txBody>
          <a:bodyPr/>
          <a:lstStyle/>
          <a:p>
            <a:r>
              <a:rPr lang="en-US"/>
              <a:t>Copyright ©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3" name="図 12">
            <a:extLst>
              <a:ext uri="{FF2B5EF4-FFF2-40B4-BE49-F238E27FC236}">
                <a16:creationId xmlns:a16="http://schemas.microsoft.com/office/drawing/2014/main" id="{41F14F30-E0F1-5246-B095-0CBD8E25BF00}"/>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4"/>
            <a:ext cx="3513483"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2" name="正方形/長方形 11">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272397062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セクション見出し_18">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2024/11/14</a:t>
            </a:r>
            <a:endParaRPr lang="en-US"/>
          </a:p>
        </p:txBody>
      </p:sp>
      <p:sp>
        <p:nvSpPr>
          <p:cNvPr id="5" name="Footer Placeholder 4"/>
          <p:cNvSpPr>
            <a:spLocks noGrp="1"/>
          </p:cNvSpPr>
          <p:nvPr>
            <p:ph type="ftr" sz="quarter" idx="11"/>
          </p:nvPr>
        </p:nvSpPr>
        <p:spPr/>
        <p:txBody>
          <a:bodyPr/>
          <a:lstStyle/>
          <a:p>
            <a:r>
              <a:rPr lang="en-US"/>
              <a:t>Copyright ©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D512EF49-6F4F-EF40-A52B-7C103FFD08A5}"/>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6"/>
            <a:ext cx="351790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382421903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セクション見出し_19">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2024/11/14</a:t>
            </a:r>
            <a:endParaRPr lang="en-US"/>
          </a:p>
        </p:txBody>
      </p:sp>
      <p:sp>
        <p:nvSpPr>
          <p:cNvPr id="5" name="Footer Placeholder 4"/>
          <p:cNvSpPr>
            <a:spLocks noGrp="1"/>
          </p:cNvSpPr>
          <p:nvPr>
            <p:ph type="ftr" sz="quarter" idx="11"/>
          </p:nvPr>
        </p:nvSpPr>
        <p:spPr/>
        <p:txBody>
          <a:bodyPr/>
          <a:lstStyle/>
          <a:p>
            <a:r>
              <a:rPr lang="en-US"/>
              <a:t>Copyright ©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3" name="図 12">
            <a:extLst>
              <a:ext uri="{FF2B5EF4-FFF2-40B4-BE49-F238E27FC236}">
                <a16:creationId xmlns:a16="http://schemas.microsoft.com/office/drawing/2014/main" id="{730942D6-3112-7A47-9B1E-32A9824AA5D7}"/>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4"/>
            <a:ext cx="3517901"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2" name="正方形/長方形 11">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405929872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セクション見出し_20">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ltLang="ja-JP"/>
              <a:t>2024/11/14</a:t>
            </a:r>
            <a:endParaRPr lang="en-US"/>
          </a:p>
        </p:txBody>
      </p:sp>
      <p:sp>
        <p:nvSpPr>
          <p:cNvPr id="5" name="Footer Placeholder 4"/>
          <p:cNvSpPr>
            <a:spLocks noGrp="1"/>
          </p:cNvSpPr>
          <p:nvPr>
            <p:ph type="ftr" sz="quarter" idx="11"/>
          </p:nvPr>
        </p:nvSpPr>
        <p:spPr/>
        <p:txBody>
          <a:bodyPr/>
          <a:lstStyle/>
          <a:p>
            <a:r>
              <a:rPr lang="en-US"/>
              <a:t>Copyright ©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21074A7D-BEE3-DF4E-B3F2-92AC22A3564B}"/>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1" y="2258466"/>
            <a:ext cx="375920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atin typeface="游明朝" panose="02020400000000000000" pitchFamily="18" charset="-128"/>
                <a:ea typeface="游明朝" panose="02020400000000000000" pitchFamily="18" charset="-128"/>
              </a:defRPr>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287703157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さいごに">
    <p:spTree>
      <p:nvGrpSpPr>
        <p:cNvPr id="1" name=""/>
        <p:cNvGrpSpPr/>
        <p:nvPr/>
      </p:nvGrpSpPr>
      <p:grpSpPr>
        <a:xfrm>
          <a:off x="0" y="0"/>
          <a:ext cx="0" cy="0"/>
          <a:chOff x="0" y="0"/>
          <a:chExt cx="0" cy="0"/>
        </a:xfrm>
      </p:grpSpPr>
      <p:pic>
        <p:nvPicPr>
          <p:cNvPr id="33" name="図 32">
            <a:extLst>
              <a:ext uri="{FF2B5EF4-FFF2-40B4-BE49-F238E27FC236}">
                <a16:creationId xmlns:a16="http://schemas.microsoft.com/office/drawing/2014/main" id="{10453C54-7F3F-5842-8AEE-825191D5B6E5}"/>
              </a:ext>
            </a:extLst>
          </p:cNvPr>
          <p:cNvPicPr>
            <a:picLocks noChangeAspect="1"/>
          </p:cNvPicPr>
          <p:nvPr userDrawn="1"/>
        </p:nvPicPr>
        <p:blipFill>
          <a:blip r:embed="rId2" cstate="screen">
            <a:extLst>
              <a:ext uri="{BEBA8EAE-BF5A-486C-A8C5-ECC9F3942E4B}">
                <a14:imgProps xmlns:a14="http://schemas.microsoft.com/office/drawing/2010/main">
                  <a14:imgLayer r:embed="rId3">
                    <a14:imgEffect>
                      <a14:colorTemperature colorTemp="2835"/>
                    </a14:imgEffect>
                    <a14:imgEffect>
                      <a14:saturation sat="0"/>
                    </a14:imgEffect>
                  </a14:imgLayer>
                </a14:imgProps>
              </a:ext>
              <a:ext uri="{28A0092B-C50C-407E-A947-70E740481C1C}">
                <a14:useLocalDpi xmlns:a14="http://schemas.microsoft.com/office/drawing/2010/main"/>
              </a:ext>
            </a:extLst>
          </a:blip>
          <a:stretch>
            <a:fillRect/>
          </a:stretch>
        </p:blipFill>
        <p:spPr>
          <a:xfrm>
            <a:off x="0" y="0"/>
            <a:ext cx="12189739" cy="6858000"/>
          </a:xfrm>
          <a:prstGeom prst="rect">
            <a:avLst/>
          </a:prstGeom>
        </p:spPr>
      </p:pic>
      <p:sp>
        <p:nvSpPr>
          <p:cNvPr id="4" name="Date Placeholder 3"/>
          <p:cNvSpPr>
            <a:spLocks noGrp="1"/>
          </p:cNvSpPr>
          <p:nvPr>
            <p:ph type="dt" sz="half" idx="10"/>
          </p:nvPr>
        </p:nvSpPr>
        <p:spPr/>
        <p:txBody>
          <a:bodyPr/>
          <a:lstStyle/>
          <a:p>
            <a:r>
              <a:rPr lang="en-US" altLang="ja-JP"/>
              <a:t>2024/11/14</a:t>
            </a:r>
            <a:endParaRPr lang="en-US"/>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sp>
        <p:nvSpPr>
          <p:cNvPr id="5" name="Footer Placeholder 4"/>
          <p:cNvSpPr>
            <a:spLocks noGrp="1"/>
          </p:cNvSpPr>
          <p:nvPr>
            <p:ph type="ftr" sz="quarter" idx="11"/>
          </p:nvPr>
        </p:nvSpPr>
        <p:spPr/>
        <p:txBody>
          <a:bodyPr/>
          <a:lstStyle/>
          <a:p>
            <a:r>
              <a:rPr lang="en-US"/>
              <a:t>Copyright © SystemEXE,Inc All Rights Reserved.</a:t>
            </a:r>
          </a:p>
        </p:txBody>
      </p:sp>
      <p:sp>
        <p:nvSpPr>
          <p:cNvPr id="14" name="タイトル 1">
            <a:extLst>
              <a:ext uri="{FF2B5EF4-FFF2-40B4-BE49-F238E27FC236}">
                <a16:creationId xmlns:a16="http://schemas.microsoft.com/office/drawing/2014/main" id="{E7519865-5BC3-C04C-80FB-9FA07956042B}"/>
              </a:ext>
            </a:extLst>
          </p:cNvPr>
          <p:cNvSpPr txBox="1">
            <a:spLocks/>
          </p:cNvSpPr>
          <p:nvPr userDrawn="1"/>
        </p:nvSpPr>
        <p:spPr>
          <a:xfrm>
            <a:off x="1583797" y="940802"/>
            <a:ext cx="9024409" cy="399189"/>
          </a:xfrm>
          <a:prstGeom prst="rect">
            <a:avLst/>
          </a:prstGeom>
        </p:spPr>
        <p:txBody>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ja-JP" altLang="en-US" sz="2800" b="1" spc="300">
                <a:solidFill>
                  <a:schemeClr val="bg1"/>
                </a:solidFill>
                <a:latin typeface="Yu Gothic" panose="020B0400000000000000" pitchFamily="34" charset="-128"/>
                <a:ea typeface="Yu Gothic" panose="020B0400000000000000" pitchFamily="34" charset="-128"/>
              </a:rPr>
              <a:t>ご高覧ありがとうございました</a:t>
            </a:r>
          </a:p>
        </p:txBody>
      </p:sp>
      <p:sp>
        <p:nvSpPr>
          <p:cNvPr id="15" name="Rectangle 116">
            <a:extLst>
              <a:ext uri="{FF2B5EF4-FFF2-40B4-BE49-F238E27FC236}">
                <a16:creationId xmlns:a16="http://schemas.microsoft.com/office/drawing/2014/main" id="{9B54F006-B62B-7742-AB41-8DBFC72A714E}"/>
              </a:ext>
            </a:extLst>
          </p:cNvPr>
          <p:cNvSpPr/>
          <p:nvPr userDrawn="1"/>
        </p:nvSpPr>
        <p:spPr bwMode="auto">
          <a:xfrm>
            <a:off x="1583797" y="1879600"/>
            <a:ext cx="9024409" cy="4070351"/>
          </a:xfrm>
          <a:prstGeom prst="rect">
            <a:avLst/>
          </a:prstGeom>
          <a:solidFill>
            <a:schemeClr val="bg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6" name="図 15">
            <a:extLst>
              <a:ext uri="{FF2B5EF4-FFF2-40B4-BE49-F238E27FC236}">
                <a16:creationId xmlns:a16="http://schemas.microsoft.com/office/drawing/2014/main" id="{967CC1C0-C78B-7648-8B9B-C92E139082AE}"/>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5377672" y="5424001"/>
            <a:ext cx="1436659" cy="373532"/>
          </a:xfrm>
          <a:prstGeom prst="rect">
            <a:avLst/>
          </a:prstGeom>
        </p:spPr>
      </p:pic>
      <p:graphicFrame>
        <p:nvGraphicFramePr>
          <p:cNvPr id="20" name="表 19">
            <a:extLst>
              <a:ext uri="{FF2B5EF4-FFF2-40B4-BE49-F238E27FC236}">
                <a16:creationId xmlns:a16="http://schemas.microsoft.com/office/drawing/2014/main" id="{22E1DCAE-5D66-1643-9F9E-8DEAD9D415FA}"/>
              </a:ext>
            </a:extLst>
          </p:cNvPr>
          <p:cNvGraphicFramePr>
            <a:graphicFrameLocks noGrp="1"/>
          </p:cNvGraphicFramePr>
          <p:nvPr userDrawn="1">
            <p:extLst>
              <p:ext uri="{D42A27DB-BD31-4B8C-83A1-F6EECF244321}">
                <p14:modId xmlns:p14="http://schemas.microsoft.com/office/powerpoint/2010/main" val="1545377750"/>
              </p:ext>
            </p:extLst>
          </p:nvPr>
        </p:nvGraphicFramePr>
        <p:xfrm>
          <a:off x="1920000" y="2700000"/>
          <a:ext cx="3936000" cy="2520000"/>
        </p:xfrm>
        <a:graphic>
          <a:graphicData uri="http://schemas.openxmlformats.org/drawingml/2006/table">
            <a:tbl>
              <a:tblPr firstRow="1" bandRow="1">
                <a:tableStyleId>{5C22544A-7EE6-4342-B048-85BDC9FD1C3A}</a:tableStyleId>
              </a:tblPr>
              <a:tblGrid>
                <a:gridCol w="3936000">
                  <a:extLst>
                    <a:ext uri="{9D8B030D-6E8A-4147-A177-3AD203B41FA5}">
                      <a16:colId xmlns:a16="http://schemas.microsoft.com/office/drawing/2014/main" val="2827529615"/>
                    </a:ext>
                  </a:extLst>
                </a:gridCol>
              </a:tblGrid>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12700" cmpd="sng">
                      <a:noFill/>
                    </a:lnT>
                    <a:lnB w="6350"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2539194732"/>
                  </a:ext>
                </a:extLst>
              </a:tr>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1932826650"/>
                  </a:ext>
                </a:extLst>
              </a:tr>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1261610194"/>
                  </a:ext>
                </a:extLst>
              </a:tr>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3945782340"/>
                  </a:ext>
                </a:extLst>
              </a:tr>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988007701"/>
                  </a:ext>
                </a:extLst>
              </a:tr>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rgbClr val="E6E6E6"/>
                      </a:solidFill>
                      <a:prstDash val="solid"/>
                      <a:round/>
                      <a:headEnd type="none" w="med" len="med"/>
                      <a:tailEnd type="none" w="med" len="med"/>
                    </a:lnT>
                    <a:lnB w="38100" cap="flat" cmpd="sng" algn="ctr">
                      <a:noFill/>
                      <a:prstDash val="solid"/>
                      <a:round/>
                      <a:headEnd type="none" w="med" len="med"/>
                      <a:tailEnd type="none" w="med" len="med"/>
                    </a:lnB>
                    <a:noFill/>
                  </a:tcPr>
                </a:tc>
                <a:extLst>
                  <a:ext uri="{0D108BD9-81ED-4DB2-BD59-A6C34878D82A}">
                    <a16:rowId xmlns:a16="http://schemas.microsoft.com/office/drawing/2014/main" val="1683233331"/>
                  </a:ext>
                </a:extLst>
              </a:tr>
            </a:tbl>
          </a:graphicData>
        </a:graphic>
      </p:graphicFrame>
      <p:sp>
        <p:nvSpPr>
          <p:cNvPr id="22" name="テキスト ボックス 21">
            <a:extLst>
              <a:ext uri="{FF2B5EF4-FFF2-40B4-BE49-F238E27FC236}">
                <a16:creationId xmlns:a16="http://schemas.microsoft.com/office/drawing/2014/main" id="{1D2C5461-F3A6-4B4E-8C2D-A56405AA7034}"/>
              </a:ext>
            </a:extLst>
          </p:cNvPr>
          <p:cNvSpPr txBox="1"/>
          <p:nvPr userDrawn="1"/>
        </p:nvSpPr>
        <p:spPr>
          <a:xfrm>
            <a:off x="6384000" y="2699999"/>
            <a:ext cx="3936000" cy="2074671"/>
          </a:xfrm>
          <a:prstGeom prst="rect">
            <a:avLst/>
          </a:prstGeom>
          <a:noFill/>
        </p:spPr>
        <p:txBody>
          <a:bodyPr wrap="square" rtlCol="0">
            <a:spAutoFit/>
          </a:bodyPr>
          <a:lstStyle/>
          <a:p>
            <a:pPr algn="just">
              <a:lnSpc>
                <a:spcPct val="120000"/>
              </a:lnSpc>
            </a:pPr>
            <a:r>
              <a:rPr kumimoji="1" lang="ja-JP" altLang="en-US" sz="1200">
                <a:solidFill>
                  <a:srgbClr val="323232"/>
                </a:solidFill>
                <a:latin typeface="游ゴシック" panose="020B0400000000000000" pitchFamily="50" charset="-128"/>
                <a:ea typeface="游ゴシック" panose="020B0400000000000000" pitchFamily="50" charset="-128"/>
              </a:rPr>
              <a:t>本文に記載されている商品名、社名は、各社の商標および登録商標の場合があります。</a:t>
            </a:r>
          </a:p>
          <a:p>
            <a:pPr algn="just">
              <a:lnSpc>
                <a:spcPct val="120000"/>
              </a:lnSpc>
            </a:pPr>
            <a:r>
              <a:rPr kumimoji="1" lang="ja-JP" altLang="en-US" sz="1200">
                <a:solidFill>
                  <a:srgbClr val="323232"/>
                </a:solidFill>
                <a:latin typeface="游ゴシック" panose="020B0400000000000000" pitchFamily="50" charset="-128"/>
                <a:ea typeface="游ゴシック" panose="020B0400000000000000" pitchFamily="50" charset="-128"/>
              </a:rPr>
              <a:t>本資料には当社の機密情報が含まれておりますので、当社の書面による承諾なく第三者に開示することはできません。</a:t>
            </a:r>
          </a:p>
          <a:p>
            <a:pPr algn="just">
              <a:lnSpc>
                <a:spcPct val="120000"/>
              </a:lnSpc>
            </a:pPr>
            <a:r>
              <a:rPr kumimoji="1" lang="ja-JP" altLang="en-US" sz="1200">
                <a:solidFill>
                  <a:srgbClr val="323232"/>
                </a:solidFill>
                <a:latin typeface="游ゴシック" panose="020B0400000000000000" pitchFamily="50" charset="-128"/>
                <a:ea typeface="游ゴシック" panose="020B0400000000000000" pitchFamily="50" charset="-128"/>
              </a:rPr>
              <a:t>また、当社の承諾を得た場合であっても、本技術情報は外国為替及び外国貿易管理法の定める特定技術に該当するため、非居住者に提供する場合には同法に基づく許可を要することがあります。</a:t>
            </a:r>
          </a:p>
        </p:txBody>
      </p:sp>
      <p:cxnSp>
        <p:nvCxnSpPr>
          <p:cNvPr id="24" name="直線コネクタ 23">
            <a:extLst>
              <a:ext uri="{FF2B5EF4-FFF2-40B4-BE49-F238E27FC236}">
                <a16:creationId xmlns:a16="http://schemas.microsoft.com/office/drawing/2014/main" id="{D781F7B3-D204-FD4B-B02E-9969ACE46123}"/>
              </a:ext>
            </a:extLst>
          </p:cNvPr>
          <p:cNvCxnSpPr>
            <a:cxnSpLocks/>
          </p:cNvCxnSpPr>
          <p:nvPr userDrawn="1"/>
        </p:nvCxnSpPr>
        <p:spPr>
          <a:xfrm>
            <a:off x="6096000" y="2718057"/>
            <a:ext cx="0" cy="2448000"/>
          </a:xfrm>
          <a:prstGeom prst="line">
            <a:avLst/>
          </a:prstGeom>
          <a:ln>
            <a:solidFill>
              <a:srgbClr val="787878"/>
            </a:solidFill>
          </a:ln>
        </p:spPr>
        <p:style>
          <a:lnRef idx="1">
            <a:schemeClr val="accent1"/>
          </a:lnRef>
          <a:fillRef idx="0">
            <a:schemeClr val="accent1"/>
          </a:fillRef>
          <a:effectRef idx="0">
            <a:schemeClr val="accent1"/>
          </a:effectRef>
          <a:fontRef idx="minor">
            <a:schemeClr val="tx1"/>
          </a:fontRef>
        </p:style>
      </p:cxnSp>
      <p:sp>
        <p:nvSpPr>
          <p:cNvPr id="25" name="正方形/長方形 24">
            <a:extLst>
              <a:ext uri="{FF2B5EF4-FFF2-40B4-BE49-F238E27FC236}">
                <a16:creationId xmlns:a16="http://schemas.microsoft.com/office/drawing/2014/main" id="{D888F97B-6037-7346-8BD1-AF3A4A17D229}"/>
              </a:ext>
            </a:extLst>
          </p:cNvPr>
          <p:cNvSpPr/>
          <p:nvPr userDrawn="1"/>
        </p:nvSpPr>
        <p:spPr>
          <a:xfrm>
            <a:off x="2772000" y="2157768"/>
            <a:ext cx="2232000" cy="288000"/>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200">
                <a:solidFill>
                  <a:schemeClr val="bg1"/>
                </a:solidFill>
                <a:latin typeface="Yu Gothic" panose="020B0400000000000000" pitchFamily="34" charset="-128"/>
                <a:ea typeface="Yu Gothic" panose="020B0400000000000000" pitchFamily="34" charset="-128"/>
              </a:rPr>
              <a:t>本書に関するお問い合わせ先</a:t>
            </a:r>
          </a:p>
        </p:txBody>
      </p:sp>
      <p:sp>
        <p:nvSpPr>
          <p:cNvPr id="26" name="正方形/長方形 25">
            <a:extLst>
              <a:ext uri="{FF2B5EF4-FFF2-40B4-BE49-F238E27FC236}">
                <a16:creationId xmlns:a16="http://schemas.microsoft.com/office/drawing/2014/main" id="{81991C75-4903-4C48-AC9C-4DCC15888106}"/>
              </a:ext>
            </a:extLst>
          </p:cNvPr>
          <p:cNvSpPr/>
          <p:nvPr userDrawn="1"/>
        </p:nvSpPr>
        <p:spPr>
          <a:xfrm>
            <a:off x="7236000" y="2157768"/>
            <a:ext cx="2232000" cy="288000"/>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200">
                <a:solidFill>
                  <a:schemeClr val="bg1"/>
                </a:solidFill>
                <a:latin typeface="Yu Gothic" panose="020B0400000000000000" pitchFamily="34" charset="-128"/>
                <a:ea typeface="Yu Gothic" panose="020B0400000000000000" pitchFamily="34" charset="-128"/>
              </a:rPr>
              <a:t>登録商標</a:t>
            </a:r>
          </a:p>
        </p:txBody>
      </p:sp>
      <p:sp>
        <p:nvSpPr>
          <p:cNvPr id="7" name="テキスト プレースホルダー 6"/>
          <p:cNvSpPr>
            <a:spLocks noGrp="1"/>
          </p:cNvSpPr>
          <p:nvPr>
            <p:ph type="body" sz="quarter" idx="13"/>
          </p:nvPr>
        </p:nvSpPr>
        <p:spPr>
          <a:xfrm>
            <a:off x="1920000" y="2784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
        <p:nvSpPr>
          <p:cNvPr id="28" name="テキスト プレースホルダー 6"/>
          <p:cNvSpPr>
            <a:spLocks noGrp="1"/>
          </p:cNvSpPr>
          <p:nvPr>
            <p:ph type="body" sz="quarter" idx="14"/>
          </p:nvPr>
        </p:nvSpPr>
        <p:spPr>
          <a:xfrm>
            <a:off x="1920000" y="3216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
        <p:nvSpPr>
          <p:cNvPr id="29" name="テキスト プレースホルダー 6"/>
          <p:cNvSpPr>
            <a:spLocks noGrp="1"/>
          </p:cNvSpPr>
          <p:nvPr>
            <p:ph type="body" sz="quarter" idx="15"/>
          </p:nvPr>
        </p:nvSpPr>
        <p:spPr>
          <a:xfrm>
            <a:off x="1920000" y="3648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
        <p:nvSpPr>
          <p:cNvPr id="30" name="テキスト プレースホルダー 6"/>
          <p:cNvSpPr>
            <a:spLocks noGrp="1"/>
          </p:cNvSpPr>
          <p:nvPr>
            <p:ph type="body" sz="quarter" idx="16"/>
          </p:nvPr>
        </p:nvSpPr>
        <p:spPr>
          <a:xfrm>
            <a:off x="1920000" y="4080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
        <p:nvSpPr>
          <p:cNvPr id="31" name="テキスト プレースホルダー 6"/>
          <p:cNvSpPr>
            <a:spLocks noGrp="1"/>
          </p:cNvSpPr>
          <p:nvPr>
            <p:ph type="body" sz="quarter" idx="17"/>
          </p:nvPr>
        </p:nvSpPr>
        <p:spPr>
          <a:xfrm>
            <a:off x="1920000" y="4512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
        <p:nvSpPr>
          <p:cNvPr id="32" name="テキスト プレースホルダー 6"/>
          <p:cNvSpPr>
            <a:spLocks noGrp="1"/>
          </p:cNvSpPr>
          <p:nvPr>
            <p:ph type="body" sz="quarter" idx="18"/>
          </p:nvPr>
        </p:nvSpPr>
        <p:spPr>
          <a:xfrm>
            <a:off x="1920000" y="4944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Tree>
    <p:extLst>
      <p:ext uri="{BB962C8B-B14F-4D97-AF65-F5344CB8AC3E}">
        <p14:creationId xmlns:p14="http://schemas.microsoft.com/office/powerpoint/2010/main" val="356393970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コンテンツのみ">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ja-JP" altLang="en-US"/>
              <a:t>マスター テキストの書式設定</a:t>
            </a:r>
            <a:endParaRPr lang="en-US"/>
          </a:p>
        </p:txBody>
      </p:sp>
      <p:sp>
        <p:nvSpPr>
          <p:cNvPr id="4" name="Date Placeholder 3"/>
          <p:cNvSpPr>
            <a:spLocks noGrp="1"/>
          </p:cNvSpPr>
          <p:nvPr>
            <p:ph type="dt" sz="half" idx="10"/>
          </p:nvPr>
        </p:nvSpPr>
        <p:spPr/>
        <p:txBody>
          <a:bodyPr/>
          <a:lstStyle/>
          <a:p>
            <a:r>
              <a:rPr lang="en-US" altLang="ja-JP"/>
              <a:t>2024/11/14</a:t>
            </a:r>
            <a:endParaRPr lang="en-US"/>
          </a:p>
        </p:txBody>
      </p:sp>
      <p:sp>
        <p:nvSpPr>
          <p:cNvPr id="5" name="Footer Placeholder 4"/>
          <p:cNvSpPr>
            <a:spLocks noGrp="1"/>
          </p:cNvSpPr>
          <p:nvPr>
            <p:ph type="ftr" sz="quarter" idx="11"/>
          </p:nvPr>
        </p:nvSpPr>
        <p:spPr/>
        <p:txBody>
          <a:bodyPr/>
          <a:lstStyle/>
          <a:p>
            <a:r>
              <a:rPr lang="en-US"/>
              <a:t>Copyright ©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spTree>
    <p:extLst>
      <p:ext uri="{BB962C8B-B14F-4D97-AF65-F5344CB8AC3E}">
        <p14:creationId xmlns:p14="http://schemas.microsoft.com/office/powerpoint/2010/main" val="37654474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76000" y="180000"/>
            <a:ext cx="11041200" cy="504000"/>
          </a:xfrm>
          <a:prstGeom prst="rect">
            <a:avLst/>
          </a:prstGeom>
        </p:spPr>
        <p:txBody>
          <a:bodyPr vert="horz" wrap="none" lIns="91440" tIns="45720" rIns="91440" bIns="45720" rtlCol="0" anchor="ctr">
            <a:noAutofit/>
          </a:bodyPr>
          <a:lstStyle/>
          <a:p>
            <a:r>
              <a:rPr lang="ja-JP" altLang="en-US"/>
              <a:t>マスター タイトルの書式設定</a:t>
            </a:r>
            <a:endParaRPr lang="en-US"/>
          </a:p>
        </p:txBody>
      </p:sp>
      <p:sp>
        <p:nvSpPr>
          <p:cNvPr id="3" name="Text Placeholder 2"/>
          <p:cNvSpPr>
            <a:spLocks noGrp="1"/>
          </p:cNvSpPr>
          <p:nvPr>
            <p:ph type="body" idx="1"/>
          </p:nvPr>
        </p:nvSpPr>
        <p:spPr>
          <a:xfrm>
            <a:off x="576000" y="936000"/>
            <a:ext cx="11041200" cy="5328000"/>
          </a:xfrm>
          <a:prstGeom prst="rect">
            <a:avLst/>
          </a:prstGeom>
        </p:spPr>
        <p:txBody>
          <a:bodyPr vert="horz" lIns="91440" tIns="45720" rIns="91440" bIns="45720" rtlCol="0">
            <a:normAutofit/>
          </a:bodyPr>
          <a:lstStyle/>
          <a:p>
            <a:pPr lvl="0"/>
            <a:r>
              <a:rPr lang="ja-JP" altLang="en-US"/>
              <a:t>マスター テキストの書式設定</a:t>
            </a:r>
          </a:p>
        </p:txBody>
      </p:sp>
      <p:sp>
        <p:nvSpPr>
          <p:cNvPr id="7" name="Shape 20">
            <a:extLst>
              <a:ext uri="{FF2B5EF4-FFF2-40B4-BE49-F238E27FC236}">
                <a16:creationId xmlns:a16="http://schemas.microsoft.com/office/drawing/2014/main" id="{31B2DB08-A49E-1A4A-90DB-D7A431943820}"/>
              </a:ext>
            </a:extLst>
          </p:cNvPr>
          <p:cNvSpPr/>
          <p:nvPr userDrawn="1"/>
        </p:nvSpPr>
        <p:spPr>
          <a:xfrm>
            <a:off x="0" y="6493898"/>
            <a:ext cx="12193200" cy="360000"/>
          </a:xfrm>
          <a:prstGeom prst="rect">
            <a:avLst/>
          </a:prstGeom>
          <a:solidFill>
            <a:srgbClr val="4B4B4B"/>
          </a:solidFill>
          <a:ln w="12700">
            <a:noFill/>
            <a:miter lim="400000"/>
          </a:ln>
          <a:effectLst>
            <a:outerShdw sx="1000" sy="1000" algn="ctr" rotWithShape="0">
              <a:prstClr val="black"/>
            </a:outerShdw>
          </a:effectLst>
        </p:spPr>
        <p:txBody>
          <a:bodyPr lIns="0" tIns="0" rIns="0" bIns="0"/>
          <a:lstStyle>
            <a:lvl1pPr defTabSz="2177277">
              <a:spcBef>
                <a:spcPts val="400"/>
              </a:spcBef>
              <a:defRPr>
                <a:solidFill>
                  <a:srgbClr val="FFFFFF"/>
                </a:solidFill>
                <a:latin typeface="Calibri"/>
                <a:ea typeface="Calibri"/>
                <a:cs typeface="Calibri"/>
                <a:sym typeface="Calibri"/>
              </a:defRPr>
            </a:lvl1pPr>
            <a:lvl2pPr indent="1088448" defTabSz="2177277">
              <a:spcBef>
                <a:spcPts val="400"/>
              </a:spcBef>
              <a:defRPr>
                <a:solidFill>
                  <a:srgbClr val="FFFFFF"/>
                </a:solidFill>
                <a:latin typeface="Calibri"/>
                <a:ea typeface="Calibri"/>
                <a:cs typeface="Calibri"/>
                <a:sym typeface="Calibri"/>
              </a:defRPr>
            </a:lvl2pPr>
            <a:lvl3pPr indent="2176894" defTabSz="2177277">
              <a:spcBef>
                <a:spcPts val="400"/>
              </a:spcBef>
              <a:defRPr>
                <a:solidFill>
                  <a:srgbClr val="FFFFFF"/>
                </a:solidFill>
                <a:latin typeface="Calibri"/>
                <a:ea typeface="Calibri"/>
                <a:cs typeface="Calibri"/>
                <a:sym typeface="Calibri"/>
              </a:defRPr>
            </a:lvl3pPr>
            <a:lvl4pPr indent="3265342" defTabSz="2177277">
              <a:spcBef>
                <a:spcPts val="400"/>
              </a:spcBef>
              <a:defRPr>
                <a:solidFill>
                  <a:srgbClr val="FFFFFF"/>
                </a:solidFill>
                <a:latin typeface="Calibri"/>
                <a:ea typeface="Calibri"/>
                <a:cs typeface="Calibri"/>
                <a:sym typeface="Calibri"/>
              </a:defRPr>
            </a:lvl4pPr>
            <a:lvl5pPr indent="4353788" defTabSz="2177277">
              <a:spcBef>
                <a:spcPts val="400"/>
              </a:spcBef>
              <a:defRPr>
                <a:solidFill>
                  <a:srgbClr val="FFFFFF"/>
                </a:solidFill>
                <a:latin typeface="Calibri"/>
                <a:ea typeface="Calibri"/>
                <a:cs typeface="Calibri"/>
                <a:sym typeface="Calibri"/>
              </a:defRPr>
            </a:lvl5pPr>
            <a:lvl6pPr indent="5442237" defTabSz="2177277">
              <a:spcBef>
                <a:spcPts val="400"/>
              </a:spcBef>
              <a:defRPr>
                <a:solidFill>
                  <a:srgbClr val="FFFFFF"/>
                </a:solidFill>
                <a:latin typeface="Calibri"/>
                <a:ea typeface="Calibri"/>
                <a:cs typeface="Calibri"/>
                <a:sym typeface="Calibri"/>
              </a:defRPr>
            </a:lvl6pPr>
            <a:lvl7pPr indent="6530682" defTabSz="2177277">
              <a:spcBef>
                <a:spcPts val="400"/>
              </a:spcBef>
              <a:defRPr>
                <a:solidFill>
                  <a:srgbClr val="FFFFFF"/>
                </a:solidFill>
                <a:latin typeface="Calibri"/>
                <a:ea typeface="Calibri"/>
                <a:cs typeface="Calibri"/>
                <a:sym typeface="Calibri"/>
              </a:defRPr>
            </a:lvl7pPr>
            <a:lvl8pPr indent="7619128" defTabSz="2177277">
              <a:spcBef>
                <a:spcPts val="400"/>
              </a:spcBef>
              <a:defRPr>
                <a:solidFill>
                  <a:srgbClr val="FFFFFF"/>
                </a:solidFill>
                <a:latin typeface="Calibri"/>
                <a:ea typeface="Calibri"/>
                <a:cs typeface="Calibri"/>
                <a:sym typeface="Calibri"/>
              </a:defRPr>
            </a:lvl8pPr>
            <a:lvl9pPr indent="8707577" defTabSz="2177277">
              <a:spcBef>
                <a:spcPts val="400"/>
              </a:spcBef>
              <a:defRPr>
                <a:solidFill>
                  <a:srgbClr val="FFFFFF"/>
                </a:solidFill>
                <a:latin typeface="Calibri"/>
                <a:ea typeface="Calibri"/>
                <a:cs typeface="Calibri"/>
                <a:sym typeface="Calibri"/>
              </a:defRPr>
            </a:lvl9pPr>
          </a:lstStyle>
          <a:p>
            <a:pPr lvl="0" algn="ctr" defTabSz="884127">
              <a:spcBef>
                <a:spcPts val="0"/>
              </a:spcBef>
              <a:defRPr sz="4300">
                <a:solidFill>
                  <a:srgbClr val="000000"/>
                </a:solidFill>
              </a:defRPr>
            </a:pPr>
            <a:endParaRPr sz="1747">
              <a:solidFill>
                <a:schemeClr val="bg1"/>
              </a:solidFill>
            </a:endParaRPr>
          </a:p>
        </p:txBody>
      </p:sp>
      <p:cxnSp>
        <p:nvCxnSpPr>
          <p:cNvPr id="8" name="直線コネクタ 7">
            <a:extLst>
              <a:ext uri="{FF2B5EF4-FFF2-40B4-BE49-F238E27FC236}">
                <a16:creationId xmlns:a16="http://schemas.microsoft.com/office/drawing/2014/main" id="{7D91C2AF-B556-A24B-9BE1-1CF44516E0D0}"/>
              </a:ext>
            </a:extLst>
          </p:cNvPr>
          <p:cNvCxnSpPr>
            <a:cxnSpLocks/>
          </p:cNvCxnSpPr>
          <p:nvPr userDrawn="1"/>
        </p:nvCxnSpPr>
        <p:spPr>
          <a:xfrm>
            <a:off x="0" y="6498000"/>
            <a:ext cx="12192000" cy="0"/>
          </a:xfrm>
          <a:prstGeom prst="line">
            <a:avLst/>
          </a:prstGeom>
          <a:ln w="34925">
            <a:solidFill>
              <a:srgbClr val="9A3B5D"/>
            </a:solidFill>
          </a:ln>
        </p:spPr>
        <p:style>
          <a:lnRef idx="1">
            <a:schemeClr val="accent1"/>
          </a:lnRef>
          <a:fillRef idx="0">
            <a:schemeClr val="accent1"/>
          </a:fillRef>
          <a:effectRef idx="0">
            <a:schemeClr val="accent1"/>
          </a:effectRef>
          <a:fontRef idx="minor">
            <a:schemeClr val="tx1"/>
          </a:fontRef>
        </p:style>
      </p:cxnSp>
      <p:cxnSp>
        <p:nvCxnSpPr>
          <p:cNvPr id="9" name="直線コネクタ 8">
            <a:extLst>
              <a:ext uri="{FF2B5EF4-FFF2-40B4-BE49-F238E27FC236}">
                <a16:creationId xmlns:a16="http://schemas.microsoft.com/office/drawing/2014/main" id="{E320A192-F81A-DE46-BFE4-F9AFCC5612A5}"/>
              </a:ext>
            </a:extLst>
          </p:cNvPr>
          <p:cNvCxnSpPr>
            <a:cxnSpLocks/>
          </p:cNvCxnSpPr>
          <p:nvPr userDrawn="1"/>
        </p:nvCxnSpPr>
        <p:spPr>
          <a:xfrm>
            <a:off x="0" y="0"/>
            <a:ext cx="12192000" cy="0"/>
          </a:xfrm>
          <a:prstGeom prst="line">
            <a:avLst/>
          </a:prstGeom>
          <a:ln w="25400">
            <a:solidFill>
              <a:srgbClr val="9A3B5D"/>
            </a:solidFill>
          </a:ln>
        </p:spPr>
        <p:style>
          <a:lnRef idx="1">
            <a:schemeClr val="accent1"/>
          </a:lnRef>
          <a:fillRef idx="0">
            <a:schemeClr val="accent1"/>
          </a:fillRef>
          <a:effectRef idx="0">
            <a:schemeClr val="accent1"/>
          </a:effectRef>
          <a:fontRef idx="minor">
            <a:schemeClr val="tx1"/>
          </a:fontRef>
        </p:style>
      </p:cxnSp>
      <p:pic>
        <p:nvPicPr>
          <p:cNvPr id="10" name="Picture 17" descr="C:\Documents and Settings\sysexe\デスクトップ\SystemEXEロゴ_120329\SystemEXEロゴ_印刷用.png">
            <a:extLst>
              <a:ext uri="{FF2B5EF4-FFF2-40B4-BE49-F238E27FC236}">
                <a16:creationId xmlns:a16="http://schemas.microsoft.com/office/drawing/2014/main" id="{1919A988-D9C7-F241-86D5-3FF4C05E34A4}"/>
              </a:ext>
            </a:extLst>
          </p:cNvPr>
          <p:cNvPicPr>
            <a:picLocks noChangeAspect="1" noChangeArrowheads="1"/>
          </p:cNvPicPr>
          <p:nvPr userDrawn="1"/>
        </p:nvPicPr>
        <p:blipFill rotWithShape="1">
          <a:blip r:embed="rId29" cstate="screen">
            <a:alphaModFix amt="50000"/>
            <a:extLst>
              <a:ext uri="{28A0092B-C50C-407E-A947-70E740481C1C}">
                <a14:useLocalDpi xmlns:a14="http://schemas.microsoft.com/office/drawing/2010/main"/>
              </a:ext>
            </a:extLst>
          </a:blip>
          <a:srcRect/>
          <a:stretch/>
        </p:blipFill>
        <p:spPr bwMode="auto">
          <a:xfrm>
            <a:off x="11812450" y="99099"/>
            <a:ext cx="355685" cy="196135"/>
          </a:xfrm>
          <a:prstGeom prst="rect">
            <a:avLst/>
          </a:prstGeom>
          <a:noFill/>
        </p:spPr>
      </p:pic>
      <p:sp>
        <p:nvSpPr>
          <p:cNvPr id="4" name="Date Placeholder 3"/>
          <p:cNvSpPr>
            <a:spLocks noGrp="1"/>
          </p:cNvSpPr>
          <p:nvPr>
            <p:ph type="dt" sz="half" idx="2"/>
          </p:nvPr>
        </p:nvSpPr>
        <p:spPr>
          <a:xfrm>
            <a:off x="0" y="6552000"/>
            <a:ext cx="1440000" cy="216000"/>
          </a:xfrm>
          <a:prstGeom prst="rect">
            <a:avLst/>
          </a:prstGeom>
        </p:spPr>
        <p:txBody>
          <a:bodyPr vert="horz" lIns="91440" tIns="45720" rIns="91440" bIns="45720" rtlCol="0" anchor="ctr"/>
          <a:lstStyle>
            <a:lvl1pPr algn="l">
              <a:defRPr sz="1200">
                <a:solidFill>
                  <a:schemeClr val="bg1"/>
                </a:solidFill>
                <a:latin typeface="游ゴシック" panose="020B0400000000000000" pitchFamily="50" charset="-128"/>
                <a:ea typeface="游ゴシック" panose="020B0400000000000000" pitchFamily="50" charset="-128"/>
              </a:defRPr>
            </a:lvl1pPr>
          </a:lstStyle>
          <a:p>
            <a:r>
              <a:rPr lang="en-US" altLang="ja-JP"/>
              <a:t>2024/11/14</a:t>
            </a:r>
            <a:endParaRPr lang="en-US"/>
          </a:p>
        </p:txBody>
      </p:sp>
      <p:sp>
        <p:nvSpPr>
          <p:cNvPr id="5" name="Footer Placeholder 4"/>
          <p:cNvSpPr>
            <a:spLocks noGrp="1"/>
          </p:cNvSpPr>
          <p:nvPr>
            <p:ph type="ftr" sz="quarter" idx="3"/>
          </p:nvPr>
        </p:nvSpPr>
        <p:spPr>
          <a:xfrm>
            <a:off x="3036000" y="6552000"/>
            <a:ext cx="6120000" cy="216000"/>
          </a:xfrm>
          <a:prstGeom prst="rect">
            <a:avLst/>
          </a:prstGeom>
        </p:spPr>
        <p:txBody>
          <a:bodyPr vert="horz" lIns="91440" tIns="45720" rIns="91440" bIns="45720" rtlCol="0" anchor="ctr"/>
          <a:lstStyle>
            <a:lvl1pPr algn="ctr">
              <a:defRPr sz="1200">
                <a:solidFill>
                  <a:schemeClr val="bg1"/>
                </a:solidFill>
                <a:latin typeface="游ゴシック" panose="020B0400000000000000" pitchFamily="50" charset="-128"/>
                <a:ea typeface="游ゴシック" panose="020B0400000000000000" pitchFamily="50" charset="-128"/>
              </a:defRPr>
            </a:lvl1pPr>
          </a:lstStyle>
          <a:p>
            <a:r>
              <a:rPr lang="en-US"/>
              <a:t>Copyright © SystemEXE,Inc All Rights Reserved.</a:t>
            </a:r>
          </a:p>
        </p:txBody>
      </p:sp>
      <p:sp>
        <p:nvSpPr>
          <p:cNvPr id="6" name="Slide Number Placeholder 5"/>
          <p:cNvSpPr>
            <a:spLocks noGrp="1"/>
          </p:cNvSpPr>
          <p:nvPr>
            <p:ph type="sldNum" sz="quarter" idx="4"/>
          </p:nvPr>
        </p:nvSpPr>
        <p:spPr>
          <a:xfrm>
            <a:off x="10752000" y="6552000"/>
            <a:ext cx="1440000" cy="216000"/>
          </a:xfrm>
          <a:prstGeom prst="rect">
            <a:avLst/>
          </a:prstGeom>
        </p:spPr>
        <p:txBody>
          <a:bodyPr vert="horz" lIns="91440" tIns="45720" rIns="91440" bIns="45720" rtlCol="0" anchor="ctr"/>
          <a:lstStyle>
            <a:lvl1pPr algn="r">
              <a:defRPr sz="1200">
                <a:solidFill>
                  <a:schemeClr val="bg1"/>
                </a:solidFill>
                <a:latin typeface="游ゴシック" panose="020B0400000000000000" pitchFamily="50" charset="-128"/>
                <a:ea typeface="游ゴシック" panose="020B0400000000000000" pitchFamily="50" charset="-128"/>
              </a:defRPr>
            </a:lvl1pPr>
          </a:lstStyle>
          <a:p>
            <a:fld id="{26CA5134-5AAC-D342-B763-43605FECB385}" type="slidenum">
              <a:rPr kumimoji="1" lang="ja-JP" altLang="en-US" smtClean="0"/>
              <a:pPr/>
              <a:t>‹#›</a:t>
            </a:fld>
            <a:endParaRPr kumimoji="1" lang="ja-JP" altLang="en-US" sz="533"/>
          </a:p>
        </p:txBody>
      </p:sp>
    </p:spTree>
    <p:extLst>
      <p:ext uri="{BB962C8B-B14F-4D97-AF65-F5344CB8AC3E}">
        <p14:creationId xmlns:p14="http://schemas.microsoft.com/office/powerpoint/2010/main" val="428617888"/>
      </p:ext>
    </p:extLst>
  </p:cSld>
  <p:clrMap bg1="lt1" tx1="dk1" bg2="lt2" tx2="dk2" accent1="accent1" accent2="accent2" accent3="accent3" accent4="accent4" accent5="accent5" accent6="accent6" hlink="hlink" folHlink="folHlink"/>
  <p:sldLayoutIdLst>
    <p:sldLayoutId id="2147483782" r:id="rId1"/>
    <p:sldLayoutId id="2147483795" r:id="rId2"/>
    <p:sldLayoutId id="2147483772" r:id="rId3"/>
    <p:sldLayoutId id="2147483776" r:id="rId4"/>
    <p:sldLayoutId id="2147483796" r:id="rId5"/>
    <p:sldLayoutId id="2147483797" r:id="rId6"/>
    <p:sldLayoutId id="2147483798" r:id="rId7"/>
    <p:sldLayoutId id="2147483799" r:id="rId8"/>
    <p:sldLayoutId id="2147483800" r:id="rId9"/>
    <p:sldLayoutId id="2147483801" r:id="rId10"/>
    <p:sldLayoutId id="2147483802" r:id="rId11"/>
    <p:sldLayoutId id="2147483803" r:id="rId12"/>
    <p:sldLayoutId id="2147483804" r:id="rId13"/>
    <p:sldLayoutId id="2147483805" r:id="rId14"/>
    <p:sldLayoutId id="2147483756" r:id="rId15"/>
    <p:sldLayoutId id="2147483757" r:id="rId16"/>
    <p:sldLayoutId id="2147483758" r:id="rId17"/>
    <p:sldLayoutId id="2147483759" r:id="rId18"/>
    <p:sldLayoutId id="2147483760" r:id="rId19"/>
    <p:sldLayoutId id="2147483761" r:id="rId20"/>
    <p:sldLayoutId id="2147483762" r:id="rId21"/>
    <p:sldLayoutId id="2147483763" r:id="rId22"/>
    <p:sldLayoutId id="2147483764" r:id="rId23"/>
    <p:sldLayoutId id="2147483765" r:id="rId24"/>
    <p:sldLayoutId id="2147483766" r:id="rId25"/>
    <p:sldLayoutId id="2147483794" r:id="rId26"/>
    <p:sldLayoutId id="2147483806" r:id="rId27"/>
  </p:sldLayoutIdLst>
  <p:hf sldNum="0" hdr="0" dt="0"/>
  <p:txStyles>
    <p:titleStyle>
      <a:lvl1pPr algn="l" defTabSz="914400" rtl="0" eaLnBrk="1" latinLnBrk="0" hangingPunct="1">
        <a:lnSpc>
          <a:spcPct val="100000"/>
        </a:lnSpc>
        <a:spcBef>
          <a:spcPct val="0"/>
        </a:spcBef>
        <a:buNone/>
        <a:defRPr kumimoji="1" sz="2800" b="0" kern="1200">
          <a:solidFill>
            <a:srgbClr val="9A3B5D"/>
          </a:solidFill>
          <a:latin typeface="游明朝" panose="02020400000000000000" pitchFamily="18" charset="-128"/>
          <a:ea typeface="游明朝" panose="02020400000000000000" pitchFamily="18" charset="-128"/>
          <a:cs typeface="+mj-cs"/>
        </a:defRPr>
      </a:lvl1pPr>
    </p:titleStyle>
    <p:bodyStyle>
      <a:lvl1pPr marL="0" indent="0" algn="l" defTabSz="914400" rtl="0" eaLnBrk="1" latinLnBrk="0" hangingPunct="1">
        <a:lnSpc>
          <a:spcPct val="100000"/>
        </a:lnSpc>
        <a:spcBef>
          <a:spcPts val="600"/>
        </a:spcBef>
        <a:buFont typeface="Arial" panose="020B0604020202020204" pitchFamily="34" charset="0"/>
        <a:buNone/>
        <a:defRPr kumimoji="1" sz="1600" kern="1200">
          <a:solidFill>
            <a:schemeClr val="tx1"/>
          </a:solidFill>
          <a:latin typeface="游ゴシック" panose="020B0400000000000000" pitchFamily="50" charset="-128"/>
          <a:ea typeface="游ゴシック" panose="020B0400000000000000" pitchFamily="50"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8" Type="http://schemas.openxmlformats.org/officeDocument/2006/relationships/image" Target="../media/image34.png"/><Relationship Id="rId13" Type="http://schemas.openxmlformats.org/officeDocument/2006/relationships/image" Target="../media/image39.png"/><Relationship Id="rId3" Type="http://schemas.openxmlformats.org/officeDocument/2006/relationships/image" Target="../media/image29.jpeg"/><Relationship Id="rId7" Type="http://schemas.openxmlformats.org/officeDocument/2006/relationships/image" Target="../media/image33.png"/><Relationship Id="rId12" Type="http://schemas.openxmlformats.org/officeDocument/2006/relationships/image" Target="../media/image38.png"/><Relationship Id="rId2" Type="http://schemas.openxmlformats.org/officeDocument/2006/relationships/image" Target="../media/image28.png"/><Relationship Id="rId1" Type="http://schemas.openxmlformats.org/officeDocument/2006/relationships/slideLayout" Target="../slideLayouts/slideLayout4.xml"/><Relationship Id="rId6" Type="http://schemas.openxmlformats.org/officeDocument/2006/relationships/image" Target="../media/image32.png"/><Relationship Id="rId11" Type="http://schemas.openxmlformats.org/officeDocument/2006/relationships/image" Target="../media/image37.png"/><Relationship Id="rId5" Type="http://schemas.openxmlformats.org/officeDocument/2006/relationships/image" Target="../media/image31.png"/><Relationship Id="rId10" Type="http://schemas.openxmlformats.org/officeDocument/2006/relationships/image" Target="../media/image36.png"/><Relationship Id="rId4" Type="http://schemas.openxmlformats.org/officeDocument/2006/relationships/image" Target="../media/image30.png"/><Relationship Id="rId9" Type="http://schemas.openxmlformats.org/officeDocument/2006/relationships/image" Target="../media/image35.png"/></Relationships>
</file>

<file path=ppt/slides/_rels/slide6.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タイトル 2"/>
          <p:cNvSpPr>
            <a:spLocks noGrp="1"/>
          </p:cNvSpPr>
          <p:nvPr>
            <p:ph type="ctrTitle"/>
          </p:nvPr>
        </p:nvSpPr>
        <p:spPr>
          <a:xfrm>
            <a:off x="480001" y="3552000"/>
            <a:ext cx="8640000" cy="768000"/>
          </a:xfrm>
        </p:spPr>
        <p:txBody>
          <a:bodyPr/>
          <a:lstStyle/>
          <a:p>
            <a:r>
              <a:rPr kumimoji="1" lang="ja-JP" altLang="en-US" dirty="0"/>
              <a:t>概算御見積書</a:t>
            </a:r>
            <a:r>
              <a:rPr lang="en-US" altLang="ja-JP" sz="2000" dirty="0"/>
              <a:t>(</a:t>
            </a:r>
            <a:r>
              <a:rPr lang="ja-JP" altLang="en-US" sz="2000" dirty="0"/>
              <a:t>第</a:t>
            </a:r>
            <a:r>
              <a:rPr lang="en-US" altLang="ja-JP" sz="2000" dirty="0"/>
              <a:t>1.1</a:t>
            </a:r>
            <a:r>
              <a:rPr lang="ja-JP" altLang="en-US" sz="2000" dirty="0"/>
              <a:t>版</a:t>
            </a:r>
            <a:r>
              <a:rPr lang="en-US" altLang="ja-JP" sz="2000" dirty="0"/>
              <a:t>)</a:t>
            </a:r>
            <a:endParaRPr kumimoji="1" lang="ja-JP" altLang="en-US" dirty="0"/>
          </a:p>
        </p:txBody>
      </p:sp>
      <p:sp>
        <p:nvSpPr>
          <p:cNvPr id="4" name="サブタイトル 3"/>
          <p:cNvSpPr>
            <a:spLocks noGrp="1"/>
          </p:cNvSpPr>
          <p:nvPr>
            <p:ph type="subTitle" idx="1"/>
          </p:nvPr>
        </p:nvSpPr>
        <p:spPr>
          <a:xfrm>
            <a:off x="480001" y="2660492"/>
            <a:ext cx="8736000" cy="768001"/>
          </a:xfrm>
        </p:spPr>
        <p:txBody>
          <a:bodyPr>
            <a:normAutofit/>
          </a:bodyPr>
          <a:lstStyle/>
          <a:p>
            <a:r>
              <a:rPr lang="ja-JP" altLang="en-US" sz="3200" dirty="0"/>
              <a:t>アスファルト受注業務システム構築</a:t>
            </a:r>
            <a:endParaRPr kumimoji="1" lang="ja-JP" altLang="en-US" sz="3200" dirty="0"/>
          </a:p>
        </p:txBody>
      </p:sp>
      <p:sp>
        <p:nvSpPr>
          <p:cNvPr id="5" name="テキスト プレースホルダー 4"/>
          <p:cNvSpPr>
            <a:spLocks noGrp="1"/>
          </p:cNvSpPr>
          <p:nvPr>
            <p:ph type="body" sz="quarter" idx="13"/>
          </p:nvPr>
        </p:nvSpPr>
        <p:spPr/>
        <p:txBody>
          <a:bodyPr/>
          <a:lstStyle/>
          <a:p>
            <a:r>
              <a:rPr lang="ja-JP" altLang="en-US"/>
              <a:t>システムソリューション本部</a:t>
            </a:r>
            <a:endParaRPr kumimoji="1" lang="ja-JP" altLang="en-US"/>
          </a:p>
        </p:txBody>
      </p:sp>
      <p:sp>
        <p:nvSpPr>
          <p:cNvPr id="7" name="テキスト プレースホルダー 6"/>
          <p:cNvSpPr>
            <a:spLocks noGrp="1"/>
          </p:cNvSpPr>
          <p:nvPr>
            <p:ph type="body" sz="quarter" idx="14"/>
          </p:nvPr>
        </p:nvSpPr>
        <p:spPr/>
        <p:txBody>
          <a:bodyPr/>
          <a:lstStyle/>
          <a:p>
            <a:r>
              <a:rPr kumimoji="1" lang="ja-JP" altLang="en-US"/>
              <a:t>出光興産株式会社　御中</a:t>
            </a:r>
            <a:endParaRPr kumimoji="1" lang="en-US" altLang="ja-JP"/>
          </a:p>
        </p:txBody>
      </p:sp>
      <p:sp>
        <p:nvSpPr>
          <p:cNvPr id="8" name="テキスト プレースホルダー 4">
            <a:extLst>
              <a:ext uri="{FF2B5EF4-FFF2-40B4-BE49-F238E27FC236}">
                <a16:creationId xmlns:a16="http://schemas.microsoft.com/office/drawing/2014/main" id="{107CDF1A-DF69-D1B9-6346-1200847D9738}"/>
              </a:ext>
            </a:extLst>
          </p:cNvPr>
          <p:cNvSpPr txBox="1">
            <a:spLocks/>
          </p:cNvSpPr>
          <p:nvPr/>
        </p:nvSpPr>
        <p:spPr>
          <a:xfrm>
            <a:off x="9407999" y="3936000"/>
            <a:ext cx="2688000" cy="288000"/>
          </a:xfrm>
          <a:prstGeom prst="rect">
            <a:avLst/>
          </a:prstGeom>
        </p:spPr>
        <p:txBody>
          <a:bodyPr vert="horz" lIns="91440" tIns="45720" rIns="91440" bIns="45720" rtlCol="0" anchor="ctr">
            <a:noAutofit/>
          </a:bodyPr>
          <a:lstStyle>
            <a:lvl1pPr marL="0" indent="0" algn="ctr" defTabSz="914400" rtl="0" eaLnBrk="1" latinLnBrk="0" hangingPunct="1">
              <a:lnSpc>
                <a:spcPct val="100000"/>
              </a:lnSpc>
              <a:spcBef>
                <a:spcPts val="0"/>
              </a:spcBef>
              <a:buFont typeface="Arial" panose="020B0604020202020204" pitchFamily="34" charset="0"/>
              <a:buNone/>
              <a:defRPr kumimoji="1" sz="1067" kern="1200">
                <a:solidFill>
                  <a:schemeClr val="tx1"/>
                </a:solidFill>
                <a:latin typeface="游明朝" panose="02020400000000000000" pitchFamily="18" charset="-128"/>
                <a:ea typeface="游明朝" panose="02020400000000000000" pitchFamily="18"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en-US" altLang="ja-JP" dirty="0"/>
              <a:t>2025/5/7</a:t>
            </a:r>
            <a:endParaRPr lang="ja-JP" altLang="en-US" dirty="0"/>
          </a:p>
        </p:txBody>
      </p:sp>
    </p:spTree>
    <p:extLst>
      <p:ext uri="{BB962C8B-B14F-4D97-AF65-F5344CB8AC3E}">
        <p14:creationId xmlns:p14="http://schemas.microsoft.com/office/powerpoint/2010/main" val="32018882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コンテンツ プレースホルダー 2">
            <a:extLst>
              <a:ext uri="{FF2B5EF4-FFF2-40B4-BE49-F238E27FC236}">
                <a16:creationId xmlns:a16="http://schemas.microsoft.com/office/drawing/2014/main" id="{2E1CE15F-6188-D4DE-439B-CEAF8146E0C0}"/>
              </a:ext>
            </a:extLst>
          </p:cNvPr>
          <p:cNvSpPr txBox="1">
            <a:spLocks/>
          </p:cNvSpPr>
          <p:nvPr/>
        </p:nvSpPr>
        <p:spPr>
          <a:xfrm>
            <a:off x="336000" y="353451"/>
            <a:ext cx="11856000" cy="4039255"/>
          </a:xfrm>
          <a:prstGeom prst="rect">
            <a:avLst/>
          </a:prstGeom>
        </p:spPr>
        <p:txBody>
          <a:bodyPr vert="horz" lIns="91440" tIns="45720" rIns="91440" bIns="45720" rtlCol="0">
            <a:normAutofit/>
          </a:bodyPr>
          <a:lstStyle>
            <a:lvl1pPr marL="0" indent="0" algn="l" defTabSz="914400" rtl="0" eaLnBrk="1" latinLnBrk="0" hangingPunct="1">
              <a:lnSpc>
                <a:spcPct val="100000"/>
              </a:lnSpc>
              <a:spcBef>
                <a:spcPts val="600"/>
              </a:spcBef>
              <a:buFont typeface="Arial" panose="020B0604020202020204" pitchFamily="34" charset="0"/>
              <a:buNone/>
              <a:defRPr kumimoji="1" sz="1600" kern="1200">
                <a:solidFill>
                  <a:schemeClr val="tx1"/>
                </a:solidFill>
                <a:latin typeface="游ゴシック" panose="020B0400000000000000" pitchFamily="50" charset="-128"/>
                <a:ea typeface="游ゴシック" panose="020B0400000000000000" pitchFamily="50"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285750" indent="-285750">
              <a:buFont typeface="Wingdings" panose="05000000000000000000" pitchFamily="2" charset="2"/>
              <a:buChar char="l"/>
            </a:pPr>
            <a:r>
              <a:rPr lang="ja-JP" altLang="en-US"/>
              <a:t>本書は、貴社よりご提供をいただきました下記の資料およびメールの内容を基にした概算御見積書となります。</a:t>
            </a:r>
            <a:endParaRPr lang="en-US" altLang="ja-JP"/>
          </a:p>
          <a:p>
            <a:pPr marL="720000" lvl="1" indent="-342900">
              <a:lnSpc>
                <a:spcPct val="100000"/>
              </a:lnSpc>
            </a:pPr>
            <a:r>
              <a:rPr lang="en-US" altLang="ja-JP" sz="1600">
                <a:latin typeface="游ゴシック" panose="020B0400000000000000" pitchFamily="50" charset="-128"/>
                <a:ea typeface="游ゴシック" panose="020B0400000000000000" pitchFamily="50" charset="-128"/>
              </a:rPr>
              <a:t>20250226_</a:t>
            </a:r>
            <a:r>
              <a:rPr lang="ja-JP" altLang="en-US" sz="1600">
                <a:latin typeface="游ゴシック" panose="020B0400000000000000" pitchFamily="50" charset="-128"/>
                <a:ea typeface="游ゴシック" panose="020B0400000000000000" pitchFamily="50" charset="-128"/>
              </a:rPr>
              <a:t>システムエクゼさま提供資料</a:t>
            </a:r>
            <a:r>
              <a:rPr lang="en-US" altLang="ja-JP" sz="1600">
                <a:latin typeface="游ゴシック" panose="020B0400000000000000" pitchFamily="50" charset="-128"/>
                <a:ea typeface="游ゴシック" panose="020B0400000000000000" pitchFamily="50" charset="-128"/>
              </a:rPr>
              <a:t>.xlsx</a:t>
            </a:r>
          </a:p>
          <a:p>
            <a:pPr marL="720000" lvl="1" indent="-342900">
              <a:lnSpc>
                <a:spcPct val="100000"/>
              </a:lnSpc>
            </a:pPr>
            <a:r>
              <a:rPr lang="ja-JP" altLang="en-US" sz="1600">
                <a:latin typeface="+mn-ea"/>
              </a:rPr>
              <a:t>メール</a:t>
            </a:r>
            <a:r>
              <a:rPr lang="en-US" altLang="ja-JP" sz="1600">
                <a:latin typeface="+mn-ea"/>
              </a:rPr>
              <a:t>【</a:t>
            </a:r>
            <a:r>
              <a:rPr lang="ja-JP" altLang="en-US" sz="1600">
                <a:latin typeface="+mn-ea"/>
              </a:rPr>
              <a:t>ご相談</a:t>
            </a:r>
            <a:r>
              <a:rPr lang="en-US" altLang="ja-JP" sz="1600">
                <a:latin typeface="+mn-ea"/>
              </a:rPr>
              <a:t>】</a:t>
            </a:r>
            <a:r>
              <a:rPr lang="ja-JP" altLang="en-US" sz="1600">
                <a:latin typeface="+mn-ea"/>
              </a:rPr>
              <a:t>アスファルト受注業務システムの件（</a:t>
            </a:r>
            <a:r>
              <a:rPr lang="en-US" altLang="ja-JP" sz="1600">
                <a:latin typeface="+mn-ea"/>
              </a:rPr>
              <a:t> 2025/2/26</a:t>
            </a:r>
            <a:r>
              <a:rPr lang="ja-JP" altLang="en-US" sz="1600">
                <a:latin typeface="+mn-ea"/>
              </a:rPr>
              <a:t>　</a:t>
            </a:r>
            <a:r>
              <a:rPr lang="en-US" altLang="ja-JP" sz="1600">
                <a:latin typeface="+mn-ea"/>
              </a:rPr>
              <a:t>16:49</a:t>
            </a:r>
            <a:r>
              <a:rPr lang="ja-JP" altLang="en-US" sz="1600">
                <a:latin typeface="+mn-ea"/>
              </a:rPr>
              <a:t>受領）</a:t>
            </a:r>
            <a:endParaRPr lang="en-US" altLang="ja-JP" sz="1600">
              <a:latin typeface="+mn-ea"/>
            </a:endParaRPr>
          </a:p>
          <a:p>
            <a:pPr marL="720000" lvl="1" indent="-342900">
              <a:lnSpc>
                <a:spcPct val="100000"/>
              </a:lnSpc>
            </a:pPr>
            <a:r>
              <a:rPr lang="ja-JP" altLang="en-US" sz="1600">
                <a:latin typeface="+mn-ea"/>
              </a:rPr>
              <a:t>受注・出荷・運送画面・受注合意画面イメージ確認</a:t>
            </a:r>
            <a:r>
              <a:rPr lang="en-US" altLang="ja-JP" sz="1600">
                <a:latin typeface="+mn-ea"/>
              </a:rPr>
              <a:t>.xlsx</a:t>
            </a:r>
            <a:endParaRPr lang="ja-JP" altLang="en-US" sz="1600">
              <a:latin typeface="+mn-ea"/>
            </a:endParaRPr>
          </a:p>
        </p:txBody>
      </p:sp>
      <p:sp>
        <p:nvSpPr>
          <p:cNvPr id="2" name="フッター プレースホルダー 1">
            <a:extLst>
              <a:ext uri="{FF2B5EF4-FFF2-40B4-BE49-F238E27FC236}">
                <a16:creationId xmlns:a16="http://schemas.microsoft.com/office/drawing/2014/main" id="{2D2AEE21-AA83-075A-3CD6-7EDAC406B400}"/>
              </a:ext>
            </a:extLst>
          </p:cNvPr>
          <p:cNvSpPr>
            <a:spLocks noGrp="1"/>
          </p:cNvSpPr>
          <p:nvPr>
            <p:ph type="ftr" sz="quarter" idx="11"/>
          </p:nvPr>
        </p:nvSpPr>
        <p:spPr/>
        <p:txBody>
          <a:bodyPr/>
          <a:lstStyle/>
          <a:p>
            <a:r>
              <a:rPr lang="en-US"/>
              <a:t>Copyright © SystemEXE,Inc All Rights Reserved.</a:t>
            </a:r>
          </a:p>
        </p:txBody>
      </p:sp>
    </p:spTree>
    <p:extLst>
      <p:ext uri="{BB962C8B-B14F-4D97-AF65-F5344CB8AC3E}">
        <p14:creationId xmlns:p14="http://schemas.microsoft.com/office/powerpoint/2010/main" val="32851517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E6C36938-64FB-F691-2504-6209F1AE50DE}"/>
              </a:ext>
            </a:extLst>
          </p:cNvPr>
          <p:cNvSpPr>
            <a:spLocks noGrp="1"/>
          </p:cNvSpPr>
          <p:nvPr>
            <p:ph type="ftr" sz="quarter" idx="11"/>
          </p:nvPr>
        </p:nvSpPr>
        <p:spPr/>
        <p:txBody>
          <a:bodyPr/>
          <a:lstStyle/>
          <a:p>
            <a:r>
              <a:rPr lang="en-US"/>
              <a:t>Copyright © SystemEXE,Inc All Rights Reserved.</a:t>
            </a:r>
          </a:p>
        </p:txBody>
      </p:sp>
      <p:sp>
        <p:nvSpPr>
          <p:cNvPr id="5" name="タイトル 4">
            <a:extLst>
              <a:ext uri="{FF2B5EF4-FFF2-40B4-BE49-F238E27FC236}">
                <a16:creationId xmlns:a16="http://schemas.microsoft.com/office/drawing/2014/main" id="{344DB5F2-73BB-E9CA-B3CC-208D354F5281}"/>
              </a:ext>
            </a:extLst>
          </p:cNvPr>
          <p:cNvSpPr>
            <a:spLocks noGrp="1"/>
          </p:cNvSpPr>
          <p:nvPr>
            <p:ph type="title"/>
          </p:nvPr>
        </p:nvSpPr>
        <p:spPr/>
        <p:txBody>
          <a:bodyPr/>
          <a:lstStyle/>
          <a:p>
            <a:r>
              <a:rPr kumimoji="1" lang="ja-JP" altLang="en-US"/>
              <a:t>ご提案範囲</a:t>
            </a:r>
          </a:p>
        </p:txBody>
      </p:sp>
    </p:spTree>
    <p:extLst>
      <p:ext uri="{BB962C8B-B14F-4D97-AF65-F5344CB8AC3E}">
        <p14:creationId xmlns:p14="http://schemas.microsoft.com/office/powerpoint/2010/main" val="9603216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0FF87F-80BA-AE10-4718-7003724FB693}"/>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05087DF2-81E7-8870-9057-13EF80CFADA0}"/>
              </a:ext>
            </a:extLst>
          </p:cNvPr>
          <p:cNvSpPr>
            <a:spLocks noGrp="1"/>
          </p:cNvSpPr>
          <p:nvPr>
            <p:ph type="title"/>
          </p:nvPr>
        </p:nvSpPr>
        <p:spPr/>
        <p:txBody>
          <a:bodyPr/>
          <a:lstStyle/>
          <a:p>
            <a:r>
              <a:rPr lang="ja-JP" altLang="en-US"/>
              <a:t>想定されている業務概要</a:t>
            </a:r>
            <a:endParaRPr kumimoji="1" lang="ja-JP" altLang="en-US"/>
          </a:p>
        </p:txBody>
      </p:sp>
      <p:sp>
        <p:nvSpPr>
          <p:cNvPr id="4" name="フッター プレースホルダー 3">
            <a:extLst>
              <a:ext uri="{FF2B5EF4-FFF2-40B4-BE49-F238E27FC236}">
                <a16:creationId xmlns:a16="http://schemas.microsoft.com/office/drawing/2014/main" id="{AE34F3A4-82EC-9277-48FA-2766951D755D}"/>
              </a:ext>
            </a:extLst>
          </p:cNvPr>
          <p:cNvSpPr>
            <a:spLocks noGrp="1"/>
          </p:cNvSpPr>
          <p:nvPr>
            <p:ph type="ftr" sz="quarter" idx="11"/>
          </p:nvPr>
        </p:nvSpPr>
        <p:spPr/>
        <p:txBody>
          <a:bodyPr/>
          <a:lstStyle/>
          <a:p>
            <a:r>
              <a:rPr lang="en-US"/>
              <a:t>Copyright © SystemEXE,Inc All Rights Reserved.</a:t>
            </a:r>
          </a:p>
        </p:txBody>
      </p:sp>
      <p:sp>
        <p:nvSpPr>
          <p:cNvPr id="5" name="テキスト ボックス 4">
            <a:extLst>
              <a:ext uri="{FF2B5EF4-FFF2-40B4-BE49-F238E27FC236}">
                <a16:creationId xmlns:a16="http://schemas.microsoft.com/office/drawing/2014/main" id="{A374CCBD-F9EC-D28C-677C-B422EF3BE236}"/>
              </a:ext>
            </a:extLst>
          </p:cNvPr>
          <p:cNvSpPr txBox="1"/>
          <p:nvPr/>
        </p:nvSpPr>
        <p:spPr>
          <a:xfrm>
            <a:off x="576000" y="864000"/>
            <a:ext cx="11041200" cy="4770537"/>
          </a:xfrm>
          <a:prstGeom prst="rect">
            <a:avLst/>
          </a:prstGeom>
          <a:noFill/>
        </p:spPr>
        <p:txBody>
          <a:bodyPr wrap="square">
            <a:spAutoFit/>
          </a:bodyPr>
          <a:lstStyle/>
          <a:p>
            <a:r>
              <a:rPr lang="ja-JP" altLang="en-US" sz="1600">
                <a:latin typeface="+mn-ea"/>
              </a:rPr>
              <a:t>＜スケジュール＞</a:t>
            </a:r>
          </a:p>
          <a:p>
            <a:r>
              <a:rPr lang="en-US" altLang="ja-JP" sz="1600">
                <a:latin typeface="+mn-ea"/>
              </a:rPr>
              <a:t>2025</a:t>
            </a:r>
            <a:r>
              <a:rPr lang="ja-JP" altLang="en-US" sz="1600">
                <a:latin typeface="+mn-ea"/>
              </a:rPr>
              <a:t>年度内に開発。出来れば、年度内に稼働したい。</a:t>
            </a:r>
            <a:r>
              <a:rPr lang="en-US" altLang="ja-JP" sz="1600">
                <a:latin typeface="+mn-ea"/>
              </a:rPr>
              <a:t>26</a:t>
            </a:r>
            <a:r>
              <a:rPr lang="ja-JP" altLang="en-US" sz="1600">
                <a:latin typeface="+mn-ea"/>
              </a:rPr>
              <a:t>年</a:t>
            </a:r>
            <a:r>
              <a:rPr lang="en-US" altLang="ja-JP" sz="1600">
                <a:latin typeface="+mn-ea"/>
              </a:rPr>
              <a:t>4</a:t>
            </a:r>
            <a:r>
              <a:rPr lang="ja-JP" altLang="en-US" sz="1600">
                <a:latin typeface="+mn-ea"/>
              </a:rPr>
              <a:t>月稼働は必須。</a:t>
            </a:r>
          </a:p>
          <a:p>
            <a:endParaRPr lang="ja-JP" altLang="en-US" sz="1600">
              <a:latin typeface="+mn-ea"/>
            </a:endParaRPr>
          </a:p>
          <a:p>
            <a:r>
              <a:rPr lang="ja-JP" altLang="en-US" sz="1600">
                <a:latin typeface="+mn-ea"/>
              </a:rPr>
              <a:t>＜業務概要（添付が検討中のシステムの流れです）＞</a:t>
            </a:r>
          </a:p>
          <a:p>
            <a:r>
              <a:rPr lang="ja-JP" altLang="en-US" sz="1600">
                <a:latin typeface="+mn-ea"/>
              </a:rPr>
              <a:t>受注業務の概要</a:t>
            </a:r>
          </a:p>
          <a:p>
            <a:r>
              <a:rPr lang="ja-JP" altLang="en-US" sz="1600">
                <a:latin typeface="+mn-ea"/>
              </a:rPr>
              <a:t>・出光アスファルト事業部の受注先（注文主）は、特約販売店（特販店）</a:t>
            </a:r>
          </a:p>
          <a:p>
            <a:r>
              <a:rPr lang="ja-JP" altLang="en-US" sz="1600">
                <a:latin typeface="+mn-ea"/>
              </a:rPr>
              <a:t>・特販店は、需要家（実際の出荷先）から注文を受け、出光に発注する</a:t>
            </a:r>
          </a:p>
          <a:p>
            <a:r>
              <a:rPr lang="ja-JP" altLang="en-US" sz="1600">
                <a:latin typeface="+mn-ea"/>
              </a:rPr>
              <a:t>・また、特販店は、タンクローリーの手配も行っている</a:t>
            </a:r>
          </a:p>
          <a:p>
            <a:endParaRPr lang="ja-JP" altLang="en-US" sz="1600">
              <a:latin typeface="+mn-ea"/>
            </a:endParaRPr>
          </a:p>
          <a:p>
            <a:r>
              <a:rPr lang="ja-JP" altLang="en-US" sz="1600">
                <a:latin typeface="+mn-ea"/>
              </a:rPr>
              <a:t>上記の関係において、出光工場担当者と特販店で受注を調整・確定するにあたり、需要家への持ち届け要望時間に合わせて、出光工場でのローリー充填時間の調整等が必要。</a:t>
            </a:r>
          </a:p>
          <a:p>
            <a:r>
              <a:rPr lang="ja-JP" altLang="en-US" sz="1600">
                <a:latin typeface="+mn-ea"/>
              </a:rPr>
              <a:t>特販店は、運送会社と配車の調整、出光担当者は、限られた出荷設備や製品在庫、生産計画を鑑みて、出来る限り要望時間での出荷調整を行っている。</a:t>
            </a:r>
          </a:p>
          <a:p>
            <a:r>
              <a:rPr lang="ja-JP" altLang="en-US" sz="1600">
                <a:latin typeface="+mn-ea"/>
              </a:rPr>
              <a:t>出光と特販店の間の出荷調整、特販店と運送会社の間の配車調整等を出来る限り低減（勿論、運用ルールの見直しも並行して行う前提）したい。</a:t>
            </a:r>
          </a:p>
          <a:p>
            <a:endParaRPr lang="ja-JP" altLang="en-US" sz="1600">
              <a:latin typeface="+mn-ea"/>
            </a:endParaRPr>
          </a:p>
          <a:p>
            <a:r>
              <a:rPr lang="ja-JP" altLang="en-US" sz="1600">
                <a:latin typeface="+mn-ea"/>
              </a:rPr>
              <a:t>これ以外に特販店を介在せず、需要家との取引で、配車手配は出光側で行うケースも想定しています。</a:t>
            </a:r>
          </a:p>
          <a:p>
            <a:r>
              <a:rPr lang="ja-JP" altLang="en-US" sz="1600">
                <a:latin typeface="+mn-ea"/>
              </a:rPr>
              <a:t>また、工場側の在庫や生産計画情報の連動や、見える化については、今回はスコープ外としています。</a:t>
            </a:r>
            <a:br>
              <a:rPr lang="en-US" altLang="ja-JP" sz="1600">
                <a:latin typeface="+mn-ea"/>
              </a:rPr>
            </a:br>
            <a:r>
              <a:rPr lang="ja-JP" altLang="en-US" sz="1600">
                <a:latin typeface="+mn-ea"/>
              </a:rPr>
              <a:t>純粋に受注調整、確定までのプロセスを対象と考えています。</a:t>
            </a:r>
          </a:p>
        </p:txBody>
      </p:sp>
      <p:sp>
        <p:nvSpPr>
          <p:cNvPr id="7" name="テキスト ボックス 6">
            <a:extLst>
              <a:ext uri="{FF2B5EF4-FFF2-40B4-BE49-F238E27FC236}">
                <a16:creationId xmlns:a16="http://schemas.microsoft.com/office/drawing/2014/main" id="{0F2626F3-BADC-A7E4-7D76-8E1E48991C2B}"/>
              </a:ext>
            </a:extLst>
          </p:cNvPr>
          <p:cNvSpPr txBox="1"/>
          <p:nvPr/>
        </p:nvSpPr>
        <p:spPr>
          <a:xfrm>
            <a:off x="665648" y="6205710"/>
            <a:ext cx="11382917" cy="276999"/>
          </a:xfrm>
          <a:prstGeom prst="rect">
            <a:avLst/>
          </a:prstGeom>
          <a:noFill/>
        </p:spPr>
        <p:txBody>
          <a:bodyPr wrap="square">
            <a:spAutoFit/>
          </a:bodyPr>
          <a:lstStyle/>
          <a:p>
            <a:pPr algn="r"/>
            <a:r>
              <a:rPr lang="ja-JP" altLang="en-US" sz="1200">
                <a:latin typeface="+mn-ea"/>
              </a:rPr>
              <a:t>メール：</a:t>
            </a:r>
            <a:r>
              <a:rPr lang="en-US" altLang="ja-JP" sz="1200">
                <a:latin typeface="+mn-ea"/>
              </a:rPr>
              <a:t>【</a:t>
            </a:r>
            <a:r>
              <a:rPr lang="ja-JP" altLang="en-US" sz="1200">
                <a:latin typeface="+mn-ea"/>
              </a:rPr>
              <a:t>ご相談</a:t>
            </a:r>
            <a:r>
              <a:rPr lang="en-US" altLang="ja-JP" sz="1200">
                <a:latin typeface="+mn-ea"/>
              </a:rPr>
              <a:t>】</a:t>
            </a:r>
            <a:r>
              <a:rPr lang="ja-JP" altLang="en-US" sz="1200">
                <a:latin typeface="+mn-ea"/>
              </a:rPr>
              <a:t>アスファルト受注業務システムの件より抜粋（</a:t>
            </a:r>
            <a:r>
              <a:rPr lang="en-US" altLang="ja-JP" sz="1200">
                <a:latin typeface="+mn-ea"/>
              </a:rPr>
              <a:t> 2025/2/26</a:t>
            </a:r>
            <a:r>
              <a:rPr lang="ja-JP" altLang="en-US" sz="1200">
                <a:latin typeface="+mn-ea"/>
              </a:rPr>
              <a:t>　</a:t>
            </a:r>
            <a:r>
              <a:rPr lang="en-US" altLang="ja-JP" sz="1200">
                <a:latin typeface="+mn-ea"/>
              </a:rPr>
              <a:t>16:49</a:t>
            </a:r>
            <a:r>
              <a:rPr lang="ja-JP" altLang="en-US" sz="1200">
                <a:latin typeface="+mn-ea"/>
              </a:rPr>
              <a:t>）</a:t>
            </a:r>
          </a:p>
        </p:txBody>
      </p:sp>
    </p:spTree>
    <p:extLst>
      <p:ext uri="{BB962C8B-B14F-4D97-AF65-F5344CB8AC3E}">
        <p14:creationId xmlns:p14="http://schemas.microsoft.com/office/powerpoint/2010/main" val="34540375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5" name="図 74" descr="図形, アイコン&#10;&#10;AI によって生成されたコンテンツは間違っている可能性があります。">
            <a:extLst>
              <a:ext uri="{FF2B5EF4-FFF2-40B4-BE49-F238E27FC236}">
                <a16:creationId xmlns:a16="http://schemas.microsoft.com/office/drawing/2014/main" id="{852BD6F7-4827-7457-E199-B7B5201AA592}"/>
              </a:ext>
            </a:extLst>
          </p:cNvPr>
          <p:cNvPicPr>
            <a:picLocks noChangeAspect="1"/>
          </p:cNvPicPr>
          <p:nvPr/>
        </p:nvPicPr>
        <p:blipFill>
          <a:blip r:embed="rId2"/>
          <a:stretch>
            <a:fillRect/>
          </a:stretch>
        </p:blipFill>
        <p:spPr>
          <a:xfrm>
            <a:off x="8312715" y="3309957"/>
            <a:ext cx="720000" cy="720000"/>
          </a:xfrm>
          <a:prstGeom prst="rect">
            <a:avLst/>
          </a:prstGeom>
        </p:spPr>
      </p:pic>
      <p:sp>
        <p:nvSpPr>
          <p:cNvPr id="2" name="タイトル 1"/>
          <p:cNvSpPr>
            <a:spLocks noGrp="1"/>
          </p:cNvSpPr>
          <p:nvPr>
            <p:ph type="title"/>
          </p:nvPr>
        </p:nvSpPr>
        <p:spPr/>
        <p:txBody>
          <a:bodyPr/>
          <a:lstStyle/>
          <a:p>
            <a:r>
              <a:rPr kumimoji="1" lang="ja-JP" altLang="en-US"/>
              <a:t>システムの構築範囲（全体イメージ）</a:t>
            </a:r>
          </a:p>
        </p:txBody>
      </p:sp>
      <p:sp>
        <p:nvSpPr>
          <p:cNvPr id="4" name="フッター プレースホルダー 3"/>
          <p:cNvSpPr>
            <a:spLocks noGrp="1"/>
          </p:cNvSpPr>
          <p:nvPr>
            <p:ph type="ftr" sz="quarter" idx="11"/>
          </p:nvPr>
        </p:nvSpPr>
        <p:spPr/>
        <p:txBody>
          <a:bodyPr/>
          <a:lstStyle/>
          <a:p>
            <a:r>
              <a:rPr lang="en-US"/>
              <a:t>Copyright © SystemEXE,Inc All Rights Reserved.</a:t>
            </a:r>
          </a:p>
        </p:txBody>
      </p:sp>
      <p:pic>
        <p:nvPicPr>
          <p:cNvPr id="1026" name="Picture 2" descr="SAP (企業) - Wikipedia">
            <a:extLst>
              <a:ext uri="{FF2B5EF4-FFF2-40B4-BE49-F238E27FC236}">
                <a16:creationId xmlns:a16="http://schemas.microsoft.com/office/drawing/2014/main" id="{44E3B8BF-F050-934F-CD14-6AA8E7D4934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56000" y="906996"/>
            <a:ext cx="1080000" cy="534918"/>
          </a:xfrm>
          <a:prstGeom prst="rect">
            <a:avLst/>
          </a:prstGeom>
          <a:noFill/>
          <a:ln>
            <a:solidFill>
              <a:schemeClr val="tx1">
                <a:lumMod val="75000"/>
                <a:lumOff val="25000"/>
              </a:schemeClr>
            </a:solidFill>
          </a:ln>
          <a:extLst>
            <a:ext uri="{909E8E84-426E-40DD-AFC4-6F175D3DCCD1}">
              <a14:hiddenFill xmlns:a14="http://schemas.microsoft.com/office/drawing/2010/main">
                <a:solidFill>
                  <a:srgbClr val="FFFFFF"/>
                </a:solidFill>
              </a14:hiddenFill>
            </a:ext>
          </a:extLst>
        </p:spPr>
      </p:pic>
      <p:pic>
        <p:nvPicPr>
          <p:cNvPr id="68" name="図 67" descr="アイコン&#10;&#10;AI によって生成されたコンテンツは間違っている可能性があります。">
            <a:extLst>
              <a:ext uri="{FF2B5EF4-FFF2-40B4-BE49-F238E27FC236}">
                <a16:creationId xmlns:a16="http://schemas.microsoft.com/office/drawing/2014/main" id="{53C3357B-27A8-E809-B6CC-9F8ECBF52544}"/>
              </a:ext>
            </a:extLst>
          </p:cNvPr>
          <p:cNvPicPr>
            <a:picLocks noChangeAspect="1"/>
          </p:cNvPicPr>
          <p:nvPr/>
        </p:nvPicPr>
        <p:blipFill>
          <a:blip r:embed="rId4"/>
          <a:stretch>
            <a:fillRect/>
          </a:stretch>
        </p:blipFill>
        <p:spPr>
          <a:xfrm>
            <a:off x="5736000" y="3429000"/>
            <a:ext cx="720000" cy="720000"/>
          </a:xfrm>
          <a:prstGeom prst="rect">
            <a:avLst/>
          </a:prstGeom>
        </p:spPr>
      </p:pic>
      <p:pic>
        <p:nvPicPr>
          <p:cNvPr id="81" name="図 80" descr="アイコン&#10;&#10;AI によって生成されたコンテンツは間違っている可能性があります。">
            <a:extLst>
              <a:ext uri="{FF2B5EF4-FFF2-40B4-BE49-F238E27FC236}">
                <a16:creationId xmlns:a16="http://schemas.microsoft.com/office/drawing/2014/main" id="{F9CA2CF4-489F-1DCF-8842-455F8ED53446}"/>
              </a:ext>
            </a:extLst>
          </p:cNvPr>
          <p:cNvPicPr>
            <a:picLocks noChangeAspect="1"/>
          </p:cNvPicPr>
          <p:nvPr/>
        </p:nvPicPr>
        <p:blipFill>
          <a:blip r:embed="rId5"/>
          <a:stretch>
            <a:fillRect/>
          </a:stretch>
        </p:blipFill>
        <p:spPr>
          <a:xfrm>
            <a:off x="8363599" y="5092050"/>
            <a:ext cx="720000" cy="720000"/>
          </a:xfrm>
          <a:prstGeom prst="rect">
            <a:avLst/>
          </a:prstGeom>
        </p:spPr>
      </p:pic>
      <p:pic>
        <p:nvPicPr>
          <p:cNvPr id="83" name="図 82" descr="ロゴ&#10;&#10;AI によって生成されたコンテンツは間違っている可能性があります。">
            <a:extLst>
              <a:ext uri="{FF2B5EF4-FFF2-40B4-BE49-F238E27FC236}">
                <a16:creationId xmlns:a16="http://schemas.microsoft.com/office/drawing/2014/main" id="{2FBD18C7-FDF7-B028-6840-8AE043281F6E}"/>
              </a:ext>
            </a:extLst>
          </p:cNvPr>
          <p:cNvPicPr>
            <a:picLocks noChangeAspect="1"/>
          </p:cNvPicPr>
          <p:nvPr/>
        </p:nvPicPr>
        <p:blipFill>
          <a:blip r:embed="rId6"/>
          <a:stretch>
            <a:fillRect/>
          </a:stretch>
        </p:blipFill>
        <p:spPr>
          <a:xfrm>
            <a:off x="2326391" y="5100005"/>
            <a:ext cx="720000" cy="720000"/>
          </a:xfrm>
          <a:prstGeom prst="rect">
            <a:avLst/>
          </a:prstGeom>
        </p:spPr>
      </p:pic>
      <p:pic>
        <p:nvPicPr>
          <p:cNvPr id="5" name="図 4" descr="アイコン&#10;&#10;AI によって生成されたコンテンツは間違っている可能性があります。">
            <a:extLst>
              <a:ext uri="{FF2B5EF4-FFF2-40B4-BE49-F238E27FC236}">
                <a16:creationId xmlns:a16="http://schemas.microsoft.com/office/drawing/2014/main" id="{E9B815CD-7F38-B51B-05AF-666DC7448923}"/>
              </a:ext>
            </a:extLst>
          </p:cNvPr>
          <p:cNvPicPr>
            <a:picLocks noChangeAspect="1"/>
          </p:cNvPicPr>
          <p:nvPr/>
        </p:nvPicPr>
        <p:blipFill>
          <a:blip r:embed="rId7"/>
          <a:stretch>
            <a:fillRect/>
          </a:stretch>
        </p:blipFill>
        <p:spPr>
          <a:xfrm>
            <a:off x="3046391" y="1871935"/>
            <a:ext cx="720000" cy="720000"/>
          </a:xfrm>
          <a:prstGeom prst="rect">
            <a:avLst/>
          </a:prstGeom>
        </p:spPr>
      </p:pic>
      <p:pic>
        <p:nvPicPr>
          <p:cNvPr id="7" name="図 6" descr="QR コード が含まれている画像&#10;&#10;AI によって生成されたコンテンツは間違っている可能性があります。">
            <a:extLst>
              <a:ext uri="{FF2B5EF4-FFF2-40B4-BE49-F238E27FC236}">
                <a16:creationId xmlns:a16="http://schemas.microsoft.com/office/drawing/2014/main" id="{6FCBC1F1-F6A8-7F77-B7C2-FA64AFFE6D15}"/>
              </a:ext>
            </a:extLst>
          </p:cNvPr>
          <p:cNvPicPr>
            <a:picLocks noChangeAspect="1"/>
          </p:cNvPicPr>
          <p:nvPr/>
        </p:nvPicPr>
        <p:blipFill>
          <a:blip r:embed="rId8"/>
          <a:stretch>
            <a:fillRect/>
          </a:stretch>
        </p:blipFill>
        <p:spPr>
          <a:xfrm>
            <a:off x="2394984" y="1641575"/>
            <a:ext cx="720000" cy="720000"/>
          </a:xfrm>
          <a:prstGeom prst="rect">
            <a:avLst/>
          </a:prstGeom>
        </p:spPr>
      </p:pic>
      <p:pic>
        <p:nvPicPr>
          <p:cNvPr id="9" name="図 8" descr="アイコン&#10;&#10;AI によって生成されたコンテンツは間違っている可能性があります。">
            <a:extLst>
              <a:ext uri="{FF2B5EF4-FFF2-40B4-BE49-F238E27FC236}">
                <a16:creationId xmlns:a16="http://schemas.microsoft.com/office/drawing/2014/main" id="{0FC56E20-B1A4-78B0-EB96-4AB034CB2475}"/>
              </a:ext>
            </a:extLst>
          </p:cNvPr>
          <p:cNvPicPr>
            <a:picLocks noChangeAspect="1"/>
          </p:cNvPicPr>
          <p:nvPr/>
        </p:nvPicPr>
        <p:blipFill>
          <a:blip r:embed="rId9"/>
          <a:stretch>
            <a:fillRect/>
          </a:stretch>
        </p:blipFill>
        <p:spPr>
          <a:xfrm>
            <a:off x="3046391" y="5227109"/>
            <a:ext cx="720000" cy="720000"/>
          </a:xfrm>
          <a:prstGeom prst="rect">
            <a:avLst/>
          </a:prstGeom>
        </p:spPr>
      </p:pic>
      <p:pic>
        <p:nvPicPr>
          <p:cNvPr id="14" name="図 13" descr="アイコン&#10;&#10;AI によって生成されたコンテンツは間違っている可能性があります。">
            <a:extLst>
              <a:ext uri="{FF2B5EF4-FFF2-40B4-BE49-F238E27FC236}">
                <a16:creationId xmlns:a16="http://schemas.microsoft.com/office/drawing/2014/main" id="{0DC17CB9-55AB-2890-3B15-620BEE9CFFC7}"/>
              </a:ext>
            </a:extLst>
          </p:cNvPr>
          <p:cNvPicPr>
            <a:picLocks noChangeAspect="1"/>
          </p:cNvPicPr>
          <p:nvPr/>
        </p:nvPicPr>
        <p:blipFill>
          <a:blip r:embed="rId10"/>
          <a:stretch>
            <a:fillRect/>
          </a:stretch>
        </p:blipFill>
        <p:spPr>
          <a:xfrm>
            <a:off x="7716000" y="5227109"/>
            <a:ext cx="720000" cy="720000"/>
          </a:xfrm>
          <a:prstGeom prst="rect">
            <a:avLst/>
          </a:prstGeom>
        </p:spPr>
      </p:pic>
      <p:pic>
        <p:nvPicPr>
          <p:cNvPr id="12" name="図 11" descr="アイコン&#10;&#10;AI によって生成されたコンテンツは間違っている可能性があります。">
            <a:extLst>
              <a:ext uri="{FF2B5EF4-FFF2-40B4-BE49-F238E27FC236}">
                <a16:creationId xmlns:a16="http://schemas.microsoft.com/office/drawing/2014/main" id="{5EA2F22F-09E2-C402-B509-A6ABC63C7ABA}"/>
              </a:ext>
            </a:extLst>
          </p:cNvPr>
          <p:cNvPicPr>
            <a:picLocks noChangeAspect="1"/>
          </p:cNvPicPr>
          <p:nvPr/>
        </p:nvPicPr>
        <p:blipFill>
          <a:blip r:embed="rId11"/>
          <a:stretch>
            <a:fillRect/>
          </a:stretch>
        </p:blipFill>
        <p:spPr>
          <a:xfrm>
            <a:off x="7648452" y="3543383"/>
            <a:ext cx="720000" cy="720000"/>
          </a:xfrm>
          <a:prstGeom prst="rect">
            <a:avLst/>
          </a:prstGeom>
        </p:spPr>
      </p:pic>
      <p:pic>
        <p:nvPicPr>
          <p:cNvPr id="15" name="図 14" descr="図形, アイコン&#10;&#10;AI によって生成されたコンテンツは間違っている可能性があります。">
            <a:extLst>
              <a:ext uri="{FF2B5EF4-FFF2-40B4-BE49-F238E27FC236}">
                <a16:creationId xmlns:a16="http://schemas.microsoft.com/office/drawing/2014/main" id="{DFF62D11-9FF3-EA05-AAB6-91F5A66EC3E9}"/>
              </a:ext>
            </a:extLst>
          </p:cNvPr>
          <p:cNvPicPr>
            <a:picLocks noChangeAspect="1"/>
          </p:cNvPicPr>
          <p:nvPr/>
        </p:nvPicPr>
        <p:blipFill>
          <a:blip r:embed="rId2"/>
          <a:stretch>
            <a:fillRect/>
          </a:stretch>
        </p:blipFill>
        <p:spPr>
          <a:xfrm>
            <a:off x="10581798" y="1663170"/>
            <a:ext cx="540000" cy="540000"/>
          </a:xfrm>
          <a:prstGeom prst="rect">
            <a:avLst/>
          </a:prstGeom>
        </p:spPr>
      </p:pic>
      <p:pic>
        <p:nvPicPr>
          <p:cNvPr id="16" name="図 15" descr="図形, アイコン&#10;&#10;AI によって生成されたコンテンツは間違っている可能性があります。">
            <a:extLst>
              <a:ext uri="{FF2B5EF4-FFF2-40B4-BE49-F238E27FC236}">
                <a16:creationId xmlns:a16="http://schemas.microsoft.com/office/drawing/2014/main" id="{65F233A3-7C0A-FEA5-CA73-F6D305031EEF}"/>
              </a:ext>
            </a:extLst>
          </p:cNvPr>
          <p:cNvPicPr>
            <a:picLocks noChangeAspect="1"/>
          </p:cNvPicPr>
          <p:nvPr/>
        </p:nvPicPr>
        <p:blipFill>
          <a:blip r:embed="rId2"/>
          <a:stretch>
            <a:fillRect/>
          </a:stretch>
        </p:blipFill>
        <p:spPr>
          <a:xfrm>
            <a:off x="10579993" y="2467599"/>
            <a:ext cx="540000" cy="540000"/>
          </a:xfrm>
          <a:prstGeom prst="rect">
            <a:avLst/>
          </a:prstGeom>
        </p:spPr>
      </p:pic>
      <p:pic>
        <p:nvPicPr>
          <p:cNvPr id="20" name="図 19" descr="アイコン&#10;&#10;AI によって生成されたコンテンツは間違っている可能性があります。">
            <a:extLst>
              <a:ext uri="{FF2B5EF4-FFF2-40B4-BE49-F238E27FC236}">
                <a16:creationId xmlns:a16="http://schemas.microsoft.com/office/drawing/2014/main" id="{4178DDFE-219F-CC11-167D-DC08C0EA52E1}"/>
              </a:ext>
            </a:extLst>
          </p:cNvPr>
          <p:cNvPicPr>
            <a:picLocks noChangeAspect="1"/>
          </p:cNvPicPr>
          <p:nvPr/>
        </p:nvPicPr>
        <p:blipFill>
          <a:blip r:embed="rId12"/>
          <a:stretch>
            <a:fillRect/>
          </a:stretch>
        </p:blipFill>
        <p:spPr>
          <a:xfrm>
            <a:off x="10555769" y="3763599"/>
            <a:ext cx="540000" cy="540000"/>
          </a:xfrm>
          <a:prstGeom prst="rect">
            <a:avLst/>
          </a:prstGeom>
        </p:spPr>
      </p:pic>
      <p:cxnSp>
        <p:nvCxnSpPr>
          <p:cNvPr id="24" name="直線矢印コネクタ 23">
            <a:extLst>
              <a:ext uri="{FF2B5EF4-FFF2-40B4-BE49-F238E27FC236}">
                <a16:creationId xmlns:a16="http://schemas.microsoft.com/office/drawing/2014/main" id="{A2CE7793-A95E-BA76-41F1-4E3016CF2FFA}"/>
              </a:ext>
            </a:extLst>
          </p:cNvPr>
          <p:cNvCxnSpPr>
            <a:cxnSpLocks/>
            <a:stCxn id="68" idx="0"/>
            <a:endCxn id="1026" idx="2"/>
          </p:cNvCxnSpPr>
          <p:nvPr/>
        </p:nvCxnSpPr>
        <p:spPr>
          <a:xfrm flipV="1">
            <a:off x="6096000" y="1441914"/>
            <a:ext cx="0" cy="1987086"/>
          </a:xfrm>
          <a:prstGeom prst="straightConnector1">
            <a:avLst/>
          </a:prstGeom>
          <a:ln w="28575">
            <a:solidFill>
              <a:srgbClr val="0070C0"/>
            </a:solidFill>
            <a:prstDash val="sysDash"/>
            <a:tailEnd type="triangle"/>
          </a:ln>
        </p:spPr>
        <p:style>
          <a:lnRef idx="1">
            <a:schemeClr val="accent1"/>
          </a:lnRef>
          <a:fillRef idx="0">
            <a:schemeClr val="accent1"/>
          </a:fillRef>
          <a:effectRef idx="0">
            <a:schemeClr val="accent1"/>
          </a:effectRef>
          <a:fontRef idx="minor">
            <a:schemeClr val="tx1"/>
          </a:fontRef>
        </p:style>
      </p:cxnSp>
      <p:grpSp>
        <p:nvGrpSpPr>
          <p:cNvPr id="37" name="グループ化 36">
            <a:extLst>
              <a:ext uri="{FF2B5EF4-FFF2-40B4-BE49-F238E27FC236}">
                <a16:creationId xmlns:a16="http://schemas.microsoft.com/office/drawing/2014/main" id="{C8AE539C-1F31-81E7-5D49-209DBDECD190}"/>
              </a:ext>
            </a:extLst>
          </p:cNvPr>
          <p:cNvGrpSpPr/>
          <p:nvPr/>
        </p:nvGrpSpPr>
        <p:grpSpPr>
          <a:xfrm>
            <a:off x="2394984" y="3371669"/>
            <a:ext cx="1371407" cy="894397"/>
            <a:chOff x="2394984" y="3371669"/>
            <a:chExt cx="1371407" cy="894397"/>
          </a:xfrm>
        </p:grpSpPr>
        <p:pic>
          <p:nvPicPr>
            <p:cNvPr id="10" name="図 9" descr="アイコン&#10;&#10;AI によって生成されたコンテンツは間違っている可能性があります。">
              <a:extLst>
                <a:ext uri="{FF2B5EF4-FFF2-40B4-BE49-F238E27FC236}">
                  <a16:creationId xmlns:a16="http://schemas.microsoft.com/office/drawing/2014/main" id="{04DD0394-5954-73D4-CDFB-0AB850258B65}"/>
                </a:ext>
              </a:extLst>
            </p:cNvPr>
            <p:cNvPicPr>
              <a:picLocks noChangeAspect="1"/>
            </p:cNvPicPr>
            <p:nvPr/>
          </p:nvPicPr>
          <p:blipFill>
            <a:blip r:embed="rId5"/>
            <a:stretch>
              <a:fillRect/>
            </a:stretch>
          </p:blipFill>
          <p:spPr>
            <a:xfrm>
              <a:off x="2394984" y="3371669"/>
              <a:ext cx="720000" cy="720000"/>
            </a:xfrm>
            <a:prstGeom prst="rect">
              <a:avLst/>
            </a:prstGeom>
          </p:spPr>
        </p:pic>
        <p:pic>
          <p:nvPicPr>
            <p:cNvPr id="31" name="図 30" descr="アイコン&#10;&#10;AI によって生成されたコンテンツは間違っている可能性があります。">
              <a:extLst>
                <a:ext uri="{FF2B5EF4-FFF2-40B4-BE49-F238E27FC236}">
                  <a16:creationId xmlns:a16="http://schemas.microsoft.com/office/drawing/2014/main" id="{54CEB349-2D22-27BD-84A9-C5D8ECFE501E}"/>
                </a:ext>
              </a:extLst>
            </p:cNvPr>
            <p:cNvPicPr>
              <a:picLocks noChangeAspect="1"/>
            </p:cNvPicPr>
            <p:nvPr/>
          </p:nvPicPr>
          <p:blipFill>
            <a:blip r:embed="rId13"/>
            <a:stretch>
              <a:fillRect/>
            </a:stretch>
          </p:blipFill>
          <p:spPr>
            <a:xfrm>
              <a:off x="3046391" y="3546066"/>
              <a:ext cx="720000" cy="720000"/>
            </a:xfrm>
            <a:prstGeom prst="rect">
              <a:avLst/>
            </a:prstGeom>
          </p:spPr>
        </p:pic>
      </p:grpSp>
      <p:pic>
        <p:nvPicPr>
          <p:cNvPr id="33" name="図 32" descr="アイコン&#10;&#10;AI によって生成されたコンテンツは間違っている可能性があります。">
            <a:extLst>
              <a:ext uri="{FF2B5EF4-FFF2-40B4-BE49-F238E27FC236}">
                <a16:creationId xmlns:a16="http://schemas.microsoft.com/office/drawing/2014/main" id="{2D59373C-DAEF-7B6F-01E6-7C012251186A}"/>
              </a:ext>
            </a:extLst>
          </p:cNvPr>
          <p:cNvPicPr>
            <a:picLocks noChangeAspect="1"/>
          </p:cNvPicPr>
          <p:nvPr/>
        </p:nvPicPr>
        <p:blipFill>
          <a:blip r:embed="rId7"/>
          <a:stretch>
            <a:fillRect/>
          </a:stretch>
        </p:blipFill>
        <p:spPr>
          <a:xfrm>
            <a:off x="967850" y="3523067"/>
            <a:ext cx="720000" cy="720000"/>
          </a:xfrm>
          <a:prstGeom prst="rect">
            <a:avLst/>
          </a:prstGeom>
        </p:spPr>
      </p:pic>
      <p:pic>
        <p:nvPicPr>
          <p:cNvPr id="34" name="図 33" descr="QR コード が含まれている画像&#10;&#10;AI によって生成されたコンテンツは間違っている可能性があります。">
            <a:extLst>
              <a:ext uri="{FF2B5EF4-FFF2-40B4-BE49-F238E27FC236}">
                <a16:creationId xmlns:a16="http://schemas.microsoft.com/office/drawing/2014/main" id="{DACC3C16-4856-6F92-138C-63DDE207E72D}"/>
              </a:ext>
            </a:extLst>
          </p:cNvPr>
          <p:cNvPicPr>
            <a:picLocks noChangeAspect="1"/>
          </p:cNvPicPr>
          <p:nvPr/>
        </p:nvPicPr>
        <p:blipFill>
          <a:blip r:embed="rId8"/>
          <a:stretch>
            <a:fillRect/>
          </a:stretch>
        </p:blipFill>
        <p:spPr>
          <a:xfrm>
            <a:off x="316443" y="3292707"/>
            <a:ext cx="720000" cy="720000"/>
          </a:xfrm>
          <a:prstGeom prst="rect">
            <a:avLst/>
          </a:prstGeom>
        </p:spPr>
      </p:pic>
      <p:cxnSp>
        <p:nvCxnSpPr>
          <p:cNvPr id="35" name="直線矢印コネクタ 34">
            <a:extLst>
              <a:ext uri="{FF2B5EF4-FFF2-40B4-BE49-F238E27FC236}">
                <a16:creationId xmlns:a16="http://schemas.microsoft.com/office/drawing/2014/main" id="{3AEC192B-CE66-2482-EE27-F54BE6E4E900}"/>
              </a:ext>
            </a:extLst>
          </p:cNvPr>
          <p:cNvCxnSpPr>
            <a:cxnSpLocks/>
            <a:endCxn id="68" idx="1"/>
          </p:cNvCxnSpPr>
          <p:nvPr/>
        </p:nvCxnSpPr>
        <p:spPr>
          <a:xfrm>
            <a:off x="3766391" y="3766130"/>
            <a:ext cx="1969609" cy="0"/>
          </a:xfrm>
          <a:prstGeom prst="straightConnector1">
            <a:avLst/>
          </a:prstGeom>
          <a:ln w="28575">
            <a:solidFill>
              <a:schemeClr val="tx1">
                <a:lumMod val="75000"/>
                <a:lumOff val="25000"/>
              </a:schemeClr>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41" name="直線矢印コネクタ 40">
            <a:extLst>
              <a:ext uri="{FF2B5EF4-FFF2-40B4-BE49-F238E27FC236}">
                <a16:creationId xmlns:a16="http://schemas.microsoft.com/office/drawing/2014/main" id="{F3651DE8-072B-0E3C-6DAA-B11347CAD3C4}"/>
              </a:ext>
            </a:extLst>
          </p:cNvPr>
          <p:cNvCxnSpPr>
            <a:cxnSpLocks/>
            <a:endCxn id="68" idx="3"/>
          </p:cNvCxnSpPr>
          <p:nvPr/>
        </p:nvCxnSpPr>
        <p:spPr>
          <a:xfrm flipH="1">
            <a:off x="6456000" y="3787117"/>
            <a:ext cx="1192452" cy="0"/>
          </a:xfrm>
          <a:prstGeom prst="straightConnector1">
            <a:avLst/>
          </a:prstGeom>
          <a:ln w="28575">
            <a:solidFill>
              <a:schemeClr val="tx1">
                <a:lumMod val="75000"/>
                <a:lumOff val="25000"/>
              </a:schemeClr>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46" name="コネクタ: カギ線 45">
            <a:extLst>
              <a:ext uri="{FF2B5EF4-FFF2-40B4-BE49-F238E27FC236}">
                <a16:creationId xmlns:a16="http://schemas.microsoft.com/office/drawing/2014/main" id="{0935DB8F-5D9E-E16B-A47B-C947B8F62E4B}"/>
              </a:ext>
            </a:extLst>
          </p:cNvPr>
          <p:cNvCxnSpPr>
            <a:cxnSpLocks/>
            <a:stCxn id="14" idx="1"/>
          </p:cNvCxnSpPr>
          <p:nvPr/>
        </p:nvCxnSpPr>
        <p:spPr>
          <a:xfrm rot="10800000">
            <a:off x="6984190" y="3778663"/>
            <a:ext cx="731811" cy="1808446"/>
          </a:xfrm>
          <a:prstGeom prst="bentConnector2">
            <a:avLst/>
          </a:prstGeom>
          <a:ln w="28575">
            <a:solidFill>
              <a:schemeClr val="tx1">
                <a:lumMod val="75000"/>
                <a:lumOff val="25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51" name="直線矢印コネクタ 50">
            <a:extLst>
              <a:ext uri="{FF2B5EF4-FFF2-40B4-BE49-F238E27FC236}">
                <a16:creationId xmlns:a16="http://schemas.microsoft.com/office/drawing/2014/main" id="{EA96A8A1-624E-E90A-F4A0-D27224C5CB5F}"/>
              </a:ext>
            </a:extLst>
          </p:cNvPr>
          <p:cNvCxnSpPr>
            <a:cxnSpLocks/>
          </p:cNvCxnSpPr>
          <p:nvPr/>
        </p:nvCxnSpPr>
        <p:spPr>
          <a:xfrm>
            <a:off x="1634418" y="3766130"/>
            <a:ext cx="785110" cy="0"/>
          </a:xfrm>
          <a:prstGeom prst="straightConnector1">
            <a:avLst/>
          </a:prstGeom>
          <a:ln w="28575">
            <a:solidFill>
              <a:schemeClr val="tx1">
                <a:lumMod val="75000"/>
                <a:lumOff val="25000"/>
              </a:schemeClr>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53" name="コネクタ: カギ線 52">
            <a:extLst>
              <a:ext uri="{FF2B5EF4-FFF2-40B4-BE49-F238E27FC236}">
                <a16:creationId xmlns:a16="http://schemas.microsoft.com/office/drawing/2014/main" id="{2F4090BF-72C4-A596-E556-9311B5A0FB87}"/>
              </a:ext>
            </a:extLst>
          </p:cNvPr>
          <p:cNvCxnSpPr>
            <a:cxnSpLocks/>
            <a:stCxn id="9" idx="3"/>
            <a:endCxn id="5" idx="3"/>
          </p:cNvCxnSpPr>
          <p:nvPr/>
        </p:nvCxnSpPr>
        <p:spPr>
          <a:xfrm flipV="1">
            <a:off x="3766391" y="2231935"/>
            <a:ext cx="12700" cy="3355174"/>
          </a:xfrm>
          <a:prstGeom prst="bentConnector3">
            <a:avLst>
              <a:gd name="adj1" fmla="val 6066661"/>
            </a:avLst>
          </a:prstGeom>
          <a:ln w="28575">
            <a:solidFill>
              <a:schemeClr val="tx1">
                <a:lumMod val="75000"/>
                <a:lumOff val="25000"/>
              </a:schemeClr>
            </a:solidFill>
            <a:tailEnd type="none"/>
          </a:ln>
        </p:spPr>
        <p:style>
          <a:lnRef idx="1">
            <a:schemeClr val="accent1"/>
          </a:lnRef>
          <a:fillRef idx="0">
            <a:schemeClr val="accent1"/>
          </a:fillRef>
          <a:effectRef idx="0">
            <a:schemeClr val="accent1"/>
          </a:effectRef>
          <a:fontRef idx="minor">
            <a:schemeClr val="tx1"/>
          </a:fontRef>
        </p:style>
      </p:cxnSp>
      <p:sp>
        <p:nvSpPr>
          <p:cNvPr id="58" name="四角形: 角を丸くする 57">
            <a:extLst>
              <a:ext uri="{FF2B5EF4-FFF2-40B4-BE49-F238E27FC236}">
                <a16:creationId xmlns:a16="http://schemas.microsoft.com/office/drawing/2014/main" id="{6F6D5229-6EE8-D99C-DD54-30F2C3FCACF4}"/>
              </a:ext>
            </a:extLst>
          </p:cNvPr>
          <p:cNvSpPr/>
          <p:nvPr/>
        </p:nvSpPr>
        <p:spPr>
          <a:xfrm>
            <a:off x="127000" y="1566332"/>
            <a:ext cx="9237133" cy="4682067"/>
          </a:xfrm>
          <a:prstGeom prst="roundRect">
            <a:avLst>
              <a:gd name="adj" fmla="val 4342"/>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9" name="テキスト ボックス 58">
            <a:extLst>
              <a:ext uri="{FF2B5EF4-FFF2-40B4-BE49-F238E27FC236}">
                <a16:creationId xmlns:a16="http://schemas.microsoft.com/office/drawing/2014/main" id="{7404C3C7-8865-3AD4-91F4-DF9D24C7562D}"/>
              </a:ext>
            </a:extLst>
          </p:cNvPr>
          <p:cNvSpPr txBox="1"/>
          <p:nvPr/>
        </p:nvSpPr>
        <p:spPr>
          <a:xfrm>
            <a:off x="329609" y="1166040"/>
            <a:ext cx="1413667" cy="347084"/>
          </a:xfrm>
          <a:prstGeom prst="rect">
            <a:avLst/>
          </a:prstGeom>
          <a:noFill/>
        </p:spPr>
        <p:txBody>
          <a:bodyPr wrap="square" lIns="108000" tIns="72000" rIns="108000" bIns="72000" rtlCol="0" anchor="t">
            <a:noAutofit/>
          </a:bodyPr>
          <a:lstStyle/>
          <a:p>
            <a:pPr>
              <a:spcBef>
                <a:spcPts val="600"/>
              </a:spcBef>
            </a:pPr>
            <a:r>
              <a:rPr kumimoji="1" lang="en-US" altLang="ja-JP" sz="1600">
                <a:solidFill>
                  <a:srgbClr val="FF0000"/>
                </a:solidFill>
                <a:latin typeface="游ゴシック"/>
                <a:ea typeface="游ゴシック"/>
              </a:rPr>
              <a:t>2025</a:t>
            </a:r>
            <a:r>
              <a:rPr kumimoji="1" lang="ja-JP" altLang="en-US" sz="1600">
                <a:solidFill>
                  <a:srgbClr val="FF0000"/>
                </a:solidFill>
                <a:latin typeface="游ゴシック"/>
                <a:ea typeface="游ゴシック"/>
              </a:rPr>
              <a:t>年度</a:t>
            </a:r>
            <a:endParaRPr kumimoji="1" lang="en-US" altLang="ja-JP" sz="1600">
              <a:solidFill>
                <a:srgbClr val="FF0000"/>
              </a:solidFill>
              <a:latin typeface="游ゴシック"/>
              <a:ea typeface="游ゴシック"/>
            </a:endParaRPr>
          </a:p>
        </p:txBody>
      </p:sp>
      <p:sp>
        <p:nvSpPr>
          <p:cNvPr id="60" name="テキスト ボックス 59">
            <a:extLst>
              <a:ext uri="{FF2B5EF4-FFF2-40B4-BE49-F238E27FC236}">
                <a16:creationId xmlns:a16="http://schemas.microsoft.com/office/drawing/2014/main" id="{41F878C2-DD66-C55D-85B2-172BF48F5960}"/>
              </a:ext>
            </a:extLst>
          </p:cNvPr>
          <p:cNvSpPr txBox="1"/>
          <p:nvPr/>
        </p:nvSpPr>
        <p:spPr>
          <a:xfrm>
            <a:off x="388433" y="4290444"/>
            <a:ext cx="1413667" cy="347084"/>
          </a:xfrm>
          <a:prstGeom prst="rect">
            <a:avLst/>
          </a:prstGeom>
          <a:noFill/>
        </p:spPr>
        <p:txBody>
          <a:bodyPr wrap="square" lIns="108000" tIns="72000" rIns="108000" bIns="72000" rtlCol="0" anchor="t">
            <a:noAutofit/>
          </a:bodyPr>
          <a:lstStyle/>
          <a:p>
            <a:pPr>
              <a:spcBef>
                <a:spcPts val="600"/>
              </a:spcBef>
            </a:pPr>
            <a:r>
              <a:rPr kumimoji="1" lang="ja-JP" altLang="en-US" sz="1600">
                <a:solidFill>
                  <a:schemeClr val="tx1">
                    <a:lumMod val="75000"/>
                    <a:lumOff val="25000"/>
                  </a:schemeClr>
                </a:solidFill>
                <a:latin typeface="游ゴシック"/>
                <a:ea typeface="游ゴシック"/>
              </a:rPr>
              <a:t>需要家</a:t>
            </a:r>
            <a:endParaRPr kumimoji="1" lang="en-US" altLang="ja-JP" sz="1600">
              <a:solidFill>
                <a:schemeClr val="tx1">
                  <a:lumMod val="75000"/>
                  <a:lumOff val="25000"/>
                </a:schemeClr>
              </a:solidFill>
              <a:latin typeface="游ゴシック"/>
              <a:ea typeface="游ゴシック"/>
            </a:endParaRPr>
          </a:p>
        </p:txBody>
      </p:sp>
      <p:sp>
        <p:nvSpPr>
          <p:cNvPr id="61" name="テキスト ボックス 60">
            <a:extLst>
              <a:ext uri="{FF2B5EF4-FFF2-40B4-BE49-F238E27FC236}">
                <a16:creationId xmlns:a16="http://schemas.microsoft.com/office/drawing/2014/main" id="{A32AB62B-D87B-1533-0BC3-3F5083CDEA76}"/>
              </a:ext>
            </a:extLst>
          </p:cNvPr>
          <p:cNvSpPr txBox="1"/>
          <p:nvPr/>
        </p:nvSpPr>
        <p:spPr>
          <a:xfrm>
            <a:off x="2318667" y="5890542"/>
            <a:ext cx="1413667" cy="347084"/>
          </a:xfrm>
          <a:prstGeom prst="rect">
            <a:avLst/>
          </a:prstGeom>
          <a:noFill/>
        </p:spPr>
        <p:txBody>
          <a:bodyPr wrap="square" lIns="108000" tIns="72000" rIns="108000" bIns="72000" rtlCol="0" anchor="t">
            <a:noAutofit/>
          </a:bodyPr>
          <a:lstStyle/>
          <a:p>
            <a:pPr>
              <a:spcBef>
                <a:spcPts val="600"/>
              </a:spcBef>
            </a:pPr>
            <a:r>
              <a:rPr kumimoji="1" lang="ja-JP" altLang="en-US" sz="1600">
                <a:solidFill>
                  <a:schemeClr val="tx1">
                    <a:lumMod val="75000"/>
                    <a:lumOff val="25000"/>
                  </a:schemeClr>
                </a:solidFill>
                <a:latin typeface="游ゴシック"/>
                <a:ea typeface="游ゴシック"/>
              </a:rPr>
              <a:t>運送会社</a:t>
            </a:r>
            <a:endParaRPr kumimoji="1" lang="en-US" altLang="ja-JP" sz="1600">
              <a:solidFill>
                <a:schemeClr val="tx1">
                  <a:lumMod val="75000"/>
                  <a:lumOff val="25000"/>
                </a:schemeClr>
              </a:solidFill>
              <a:latin typeface="游ゴシック"/>
              <a:ea typeface="游ゴシック"/>
            </a:endParaRPr>
          </a:p>
        </p:txBody>
      </p:sp>
      <p:sp>
        <p:nvSpPr>
          <p:cNvPr id="62" name="テキスト ボックス 61">
            <a:extLst>
              <a:ext uri="{FF2B5EF4-FFF2-40B4-BE49-F238E27FC236}">
                <a16:creationId xmlns:a16="http://schemas.microsoft.com/office/drawing/2014/main" id="{57BB7371-912C-AC58-D4A4-4E4BE9DDA191}"/>
              </a:ext>
            </a:extLst>
          </p:cNvPr>
          <p:cNvSpPr txBox="1"/>
          <p:nvPr/>
        </p:nvSpPr>
        <p:spPr>
          <a:xfrm>
            <a:off x="2318666" y="4265317"/>
            <a:ext cx="1413667" cy="347084"/>
          </a:xfrm>
          <a:prstGeom prst="rect">
            <a:avLst/>
          </a:prstGeom>
          <a:noFill/>
        </p:spPr>
        <p:txBody>
          <a:bodyPr wrap="square" lIns="108000" tIns="72000" rIns="108000" bIns="72000" rtlCol="0" anchor="t">
            <a:noAutofit/>
          </a:bodyPr>
          <a:lstStyle/>
          <a:p>
            <a:pPr>
              <a:spcBef>
                <a:spcPts val="600"/>
              </a:spcBef>
            </a:pPr>
            <a:r>
              <a:rPr kumimoji="1" lang="ja-JP" altLang="en-US" sz="1600">
                <a:solidFill>
                  <a:schemeClr val="tx1">
                    <a:lumMod val="75000"/>
                    <a:lumOff val="25000"/>
                  </a:schemeClr>
                </a:solidFill>
                <a:latin typeface="游ゴシック"/>
                <a:ea typeface="游ゴシック"/>
              </a:rPr>
              <a:t>特販店</a:t>
            </a:r>
            <a:endParaRPr kumimoji="1" lang="en-US" altLang="ja-JP" sz="1600">
              <a:solidFill>
                <a:schemeClr val="tx1">
                  <a:lumMod val="75000"/>
                  <a:lumOff val="25000"/>
                </a:schemeClr>
              </a:solidFill>
              <a:latin typeface="游ゴシック"/>
              <a:ea typeface="游ゴシック"/>
            </a:endParaRPr>
          </a:p>
        </p:txBody>
      </p:sp>
      <p:sp>
        <p:nvSpPr>
          <p:cNvPr id="63" name="テキスト ボックス 62">
            <a:extLst>
              <a:ext uri="{FF2B5EF4-FFF2-40B4-BE49-F238E27FC236}">
                <a16:creationId xmlns:a16="http://schemas.microsoft.com/office/drawing/2014/main" id="{467BCEF4-9094-6DB1-360C-518178194F7A}"/>
              </a:ext>
            </a:extLst>
          </p:cNvPr>
          <p:cNvSpPr txBox="1"/>
          <p:nvPr/>
        </p:nvSpPr>
        <p:spPr>
          <a:xfrm>
            <a:off x="2339556" y="2545553"/>
            <a:ext cx="1741373" cy="347084"/>
          </a:xfrm>
          <a:prstGeom prst="rect">
            <a:avLst/>
          </a:prstGeom>
          <a:noFill/>
        </p:spPr>
        <p:txBody>
          <a:bodyPr wrap="square" lIns="108000" tIns="72000" rIns="108000" bIns="72000" rtlCol="0" anchor="t">
            <a:noAutofit/>
          </a:bodyPr>
          <a:lstStyle/>
          <a:p>
            <a:pPr>
              <a:spcBef>
                <a:spcPts val="600"/>
              </a:spcBef>
            </a:pPr>
            <a:r>
              <a:rPr kumimoji="1" lang="ja-JP" altLang="en-US" sz="1600">
                <a:solidFill>
                  <a:schemeClr val="tx1">
                    <a:lumMod val="75000"/>
                    <a:lumOff val="25000"/>
                  </a:schemeClr>
                </a:solidFill>
                <a:latin typeface="游ゴシック"/>
                <a:ea typeface="游ゴシック"/>
              </a:rPr>
              <a:t>需要家（直売）</a:t>
            </a:r>
            <a:endParaRPr kumimoji="1" lang="en-US" altLang="ja-JP" sz="1600">
              <a:solidFill>
                <a:schemeClr val="tx1">
                  <a:lumMod val="75000"/>
                  <a:lumOff val="25000"/>
                </a:schemeClr>
              </a:solidFill>
              <a:latin typeface="游ゴシック"/>
              <a:ea typeface="游ゴシック"/>
            </a:endParaRPr>
          </a:p>
        </p:txBody>
      </p:sp>
      <p:sp>
        <p:nvSpPr>
          <p:cNvPr id="64" name="テキスト ボックス 63">
            <a:extLst>
              <a:ext uri="{FF2B5EF4-FFF2-40B4-BE49-F238E27FC236}">
                <a16:creationId xmlns:a16="http://schemas.microsoft.com/office/drawing/2014/main" id="{F03A97A7-4CE3-787C-91EE-00F74F38F37E}"/>
              </a:ext>
            </a:extLst>
          </p:cNvPr>
          <p:cNvSpPr txBox="1"/>
          <p:nvPr/>
        </p:nvSpPr>
        <p:spPr>
          <a:xfrm>
            <a:off x="5402299" y="4137790"/>
            <a:ext cx="1741373" cy="347084"/>
          </a:xfrm>
          <a:prstGeom prst="rect">
            <a:avLst/>
          </a:prstGeom>
          <a:noFill/>
        </p:spPr>
        <p:txBody>
          <a:bodyPr wrap="square" lIns="108000" tIns="72000" rIns="108000" bIns="72000" rtlCol="0" anchor="t">
            <a:noAutofit/>
          </a:bodyPr>
          <a:lstStyle/>
          <a:p>
            <a:pPr>
              <a:spcBef>
                <a:spcPts val="600"/>
              </a:spcBef>
            </a:pPr>
            <a:r>
              <a:rPr kumimoji="1" lang="ja-JP" altLang="en-US" sz="1600">
                <a:solidFill>
                  <a:schemeClr val="tx1">
                    <a:lumMod val="75000"/>
                    <a:lumOff val="25000"/>
                  </a:schemeClr>
                </a:solidFill>
                <a:latin typeface="游ゴシック"/>
                <a:ea typeface="游ゴシック"/>
              </a:rPr>
              <a:t>受注システム</a:t>
            </a:r>
            <a:endParaRPr kumimoji="1" lang="en-US" altLang="ja-JP" sz="1600">
              <a:solidFill>
                <a:schemeClr val="tx1">
                  <a:lumMod val="75000"/>
                  <a:lumOff val="25000"/>
                </a:schemeClr>
              </a:solidFill>
              <a:latin typeface="游ゴシック"/>
              <a:ea typeface="游ゴシック"/>
            </a:endParaRPr>
          </a:p>
        </p:txBody>
      </p:sp>
      <p:sp>
        <p:nvSpPr>
          <p:cNvPr id="65" name="テキスト ボックス 64">
            <a:extLst>
              <a:ext uri="{FF2B5EF4-FFF2-40B4-BE49-F238E27FC236}">
                <a16:creationId xmlns:a16="http://schemas.microsoft.com/office/drawing/2014/main" id="{6261C914-C5D3-F0DE-D269-EE5DC53B7B0C}"/>
              </a:ext>
            </a:extLst>
          </p:cNvPr>
          <p:cNvSpPr txBox="1"/>
          <p:nvPr/>
        </p:nvSpPr>
        <p:spPr>
          <a:xfrm>
            <a:off x="7671184" y="4246943"/>
            <a:ext cx="1741373" cy="347084"/>
          </a:xfrm>
          <a:prstGeom prst="rect">
            <a:avLst/>
          </a:prstGeom>
          <a:noFill/>
        </p:spPr>
        <p:txBody>
          <a:bodyPr wrap="square" lIns="108000" tIns="72000" rIns="108000" bIns="72000" rtlCol="0" anchor="t">
            <a:noAutofit/>
          </a:bodyPr>
          <a:lstStyle/>
          <a:p>
            <a:pPr>
              <a:spcBef>
                <a:spcPts val="600"/>
              </a:spcBef>
            </a:pPr>
            <a:r>
              <a:rPr kumimoji="1" lang="ja-JP" altLang="en-US" sz="1600">
                <a:solidFill>
                  <a:schemeClr val="tx1">
                    <a:lumMod val="75000"/>
                    <a:lumOff val="25000"/>
                  </a:schemeClr>
                </a:solidFill>
                <a:latin typeface="游ゴシック"/>
                <a:ea typeface="游ゴシック"/>
              </a:rPr>
              <a:t>基地（三重）</a:t>
            </a:r>
            <a:endParaRPr kumimoji="1" lang="en-US" altLang="ja-JP" sz="1600">
              <a:solidFill>
                <a:schemeClr val="tx1">
                  <a:lumMod val="75000"/>
                  <a:lumOff val="25000"/>
                </a:schemeClr>
              </a:solidFill>
              <a:latin typeface="游ゴシック"/>
              <a:ea typeface="游ゴシック"/>
            </a:endParaRPr>
          </a:p>
        </p:txBody>
      </p:sp>
      <p:sp>
        <p:nvSpPr>
          <p:cNvPr id="66" name="テキスト ボックス 65">
            <a:extLst>
              <a:ext uri="{FF2B5EF4-FFF2-40B4-BE49-F238E27FC236}">
                <a16:creationId xmlns:a16="http://schemas.microsoft.com/office/drawing/2014/main" id="{4E59933D-D225-529D-C24A-77D8FDA77DF0}"/>
              </a:ext>
            </a:extLst>
          </p:cNvPr>
          <p:cNvSpPr txBox="1"/>
          <p:nvPr/>
        </p:nvSpPr>
        <p:spPr>
          <a:xfrm>
            <a:off x="7680902" y="5930473"/>
            <a:ext cx="1741373" cy="347084"/>
          </a:xfrm>
          <a:prstGeom prst="rect">
            <a:avLst/>
          </a:prstGeom>
          <a:noFill/>
        </p:spPr>
        <p:txBody>
          <a:bodyPr wrap="square" lIns="108000" tIns="72000" rIns="108000" bIns="72000" rtlCol="0" anchor="t">
            <a:noAutofit/>
          </a:bodyPr>
          <a:lstStyle/>
          <a:p>
            <a:pPr>
              <a:spcBef>
                <a:spcPts val="600"/>
              </a:spcBef>
            </a:pPr>
            <a:r>
              <a:rPr kumimoji="1" lang="ja-JP" altLang="en-US" sz="1600">
                <a:solidFill>
                  <a:schemeClr val="tx1">
                    <a:lumMod val="75000"/>
                    <a:lumOff val="25000"/>
                  </a:schemeClr>
                </a:solidFill>
                <a:latin typeface="游ゴシック"/>
                <a:ea typeface="游ゴシック"/>
              </a:rPr>
              <a:t>出光本社</a:t>
            </a:r>
            <a:endParaRPr kumimoji="1" lang="en-US" altLang="ja-JP" sz="1600">
              <a:solidFill>
                <a:schemeClr val="tx1">
                  <a:lumMod val="75000"/>
                  <a:lumOff val="25000"/>
                </a:schemeClr>
              </a:solidFill>
              <a:latin typeface="游ゴシック"/>
              <a:ea typeface="游ゴシック"/>
            </a:endParaRPr>
          </a:p>
        </p:txBody>
      </p:sp>
      <p:sp>
        <p:nvSpPr>
          <p:cNvPr id="67" name="テキスト ボックス 66">
            <a:extLst>
              <a:ext uri="{FF2B5EF4-FFF2-40B4-BE49-F238E27FC236}">
                <a16:creationId xmlns:a16="http://schemas.microsoft.com/office/drawing/2014/main" id="{1E29445E-27D2-E8CE-E486-C5ACDDD65B6C}"/>
              </a:ext>
            </a:extLst>
          </p:cNvPr>
          <p:cNvSpPr txBox="1"/>
          <p:nvPr/>
        </p:nvSpPr>
        <p:spPr>
          <a:xfrm>
            <a:off x="10437436" y="2179427"/>
            <a:ext cx="1430890" cy="347084"/>
          </a:xfrm>
          <a:prstGeom prst="rect">
            <a:avLst/>
          </a:prstGeom>
          <a:noFill/>
        </p:spPr>
        <p:txBody>
          <a:bodyPr wrap="square" lIns="108000" tIns="72000" rIns="108000" bIns="72000" rtlCol="0" anchor="t">
            <a:noAutofit/>
          </a:bodyPr>
          <a:lstStyle/>
          <a:p>
            <a:pPr>
              <a:spcBef>
                <a:spcPts val="600"/>
              </a:spcBef>
            </a:pPr>
            <a:r>
              <a:rPr kumimoji="1" lang="ja-JP" altLang="en-US" sz="1200">
                <a:solidFill>
                  <a:schemeClr val="tx1">
                    <a:lumMod val="75000"/>
                    <a:lumOff val="25000"/>
                  </a:schemeClr>
                </a:solidFill>
                <a:latin typeface="游ゴシック"/>
                <a:ea typeface="游ゴシック"/>
              </a:rPr>
              <a:t>基地（瀝青）</a:t>
            </a:r>
            <a:endParaRPr kumimoji="1" lang="en-US" altLang="ja-JP" sz="1200">
              <a:solidFill>
                <a:schemeClr val="tx1">
                  <a:lumMod val="75000"/>
                  <a:lumOff val="25000"/>
                </a:schemeClr>
              </a:solidFill>
              <a:latin typeface="游ゴシック"/>
              <a:ea typeface="游ゴシック"/>
            </a:endParaRPr>
          </a:p>
        </p:txBody>
      </p:sp>
      <p:sp>
        <p:nvSpPr>
          <p:cNvPr id="69" name="テキスト ボックス 68">
            <a:extLst>
              <a:ext uri="{FF2B5EF4-FFF2-40B4-BE49-F238E27FC236}">
                <a16:creationId xmlns:a16="http://schemas.microsoft.com/office/drawing/2014/main" id="{589E0816-536D-B976-ACC4-E9C9322CF459}"/>
              </a:ext>
            </a:extLst>
          </p:cNvPr>
          <p:cNvSpPr txBox="1"/>
          <p:nvPr/>
        </p:nvSpPr>
        <p:spPr>
          <a:xfrm>
            <a:off x="10427181" y="2999232"/>
            <a:ext cx="1492558" cy="347084"/>
          </a:xfrm>
          <a:prstGeom prst="rect">
            <a:avLst/>
          </a:prstGeom>
          <a:noFill/>
        </p:spPr>
        <p:txBody>
          <a:bodyPr wrap="square" lIns="108000" tIns="72000" rIns="108000" bIns="72000" rtlCol="0" anchor="t">
            <a:noAutofit/>
          </a:bodyPr>
          <a:lstStyle/>
          <a:p>
            <a:pPr>
              <a:spcBef>
                <a:spcPts val="600"/>
              </a:spcBef>
            </a:pPr>
            <a:r>
              <a:rPr kumimoji="1" lang="ja-JP" altLang="en-US" sz="1200">
                <a:solidFill>
                  <a:schemeClr val="tx1">
                    <a:lumMod val="75000"/>
                    <a:lumOff val="25000"/>
                  </a:schemeClr>
                </a:solidFill>
                <a:latin typeface="游ゴシック"/>
                <a:ea typeface="游ゴシック"/>
              </a:rPr>
              <a:t>基地（四日市）</a:t>
            </a:r>
            <a:endParaRPr kumimoji="1" lang="en-US" altLang="ja-JP" sz="1200">
              <a:solidFill>
                <a:schemeClr val="tx1">
                  <a:lumMod val="75000"/>
                  <a:lumOff val="25000"/>
                </a:schemeClr>
              </a:solidFill>
              <a:latin typeface="游ゴシック"/>
              <a:ea typeface="游ゴシック"/>
            </a:endParaRPr>
          </a:p>
        </p:txBody>
      </p:sp>
      <p:sp>
        <p:nvSpPr>
          <p:cNvPr id="70" name="テキスト ボックス 69">
            <a:extLst>
              <a:ext uri="{FF2B5EF4-FFF2-40B4-BE49-F238E27FC236}">
                <a16:creationId xmlns:a16="http://schemas.microsoft.com/office/drawing/2014/main" id="{9496C56E-D674-20D1-9089-E0ABC34B7970}"/>
              </a:ext>
            </a:extLst>
          </p:cNvPr>
          <p:cNvSpPr txBox="1"/>
          <p:nvPr/>
        </p:nvSpPr>
        <p:spPr>
          <a:xfrm>
            <a:off x="10462820" y="4249062"/>
            <a:ext cx="1405505" cy="347084"/>
          </a:xfrm>
          <a:prstGeom prst="rect">
            <a:avLst/>
          </a:prstGeom>
          <a:noFill/>
        </p:spPr>
        <p:txBody>
          <a:bodyPr wrap="square" lIns="108000" tIns="72000" rIns="108000" bIns="72000" rtlCol="0" anchor="t">
            <a:noAutofit/>
          </a:bodyPr>
          <a:lstStyle/>
          <a:p>
            <a:pPr>
              <a:spcBef>
                <a:spcPts val="600"/>
              </a:spcBef>
            </a:pPr>
            <a:r>
              <a:rPr kumimoji="1" lang="ja-JP" altLang="en-US" sz="1200">
                <a:solidFill>
                  <a:schemeClr val="tx1">
                    <a:lumMod val="75000"/>
                    <a:lumOff val="25000"/>
                  </a:schemeClr>
                </a:solidFill>
                <a:latin typeface="游ゴシック"/>
                <a:ea typeface="游ゴシック"/>
              </a:rPr>
              <a:t>基地（横浜）</a:t>
            </a:r>
            <a:endParaRPr kumimoji="1" lang="en-US" altLang="ja-JP" sz="1200">
              <a:solidFill>
                <a:schemeClr val="tx1">
                  <a:lumMod val="75000"/>
                  <a:lumOff val="25000"/>
                </a:schemeClr>
              </a:solidFill>
              <a:latin typeface="游ゴシック"/>
              <a:ea typeface="游ゴシック"/>
            </a:endParaRPr>
          </a:p>
        </p:txBody>
      </p:sp>
      <p:pic>
        <p:nvPicPr>
          <p:cNvPr id="71" name="図 70" descr="アイコン&#10;&#10;AI によって生成されたコンテンツは間違っている可能性があります。">
            <a:extLst>
              <a:ext uri="{FF2B5EF4-FFF2-40B4-BE49-F238E27FC236}">
                <a16:creationId xmlns:a16="http://schemas.microsoft.com/office/drawing/2014/main" id="{440C4BEE-979A-E965-C3B8-EA8749F112D8}"/>
              </a:ext>
            </a:extLst>
          </p:cNvPr>
          <p:cNvPicPr>
            <a:picLocks noChangeAspect="1"/>
          </p:cNvPicPr>
          <p:nvPr/>
        </p:nvPicPr>
        <p:blipFill>
          <a:blip r:embed="rId12"/>
          <a:stretch>
            <a:fillRect/>
          </a:stretch>
        </p:blipFill>
        <p:spPr>
          <a:xfrm>
            <a:off x="10579993" y="4675200"/>
            <a:ext cx="540000" cy="540000"/>
          </a:xfrm>
          <a:prstGeom prst="rect">
            <a:avLst/>
          </a:prstGeom>
        </p:spPr>
      </p:pic>
      <p:sp>
        <p:nvSpPr>
          <p:cNvPr id="72" name="テキスト ボックス 71">
            <a:extLst>
              <a:ext uri="{FF2B5EF4-FFF2-40B4-BE49-F238E27FC236}">
                <a16:creationId xmlns:a16="http://schemas.microsoft.com/office/drawing/2014/main" id="{83F741B4-30F1-9DE6-00CF-A16A80CF5844}"/>
              </a:ext>
            </a:extLst>
          </p:cNvPr>
          <p:cNvSpPr txBox="1"/>
          <p:nvPr/>
        </p:nvSpPr>
        <p:spPr>
          <a:xfrm>
            <a:off x="10487044" y="5160663"/>
            <a:ext cx="1381281" cy="347084"/>
          </a:xfrm>
          <a:prstGeom prst="rect">
            <a:avLst/>
          </a:prstGeom>
          <a:noFill/>
        </p:spPr>
        <p:txBody>
          <a:bodyPr wrap="square" lIns="108000" tIns="72000" rIns="108000" bIns="72000" rtlCol="0" anchor="t">
            <a:noAutofit/>
          </a:bodyPr>
          <a:lstStyle/>
          <a:p>
            <a:pPr>
              <a:spcBef>
                <a:spcPts val="600"/>
              </a:spcBef>
            </a:pPr>
            <a:r>
              <a:rPr kumimoji="1" lang="ja-JP" altLang="en-US" sz="1200">
                <a:solidFill>
                  <a:schemeClr val="tx1">
                    <a:lumMod val="75000"/>
                    <a:lumOff val="25000"/>
                  </a:schemeClr>
                </a:solidFill>
                <a:latin typeface="游ゴシック"/>
                <a:ea typeface="游ゴシック"/>
              </a:rPr>
              <a:t>基地（高松）</a:t>
            </a:r>
            <a:endParaRPr kumimoji="1" lang="en-US" altLang="ja-JP" sz="1200">
              <a:solidFill>
                <a:schemeClr val="tx1">
                  <a:lumMod val="75000"/>
                  <a:lumOff val="25000"/>
                </a:schemeClr>
              </a:solidFill>
              <a:latin typeface="游ゴシック"/>
              <a:ea typeface="游ゴシック"/>
            </a:endParaRPr>
          </a:p>
        </p:txBody>
      </p:sp>
      <p:pic>
        <p:nvPicPr>
          <p:cNvPr id="73" name="図 72" descr="アイコン&#10;&#10;AI によって生成されたコンテンツは間違っている可能性があります。">
            <a:extLst>
              <a:ext uri="{FF2B5EF4-FFF2-40B4-BE49-F238E27FC236}">
                <a16:creationId xmlns:a16="http://schemas.microsoft.com/office/drawing/2014/main" id="{7F8A1C8E-EA72-7842-3D79-B25A661FFEE0}"/>
              </a:ext>
            </a:extLst>
          </p:cNvPr>
          <p:cNvPicPr>
            <a:picLocks noChangeAspect="1"/>
          </p:cNvPicPr>
          <p:nvPr/>
        </p:nvPicPr>
        <p:blipFill>
          <a:blip r:embed="rId12"/>
          <a:stretch>
            <a:fillRect/>
          </a:stretch>
        </p:blipFill>
        <p:spPr>
          <a:xfrm>
            <a:off x="10648718" y="5509717"/>
            <a:ext cx="540000" cy="540000"/>
          </a:xfrm>
          <a:prstGeom prst="rect">
            <a:avLst/>
          </a:prstGeom>
        </p:spPr>
      </p:pic>
      <p:sp>
        <p:nvSpPr>
          <p:cNvPr id="74" name="テキスト ボックス 73">
            <a:extLst>
              <a:ext uri="{FF2B5EF4-FFF2-40B4-BE49-F238E27FC236}">
                <a16:creationId xmlns:a16="http://schemas.microsoft.com/office/drawing/2014/main" id="{56A65DCC-783A-0E6D-A140-9396EE1A08EA}"/>
              </a:ext>
            </a:extLst>
          </p:cNvPr>
          <p:cNvSpPr txBox="1"/>
          <p:nvPr/>
        </p:nvSpPr>
        <p:spPr>
          <a:xfrm>
            <a:off x="10555770" y="5995180"/>
            <a:ext cx="1492558" cy="347084"/>
          </a:xfrm>
          <a:prstGeom prst="rect">
            <a:avLst/>
          </a:prstGeom>
          <a:noFill/>
        </p:spPr>
        <p:txBody>
          <a:bodyPr wrap="square" lIns="108000" tIns="72000" rIns="108000" bIns="72000" rtlCol="0" anchor="t">
            <a:noAutofit/>
          </a:bodyPr>
          <a:lstStyle/>
          <a:p>
            <a:pPr>
              <a:spcBef>
                <a:spcPts val="600"/>
              </a:spcBef>
            </a:pPr>
            <a:r>
              <a:rPr kumimoji="1" lang="ja-JP" altLang="en-US" sz="1200">
                <a:solidFill>
                  <a:schemeClr val="tx1">
                    <a:lumMod val="75000"/>
                    <a:lumOff val="25000"/>
                  </a:schemeClr>
                </a:solidFill>
                <a:latin typeface="游ゴシック"/>
                <a:ea typeface="游ゴシック"/>
              </a:rPr>
              <a:t>基地（中央倉庫）</a:t>
            </a:r>
            <a:endParaRPr kumimoji="1" lang="en-US" altLang="ja-JP" sz="1200">
              <a:solidFill>
                <a:schemeClr val="tx1">
                  <a:lumMod val="75000"/>
                  <a:lumOff val="25000"/>
                </a:schemeClr>
              </a:solidFill>
              <a:latin typeface="游ゴシック"/>
              <a:ea typeface="游ゴシック"/>
            </a:endParaRPr>
          </a:p>
        </p:txBody>
      </p:sp>
      <p:sp>
        <p:nvSpPr>
          <p:cNvPr id="76" name="四角形: 角を丸くする 75">
            <a:extLst>
              <a:ext uri="{FF2B5EF4-FFF2-40B4-BE49-F238E27FC236}">
                <a16:creationId xmlns:a16="http://schemas.microsoft.com/office/drawing/2014/main" id="{ABDA4ACC-D3E1-DE9E-5D92-561ECE004A4D}"/>
              </a:ext>
            </a:extLst>
          </p:cNvPr>
          <p:cNvSpPr/>
          <p:nvPr/>
        </p:nvSpPr>
        <p:spPr>
          <a:xfrm flipH="1">
            <a:off x="10375767" y="1565608"/>
            <a:ext cx="1492558" cy="1851965"/>
          </a:xfrm>
          <a:prstGeom prst="roundRect">
            <a:avLst>
              <a:gd name="adj" fmla="val 4342"/>
            </a:avLst>
          </a:prstGeom>
          <a:noFill/>
          <a:ln w="28575">
            <a:solidFill>
              <a:schemeClr val="tx1">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7" name="四角形: 角を丸くする 76">
            <a:extLst>
              <a:ext uri="{FF2B5EF4-FFF2-40B4-BE49-F238E27FC236}">
                <a16:creationId xmlns:a16="http://schemas.microsoft.com/office/drawing/2014/main" id="{61E6298F-0A43-4310-3B70-A059ADAFBFBA}"/>
              </a:ext>
            </a:extLst>
          </p:cNvPr>
          <p:cNvSpPr/>
          <p:nvPr/>
        </p:nvSpPr>
        <p:spPr>
          <a:xfrm flipH="1">
            <a:off x="10375767" y="3736743"/>
            <a:ext cx="1492558" cy="2608198"/>
          </a:xfrm>
          <a:prstGeom prst="roundRect">
            <a:avLst>
              <a:gd name="adj" fmla="val 4342"/>
            </a:avLst>
          </a:prstGeom>
          <a:noFill/>
          <a:ln w="28575">
            <a:solidFill>
              <a:schemeClr val="tx1">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78" name="直線矢印コネクタ 77">
            <a:extLst>
              <a:ext uri="{FF2B5EF4-FFF2-40B4-BE49-F238E27FC236}">
                <a16:creationId xmlns:a16="http://schemas.microsoft.com/office/drawing/2014/main" id="{FDD2B0F2-FC83-0E8E-54CC-23DB83E67E53}"/>
              </a:ext>
            </a:extLst>
          </p:cNvPr>
          <p:cNvCxnSpPr>
            <a:cxnSpLocks/>
          </p:cNvCxnSpPr>
          <p:nvPr/>
        </p:nvCxnSpPr>
        <p:spPr>
          <a:xfrm>
            <a:off x="9032715" y="3724126"/>
            <a:ext cx="720000" cy="0"/>
          </a:xfrm>
          <a:prstGeom prst="straightConnector1">
            <a:avLst/>
          </a:prstGeom>
          <a:ln w="28575">
            <a:solidFill>
              <a:schemeClr val="tx1">
                <a:lumMod val="75000"/>
                <a:lumOff val="25000"/>
              </a:schemeClr>
            </a:solidFill>
            <a:prstDash val="solid"/>
            <a:tailEnd type="none"/>
          </a:ln>
        </p:spPr>
        <p:style>
          <a:lnRef idx="1">
            <a:schemeClr val="accent1"/>
          </a:lnRef>
          <a:fillRef idx="0">
            <a:schemeClr val="accent1"/>
          </a:fillRef>
          <a:effectRef idx="0">
            <a:schemeClr val="accent1"/>
          </a:effectRef>
          <a:fontRef idx="minor">
            <a:schemeClr val="tx1"/>
          </a:fontRef>
        </p:style>
      </p:cxnSp>
      <p:cxnSp>
        <p:nvCxnSpPr>
          <p:cNvPr id="80" name="コネクタ: カギ線 79">
            <a:extLst>
              <a:ext uri="{FF2B5EF4-FFF2-40B4-BE49-F238E27FC236}">
                <a16:creationId xmlns:a16="http://schemas.microsoft.com/office/drawing/2014/main" id="{124A38B0-F106-E9B5-7261-287344D5C11E}"/>
              </a:ext>
            </a:extLst>
          </p:cNvPr>
          <p:cNvCxnSpPr>
            <a:cxnSpLocks/>
            <a:stCxn id="77" idx="3"/>
            <a:endCxn id="76" idx="3"/>
          </p:cNvCxnSpPr>
          <p:nvPr/>
        </p:nvCxnSpPr>
        <p:spPr>
          <a:xfrm rot="10800000">
            <a:off x="10375767" y="2491592"/>
            <a:ext cx="12700" cy="2549251"/>
          </a:xfrm>
          <a:prstGeom prst="bentConnector3">
            <a:avLst>
              <a:gd name="adj1" fmla="val 4933331"/>
            </a:avLst>
          </a:prstGeom>
          <a:ln w="28575">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91" name="テキスト ボックス 90">
            <a:extLst>
              <a:ext uri="{FF2B5EF4-FFF2-40B4-BE49-F238E27FC236}">
                <a16:creationId xmlns:a16="http://schemas.microsoft.com/office/drawing/2014/main" id="{F7C3FA39-E351-B0D3-3E54-50BC73B59756}"/>
              </a:ext>
            </a:extLst>
          </p:cNvPr>
          <p:cNvSpPr txBox="1"/>
          <p:nvPr/>
        </p:nvSpPr>
        <p:spPr>
          <a:xfrm>
            <a:off x="10118935" y="1253201"/>
            <a:ext cx="1413667" cy="347084"/>
          </a:xfrm>
          <a:prstGeom prst="rect">
            <a:avLst/>
          </a:prstGeom>
          <a:noFill/>
        </p:spPr>
        <p:txBody>
          <a:bodyPr wrap="square" lIns="108000" tIns="72000" rIns="108000" bIns="72000" rtlCol="0" anchor="t">
            <a:noAutofit/>
          </a:bodyPr>
          <a:lstStyle/>
          <a:p>
            <a:pPr>
              <a:spcBef>
                <a:spcPts val="600"/>
              </a:spcBef>
            </a:pPr>
            <a:r>
              <a:rPr kumimoji="1" lang="en-US" altLang="ja-JP" sz="1600">
                <a:solidFill>
                  <a:schemeClr val="tx1">
                    <a:lumMod val="75000"/>
                    <a:lumOff val="25000"/>
                  </a:schemeClr>
                </a:solidFill>
                <a:latin typeface="游ゴシック"/>
                <a:ea typeface="游ゴシック"/>
              </a:rPr>
              <a:t>2026</a:t>
            </a:r>
            <a:r>
              <a:rPr kumimoji="1" lang="ja-JP" altLang="en-US" sz="1600">
                <a:solidFill>
                  <a:schemeClr val="tx1">
                    <a:lumMod val="75000"/>
                    <a:lumOff val="25000"/>
                  </a:schemeClr>
                </a:solidFill>
                <a:latin typeface="游ゴシック"/>
                <a:ea typeface="游ゴシック"/>
              </a:rPr>
              <a:t>年度</a:t>
            </a:r>
            <a:endParaRPr kumimoji="1" lang="en-US" altLang="ja-JP" sz="1600">
              <a:solidFill>
                <a:schemeClr val="tx1">
                  <a:lumMod val="75000"/>
                  <a:lumOff val="25000"/>
                </a:schemeClr>
              </a:solidFill>
              <a:latin typeface="游ゴシック"/>
              <a:ea typeface="游ゴシック"/>
            </a:endParaRPr>
          </a:p>
        </p:txBody>
      </p:sp>
    </p:spTree>
    <p:extLst>
      <p:ext uri="{BB962C8B-B14F-4D97-AF65-F5344CB8AC3E}">
        <p14:creationId xmlns:p14="http://schemas.microsoft.com/office/powerpoint/2010/main" val="36529708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29CF25-C467-DF8A-6122-46C2D73AED15}"/>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BA1F62E3-F9BE-E60E-0FA0-51ABC920F7BF}"/>
              </a:ext>
            </a:extLst>
          </p:cNvPr>
          <p:cNvSpPr>
            <a:spLocks noGrp="1"/>
          </p:cNvSpPr>
          <p:nvPr>
            <p:ph type="title"/>
          </p:nvPr>
        </p:nvSpPr>
        <p:spPr/>
        <p:txBody>
          <a:bodyPr/>
          <a:lstStyle/>
          <a:p>
            <a:r>
              <a:rPr lang="ja-JP" altLang="en-US"/>
              <a:t>想定されている受注業務フロー</a:t>
            </a:r>
            <a:r>
              <a:rPr kumimoji="1" lang="ja-JP" altLang="en-US"/>
              <a:t>（① </a:t>
            </a:r>
            <a:r>
              <a:rPr lang="ja-JP" altLang="en-US">
                <a:latin typeface="+mn-ea"/>
              </a:rPr>
              <a:t>発注</a:t>
            </a:r>
            <a:r>
              <a:rPr kumimoji="1" lang="ja-JP" altLang="en-US"/>
              <a:t>）</a:t>
            </a:r>
          </a:p>
        </p:txBody>
      </p:sp>
      <p:sp>
        <p:nvSpPr>
          <p:cNvPr id="4" name="フッター プレースホルダー 3">
            <a:extLst>
              <a:ext uri="{FF2B5EF4-FFF2-40B4-BE49-F238E27FC236}">
                <a16:creationId xmlns:a16="http://schemas.microsoft.com/office/drawing/2014/main" id="{D7F128D9-B3F0-4216-FA5A-64FA6374FAE9}"/>
              </a:ext>
            </a:extLst>
          </p:cNvPr>
          <p:cNvSpPr>
            <a:spLocks noGrp="1"/>
          </p:cNvSpPr>
          <p:nvPr>
            <p:ph type="ftr" sz="quarter" idx="11"/>
          </p:nvPr>
        </p:nvSpPr>
        <p:spPr/>
        <p:txBody>
          <a:bodyPr/>
          <a:lstStyle/>
          <a:p>
            <a:r>
              <a:rPr lang="en-US"/>
              <a:t>Copyright © SystemEXE,Inc All Rights Reserved.</a:t>
            </a:r>
          </a:p>
        </p:txBody>
      </p:sp>
      <p:pic>
        <p:nvPicPr>
          <p:cNvPr id="5" name="図 4">
            <a:extLst>
              <a:ext uri="{FF2B5EF4-FFF2-40B4-BE49-F238E27FC236}">
                <a16:creationId xmlns:a16="http://schemas.microsoft.com/office/drawing/2014/main" id="{58A4F86A-DC4C-354C-7317-FD85444D9642}"/>
              </a:ext>
            </a:extLst>
          </p:cNvPr>
          <p:cNvPicPr>
            <a:picLocks noChangeAspect="1"/>
          </p:cNvPicPr>
          <p:nvPr/>
        </p:nvPicPr>
        <p:blipFill>
          <a:blip r:embed="rId2"/>
          <a:stretch>
            <a:fillRect/>
          </a:stretch>
        </p:blipFill>
        <p:spPr>
          <a:xfrm>
            <a:off x="516000" y="864000"/>
            <a:ext cx="11160000" cy="5115809"/>
          </a:xfrm>
          <a:prstGeom prst="rect">
            <a:avLst/>
          </a:prstGeom>
        </p:spPr>
      </p:pic>
      <p:sp>
        <p:nvSpPr>
          <p:cNvPr id="3" name="テキスト ボックス 2">
            <a:extLst>
              <a:ext uri="{FF2B5EF4-FFF2-40B4-BE49-F238E27FC236}">
                <a16:creationId xmlns:a16="http://schemas.microsoft.com/office/drawing/2014/main" id="{2B9F6F25-A458-AA05-3A22-F39A0C6B2955}"/>
              </a:ext>
            </a:extLst>
          </p:cNvPr>
          <p:cNvSpPr txBox="1"/>
          <p:nvPr/>
        </p:nvSpPr>
        <p:spPr>
          <a:xfrm>
            <a:off x="665648" y="6223638"/>
            <a:ext cx="11382917" cy="276999"/>
          </a:xfrm>
          <a:prstGeom prst="rect">
            <a:avLst/>
          </a:prstGeom>
          <a:noFill/>
        </p:spPr>
        <p:txBody>
          <a:bodyPr wrap="square">
            <a:spAutoFit/>
          </a:bodyPr>
          <a:lstStyle/>
          <a:p>
            <a:pPr algn="r"/>
            <a:r>
              <a:rPr lang="ja-JP" altLang="en-US" sz="1200">
                <a:latin typeface="+mn-ea"/>
              </a:rPr>
              <a:t>資料「</a:t>
            </a:r>
            <a:r>
              <a:rPr lang="en-US" altLang="ja-JP" sz="1200">
                <a:latin typeface="+mn-ea"/>
              </a:rPr>
              <a:t>20250226_</a:t>
            </a:r>
            <a:r>
              <a:rPr lang="ja-JP" altLang="en-US" sz="1200">
                <a:latin typeface="+mn-ea"/>
              </a:rPr>
              <a:t>システムエクゼさま提供資料</a:t>
            </a:r>
            <a:r>
              <a:rPr lang="en-US" altLang="ja-JP" sz="1200">
                <a:latin typeface="+mn-ea"/>
              </a:rPr>
              <a:t>.xlsx</a:t>
            </a:r>
            <a:r>
              <a:rPr lang="ja-JP" altLang="en-US" sz="1200">
                <a:latin typeface="+mn-ea"/>
              </a:rPr>
              <a:t>」より抜粋</a:t>
            </a:r>
            <a:endParaRPr lang="en-US" altLang="ja-JP" sz="1200">
              <a:latin typeface="+mn-ea"/>
            </a:endParaRPr>
          </a:p>
        </p:txBody>
      </p:sp>
    </p:spTree>
    <p:extLst>
      <p:ext uri="{BB962C8B-B14F-4D97-AF65-F5344CB8AC3E}">
        <p14:creationId xmlns:p14="http://schemas.microsoft.com/office/powerpoint/2010/main" val="105896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52E14A-4740-E639-2313-E3A3C5EBB3E6}"/>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BED97CA0-08B0-B67C-EA9A-302905A408D8}"/>
              </a:ext>
            </a:extLst>
          </p:cNvPr>
          <p:cNvSpPr>
            <a:spLocks noGrp="1"/>
          </p:cNvSpPr>
          <p:nvPr>
            <p:ph type="title"/>
          </p:nvPr>
        </p:nvSpPr>
        <p:spPr/>
        <p:txBody>
          <a:bodyPr/>
          <a:lstStyle/>
          <a:p>
            <a:r>
              <a:rPr lang="ja-JP" altLang="en-US"/>
              <a:t>想定されている受注業務フロー</a:t>
            </a:r>
            <a:r>
              <a:rPr kumimoji="1" lang="ja-JP" altLang="en-US"/>
              <a:t>（② </a:t>
            </a:r>
            <a:r>
              <a:rPr lang="ja-JP" altLang="en-US">
                <a:latin typeface="+mn-ea"/>
              </a:rPr>
              <a:t>出荷確認</a:t>
            </a:r>
            <a:r>
              <a:rPr kumimoji="1" lang="ja-JP" altLang="en-US"/>
              <a:t>）</a:t>
            </a:r>
          </a:p>
        </p:txBody>
      </p:sp>
      <p:sp>
        <p:nvSpPr>
          <p:cNvPr id="4" name="フッター プレースホルダー 3">
            <a:extLst>
              <a:ext uri="{FF2B5EF4-FFF2-40B4-BE49-F238E27FC236}">
                <a16:creationId xmlns:a16="http://schemas.microsoft.com/office/drawing/2014/main" id="{1B57ACA1-FDF6-C74D-B0AA-C7800DD851D9}"/>
              </a:ext>
            </a:extLst>
          </p:cNvPr>
          <p:cNvSpPr>
            <a:spLocks noGrp="1"/>
          </p:cNvSpPr>
          <p:nvPr>
            <p:ph type="ftr" sz="quarter" idx="11"/>
          </p:nvPr>
        </p:nvSpPr>
        <p:spPr/>
        <p:txBody>
          <a:bodyPr/>
          <a:lstStyle/>
          <a:p>
            <a:r>
              <a:rPr lang="en-US"/>
              <a:t>Copyright © SystemEXE,Inc All Rights Reserved.</a:t>
            </a:r>
          </a:p>
        </p:txBody>
      </p:sp>
      <p:pic>
        <p:nvPicPr>
          <p:cNvPr id="8" name="図 7">
            <a:extLst>
              <a:ext uri="{FF2B5EF4-FFF2-40B4-BE49-F238E27FC236}">
                <a16:creationId xmlns:a16="http://schemas.microsoft.com/office/drawing/2014/main" id="{85C2F219-F36D-099D-E720-6E261B664E3D}"/>
              </a:ext>
            </a:extLst>
          </p:cNvPr>
          <p:cNvPicPr>
            <a:picLocks noChangeAspect="1"/>
          </p:cNvPicPr>
          <p:nvPr/>
        </p:nvPicPr>
        <p:blipFill>
          <a:blip r:embed="rId2"/>
          <a:stretch>
            <a:fillRect/>
          </a:stretch>
        </p:blipFill>
        <p:spPr>
          <a:xfrm>
            <a:off x="516000" y="864000"/>
            <a:ext cx="11160000" cy="5272069"/>
          </a:xfrm>
          <a:prstGeom prst="rect">
            <a:avLst/>
          </a:prstGeom>
        </p:spPr>
      </p:pic>
      <p:sp>
        <p:nvSpPr>
          <p:cNvPr id="3" name="テキスト ボックス 2">
            <a:extLst>
              <a:ext uri="{FF2B5EF4-FFF2-40B4-BE49-F238E27FC236}">
                <a16:creationId xmlns:a16="http://schemas.microsoft.com/office/drawing/2014/main" id="{F13BCC38-6ED9-40AF-C118-75808213662F}"/>
              </a:ext>
            </a:extLst>
          </p:cNvPr>
          <p:cNvSpPr txBox="1"/>
          <p:nvPr/>
        </p:nvSpPr>
        <p:spPr>
          <a:xfrm>
            <a:off x="665648" y="6196744"/>
            <a:ext cx="11382917" cy="276999"/>
          </a:xfrm>
          <a:prstGeom prst="rect">
            <a:avLst/>
          </a:prstGeom>
          <a:noFill/>
        </p:spPr>
        <p:txBody>
          <a:bodyPr wrap="square">
            <a:spAutoFit/>
          </a:bodyPr>
          <a:lstStyle/>
          <a:p>
            <a:pPr algn="r"/>
            <a:r>
              <a:rPr lang="ja-JP" altLang="en-US" sz="1200">
                <a:latin typeface="+mn-ea"/>
              </a:rPr>
              <a:t>資料「</a:t>
            </a:r>
            <a:r>
              <a:rPr lang="en-US" altLang="ja-JP" sz="1200">
                <a:latin typeface="+mn-ea"/>
              </a:rPr>
              <a:t>20250226_</a:t>
            </a:r>
            <a:r>
              <a:rPr lang="ja-JP" altLang="en-US" sz="1200">
                <a:latin typeface="+mn-ea"/>
              </a:rPr>
              <a:t>システムエクゼさま提供資料</a:t>
            </a:r>
            <a:r>
              <a:rPr lang="en-US" altLang="ja-JP" sz="1200">
                <a:latin typeface="+mn-ea"/>
              </a:rPr>
              <a:t>.xlsx</a:t>
            </a:r>
            <a:r>
              <a:rPr lang="ja-JP" altLang="en-US" sz="1200">
                <a:latin typeface="+mn-ea"/>
              </a:rPr>
              <a:t>」より抜粋</a:t>
            </a:r>
            <a:endParaRPr lang="en-US" altLang="ja-JP" sz="1200">
              <a:latin typeface="+mn-ea"/>
            </a:endParaRPr>
          </a:p>
        </p:txBody>
      </p:sp>
    </p:spTree>
    <p:extLst>
      <p:ext uri="{BB962C8B-B14F-4D97-AF65-F5344CB8AC3E}">
        <p14:creationId xmlns:p14="http://schemas.microsoft.com/office/powerpoint/2010/main" val="4019276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EFB023-52EC-FAE8-E638-EA44D3B11249}"/>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210058C6-ADFC-80E4-BD06-39D0D1948D04}"/>
              </a:ext>
            </a:extLst>
          </p:cNvPr>
          <p:cNvSpPr>
            <a:spLocks noGrp="1"/>
          </p:cNvSpPr>
          <p:nvPr>
            <p:ph type="title"/>
          </p:nvPr>
        </p:nvSpPr>
        <p:spPr/>
        <p:txBody>
          <a:bodyPr/>
          <a:lstStyle/>
          <a:p>
            <a:r>
              <a:rPr lang="ja-JP" altLang="en-US"/>
              <a:t>想定されている受注業務フロー</a:t>
            </a:r>
            <a:r>
              <a:rPr kumimoji="1" lang="ja-JP" altLang="en-US"/>
              <a:t>（③ </a:t>
            </a:r>
            <a:r>
              <a:rPr lang="ja-JP" altLang="en-US">
                <a:latin typeface="+mn-ea"/>
              </a:rPr>
              <a:t>運送手配</a:t>
            </a:r>
            <a:r>
              <a:rPr kumimoji="1" lang="ja-JP" altLang="en-US"/>
              <a:t>）</a:t>
            </a:r>
          </a:p>
        </p:txBody>
      </p:sp>
      <p:sp>
        <p:nvSpPr>
          <p:cNvPr id="4" name="フッター プレースホルダー 3">
            <a:extLst>
              <a:ext uri="{FF2B5EF4-FFF2-40B4-BE49-F238E27FC236}">
                <a16:creationId xmlns:a16="http://schemas.microsoft.com/office/drawing/2014/main" id="{27D795EA-4C7A-2ED2-D240-0687787D9B7F}"/>
              </a:ext>
            </a:extLst>
          </p:cNvPr>
          <p:cNvSpPr>
            <a:spLocks noGrp="1"/>
          </p:cNvSpPr>
          <p:nvPr>
            <p:ph type="ftr" sz="quarter" idx="11"/>
          </p:nvPr>
        </p:nvSpPr>
        <p:spPr/>
        <p:txBody>
          <a:bodyPr/>
          <a:lstStyle/>
          <a:p>
            <a:r>
              <a:rPr lang="en-US"/>
              <a:t>Copyright © SystemEXE,Inc All Rights Reserved.</a:t>
            </a:r>
          </a:p>
        </p:txBody>
      </p:sp>
      <p:sp>
        <p:nvSpPr>
          <p:cNvPr id="6" name="テキスト ボックス 5">
            <a:extLst>
              <a:ext uri="{FF2B5EF4-FFF2-40B4-BE49-F238E27FC236}">
                <a16:creationId xmlns:a16="http://schemas.microsoft.com/office/drawing/2014/main" id="{30E41706-1471-177A-F5E5-2DFC0BDD35C2}"/>
              </a:ext>
            </a:extLst>
          </p:cNvPr>
          <p:cNvSpPr txBox="1"/>
          <p:nvPr/>
        </p:nvSpPr>
        <p:spPr>
          <a:xfrm>
            <a:off x="665648" y="6205711"/>
            <a:ext cx="11382917" cy="276999"/>
          </a:xfrm>
          <a:prstGeom prst="rect">
            <a:avLst/>
          </a:prstGeom>
          <a:noFill/>
        </p:spPr>
        <p:txBody>
          <a:bodyPr wrap="square">
            <a:spAutoFit/>
          </a:bodyPr>
          <a:lstStyle/>
          <a:p>
            <a:pPr algn="r"/>
            <a:r>
              <a:rPr lang="ja-JP" altLang="en-US" sz="1200">
                <a:latin typeface="+mn-ea"/>
              </a:rPr>
              <a:t>資料「</a:t>
            </a:r>
            <a:r>
              <a:rPr lang="en-US" altLang="ja-JP" sz="1200">
                <a:latin typeface="+mn-ea"/>
              </a:rPr>
              <a:t>20250226_</a:t>
            </a:r>
            <a:r>
              <a:rPr lang="ja-JP" altLang="en-US" sz="1200">
                <a:latin typeface="+mn-ea"/>
              </a:rPr>
              <a:t>システムエクゼさま提供資料</a:t>
            </a:r>
            <a:r>
              <a:rPr lang="en-US" altLang="ja-JP" sz="1200">
                <a:latin typeface="+mn-ea"/>
              </a:rPr>
              <a:t>.xlsx</a:t>
            </a:r>
            <a:r>
              <a:rPr lang="ja-JP" altLang="en-US" sz="1200">
                <a:latin typeface="+mn-ea"/>
              </a:rPr>
              <a:t>」より抜粋</a:t>
            </a:r>
            <a:endParaRPr lang="en-US" altLang="ja-JP" sz="1200">
              <a:latin typeface="+mn-ea"/>
            </a:endParaRPr>
          </a:p>
        </p:txBody>
      </p:sp>
      <p:pic>
        <p:nvPicPr>
          <p:cNvPr id="5" name="図 4">
            <a:extLst>
              <a:ext uri="{FF2B5EF4-FFF2-40B4-BE49-F238E27FC236}">
                <a16:creationId xmlns:a16="http://schemas.microsoft.com/office/drawing/2014/main" id="{F51D87F7-C5AB-106D-6539-A5FD5FA6D3F9}"/>
              </a:ext>
            </a:extLst>
          </p:cNvPr>
          <p:cNvPicPr>
            <a:picLocks noChangeAspect="1"/>
          </p:cNvPicPr>
          <p:nvPr/>
        </p:nvPicPr>
        <p:blipFill>
          <a:blip r:embed="rId2"/>
          <a:stretch>
            <a:fillRect/>
          </a:stretch>
        </p:blipFill>
        <p:spPr>
          <a:xfrm>
            <a:off x="696000" y="864000"/>
            <a:ext cx="10368000" cy="5410582"/>
          </a:xfrm>
          <a:prstGeom prst="rect">
            <a:avLst/>
          </a:prstGeom>
        </p:spPr>
      </p:pic>
    </p:spTree>
    <p:extLst>
      <p:ext uri="{BB962C8B-B14F-4D97-AF65-F5344CB8AC3E}">
        <p14:creationId xmlns:p14="http://schemas.microsoft.com/office/powerpoint/2010/main" val="27523939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D5470A-97CD-56F6-4529-BB60C153332A}"/>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12CD1DA9-1A19-2DC6-BA5E-AA665F34B7FF}"/>
              </a:ext>
            </a:extLst>
          </p:cNvPr>
          <p:cNvSpPr>
            <a:spLocks noGrp="1"/>
          </p:cNvSpPr>
          <p:nvPr>
            <p:ph type="title"/>
          </p:nvPr>
        </p:nvSpPr>
        <p:spPr/>
        <p:txBody>
          <a:bodyPr/>
          <a:lstStyle/>
          <a:p>
            <a:r>
              <a:rPr lang="ja-JP" altLang="en-US"/>
              <a:t>想定されている受注業務フロー</a:t>
            </a:r>
            <a:r>
              <a:rPr kumimoji="1" lang="ja-JP" altLang="en-US"/>
              <a:t>（④ </a:t>
            </a:r>
            <a:r>
              <a:rPr lang="ja-JP" altLang="en-US">
                <a:latin typeface="+mn-ea"/>
              </a:rPr>
              <a:t>最終合意</a:t>
            </a:r>
            <a:r>
              <a:rPr kumimoji="1" lang="ja-JP" altLang="en-US"/>
              <a:t>）</a:t>
            </a:r>
          </a:p>
        </p:txBody>
      </p:sp>
      <p:sp>
        <p:nvSpPr>
          <p:cNvPr id="4" name="フッター プレースホルダー 3">
            <a:extLst>
              <a:ext uri="{FF2B5EF4-FFF2-40B4-BE49-F238E27FC236}">
                <a16:creationId xmlns:a16="http://schemas.microsoft.com/office/drawing/2014/main" id="{420F46BA-1B16-2449-F2FB-4D2E78911035}"/>
              </a:ext>
            </a:extLst>
          </p:cNvPr>
          <p:cNvSpPr>
            <a:spLocks noGrp="1"/>
          </p:cNvSpPr>
          <p:nvPr>
            <p:ph type="ftr" sz="quarter" idx="11"/>
          </p:nvPr>
        </p:nvSpPr>
        <p:spPr/>
        <p:txBody>
          <a:bodyPr/>
          <a:lstStyle/>
          <a:p>
            <a:r>
              <a:rPr lang="en-US"/>
              <a:t>Copyright © SystemEXE,Inc All Rights Reserved.</a:t>
            </a:r>
          </a:p>
        </p:txBody>
      </p:sp>
      <p:pic>
        <p:nvPicPr>
          <p:cNvPr id="6" name="図 5">
            <a:extLst>
              <a:ext uri="{FF2B5EF4-FFF2-40B4-BE49-F238E27FC236}">
                <a16:creationId xmlns:a16="http://schemas.microsoft.com/office/drawing/2014/main" id="{960C1CD6-1BC2-DB94-B475-533DBD8FB72B}"/>
              </a:ext>
            </a:extLst>
          </p:cNvPr>
          <p:cNvPicPr>
            <a:picLocks noChangeAspect="1"/>
          </p:cNvPicPr>
          <p:nvPr/>
        </p:nvPicPr>
        <p:blipFill>
          <a:blip r:embed="rId2"/>
          <a:stretch>
            <a:fillRect/>
          </a:stretch>
        </p:blipFill>
        <p:spPr>
          <a:xfrm>
            <a:off x="516000" y="864000"/>
            <a:ext cx="11160000" cy="4501673"/>
          </a:xfrm>
          <a:prstGeom prst="rect">
            <a:avLst/>
          </a:prstGeom>
        </p:spPr>
      </p:pic>
      <p:sp>
        <p:nvSpPr>
          <p:cNvPr id="3" name="テキスト ボックス 2">
            <a:extLst>
              <a:ext uri="{FF2B5EF4-FFF2-40B4-BE49-F238E27FC236}">
                <a16:creationId xmlns:a16="http://schemas.microsoft.com/office/drawing/2014/main" id="{3D9F03D7-0692-8F6A-7738-2D5AB43D9708}"/>
              </a:ext>
            </a:extLst>
          </p:cNvPr>
          <p:cNvSpPr txBox="1"/>
          <p:nvPr/>
        </p:nvSpPr>
        <p:spPr>
          <a:xfrm>
            <a:off x="665648" y="6205709"/>
            <a:ext cx="11382917" cy="276999"/>
          </a:xfrm>
          <a:prstGeom prst="rect">
            <a:avLst/>
          </a:prstGeom>
          <a:noFill/>
        </p:spPr>
        <p:txBody>
          <a:bodyPr wrap="square">
            <a:spAutoFit/>
          </a:bodyPr>
          <a:lstStyle/>
          <a:p>
            <a:pPr algn="r"/>
            <a:r>
              <a:rPr lang="ja-JP" altLang="en-US" sz="1200">
                <a:latin typeface="+mn-ea"/>
              </a:rPr>
              <a:t>資料「</a:t>
            </a:r>
            <a:r>
              <a:rPr lang="en-US" altLang="ja-JP" sz="1200">
                <a:latin typeface="+mn-ea"/>
              </a:rPr>
              <a:t>20250226_</a:t>
            </a:r>
            <a:r>
              <a:rPr lang="ja-JP" altLang="en-US" sz="1200">
                <a:latin typeface="+mn-ea"/>
              </a:rPr>
              <a:t>システムエクゼさま提供資料</a:t>
            </a:r>
            <a:r>
              <a:rPr lang="en-US" altLang="ja-JP" sz="1200">
                <a:latin typeface="+mn-ea"/>
              </a:rPr>
              <a:t>.xlsx</a:t>
            </a:r>
            <a:r>
              <a:rPr lang="ja-JP" altLang="en-US" sz="1200">
                <a:latin typeface="+mn-ea"/>
              </a:rPr>
              <a:t>」より抜粋</a:t>
            </a:r>
            <a:endParaRPr lang="en-US" altLang="ja-JP" sz="1200">
              <a:latin typeface="+mn-ea"/>
            </a:endParaRPr>
          </a:p>
        </p:txBody>
      </p:sp>
    </p:spTree>
    <p:extLst>
      <p:ext uri="{BB962C8B-B14F-4D97-AF65-F5344CB8AC3E}">
        <p14:creationId xmlns:p14="http://schemas.microsoft.com/office/powerpoint/2010/main" val="8061211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15A1977-001A-47E2-A226-93AAC587563E}"/>
              </a:ext>
            </a:extLst>
          </p:cNvPr>
          <p:cNvSpPr>
            <a:spLocks noGrp="1"/>
          </p:cNvSpPr>
          <p:nvPr>
            <p:ph type="title"/>
          </p:nvPr>
        </p:nvSpPr>
        <p:spPr/>
        <p:txBody>
          <a:bodyPr/>
          <a:lstStyle/>
          <a:p>
            <a:r>
              <a:rPr lang="ja-JP" altLang="en-US">
                <a:latin typeface="游明朝"/>
                <a:ea typeface="游明朝"/>
              </a:rPr>
              <a:t>想定</a:t>
            </a:r>
            <a:r>
              <a:rPr kumimoji="1" lang="ja-JP" altLang="en-US">
                <a:latin typeface="游明朝"/>
                <a:ea typeface="游明朝"/>
              </a:rPr>
              <a:t>機能・</a:t>
            </a:r>
            <a:r>
              <a:rPr lang="ja-JP" altLang="en-US">
                <a:latin typeface="游明朝"/>
                <a:ea typeface="游明朝"/>
              </a:rPr>
              <a:t>画面</a:t>
            </a:r>
            <a:r>
              <a:rPr kumimoji="1" lang="ja-JP" altLang="en-US">
                <a:latin typeface="游明朝"/>
                <a:ea typeface="游明朝"/>
              </a:rPr>
              <a:t>一覧①</a:t>
            </a:r>
            <a:endParaRPr kumimoji="1" lang="ja-JP" altLang="en-US"/>
          </a:p>
        </p:txBody>
      </p:sp>
      <p:graphicFrame>
        <p:nvGraphicFramePr>
          <p:cNvPr id="6" name="表 5">
            <a:extLst>
              <a:ext uri="{FF2B5EF4-FFF2-40B4-BE49-F238E27FC236}">
                <a16:creationId xmlns:a16="http://schemas.microsoft.com/office/drawing/2014/main" id="{AD3B78A0-1783-449D-845D-A46B0767A3FB}"/>
              </a:ext>
            </a:extLst>
          </p:cNvPr>
          <p:cNvGraphicFramePr>
            <a:graphicFrameLocks noGrp="1"/>
          </p:cNvGraphicFramePr>
          <p:nvPr>
            <p:extLst>
              <p:ext uri="{D42A27DB-BD31-4B8C-83A1-F6EECF244321}">
                <p14:modId xmlns:p14="http://schemas.microsoft.com/office/powerpoint/2010/main" val="2304876000"/>
              </p:ext>
            </p:extLst>
          </p:nvPr>
        </p:nvGraphicFramePr>
        <p:xfrm>
          <a:off x="575400" y="813840"/>
          <a:ext cx="11160000" cy="5608320"/>
        </p:xfrm>
        <a:graphic>
          <a:graphicData uri="http://schemas.openxmlformats.org/drawingml/2006/table">
            <a:tbl>
              <a:tblPr firstRow="1" bandRow="1">
                <a:tableStyleId>{5940675A-B579-460E-94D1-54222C63F5DA}</a:tableStyleId>
              </a:tblPr>
              <a:tblGrid>
                <a:gridCol w="1620000">
                  <a:extLst>
                    <a:ext uri="{9D8B030D-6E8A-4147-A177-3AD203B41FA5}">
                      <a16:colId xmlns:a16="http://schemas.microsoft.com/office/drawing/2014/main" val="2191046775"/>
                    </a:ext>
                  </a:extLst>
                </a:gridCol>
                <a:gridCol w="1620000">
                  <a:extLst>
                    <a:ext uri="{9D8B030D-6E8A-4147-A177-3AD203B41FA5}">
                      <a16:colId xmlns:a16="http://schemas.microsoft.com/office/drawing/2014/main" val="2023518490"/>
                    </a:ext>
                  </a:extLst>
                </a:gridCol>
                <a:gridCol w="1080000">
                  <a:extLst>
                    <a:ext uri="{9D8B030D-6E8A-4147-A177-3AD203B41FA5}">
                      <a16:colId xmlns:a16="http://schemas.microsoft.com/office/drawing/2014/main" val="2791548711"/>
                    </a:ext>
                  </a:extLst>
                </a:gridCol>
                <a:gridCol w="6840000">
                  <a:extLst>
                    <a:ext uri="{9D8B030D-6E8A-4147-A177-3AD203B41FA5}">
                      <a16:colId xmlns:a16="http://schemas.microsoft.com/office/drawing/2014/main" val="1616917508"/>
                    </a:ext>
                  </a:extLst>
                </a:gridCol>
              </a:tblGrid>
              <a:tr h="152945">
                <a:tc>
                  <a:txBody>
                    <a:bodyPr/>
                    <a:lstStyle/>
                    <a:p>
                      <a:pPr algn="ctr"/>
                      <a:r>
                        <a:rPr kumimoji="1" lang="ja-JP" altLang="en-US" sz="1400" b="1">
                          <a:solidFill>
                            <a:schemeClr val="bg1"/>
                          </a:solidFill>
                          <a:latin typeface="游ゴシック" panose="020B0400000000000000" pitchFamily="50" charset="-128"/>
                          <a:ea typeface="游ゴシック" panose="020B0400000000000000" pitchFamily="50" charset="-128"/>
                        </a:rPr>
                        <a:t>大分類</a:t>
                      </a:r>
                    </a:p>
                  </a:txBody>
                  <a:tcPr marL="900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solidFill>
                  </a:tcPr>
                </a:tc>
                <a:tc>
                  <a:txBody>
                    <a:bodyPr/>
                    <a:lstStyle/>
                    <a:p>
                      <a:pPr algn="ctr"/>
                      <a:r>
                        <a:rPr kumimoji="1" lang="ja-JP" altLang="en-US" sz="1400" b="1">
                          <a:solidFill>
                            <a:schemeClr val="bg1"/>
                          </a:solidFill>
                          <a:latin typeface="游ゴシック" panose="020B0400000000000000" pitchFamily="50" charset="-128"/>
                          <a:ea typeface="游ゴシック" panose="020B0400000000000000" pitchFamily="50" charset="-128"/>
                        </a:rPr>
                        <a:t>中項目</a:t>
                      </a:r>
                    </a:p>
                  </a:txBody>
                  <a:tcPr marL="900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solidFill>
                  </a:tcPr>
                </a:tc>
                <a:tc>
                  <a:txBody>
                    <a:bodyPr/>
                    <a:lstStyle/>
                    <a:p>
                      <a:pPr algn="ctr"/>
                      <a:r>
                        <a:rPr kumimoji="1" lang="ja-JP" altLang="en-US" sz="1400" b="1">
                          <a:solidFill>
                            <a:schemeClr val="bg1"/>
                          </a:solidFill>
                          <a:latin typeface="游ゴシック" panose="020B0400000000000000" pitchFamily="50" charset="-128"/>
                          <a:ea typeface="游ゴシック" panose="020B0400000000000000" pitchFamily="50" charset="-128"/>
                        </a:rPr>
                        <a:t>分類</a:t>
                      </a:r>
                    </a:p>
                  </a:txBody>
                  <a:tcPr marL="900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solidFill>
                  </a:tcPr>
                </a:tc>
                <a:tc>
                  <a:txBody>
                    <a:bodyPr/>
                    <a:lstStyle/>
                    <a:p>
                      <a:pPr algn="ctr"/>
                      <a:r>
                        <a:rPr kumimoji="1" lang="ja-JP" altLang="en-US" sz="1400" b="1">
                          <a:solidFill>
                            <a:schemeClr val="bg1"/>
                          </a:solidFill>
                          <a:latin typeface="游ゴシック" panose="020B0400000000000000" pitchFamily="50" charset="-128"/>
                          <a:ea typeface="+mn-ea"/>
                        </a:rPr>
                        <a:t>機能・画面概要</a:t>
                      </a:r>
                    </a:p>
                  </a:txBody>
                  <a:tcPr marL="900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solidFill>
                  </a:tcPr>
                </a:tc>
                <a:extLst>
                  <a:ext uri="{0D108BD9-81ED-4DB2-BD59-A6C34878D82A}">
                    <a16:rowId xmlns:a16="http://schemas.microsoft.com/office/drawing/2014/main" val="52205234"/>
                  </a:ext>
                </a:extLst>
              </a:tr>
              <a:tr h="224718">
                <a:tc rowSpan="3">
                  <a:txBody>
                    <a:bodyPr/>
                    <a:lstStyle/>
                    <a:p>
                      <a:pPr algn="l"/>
                      <a:r>
                        <a:rPr kumimoji="1" lang="ja-JP" altLang="en-US" sz="1200">
                          <a:latin typeface="游ゴシック" panose="020B0400000000000000" pitchFamily="50" charset="-128"/>
                          <a:ea typeface="游ゴシック" panose="020B0400000000000000" pitchFamily="50" charset="-128"/>
                        </a:rPr>
                        <a:t>共通</a:t>
                      </a: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a:r>
                        <a:rPr kumimoji="1" lang="ja-JP" altLang="en-US" sz="1200">
                          <a:latin typeface="游ゴシック" panose="020B0400000000000000" pitchFamily="50" charset="-128"/>
                          <a:ea typeface="游ゴシック" panose="020B0400000000000000" pitchFamily="50" charset="-128"/>
                        </a:rPr>
                        <a:t>アーキテクチャ</a:t>
                      </a: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ctr"/>
                      <a:r>
                        <a:rPr kumimoji="1" lang="ja-JP" altLang="en-US" sz="1200">
                          <a:latin typeface="游ゴシック" panose="020B0400000000000000" pitchFamily="50" charset="-128"/>
                          <a:ea typeface="游ゴシック" panose="020B0400000000000000" pitchFamily="50" charset="-128"/>
                        </a:rPr>
                        <a:t>機能</a:t>
                      </a: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baseline="0">
                          <a:solidFill>
                            <a:schemeClr val="tx1"/>
                          </a:solidFill>
                          <a:latin typeface="游ゴシック" panose="020B0400000000000000" pitchFamily="50" charset="-128"/>
                          <a:ea typeface="+mn-ea"/>
                          <a:cs typeface="+mn-cs"/>
                        </a:rPr>
                        <a:t>システムアーキテクチャを構築</a:t>
                      </a:r>
                      <a:endParaRPr kumimoji="1" lang="ja-JP" altLang="en-US" sz="1200" b="0" i="0" u="none" strike="noStrike" kern="1200" baseline="0">
                        <a:solidFill>
                          <a:schemeClr val="tx1"/>
                        </a:solidFill>
                        <a:latin typeface="游ゴシック" panose="020B0400000000000000" pitchFamily="50" charset="-128"/>
                        <a:ea typeface="游ゴシック" panose="020B0400000000000000" pitchFamily="50" charset="-128"/>
                        <a:cs typeface="+mn-cs"/>
                      </a:endParaRP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604773201"/>
                  </a:ext>
                </a:extLst>
              </a:tr>
              <a:tr h="152945">
                <a:tc vMerge="1">
                  <a:txBody>
                    <a:bodyPr/>
                    <a:lstStyle/>
                    <a:p>
                      <a:pPr algn="l"/>
                      <a:endParaRPr kumimoji="1" lang="ja-JP" altLang="en-US" sz="1200">
                        <a:latin typeface="游ゴシック" panose="020B0400000000000000" pitchFamily="50" charset="-128"/>
                        <a:ea typeface="游ゴシック" panose="020B0400000000000000" pitchFamily="50" charset="-128"/>
                      </a:endParaRP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a:r>
                        <a:rPr kumimoji="1" lang="ja-JP" altLang="en-US" sz="1200">
                          <a:latin typeface="游ゴシック" panose="020B0400000000000000" pitchFamily="50" charset="-128"/>
                          <a:ea typeface="+mn-ea"/>
                        </a:rPr>
                        <a:t>認証</a:t>
                      </a:r>
                      <a:endParaRPr kumimoji="1" lang="ja-JP" altLang="en-US" sz="1200">
                        <a:latin typeface="游ゴシック" panose="020B0400000000000000" pitchFamily="50" charset="-128"/>
                        <a:ea typeface="游ゴシック" panose="020B0400000000000000" pitchFamily="50" charset="-128"/>
                      </a:endParaRP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a:latin typeface="游ゴシック" panose="020B0400000000000000" pitchFamily="50" charset="-128"/>
                          <a:ea typeface="+mn-ea"/>
                        </a:rPr>
                        <a:t>機能</a:t>
                      </a:r>
                    </a:p>
                    <a:p>
                      <a:pPr algn="ctr"/>
                      <a:endParaRPr kumimoji="1" lang="ja-JP" altLang="en-US" sz="1200">
                        <a:latin typeface="游ゴシック" panose="020B0400000000000000" pitchFamily="50" charset="-128"/>
                        <a:ea typeface="游ゴシック" panose="020B0400000000000000" pitchFamily="50" charset="-128"/>
                      </a:endParaRP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baseline="0">
                          <a:solidFill>
                            <a:schemeClr val="tx1"/>
                          </a:solidFill>
                          <a:latin typeface="游ゴシック" panose="020B0400000000000000" pitchFamily="50" charset="-128"/>
                          <a:ea typeface="+mn-ea"/>
                          <a:cs typeface="+mn-cs"/>
                        </a:rPr>
                        <a:t>出光共通認証基盤を利用</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baseline="0">
                          <a:solidFill>
                            <a:schemeClr val="tx1"/>
                          </a:solidFill>
                          <a:latin typeface="游ゴシック" panose="020B0400000000000000" pitchFamily="50" charset="-128"/>
                          <a:ea typeface="+mn-ea"/>
                          <a:cs typeface="+mn-cs"/>
                        </a:rPr>
                        <a:t>・出光社員は</a:t>
                      </a:r>
                      <a:r>
                        <a:rPr kumimoji="1" lang="en-US" altLang="ja-JP" sz="1200" b="0" i="0" u="none" strike="noStrike" kern="1200" baseline="0">
                          <a:solidFill>
                            <a:schemeClr val="tx1"/>
                          </a:solidFill>
                          <a:latin typeface="游ゴシック" panose="020B0400000000000000" pitchFamily="50" charset="-128"/>
                          <a:ea typeface="+mn-ea"/>
                          <a:cs typeface="+mn-cs"/>
                        </a:rPr>
                        <a:t>IDM</a:t>
                      </a:r>
                      <a:r>
                        <a:rPr kumimoji="1" lang="ja-JP" altLang="en-US" sz="1200" b="0" i="0" u="none" strike="noStrike" kern="1200" baseline="0">
                          <a:solidFill>
                            <a:schemeClr val="tx1"/>
                          </a:solidFill>
                          <a:latin typeface="游ゴシック" panose="020B0400000000000000" pitchFamily="50" charset="-128"/>
                          <a:ea typeface="+mn-ea"/>
                          <a:cs typeface="+mn-cs"/>
                        </a:rPr>
                        <a:t>にて認証</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baseline="0">
                          <a:solidFill>
                            <a:schemeClr val="tx1"/>
                          </a:solidFill>
                          <a:latin typeface="游ゴシック" panose="020B0400000000000000" pitchFamily="50" charset="-128"/>
                          <a:ea typeface="+mn-ea"/>
                          <a:cs typeface="+mn-cs"/>
                        </a:rPr>
                        <a:t>・外部ユーザーは別途認証</a:t>
                      </a:r>
                      <a:endParaRPr kumimoji="1" lang="ja-JP" altLang="en-US" sz="1200" b="0" i="0" u="none" strike="noStrike" kern="1200" baseline="0">
                        <a:solidFill>
                          <a:schemeClr val="tx1"/>
                        </a:solidFill>
                        <a:latin typeface="游ゴシック" panose="020B0400000000000000" pitchFamily="50" charset="-128"/>
                        <a:ea typeface="游ゴシック" panose="020B0400000000000000" pitchFamily="50" charset="-128"/>
                        <a:cs typeface="+mn-cs"/>
                      </a:endParaRP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724696759"/>
                  </a:ext>
                </a:extLst>
              </a:tr>
              <a:tr h="152945">
                <a:tc vMerge="1">
                  <a:txBody>
                    <a:bodyPr/>
                    <a:lstStyle/>
                    <a:p>
                      <a:pPr algn="l"/>
                      <a:endParaRPr kumimoji="1" lang="en-US" altLang="ja-JP" sz="1200">
                        <a:latin typeface="游ゴシック" panose="020B0400000000000000" pitchFamily="50" charset="-128"/>
                        <a:ea typeface="游ゴシック" panose="020B0400000000000000" pitchFamily="50" charset="-128"/>
                      </a:endParaRP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a:r>
                        <a:rPr kumimoji="1" lang="ja-JP" altLang="en-US" sz="1200">
                          <a:latin typeface="游ゴシック" panose="020B0400000000000000" pitchFamily="50" charset="-128"/>
                          <a:ea typeface="+mn-ea"/>
                        </a:rPr>
                        <a:t>権限管理</a:t>
                      </a:r>
                      <a:endParaRPr kumimoji="1" lang="en-US" altLang="ja-JP" sz="1200">
                        <a:latin typeface="游ゴシック" panose="020B0400000000000000" pitchFamily="50" charset="-128"/>
                        <a:ea typeface="游ゴシック" panose="020B0400000000000000" pitchFamily="50" charset="-128"/>
                      </a:endParaRP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a:latin typeface="游ゴシック" panose="020B0400000000000000" pitchFamily="50" charset="-128"/>
                          <a:ea typeface="+mn-ea"/>
                        </a:rPr>
                        <a:t>機能</a:t>
                      </a: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baseline="0">
                          <a:solidFill>
                            <a:schemeClr val="tx1"/>
                          </a:solidFill>
                          <a:latin typeface="游ゴシック" panose="020B0400000000000000" pitchFamily="50" charset="-128"/>
                          <a:ea typeface="+mn-ea"/>
                          <a:cs typeface="+mn-cs"/>
                        </a:rPr>
                        <a:t>出光権限管理</a:t>
                      </a:r>
                      <a:r>
                        <a:rPr kumimoji="1" lang="en-US" altLang="ja-JP" sz="1200" b="0" i="0" u="none" strike="noStrike" kern="1200" baseline="0">
                          <a:solidFill>
                            <a:schemeClr val="tx1"/>
                          </a:solidFill>
                          <a:latin typeface="游ゴシック" panose="020B0400000000000000" pitchFamily="50" charset="-128"/>
                          <a:ea typeface="+mn-ea"/>
                          <a:cs typeface="+mn-cs"/>
                        </a:rPr>
                        <a:t>IDM</a:t>
                      </a:r>
                      <a:r>
                        <a:rPr kumimoji="1" lang="ja-JP" altLang="en-US" sz="1200" b="0" i="0" u="none" strike="noStrike" kern="1200" baseline="0">
                          <a:solidFill>
                            <a:schemeClr val="tx1"/>
                          </a:solidFill>
                          <a:latin typeface="游ゴシック" panose="020B0400000000000000" pitchFamily="50" charset="-128"/>
                          <a:ea typeface="+mn-ea"/>
                          <a:cs typeface="+mn-cs"/>
                        </a:rPr>
                        <a:t>システムを利用</a:t>
                      </a:r>
                      <a:endParaRPr kumimoji="1" lang="ja-JP" altLang="en-US" sz="1200" b="0" i="0" u="none" strike="noStrike" kern="1200" baseline="0">
                        <a:solidFill>
                          <a:schemeClr val="tx1"/>
                        </a:solidFill>
                        <a:latin typeface="游ゴシック" panose="020B0400000000000000" pitchFamily="50" charset="-128"/>
                        <a:ea typeface="游ゴシック" panose="020B0400000000000000" pitchFamily="50" charset="-128"/>
                        <a:cs typeface="+mn-cs"/>
                      </a:endParaRP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335918143"/>
                  </a:ext>
                </a:extLst>
              </a:tr>
              <a:tr h="152945">
                <a:tc>
                  <a:txBody>
                    <a:bodyPr/>
                    <a:lstStyle/>
                    <a:p>
                      <a:pPr algn="l"/>
                      <a:r>
                        <a:rPr kumimoji="1" lang="ja-JP" altLang="en-US" sz="1200">
                          <a:latin typeface="游ゴシック" panose="020B0400000000000000" pitchFamily="50" charset="-128"/>
                          <a:ea typeface="游ゴシック" panose="020B0400000000000000" pitchFamily="50" charset="-128"/>
                        </a:rPr>
                        <a:t>ログイン</a:t>
                      </a: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a:r>
                        <a:rPr kumimoji="1" lang="ja-JP" altLang="en-US" sz="1200">
                          <a:latin typeface="游ゴシック" panose="020B0400000000000000" pitchFamily="50" charset="-128"/>
                          <a:ea typeface="游ゴシック" panose="020B0400000000000000" pitchFamily="50" charset="-128"/>
                        </a:rPr>
                        <a:t>ログイン画面</a:t>
                      </a: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ctr"/>
                      <a:r>
                        <a:rPr kumimoji="1" lang="ja-JP" altLang="en-US" sz="1200">
                          <a:latin typeface="游ゴシック" panose="020B0400000000000000" pitchFamily="50" charset="-128"/>
                          <a:ea typeface="游ゴシック" panose="020B0400000000000000" pitchFamily="50" charset="-128"/>
                        </a:rPr>
                        <a:t>画面</a:t>
                      </a: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baseline="0">
                          <a:solidFill>
                            <a:schemeClr val="tx1"/>
                          </a:solidFill>
                          <a:latin typeface="游ゴシック" panose="020B0400000000000000" pitchFamily="50" charset="-128"/>
                          <a:ea typeface="+mn-ea"/>
                          <a:cs typeface="+mn-cs"/>
                        </a:rPr>
                        <a:t>ログイン（出光社員、外部ユーザー）</a:t>
                      </a:r>
                      <a:endParaRPr kumimoji="1" lang="ja-JP" altLang="en-US" sz="1200" b="0" i="0" u="none" strike="noStrike" kern="1200" baseline="0">
                        <a:solidFill>
                          <a:schemeClr val="tx1"/>
                        </a:solidFill>
                        <a:latin typeface="游ゴシック" panose="020B0400000000000000" pitchFamily="50" charset="-128"/>
                        <a:ea typeface="游ゴシック" panose="020B0400000000000000" pitchFamily="50" charset="-128"/>
                        <a:cs typeface="+mn-cs"/>
                      </a:endParaRP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941904601"/>
                  </a:ext>
                </a:extLst>
              </a:tr>
              <a:tr h="152945">
                <a:tc rowSpan="2">
                  <a:txBody>
                    <a:bodyPr/>
                    <a:lstStyle/>
                    <a:p>
                      <a:pPr algn="l"/>
                      <a:r>
                        <a:rPr kumimoji="1" lang="ja-JP" altLang="en-US" sz="1200">
                          <a:latin typeface="游ゴシック" panose="020B0400000000000000" pitchFamily="50" charset="-128"/>
                          <a:ea typeface="+mn-ea"/>
                        </a:rPr>
                        <a:t>受注</a:t>
                      </a:r>
                      <a:endParaRPr kumimoji="1" lang="en-US" altLang="ja-JP" sz="1200">
                        <a:latin typeface="游ゴシック" panose="020B0400000000000000" pitchFamily="50" charset="-128"/>
                        <a:ea typeface="+mn-ea"/>
                      </a:endParaRPr>
                    </a:p>
                    <a:p>
                      <a:pPr algn="l"/>
                      <a:r>
                        <a:rPr kumimoji="1" lang="ja-JP" altLang="en-US" sz="1200">
                          <a:latin typeface="游ゴシック" panose="020B0400000000000000" pitchFamily="50" charset="-128"/>
                          <a:ea typeface="+mn-ea"/>
                        </a:rPr>
                        <a:t>（特販店、需要家）</a:t>
                      </a:r>
                      <a:endParaRPr kumimoji="1" lang="ja-JP" altLang="en-US" sz="1200">
                        <a:latin typeface="游ゴシック" panose="020B0400000000000000" pitchFamily="50" charset="-128"/>
                        <a:ea typeface="游ゴシック" panose="020B0400000000000000" pitchFamily="50" charset="-128"/>
                      </a:endParaRP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a:r>
                        <a:rPr kumimoji="1" lang="ja-JP" altLang="en-US" sz="1200">
                          <a:latin typeface="游ゴシック" panose="020B0400000000000000" pitchFamily="50" charset="-128"/>
                          <a:ea typeface="+mn-ea"/>
                        </a:rPr>
                        <a:t>注文一覧画面</a:t>
                      </a:r>
                      <a:endParaRPr kumimoji="1" lang="ja-JP" altLang="en-US" sz="1200">
                        <a:latin typeface="游ゴシック" panose="020B0400000000000000" pitchFamily="50" charset="-128"/>
                        <a:ea typeface="游ゴシック" panose="020B0400000000000000" pitchFamily="50" charset="-128"/>
                      </a:endParaRP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ctr"/>
                      <a:r>
                        <a:rPr kumimoji="1" lang="ja-JP" altLang="en-US" sz="1200">
                          <a:latin typeface="游ゴシック" panose="020B0400000000000000" pitchFamily="50" charset="-128"/>
                          <a:ea typeface="游ゴシック" panose="020B0400000000000000" pitchFamily="50" charset="-128"/>
                        </a:rPr>
                        <a:t>画面</a:t>
                      </a: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baseline="0">
                          <a:solidFill>
                            <a:schemeClr val="tx1"/>
                          </a:solidFill>
                          <a:latin typeface="游ゴシック" panose="020B0400000000000000" pitchFamily="50" charset="-128"/>
                          <a:ea typeface="+mn-ea"/>
                          <a:cs typeface="+mn-cs"/>
                        </a:rPr>
                        <a:t>・注文一覧の表示</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baseline="0">
                          <a:solidFill>
                            <a:schemeClr val="tx1"/>
                          </a:solidFill>
                          <a:latin typeface="游ゴシック" panose="020B0400000000000000" pitchFamily="50" charset="-128"/>
                          <a:ea typeface="+mn-ea"/>
                          <a:cs typeface="+mn-cs"/>
                        </a:rPr>
                        <a:t>・検索（各ステータスを検索可能とする。注文中、注文確定、過去履歴など）</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baseline="0">
                          <a:solidFill>
                            <a:schemeClr val="tx1"/>
                          </a:solidFill>
                          <a:latin typeface="游ゴシック" panose="020B0400000000000000" pitchFamily="50" charset="-128"/>
                          <a:ea typeface="+mn-ea"/>
                          <a:cs typeface="+mn-cs"/>
                        </a:rPr>
                        <a:t>・新規注文ボタン</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baseline="0">
                          <a:solidFill>
                            <a:schemeClr val="tx1"/>
                          </a:solidFill>
                          <a:latin typeface="游ゴシック" panose="020B0400000000000000" pitchFamily="50" charset="-128"/>
                          <a:ea typeface="+mn-ea"/>
                          <a:cs typeface="+mn-cs"/>
                        </a:rPr>
                        <a:t>・複写新規ボタン</a:t>
                      </a:r>
                      <a:endParaRPr kumimoji="1" lang="ja-JP" altLang="en-US" sz="1200" b="0" i="0" u="none" strike="noStrike" kern="1200" baseline="0">
                        <a:solidFill>
                          <a:schemeClr val="tx1"/>
                        </a:solidFill>
                        <a:latin typeface="游ゴシック" panose="020B0400000000000000" pitchFamily="50" charset="-128"/>
                        <a:ea typeface="游ゴシック" panose="020B0400000000000000" pitchFamily="50" charset="-128"/>
                        <a:cs typeface="+mn-cs"/>
                      </a:endParaRP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025700629"/>
                  </a:ext>
                </a:extLst>
              </a:tr>
              <a:tr h="152945">
                <a:tc vMerge="1">
                  <a:txBody>
                    <a:bodyPr/>
                    <a:lstStyle/>
                    <a:p>
                      <a:pPr algn="l"/>
                      <a:endParaRPr kumimoji="1" lang="ja-JP" altLang="en-US" sz="1200">
                        <a:latin typeface="游ゴシック" panose="020B0400000000000000" pitchFamily="50" charset="-128"/>
                        <a:ea typeface="游ゴシック" panose="020B0400000000000000" pitchFamily="50" charset="-128"/>
                      </a:endParaRP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a:r>
                        <a:rPr kumimoji="1" lang="ja-JP" altLang="en-US" sz="1200">
                          <a:latin typeface="游ゴシック" panose="020B0400000000000000" pitchFamily="50" charset="-128"/>
                          <a:ea typeface="+mn-ea"/>
                        </a:rPr>
                        <a:t>受注画面</a:t>
                      </a:r>
                      <a:endParaRPr kumimoji="1" lang="ja-JP" altLang="en-US" sz="1200">
                        <a:latin typeface="游ゴシック" panose="020B0400000000000000" pitchFamily="50" charset="-128"/>
                        <a:ea typeface="游ゴシック" panose="020B0400000000000000" pitchFamily="50" charset="-128"/>
                      </a:endParaRP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ctr"/>
                      <a:r>
                        <a:rPr kumimoji="1" lang="ja-JP" altLang="en-US" sz="1200">
                          <a:latin typeface="游ゴシック" panose="020B0400000000000000" pitchFamily="50" charset="-128"/>
                          <a:ea typeface="游ゴシック" panose="020B0400000000000000" pitchFamily="50" charset="-128"/>
                        </a:rPr>
                        <a:t>画面</a:t>
                      </a: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baseline="0">
                          <a:solidFill>
                            <a:schemeClr val="tx1"/>
                          </a:solidFill>
                          <a:latin typeface="游ゴシック" panose="020B0400000000000000" pitchFamily="50" charset="-128"/>
                          <a:ea typeface="+mn-ea"/>
                          <a:cs typeface="+mn-cs"/>
                        </a:rPr>
                        <a:t>・受注情報の表示</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baseline="0">
                          <a:solidFill>
                            <a:schemeClr val="tx1"/>
                          </a:solidFill>
                          <a:latin typeface="游ゴシック" panose="020B0400000000000000" pitchFamily="50" charset="-128"/>
                          <a:ea typeface="+mn-ea"/>
                          <a:cs typeface="+mn-cs"/>
                        </a:rPr>
                        <a:t>・受注情報の入力</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baseline="0">
                          <a:solidFill>
                            <a:schemeClr val="tx1"/>
                          </a:solidFill>
                          <a:latin typeface="游ゴシック" panose="020B0400000000000000" pitchFamily="50" charset="-128"/>
                          <a:ea typeface="+mn-ea"/>
                          <a:cs typeface="+mn-cs"/>
                        </a:rPr>
                        <a:t>・マスタより出荷基地を設定（変更可）</a:t>
                      </a:r>
                      <a:r>
                        <a:rPr kumimoji="1" lang="en-US" altLang="ja-JP" sz="1200" b="0" i="0" u="none" strike="noStrike" kern="1200" baseline="0">
                          <a:solidFill>
                            <a:schemeClr val="tx1"/>
                          </a:solidFill>
                          <a:latin typeface="游ゴシック" panose="020B0400000000000000" pitchFamily="50" charset="-128"/>
                          <a:ea typeface="+mn-ea"/>
                          <a:cs typeface="+mn-cs"/>
                        </a:rPr>
                        <a:t>※</a:t>
                      </a:r>
                      <a:r>
                        <a:rPr kumimoji="1" lang="ja-JP" altLang="en-US" sz="1200" b="0" i="0" u="none" strike="noStrike" kern="1200" baseline="0">
                          <a:solidFill>
                            <a:schemeClr val="tx1"/>
                          </a:solidFill>
                          <a:latin typeface="游ゴシック" panose="020B0400000000000000" pitchFamily="50" charset="-128"/>
                          <a:ea typeface="+mn-ea"/>
                          <a:cs typeface="+mn-cs"/>
                        </a:rPr>
                        <a:t>注文者に紐づく出荷基地がある</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baseline="0">
                          <a:solidFill>
                            <a:schemeClr val="tx1"/>
                          </a:solidFill>
                          <a:latin typeface="游ゴシック" panose="020B0400000000000000" pitchFamily="50" charset="-128"/>
                          <a:ea typeface="+mn-ea"/>
                          <a:cs typeface="+mn-cs"/>
                        </a:rPr>
                        <a:t>・マスタより運送会社を設定（変更可）</a:t>
                      </a:r>
                      <a:r>
                        <a:rPr kumimoji="1" lang="en-US" altLang="ja-JP" sz="1200" b="0" i="0" u="none" strike="noStrike" kern="1200" baseline="0">
                          <a:solidFill>
                            <a:schemeClr val="tx1"/>
                          </a:solidFill>
                          <a:latin typeface="游ゴシック" panose="020B0400000000000000" pitchFamily="50" charset="-128"/>
                          <a:ea typeface="+mn-ea"/>
                          <a:cs typeface="+mn-cs"/>
                        </a:rPr>
                        <a:t>※</a:t>
                      </a:r>
                      <a:r>
                        <a:rPr kumimoji="1" lang="ja-JP" altLang="en-US" sz="1200" b="0" i="0" u="none" strike="noStrike" kern="1200" baseline="0">
                          <a:solidFill>
                            <a:schemeClr val="tx1"/>
                          </a:solidFill>
                          <a:latin typeface="游ゴシック" panose="020B0400000000000000" pitchFamily="50" charset="-128"/>
                          <a:ea typeface="+mn-ea"/>
                          <a:cs typeface="+mn-cs"/>
                        </a:rPr>
                        <a:t>注文者に紐づく運送会社がある</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baseline="0">
                          <a:solidFill>
                            <a:schemeClr val="tx1"/>
                          </a:solidFill>
                          <a:latin typeface="游ゴシック" panose="020B0400000000000000" pitchFamily="50" charset="-128"/>
                          <a:ea typeface="+mn-ea"/>
                          <a:cs typeface="+mn-cs"/>
                        </a:rPr>
                        <a:t>・マスタより積時間を仮決定（変更可）</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baseline="0">
                          <a:solidFill>
                            <a:schemeClr val="tx1"/>
                          </a:solidFill>
                          <a:latin typeface="游ゴシック" panose="020B0400000000000000" pitchFamily="50" charset="-128"/>
                          <a:ea typeface="+mn-ea"/>
                          <a:cs typeface="+mn-cs"/>
                        </a:rPr>
                        <a:t>　⇒希望着日時は</a:t>
                      </a:r>
                      <a:r>
                        <a:rPr kumimoji="1" lang="en-US" altLang="ja-JP" sz="1200" b="0" i="0" u="none" strike="noStrike" kern="1200" baseline="0">
                          <a:solidFill>
                            <a:schemeClr val="tx1"/>
                          </a:solidFill>
                          <a:latin typeface="游ゴシック" panose="020B0400000000000000" pitchFamily="50" charset="-128"/>
                          <a:ea typeface="+mn-ea"/>
                          <a:cs typeface="+mn-cs"/>
                        </a:rPr>
                        <a:t>30</a:t>
                      </a:r>
                      <a:r>
                        <a:rPr kumimoji="1" lang="ja-JP" altLang="en-US" sz="1200" b="0" i="0" u="none" strike="noStrike" kern="1200" baseline="0">
                          <a:solidFill>
                            <a:schemeClr val="tx1"/>
                          </a:solidFill>
                          <a:latin typeface="游ゴシック" panose="020B0400000000000000" pitchFamily="50" charset="-128"/>
                          <a:ea typeface="+mn-ea"/>
                          <a:cs typeface="+mn-cs"/>
                        </a:rPr>
                        <a:t>分単位、</a:t>
                      </a:r>
                      <a:r>
                        <a:rPr kumimoji="1" lang="en-US" altLang="ja-JP" sz="1200" b="0" i="0" u="none" strike="noStrike" kern="1200" baseline="0">
                          <a:solidFill>
                            <a:schemeClr val="tx1"/>
                          </a:solidFill>
                          <a:latin typeface="游ゴシック" panose="020B0400000000000000" pitchFamily="50" charset="-128"/>
                          <a:ea typeface="+mn-ea"/>
                          <a:cs typeface="+mn-cs"/>
                        </a:rPr>
                        <a:t>AM/PM/</a:t>
                      </a:r>
                      <a:r>
                        <a:rPr kumimoji="1" lang="ja-JP" altLang="en-US" sz="1200" b="0" i="0" u="none" strike="noStrike" kern="1200" baseline="0">
                          <a:solidFill>
                            <a:schemeClr val="tx1"/>
                          </a:solidFill>
                          <a:latin typeface="游ゴシック" panose="020B0400000000000000" pitchFamily="50" charset="-128"/>
                          <a:ea typeface="+mn-ea"/>
                          <a:cs typeface="+mn-cs"/>
                        </a:rPr>
                        <a:t>終日フリーが選択可</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baseline="0">
                          <a:solidFill>
                            <a:schemeClr val="tx1"/>
                          </a:solidFill>
                          <a:latin typeface="游ゴシック" panose="020B0400000000000000" pitchFamily="50" charset="-128"/>
                          <a:ea typeface="+mn-ea"/>
                          <a:cs typeface="+mn-cs"/>
                        </a:rPr>
                        <a:t>　⇒選択可能な希望着日時は基地により異なる（選べないかバリデーションエラーにするかは要検討）。</a:t>
                      </a:r>
                      <a:endParaRPr kumimoji="1" lang="en-US" altLang="ja-JP" sz="1200" b="0" i="0" u="none" strike="noStrike" kern="1200" baseline="0">
                        <a:solidFill>
                          <a:schemeClr val="tx1"/>
                        </a:solidFill>
                        <a:latin typeface="游ゴシック" panose="020B0400000000000000" pitchFamily="50" charset="-128"/>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baseline="0">
                          <a:solidFill>
                            <a:schemeClr val="tx1"/>
                          </a:solidFill>
                          <a:latin typeface="游ゴシック" panose="020B0400000000000000" pitchFamily="50" charset="-128"/>
                          <a:ea typeface="+mn-ea"/>
                          <a:cs typeface="+mn-cs"/>
                        </a:rPr>
                        <a:t>年末年始などイレギュラー都合を考慮し、受注不可日時も基地ごとに事前設定できるようにしたい。</a:t>
                      </a:r>
                      <a:endParaRPr kumimoji="1" lang="en-US" altLang="ja-JP" sz="1200" b="0" i="0" u="none" strike="noStrike" kern="1200" baseline="0">
                        <a:solidFill>
                          <a:schemeClr val="tx1"/>
                        </a:solidFill>
                        <a:latin typeface="游ゴシック" panose="020B0400000000000000" pitchFamily="50" charset="-128"/>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baseline="0">
                          <a:solidFill>
                            <a:schemeClr val="tx1"/>
                          </a:solidFill>
                          <a:latin typeface="游ゴシック" panose="020B0400000000000000" pitchFamily="50" charset="-128"/>
                          <a:ea typeface="+mn-ea"/>
                          <a:cs typeface="+mn-cs"/>
                        </a:rPr>
                        <a:t>（希望着日時の混雑状況をわかるようにしなくてよい。）</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baseline="0">
                          <a:solidFill>
                            <a:schemeClr val="tx1"/>
                          </a:solidFill>
                          <a:latin typeface="游ゴシック" panose="020B0400000000000000" pitchFamily="50" charset="-128"/>
                          <a:ea typeface="+mn-ea"/>
                          <a:cs typeface="+mn-cs"/>
                        </a:rPr>
                        <a:t>・必須入力（品目、数量、出荷基地、出荷先、希望着日時、第</a:t>
                      </a:r>
                      <a:r>
                        <a:rPr kumimoji="1" lang="en-US" altLang="ja-JP" sz="1200" b="0" i="0" u="none" strike="noStrike" kern="1200" baseline="0">
                          <a:solidFill>
                            <a:schemeClr val="tx1"/>
                          </a:solidFill>
                          <a:latin typeface="游ゴシック" panose="020B0400000000000000" pitchFamily="50" charset="-128"/>
                          <a:ea typeface="+mn-ea"/>
                          <a:cs typeface="+mn-cs"/>
                        </a:rPr>
                        <a:t>1</a:t>
                      </a:r>
                      <a:r>
                        <a:rPr kumimoji="1" lang="ja-JP" altLang="en-US" sz="1200" b="0" i="0" u="none" strike="noStrike" kern="1200" baseline="0">
                          <a:solidFill>
                            <a:schemeClr val="tx1"/>
                          </a:solidFill>
                          <a:latin typeface="游ゴシック" panose="020B0400000000000000" pitchFamily="50" charset="-128"/>
                          <a:ea typeface="+mn-ea"/>
                          <a:cs typeface="+mn-cs"/>
                        </a:rPr>
                        <a:t>運送会社、第</a:t>
                      </a:r>
                      <a:r>
                        <a:rPr kumimoji="1" lang="en-US" altLang="ja-JP" sz="1200" b="0" i="0" u="none" strike="noStrike" kern="1200" baseline="0">
                          <a:solidFill>
                            <a:schemeClr val="tx1"/>
                          </a:solidFill>
                          <a:latin typeface="游ゴシック" panose="020B0400000000000000" pitchFamily="50" charset="-128"/>
                          <a:ea typeface="+mn-ea"/>
                          <a:cs typeface="+mn-cs"/>
                        </a:rPr>
                        <a:t>2</a:t>
                      </a:r>
                      <a:r>
                        <a:rPr kumimoji="1" lang="ja-JP" altLang="en-US" sz="1200" b="0" i="0" u="none" strike="noStrike" kern="1200" baseline="0">
                          <a:solidFill>
                            <a:schemeClr val="tx1"/>
                          </a:solidFill>
                          <a:latin typeface="游ゴシック" panose="020B0400000000000000" pitchFamily="50" charset="-128"/>
                          <a:ea typeface="+mn-ea"/>
                          <a:cs typeface="+mn-cs"/>
                        </a:rPr>
                        <a:t>運送会社）</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i="0" u="none" strike="noStrike" kern="1200" baseline="0">
                          <a:solidFill>
                            <a:schemeClr val="tx1"/>
                          </a:solidFill>
                          <a:latin typeface="游ゴシック" panose="020B0400000000000000" pitchFamily="50" charset="-128"/>
                          <a:ea typeface="+mn-ea"/>
                          <a:cs typeface="+mn-cs"/>
                        </a:rPr>
                        <a:t>※</a:t>
                      </a:r>
                      <a:r>
                        <a:rPr kumimoji="1" lang="ja-JP" altLang="en-US" sz="1200" b="0" i="0" u="none" strike="noStrike" kern="1200" baseline="0">
                          <a:solidFill>
                            <a:schemeClr val="tx1"/>
                          </a:solidFill>
                          <a:latin typeface="游ゴシック" panose="020B0400000000000000" pitchFamily="50" charset="-128"/>
                          <a:ea typeface="+mn-ea"/>
                          <a:cs typeface="+mn-cs"/>
                        </a:rPr>
                        <a:t>品目ごとに数量単位が異なる</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baseline="0">
                          <a:solidFill>
                            <a:schemeClr val="tx1"/>
                          </a:solidFill>
                          <a:latin typeface="游ゴシック" panose="020B0400000000000000" pitchFamily="50" charset="-128"/>
                          <a:ea typeface="+mn-ea"/>
                          <a:cs typeface="+mn-cs"/>
                        </a:rPr>
                        <a:t>・バリデーション</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baseline="0">
                          <a:solidFill>
                            <a:schemeClr val="tx1"/>
                          </a:solidFill>
                          <a:latin typeface="游ゴシック" panose="020B0400000000000000" pitchFamily="50" charset="-128"/>
                          <a:ea typeface="+mn-ea"/>
                          <a:cs typeface="+mn-cs"/>
                        </a:rPr>
                        <a:t>・一時保存</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baseline="0">
                          <a:solidFill>
                            <a:schemeClr val="tx1"/>
                          </a:solidFill>
                          <a:latin typeface="游ゴシック" panose="020B0400000000000000" pitchFamily="50" charset="-128"/>
                          <a:ea typeface="+mn-ea"/>
                          <a:cs typeface="+mn-cs"/>
                        </a:rPr>
                        <a:t>・注文登録</a:t>
                      </a:r>
                      <a:endParaRPr kumimoji="1" lang="ja-JP" altLang="en-US" sz="1200" b="0" i="0" u="none" strike="noStrike" kern="1200" baseline="0">
                        <a:solidFill>
                          <a:schemeClr val="tx1"/>
                        </a:solidFill>
                        <a:latin typeface="游ゴシック" panose="020B0400000000000000" pitchFamily="50" charset="-128"/>
                        <a:ea typeface="游ゴシック" panose="020B0400000000000000" pitchFamily="50" charset="-128"/>
                        <a:cs typeface="+mn-cs"/>
                      </a:endParaRP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593048486"/>
                  </a:ext>
                </a:extLst>
              </a:tr>
            </a:tbl>
          </a:graphicData>
        </a:graphic>
      </p:graphicFrame>
      <p:sp>
        <p:nvSpPr>
          <p:cNvPr id="3" name="フッター プレースホルダー 2">
            <a:extLst>
              <a:ext uri="{FF2B5EF4-FFF2-40B4-BE49-F238E27FC236}">
                <a16:creationId xmlns:a16="http://schemas.microsoft.com/office/drawing/2014/main" id="{752F2B02-036F-860B-F73F-0E4FC7487946}"/>
              </a:ext>
            </a:extLst>
          </p:cNvPr>
          <p:cNvSpPr>
            <a:spLocks noGrp="1"/>
          </p:cNvSpPr>
          <p:nvPr>
            <p:ph type="ftr" sz="quarter" idx="11"/>
          </p:nvPr>
        </p:nvSpPr>
        <p:spPr/>
        <p:txBody>
          <a:bodyPr/>
          <a:lstStyle/>
          <a:p>
            <a:r>
              <a:rPr lang="en-US"/>
              <a:t>Copyright © SystemEXE,Inc All Rights Reserved.</a:t>
            </a:r>
          </a:p>
        </p:txBody>
      </p:sp>
    </p:spTree>
    <p:extLst>
      <p:ext uri="{BB962C8B-B14F-4D97-AF65-F5344CB8AC3E}">
        <p14:creationId xmlns:p14="http://schemas.microsoft.com/office/powerpoint/2010/main" val="1638356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15A1977-001A-47E2-A226-93AAC587563E}"/>
              </a:ext>
            </a:extLst>
          </p:cNvPr>
          <p:cNvSpPr>
            <a:spLocks noGrp="1"/>
          </p:cNvSpPr>
          <p:nvPr>
            <p:ph type="title"/>
          </p:nvPr>
        </p:nvSpPr>
        <p:spPr/>
        <p:txBody>
          <a:bodyPr/>
          <a:lstStyle/>
          <a:p>
            <a:r>
              <a:rPr lang="ja-JP" altLang="en-US">
                <a:latin typeface="游明朝"/>
                <a:ea typeface="游明朝"/>
              </a:rPr>
              <a:t>想定</a:t>
            </a:r>
            <a:r>
              <a:rPr kumimoji="1" lang="ja-JP" altLang="en-US">
                <a:latin typeface="游明朝"/>
                <a:ea typeface="游明朝"/>
              </a:rPr>
              <a:t>機能・</a:t>
            </a:r>
            <a:r>
              <a:rPr lang="ja-JP" altLang="en-US">
                <a:latin typeface="游明朝"/>
                <a:ea typeface="游明朝"/>
              </a:rPr>
              <a:t>画面</a:t>
            </a:r>
            <a:r>
              <a:rPr kumimoji="1" lang="ja-JP" altLang="en-US">
                <a:latin typeface="游明朝"/>
                <a:ea typeface="游明朝"/>
              </a:rPr>
              <a:t>一覧②</a:t>
            </a:r>
            <a:endParaRPr kumimoji="1" lang="ja-JP" altLang="en-US"/>
          </a:p>
        </p:txBody>
      </p:sp>
      <p:sp>
        <p:nvSpPr>
          <p:cNvPr id="3" name="フッター プレースホルダー 2">
            <a:extLst>
              <a:ext uri="{FF2B5EF4-FFF2-40B4-BE49-F238E27FC236}">
                <a16:creationId xmlns:a16="http://schemas.microsoft.com/office/drawing/2014/main" id="{5329906E-F9AB-2AE6-C16E-9C4E3BF4E4BC}"/>
              </a:ext>
            </a:extLst>
          </p:cNvPr>
          <p:cNvSpPr>
            <a:spLocks noGrp="1"/>
          </p:cNvSpPr>
          <p:nvPr>
            <p:ph type="ftr" sz="quarter" idx="11"/>
          </p:nvPr>
        </p:nvSpPr>
        <p:spPr/>
        <p:txBody>
          <a:bodyPr/>
          <a:lstStyle/>
          <a:p>
            <a:r>
              <a:rPr lang="en-US"/>
              <a:t>Copyright © SystemEXE,Inc All Rights Reserved.</a:t>
            </a:r>
          </a:p>
        </p:txBody>
      </p:sp>
      <p:graphicFrame>
        <p:nvGraphicFramePr>
          <p:cNvPr id="5" name="表 4">
            <a:extLst>
              <a:ext uri="{FF2B5EF4-FFF2-40B4-BE49-F238E27FC236}">
                <a16:creationId xmlns:a16="http://schemas.microsoft.com/office/drawing/2014/main" id="{DA73F207-25CE-5C63-AF14-FCD298F7DD44}"/>
              </a:ext>
            </a:extLst>
          </p:cNvPr>
          <p:cNvGraphicFramePr>
            <a:graphicFrameLocks noGrp="1"/>
          </p:cNvGraphicFramePr>
          <p:nvPr>
            <p:extLst>
              <p:ext uri="{D42A27DB-BD31-4B8C-83A1-F6EECF244321}">
                <p14:modId xmlns:p14="http://schemas.microsoft.com/office/powerpoint/2010/main" val="897511222"/>
              </p:ext>
            </p:extLst>
          </p:nvPr>
        </p:nvGraphicFramePr>
        <p:xfrm>
          <a:off x="575400" y="813840"/>
          <a:ext cx="11160000" cy="4328160"/>
        </p:xfrm>
        <a:graphic>
          <a:graphicData uri="http://schemas.openxmlformats.org/drawingml/2006/table">
            <a:tbl>
              <a:tblPr firstRow="1" bandRow="1">
                <a:tableStyleId>{5940675A-B579-460E-94D1-54222C63F5DA}</a:tableStyleId>
              </a:tblPr>
              <a:tblGrid>
                <a:gridCol w="1620000">
                  <a:extLst>
                    <a:ext uri="{9D8B030D-6E8A-4147-A177-3AD203B41FA5}">
                      <a16:colId xmlns:a16="http://schemas.microsoft.com/office/drawing/2014/main" val="2191046775"/>
                    </a:ext>
                  </a:extLst>
                </a:gridCol>
                <a:gridCol w="1620000">
                  <a:extLst>
                    <a:ext uri="{9D8B030D-6E8A-4147-A177-3AD203B41FA5}">
                      <a16:colId xmlns:a16="http://schemas.microsoft.com/office/drawing/2014/main" val="2023518490"/>
                    </a:ext>
                  </a:extLst>
                </a:gridCol>
                <a:gridCol w="1080000">
                  <a:extLst>
                    <a:ext uri="{9D8B030D-6E8A-4147-A177-3AD203B41FA5}">
                      <a16:colId xmlns:a16="http://schemas.microsoft.com/office/drawing/2014/main" val="1363100917"/>
                    </a:ext>
                  </a:extLst>
                </a:gridCol>
                <a:gridCol w="6840000">
                  <a:extLst>
                    <a:ext uri="{9D8B030D-6E8A-4147-A177-3AD203B41FA5}">
                      <a16:colId xmlns:a16="http://schemas.microsoft.com/office/drawing/2014/main" val="1616917508"/>
                    </a:ext>
                  </a:extLst>
                </a:gridCol>
              </a:tblGrid>
              <a:tr h="152945">
                <a:tc>
                  <a:txBody>
                    <a:bodyPr/>
                    <a:lstStyle/>
                    <a:p>
                      <a:pPr algn="ctr"/>
                      <a:r>
                        <a:rPr kumimoji="1" lang="ja-JP" altLang="en-US" sz="1400" b="1">
                          <a:solidFill>
                            <a:schemeClr val="bg1"/>
                          </a:solidFill>
                          <a:latin typeface="游ゴシック" panose="020B0400000000000000" pitchFamily="50" charset="-128"/>
                          <a:ea typeface="游ゴシック" panose="020B0400000000000000" pitchFamily="50" charset="-128"/>
                        </a:rPr>
                        <a:t>大分類</a:t>
                      </a:r>
                    </a:p>
                  </a:txBody>
                  <a:tcPr marL="900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solidFill>
                  </a:tcPr>
                </a:tc>
                <a:tc>
                  <a:txBody>
                    <a:bodyPr/>
                    <a:lstStyle/>
                    <a:p>
                      <a:pPr algn="ctr"/>
                      <a:r>
                        <a:rPr kumimoji="1" lang="ja-JP" altLang="en-US" sz="1400" b="1">
                          <a:solidFill>
                            <a:schemeClr val="bg1"/>
                          </a:solidFill>
                          <a:latin typeface="游ゴシック" panose="020B0400000000000000" pitchFamily="50" charset="-128"/>
                          <a:ea typeface="游ゴシック" panose="020B0400000000000000" pitchFamily="50" charset="-128"/>
                        </a:rPr>
                        <a:t>中項目</a:t>
                      </a:r>
                    </a:p>
                  </a:txBody>
                  <a:tcPr marL="900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solidFill>
                  </a:tcPr>
                </a:tc>
                <a:tc>
                  <a:txBody>
                    <a:bodyPr/>
                    <a:lstStyle/>
                    <a:p>
                      <a:pPr algn="ctr"/>
                      <a:r>
                        <a:rPr kumimoji="1" lang="ja-JP" altLang="en-US" sz="1400" b="1">
                          <a:solidFill>
                            <a:schemeClr val="bg1"/>
                          </a:solidFill>
                          <a:latin typeface="游ゴシック" panose="020B0400000000000000" pitchFamily="50" charset="-128"/>
                          <a:ea typeface="游ゴシック" panose="020B0400000000000000" pitchFamily="50" charset="-128"/>
                        </a:rPr>
                        <a:t>分類</a:t>
                      </a:r>
                    </a:p>
                  </a:txBody>
                  <a:tcPr marL="900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solidFill>
                  </a:tcPr>
                </a:tc>
                <a:tc>
                  <a:txBody>
                    <a:bodyPr/>
                    <a:lstStyle/>
                    <a:p>
                      <a:pPr algn="ctr"/>
                      <a:r>
                        <a:rPr kumimoji="1" lang="ja-JP" altLang="en-US" sz="1400" b="1">
                          <a:solidFill>
                            <a:schemeClr val="bg1"/>
                          </a:solidFill>
                          <a:latin typeface="游ゴシック" panose="020B0400000000000000" pitchFamily="50" charset="-128"/>
                          <a:ea typeface="+mn-ea"/>
                        </a:rPr>
                        <a:t>機能・画面概要</a:t>
                      </a:r>
                    </a:p>
                  </a:txBody>
                  <a:tcPr marL="900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solidFill>
                  </a:tcPr>
                </a:tc>
                <a:extLst>
                  <a:ext uri="{0D108BD9-81ED-4DB2-BD59-A6C34878D82A}">
                    <a16:rowId xmlns:a16="http://schemas.microsoft.com/office/drawing/2014/main" val="52205234"/>
                  </a:ext>
                </a:extLst>
              </a:tr>
              <a:tr h="224718">
                <a:tc rowSpan="3">
                  <a:txBody>
                    <a:bodyPr/>
                    <a:lstStyle/>
                    <a:p>
                      <a:pPr algn="l"/>
                      <a:r>
                        <a:rPr kumimoji="1" lang="ja-JP" altLang="en-US" sz="1200">
                          <a:latin typeface="游ゴシック" panose="020B0400000000000000" pitchFamily="50" charset="-128"/>
                          <a:ea typeface="游ゴシック" panose="020B0400000000000000" pitchFamily="50" charset="-128"/>
                        </a:rPr>
                        <a:t>出荷確認</a:t>
                      </a:r>
                      <a:endParaRPr kumimoji="1" lang="en-US" altLang="ja-JP" sz="1200">
                        <a:latin typeface="游ゴシック" panose="020B0400000000000000" pitchFamily="50" charset="-128"/>
                        <a:ea typeface="游ゴシック" panose="020B0400000000000000" pitchFamily="50" charset="-128"/>
                      </a:endParaRPr>
                    </a:p>
                    <a:p>
                      <a:pPr algn="l"/>
                      <a:r>
                        <a:rPr kumimoji="1" lang="ja-JP" altLang="en-US" sz="1200">
                          <a:latin typeface="游ゴシック" panose="020B0400000000000000" pitchFamily="50" charset="-128"/>
                          <a:ea typeface="游ゴシック" panose="020B0400000000000000" pitchFamily="50" charset="-128"/>
                        </a:rPr>
                        <a:t>（基地）</a:t>
                      </a: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a:r>
                        <a:rPr kumimoji="1" lang="ja-JP" altLang="en-US" sz="1200">
                          <a:latin typeface="游ゴシック" panose="020B0400000000000000" pitchFamily="50" charset="-128"/>
                          <a:ea typeface="游ゴシック" panose="020B0400000000000000" pitchFamily="50" charset="-128"/>
                        </a:rPr>
                        <a:t>注文一覧画面</a:t>
                      </a: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ctr"/>
                      <a:r>
                        <a:rPr kumimoji="1" lang="ja-JP" altLang="en-US" sz="1200">
                          <a:latin typeface="游ゴシック" panose="020B0400000000000000" pitchFamily="50" charset="-128"/>
                          <a:ea typeface="游ゴシック" panose="020B0400000000000000" pitchFamily="50" charset="-128"/>
                        </a:rPr>
                        <a:t>画面</a:t>
                      </a: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baseline="0">
                          <a:solidFill>
                            <a:schemeClr val="tx1"/>
                          </a:solidFill>
                          <a:latin typeface="游ゴシック" panose="020B0400000000000000" pitchFamily="50" charset="-128"/>
                          <a:ea typeface="+mn-ea"/>
                          <a:cs typeface="+mn-cs"/>
                        </a:rPr>
                        <a:t>受注時と同様</a:t>
                      </a:r>
                      <a:endParaRPr kumimoji="1" lang="ja-JP" altLang="en-US" sz="1200" b="0" i="0" u="none" strike="noStrike" kern="1200" baseline="0">
                        <a:solidFill>
                          <a:schemeClr val="tx1"/>
                        </a:solidFill>
                        <a:latin typeface="游ゴシック" panose="020B0400000000000000" pitchFamily="50" charset="-128"/>
                        <a:ea typeface="游ゴシック" panose="020B0400000000000000" pitchFamily="50" charset="-128"/>
                        <a:cs typeface="+mn-cs"/>
                      </a:endParaRP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604773201"/>
                  </a:ext>
                </a:extLst>
              </a:tr>
              <a:tr h="152945">
                <a:tc vMerge="1">
                  <a:txBody>
                    <a:bodyPr/>
                    <a:lstStyle/>
                    <a:p>
                      <a:pPr algn="l"/>
                      <a:endParaRPr kumimoji="1" lang="ja-JP" altLang="en-US" sz="1200">
                        <a:latin typeface="游ゴシック" panose="020B0400000000000000" pitchFamily="50" charset="-128"/>
                        <a:ea typeface="游ゴシック" panose="020B0400000000000000" pitchFamily="50" charset="-128"/>
                      </a:endParaRP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a:r>
                        <a:rPr kumimoji="1" lang="ja-JP" altLang="en-US" sz="1200">
                          <a:latin typeface="游ゴシック" panose="020B0400000000000000" pitchFamily="50" charset="-128"/>
                          <a:ea typeface="+mn-ea"/>
                        </a:rPr>
                        <a:t>注文画面</a:t>
                      </a:r>
                      <a:endParaRPr kumimoji="1" lang="ja-JP" altLang="en-US" sz="1200">
                        <a:latin typeface="游ゴシック" panose="020B0400000000000000" pitchFamily="50" charset="-128"/>
                        <a:ea typeface="游ゴシック" panose="020B0400000000000000" pitchFamily="50" charset="-128"/>
                      </a:endParaRP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a:ln>
                            <a:noFill/>
                          </a:ln>
                          <a:solidFill>
                            <a:prstClr val="black"/>
                          </a:solidFill>
                          <a:effectLst/>
                          <a:uLnTx/>
                          <a:uFillTx/>
                          <a:latin typeface="游ゴシック" panose="020B0400000000000000" pitchFamily="50" charset="-128"/>
                          <a:ea typeface="游ゴシック" panose="020B0400000000000000" pitchFamily="50" charset="-128"/>
                          <a:cs typeface="+mn-cs"/>
                        </a:rPr>
                        <a:t>画面</a:t>
                      </a: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baseline="0">
                          <a:solidFill>
                            <a:schemeClr val="tx1"/>
                          </a:solidFill>
                          <a:latin typeface="游ゴシック" panose="020B0400000000000000" pitchFamily="50" charset="-128"/>
                          <a:ea typeface="+mn-ea"/>
                          <a:cs typeface="+mn-cs"/>
                        </a:rPr>
                        <a:t>受注時と同様</a:t>
                      </a:r>
                      <a:endParaRPr kumimoji="1" lang="ja-JP" altLang="en-US" sz="1200" b="0" i="0" u="none" strike="noStrike" kern="1200" baseline="0">
                        <a:solidFill>
                          <a:schemeClr val="tx1"/>
                        </a:solidFill>
                        <a:latin typeface="游ゴシック" panose="020B0400000000000000" pitchFamily="50" charset="-128"/>
                        <a:ea typeface="游ゴシック" panose="020B0400000000000000" pitchFamily="50" charset="-128"/>
                        <a:cs typeface="+mn-cs"/>
                      </a:endParaRP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724696759"/>
                  </a:ext>
                </a:extLst>
              </a:tr>
              <a:tr h="152945">
                <a:tc vMerge="1">
                  <a:txBody>
                    <a:bodyPr/>
                    <a:lstStyle/>
                    <a:p>
                      <a:pPr algn="l"/>
                      <a:endParaRPr kumimoji="1" lang="en-US" altLang="ja-JP" sz="1200">
                        <a:latin typeface="游ゴシック" panose="020B0400000000000000" pitchFamily="50" charset="-128"/>
                        <a:ea typeface="游ゴシック" panose="020B0400000000000000" pitchFamily="50" charset="-128"/>
                      </a:endParaRP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a:r>
                        <a:rPr kumimoji="1" lang="ja-JP" altLang="en-US" sz="1200">
                          <a:latin typeface="游ゴシック" panose="020B0400000000000000" pitchFamily="50" charset="-128"/>
                          <a:ea typeface="+mn-ea"/>
                        </a:rPr>
                        <a:t>出荷画面</a:t>
                      </a:r>
                      <a:endParaRPr kumimoji="1" lang="en-US" altLang="ja-JP" sz="1200">
                        <a:latin typeface="游ゴシック" panose="020B0400000000000000" pitchFamily="50" charset="-128"/>
                        <a:ea typeface="游ゴシック" panose="020B0400000000000000" pitchFamily="50" charset="-128"/>
                      </a:endParaRP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a:ln>
                            <a:noFill/>
                          </a:ln>
                          <a:solidFill>
                            <a:prstClr val="black"/>
                          </a:solidFill>
                          <a:effectLst/>
                          <a:uLnTx/>
                          <a:uFillTx/>
                          <a:latin typeface="游ゴシック" panose="020B0400000000000000" pitchFamily="50" charset="-128"/>
                          <a:ea typeface="游ゴシック" panose="020B0400000000000000" pitchFamily="50" charset="-128"/>
                          <a:cs typeface="+mn-cs"/>
                        </a:rPr>
                        <a:t>画面</a:t>
                      </a: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baseline="0">
                          <a:solidFill>
                            <a:schemeClr val="tx1"/>
                          </a:solidFill>
                          <a:latin typeface="游ゴシック" panose="020B0400000000000000" pitchFamily="50" charset="-128"/>
                          <a:ea typeface="+mn-ea"/>
                          <a:cs typeface="+mn-cs"/>
                        </a:rPr>
                        <a:t>・出荷情報（確定積日、確定積時間、積時間確定）の入力</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baseline="0">
                          <a:solidFill>
                            <a:schemeClr val="tx1"/>
                          </a:solidFill>
                          <a:latin typeface="游ゴシック" panose="020B0400000000000000" pitchFamily="50" charset="-128"/>
                          <a:ea typeface="+mn-ea"/>
                          <a:cs typeface="+mn-cs"/>
                        </a:rPr>
                        <a:t>　</a:t>
                      </a:r>
                      <a:r>
                        <a:rPr kumimoji="1" lang="en-US" altLang="ja-JP" sz="1200" b="0" i="0" u="none" strike="noStrike" kern="1200" baseline="0">
                          <a:solidFill>
                            <a:schemeClr val="tx1"/>
                          </a:solidFill>
                          <a:latin typeface="游ゴシック" panose="020B0400000000000000" pitchFamily="50" charset="-128"/>
                          <a:ea typeface="+mn-ea"/>
                          <a:cs typeface="+mn-cs"/>
                        </a:rPr>
                        <a:t>※</a:t>
                      </a:r>
                      <a:r>
                        <a:rPr kumimoji="1" lang="ja-JP" altLang="en-US" sz="1200" b="0" i="0" u="none" strike="noStrike" kern="1200" baseline="0">
                          <a:solidFill>
                            <a:schemeClr val="tx1"/>
                          </a:solidFill>
                          <a:latin typeface="游ゴシック" panose="020B0400000000000000" pitchFamily="50" charset="-128"/>
                          <a:ea typeface="+mn-ea"/>
                          <a:cs typeface="+mn-cs"/>
                        </a:rPr>
                        <a:t>在庫・生産計画は別システムにて確認するため、スコープ外</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baseline="0">
                          <a:solidFill>
                            <a:schemeClr val="tx1"/>
                          </a:solidFill>
                          <a:latin typeface="游ゴシック" panose="020B0400000000000000" pitchFamily="50" charset="-128"/>
                          <a:ea typeface="+mn-ea"/>
                          <a:cs typeface="+mn-cs"/>
                        </a:rPr>
                        <a:t>・バリデーション</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baseline="0">
                          <a:solidFill>
                            <a:schemeClr val="tx1"/>
                          </a:solidFill>
                          <a:latin typeface="游ゴシック" panose="020B0400000000000000" pitchFamily="50" charset="-128"/>
                          <a:ea typeface="+mn-ea"/>
                          <a:cs typeface="+mn-cs"/>
                        </a:rPr>
                        <a:t>・登録</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baseline="0">
                          <a:solidFill>
                            <a:schemeClr val="tx1"/>
                          </a:solidFill>
                          <a:latin typeface="游ゴシック" panose="020B0400000000000000" pitchFamily="50" charset="-128"/>
                          <a:ea typeface="+mn-ea"/>
                          <a:cs typeface="+mn-cs"/>
                        </a:rPr>
                        <a:t>・注文</a:t>
                      </a:r>
                      <a:r>
                        <a:rPr kumimoji="1" lang="en-US" altLang="ja-JP" sz="1200" b="0" i="0" u="none" strike="noStrike" kern="1200" baseline="0">
                          <a:solidFill>
                            <a:schemeClr val="tx1"/>
                          </a:solidFill>
                          <a:latin typeface="游ゴシック" panose="020B0400000000000000" pitchFamily="50" charset="-128"/>
                          <a:ea typeface="+mn-ea"/>
                          <a:cs typeface="+mn-cs"/>
                        </a:rPr>
                        <a:t>NG</a:t>
                      </a:r>
                      <a:r>
                        <a:rPr kumimoji="1" lang="ja-JP" altLang="en-US" sz="1200" b="0" i="0" u="none" strike="noStrike" kern="1200" baseline="0">
                          <a:solidFill>
                            <a:schemeClr val="tx1"/>
                          </a:solidFill>
                          <a:latin typeface="游ゴシック" panose="020B0400000000000000" pitchFamily="50" charset="-128"/>
                          <a:ea typeface="+mn-ea"/>
                          <a:cs typeface="+mn-cs"/>
                        </a:rPr>
                        <a:t>メール送付</a:t>
                      </a:r>
                      <a:endParaRPr kumimoji="1" lang="ja-JP" altLang="en-US" sz="1200" b="0" i="0" u="none" strike="noStrike" kern="1200" baseline="0">
                        <a:solidFill>
                          <a:schemeClr val="tx1"/>
                        </a:solidFill>
                        <a:latin typeface="游ゴシック" panose="020B0400000000000000" pitchFamily="50" charset="-128"/>
                        <a:ea typeface="游ゴシック" panose="020B0400000000000000" pitchFamily="50" charset="-128"/>
                        <a:cs typeface="+mn-cs"/>
                      </a:endParaRP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335918143"/>
                  </a:ext>
                </a:extLst>
              </a:tr>
              <a:tr h="152945">
                <a:tc rowSpan="4">
                  <a:txBody>
                    <a:bodyPr/>
                    <a:lstStyle/>
                    <a:p>
                      <a:pPr algn="l"/>
                      <a:r>
                        <a:rPr kumimoji="1" lang="ja-JP" altLang="en-US" sz="1200">
                          <a:latin typeface="游ゴシック" panose="020B0400000000000000" pitchFamily="50" charset="-128"/>
                          <a:ea typeface="+mn-ea"/>
                        </a:rPr>
                        <a:t>運送手配</a:t>
                      </a:r>
                      <a:endParaRPr kumimoji="1" lang="en-US" altLang="ja-JP" sz="1200">
                        <a:latin typeface="游ゴシック" panose="020B0400000000000000" pitchFamily="50" charset="-128"/>
                        <a:ea typeface="+mn-ea"/>
                      </a:endParaRPr>
                    </a:p>
                    <a:p>
                      <a:pPr algn="l"/>
                      <a:r>
                        <a:rPr kumimoji="1" lang="ja-JP" altLang="en-US" sz="1200">
                          <a:latin typeface="游ゴシック" panose="020B0400000000000000" pitchFamily="50" charset="-128"/>
                          <a:ea typeface="+mn-ea"/>
                        </a:rPr>
                        <a:t>（運送会社）</a:t>
                      </a:r>
                      <a:endParaRPr kumimoji="1" lang="ja-JP" altLang="en-US" sz="1200">
                        <a:latin typeface="游ゴシック" panose="020B0400000000000000" pitchFamily="50" charset="-128"/>
                        <a:ea typeface="游ゴシック" panose="020B0400000000000000" pitchFamily="50" charset="-128"/>
                      </a:endParaRP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a:r>
                        <a:rPr kumimoji="1" lang="ja-JP" altLang="en-US" sz="1200">
                          <a:latin typeface="游ゴシック" panose="020B0400000000000000" pitchFamily="50" charset="-128"/>
                          <a:ea typeface="游ゴシック" panose="020B0400000000000000" pitchFamily="50" charset="-128"/>
                        </a:rPr>
                        <a:t>注文一覧画面</a:t>
                      </a: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a:ln>
                            <a:noFill/>
                          </a:ln>
                          <a:solidFill>
                            <a:prstClr val="black"/>
                          </a:solidFill>
                          <a:effectLst/>
                          <a:uLnTx/>
                          <a:uFillTx/>
                          <a:latin typeface="游ゴシック" panose="020B0400000000000000" pitchFamily="50" charset="-128"/>
                          <a:ea typeface="游ゴシック" panose="020B0400000000000000" pitchFamily="50" charset="-128"/>
                          <a:cs typeface="+mn-cs"/>
                        </a:rPr>
                        <a:t>画面</a:t>
                      </a: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baseline="0">
                          <a:solidFill>
                            <a:schemeClr val="tx1"/>
                          </a:solidFill>
                          <a:latin typeface="游ゴシック" panose="020B0400000000000000" pitchFamily="50" charset="-128"/>
                          <a:ea typeface="+mn-ea"/>
                          <a:cs typeface="+mn-cs"/>
                        </a:rPr>
                        <a:t>出荷確認時と同様</a:t>
                      </a:r>
                      <a:endParaRPr kumimoji="1" lang="ja-JP" altLang="en-US" sz="1200" b="0" i="0" u="none" strike="noStrike" kern="1200" baseline="0">
                        <a:solidFill>
                          <a:schemeClr val="tx1"/>
                        </a:solidFill>
                        <a:latin typeface="游ゴシック" panose="020B0400000000000000" pitchFamily="50" charset="-128"/>
                        <a:ea typeface="游ゴシック" panose="020B0400000000000000" pitchFamily="50" charset="-128"/>
                        <a:cs typeface="+mn-cs"/>
                      </a:endParaRP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025700629"/>
                  </a:ext>
                </a:extLst>
              </a:tr>
              <a:tr h="152945">
                <a:tc vMerge="1">
                  <a:txBody>
                    <a:bodyPr/>
                    <a:lstStyle/>
                    <a:p>
                      <a:endParaRPr kumimoji="1" lang="ja-JP" altLang="en-US"/>
                    </a:p>
                  </a:txBody>
                  <a:tcPr/>
                </a:tc>
                <a:tc>
                  <a:txBody>
                    <a:bodyPr/>
                    <a:lstStyle/>
                    <a:p>
                      <a:pPr algn="l"/>
                      <a:r>
                        <a:rPr kumimoji="1" lang="ja-JP" altLang="en-US" sz="1200">
                          <a:latin typeface="游ゴシック" panose="020B0400000000000000" pitchFamily="50" charset="-128"/>
                          <a:ea typeface="+mn-ea"/>
                        </a:rPr>
                        <a:t>注文画面</a:t>
                      </a:r>
                      <a:endParaRPr kumimoji="1" lang="ja-JP" altLang="en-US" sz="1200">
                        <a:latin typeface="游ゴシック" panose="020B0400000000000000" pitchFamily="50" charset="-128"/>
                        <a:ea typeface="游ゴシック" panose="020B0400000000000000" pitchFamily="50" charset="-128"/>
                      </a:endParaRP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a:ln>
                            <a:noFill/>
                          </a:ln>
                          <a:solidFill>
                            <a:prstClr val="black"/>
                          </a:solidFill>
                          <a:effectLst/>
                          <a:uLnTx/>
                          <a:uFillTx/>
                          <a:latin typeface="游ゴシック" panose="020B0400000000000000" pitchFamily="50" charset="-128"/>
                          <a:ea typeface="游ゴシック" panose="020B0400000000000000" pitchFamily="50" charset="-128"/>
                          <a:cs typeface="+mn-cs"/>
                        </a:rPr>
                        <a:t>画面</a:t>
                      </a: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baseline="0">
                          <a:solidFill>
                            <a:schemeClr val="tx1"/>
                          </a:solidFill>
                          <a:latin typeface="游ゴシック" panose="020B0400000000000000" pitchFamily="50" charset="-128"/>
                          <a:ea typeface="+mn-ea"/>
                          <a:cs typeface="+mn-cs"/>
                        </a:rPr>
                        <a:t>出荷確認時と同様</a:t>
                      </a:r>
                      <a:endParaRPr kumimoji="1" lang="ja-JP" altLang="en-US" sz="1200" b="0" i="0" u="none" strike="noStrike" kern="1200" baseline="0">
                        <a:solidFill>
                          <a:schemeClr val="tx1"/>
                        </a:solidFill>
                        <a:latin typeface="游ゴシック" panose="020B0400000000000000" pitchFamily="50" charset="-128"/>
                        <a:ea typeface="游ゴシック" panose="020B0400000000000000" pitchFamily="50" charset="-128"/>
                        <a:cs typeface="+mn-cs"/>
                      </a:endParaRP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129702642"/>
                  </a:ext>
                </a:extLst>
              </a:tr>
              <a:tr h="152945">
                <a:tc vMerge="1">
                  <a:txBody>
                    <a:bodyPr/>
                    <a:lstStyle/>
                    <a:p>
                      <a:endParaRPr kumimoji="1" lang="ja-JP" altLang="en-US"/>
                    </a:p>
                  </a:txBody>
                  <a:tcPr/>
                </a:tc>
                <a:tc>
                  <a:txBody>
                    <a:bodyPr/>
                    <a:lstStyle/>
                    <a:p>
                      <a:pPr algn="l"/>
                      <a:r>
                        <a:rPr kumimoji="1" lang="ja-JP" altLang="en-US" sz="1200">
                          <a:latin typeface="游ゴシック" panose="020B0400000000000000" pitchFamily="50" charset="-128"/>
                          <a:ea typeface="+mn-ea"/>
                        </a:rPr>
                        <a:t>出荷画面</a:t>
                      </a:r>
                      <a:endParaRPr kumimoji="1" lang="en-US" altLang="ja-JP" sz="1200">
                        <a:latin typeface="游ゴシック" panose="020B0400000000000000" pitchFamily="50" charset="-128"/>
                        <a:ea typeface="游ゴシック" panose="020B0400000000000000" pitchFamily="50" charset="-128"/>
                      </a:endParaRP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a:ln>
                            <a:noFill/>
                          </a:ln>
                          <a:solidFill>
                            <a:prstClr val="black"/>
                          </a:solidFill>
                          <a:effectLst/>
                          <a:uLnTx/>
                          <a:uFillTx/>
                          <a:latin typeface="游ゴシック" panose="020B0400000000000000" pitchFamily="50" charset="-128"/>
                          <a:ea typeface="游ゴシック" panose="020B0400000000000000" pitchFamily="50" charset="-128"/>
                          <a:cs typeface="+mn-cs"/>
                        </a:rPr>
                        <a:t>画面</a:t>
                      </a: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baseline="0">
                          <a:solidFill>
                            <a:schemeClr val="tx1"/>
                          </a:solidFill>
                          <a:latin typeface="游ゴシック" panose="020B0400000000000000" pitchFamily="50" charset="-128"/>
                          <a:ea typeface="+mn-ea"/>
                          <a:cs typeface="+mn-cs"/>
                        </a:rPr>
                        <a:t>出荷確認時と同様</a:t>
                      </a:r>
                      <a:endParaRPr kumimoji="1" lang="ja-JP" altLang="en-US" sz="1200" b="0" i="0" u="none" strike="noStrike" kern="1200" baseline="0">
                        <a:solidFill>
                          <a:schemeClr val="tx1"/>
                        </a:solidFill>
                        <a:latin typeface="游ゴシック" panose="020B0400000000000000" pitchFamily="50" charset="-128"/>
                        <a:ea typeface="游ゴシック" panose="020B0400000000000000" pitchFamily="50" charset="-128"/>
                        <a:cs typeface="+mn-cs"/>
                      </a:endParaRP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287150422"/>
                  </a:ext>
                </a:extLst>
              </a:tr>
              <a:tr h="152945">
                <a:tc vMerge="1">
                  <a:txBody>
                    <a:bodyPr/>
                    <a:lstStyle/>
                    <a:p>
                      <a:pPr algn="l"/>
                      <a:endParaRPr kumimoji="1" lang="ja-JP" altLang="en-US" sz="1200">
                        <a:latin typeface="游ゴシック" panose="020B0400000000000000" pitchFamily="50" charset="-128"/>
                        <a:ea typeface="游ゴシック" panose="020B0400000000000000" pitchFamily="50" charset="-128"/>
                      </a:endParaRP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a:r>
                        <a:rPr kumimoji="1" lang="ja-JP" altLang="en-US" sz="1200">
                          <a:latin typeface="游ゴシック" panose="020B0400000000000000" pitchFamily="50" charset="-128"/>
                          <a:ea typeface="+mn-ea"/>
                        </a:rPr>
                        <a:t>運送画面</a:t>
                      </a:r>
                      <a:endParaRPr kumimoji="1" lang="ja-JP" altLang="en-US" sz="1200">
                        <a:latin typeface="游ゴシック" panose="020B0400000000000000" pitchFamily="50" charset="-128"/>
                        <a:ea typeface="游ゴシック" panose="020B0400000000000000" pitchFamily="50" charset="-128"/>
                      </a:endParaRP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a:ln>
                            <a:noFill/>
                          </a:ln>
                          <a:solidFill>
                            <a:prstClr val="black"/>
                          </a:solidFill>
                          <a:effectLst/>
                          <a:uLnTx/>
                          <a:uFillTx/>
                          <a:latin typeface="游ゴシック" panose="020B0400000000000000" pitchFamily="50" charset="-128"/>
                          <a:ea typeface="游ゴシック" panose="020B0400000000000000" pitchFamily="50" charset="-128"/>
                          <a:cs typeface="+mn-cs"/>
                        </a:rPr>
                        <a:t>画面</a:t>
                      </a: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baseline="0">
                          <a:solidFill>
                            <a:schemeClr val="tx1"/>
                          </a:solidFill>
                          <a:latin typeface="游ゴシック" panose="020B0400000000000000" pitchFamily="50" charset="-128"/>
                          <a:ea typeface="+mn-ea"/>
                          <a:cs typeface="+mn-cs"/>
                        </a:rPr>
                        <a:t>・運送情報（着予定日、着予定時間、車番、配送確定、配送不可）の入力</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baseline="0">
                          <a:solidFill>
                            <a:schemeClr val="tx1"/>
                          </a:solidFill>
                          <a:latin typeface="游ゴシック" panose="020B0400000000000000" pitchFamily="50" charset="-128"/>
                          <a:ea typeface="+mn-ea"/>
                          <a:cs typeface="+mn-cs"/>
                        </a:rPr>
                        <a:t>・バリデーション</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baseline="0">
                          <a:solidFill>
                            <a:schemeClr val="tx1"/>
                          </a:solidFill>
                          <a:latin typeface="游ゴシック" panose="020B0400000000000000" pitchFamily="50" charset="-128"/>
                          <a:ea typeface="+mn-ea"/>
                          <a:cs typeface="+mn-cs"/>
                        </a:rPr>
                        <a:t>・運送会社変更</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baseline="0">
                          <a:solidFill>
                            <a:schemeClr val="tx1"/>
                          </a:solidFill>
                          <a:latin typeface="游ゴシック" panose="020B0400000000000000" pitchFamily="50" charset="-128"/>
                          <a:ea typeface="+mn-ea"/>
                          <a:cs typeface="+mn-cs"/>
                        </a:rPr>
                        <a:t>・運送可否登録</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baseline="0">
                          <a:solidFill>
                            <a:schemeClr val="tx1"/>
                          </a:solidFill>
                          <a:latin typeface="游ゴシック" panose="020B0400000000000000" pitchFamily="50" charset="-128"/>
                          <a:ea typeface="+mn-ea"/>
                          <a:cs typeface="+mn-cs"/>
                        </a:rPr>
                        <a:t>・注文</a:t>
                      </a:r>
                      <a:r>
                        <a:rPr kumimoji="1" lang="en-US" altLang="ja-JP" sz="1200" b="0" i="0" u="none" strike="noStrike" kern="1200" baseline="0">
                          <a:solidFill>
                            <a:schemeClr val="tx1"/>
                          </a:solidFill>
                          <a:latin typeface="游ゴシック" panose="020B0400000000000000" pitchFamily="50" charset="-128"/>
                          <a:ea typeface="+mn-ea"/>
                          <a:cs typeface="+mn-cs"/>
                        </a:rPr>
                        <a:t>NG</a:t>
                      </a:r>
                      <a:r>
                        <a:rPr kumimoji="1" lang="ja-JP" altLang="en-US" sz="1200" b="0" i="0" u="none" strike="noStrike" kern="1200" baseline="0">
                          <a:solidFill>
                            <a:schemeClr val="tx1"/>
                          </a:solidFill>
                          <a:latin typeface="游ゴシック" panose="020B0400000000000000" pitchFamily="50" charset="-128"/>
                          <a:ea typeface="+mn-ea"/>
                          <a:cs typeface="+mn-cs"/>
                        </a:rPr>
                        <a:t>メール送付</a:t>
                      </a:r>
                      <a:endParaRPr kumimoji="1" lang="ja-JP" altLang="en-US" sz="1200" b="0" i="0" u="none" strike="noStrike" kern="1200" baseline="0">
                        <a:solidFill>
                          <a:schemeClr val="tx1"/>
                        </a:solidFill>
                        <a:latin typeface="游ゴシック" panose="020B0400000000000000" pitchFamily="50" charset="-128"/>
                        <a:ea typeface="游ゴシック" panose="020B0400000000000000" pitchFamily="50" charset="-128"/>
                        <a:cs typeface="+mn-cs"/>
                      </a:endParaRP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593048486"/>
                  </a:ext>
                </a:extLst>
              </a:tr>
              <a:tr h="152945">
                <a:tc>
                  <a:txBody>
                    <a:bodyPr/>
                    <a:lstStyle/>
                    <a:p>
                      <a:pPr algn="l"/>
                      <a:r>
                        <a:rPr kumimoji="1" lang="ja-JP" altLang="en-US" sz="1200">
                          <a:latin typeface="游ゴシック" panose="020B0400000000000000" pitchFamily="50" charset="-128"/>
                          <a:ea typeface="游ゴシック" panose="020B0400000000000000" pitchFamily="50" charset="-128"/>
                        </a:rPr>
                        <a:t>最終合意</a:t>
                      </a:r>
                      <a:endParaRPr kumimoji="1" lang="en-US" altLang="ja-JP" sz="1200">
                        <a:latin typeface="游ゴシック" panose="020B0400000000000000" pitchFamily="50" charset="-128"/>
                        <a:ea typeface="游ゴシック" panose="020B0400000000000000" pitchFamily="50" charset="-128"/>
                      </a:endParaRPr>
                    </a:p>
                    <a:p>
                      <a:pPr algn="l"/>
                      <a:r>
                        <a:rPr kumimoji="1" lang="ja-JP" altLang="en-US" sz="1200">
                          <a:latin typeface="游ゴシック" panose="020B0400000000000000" pitchFamily="50" charset="-128"/>
                          <a:ea typeface="游ゴシック" panose="020B0400000000000000" pitchFamily="50" charset="-128"/>
                        </a:rPr>
                        <a:t>（特販店、需要家）</a:t>
                      </a: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a:r>
                        <a:rPr kumimoji="1" lang="ja-JP" altLang="en-US" sz="1200">
                          <a:latin typeface="游ゴシック" panose="020B0400000000000000" pitchFamily="50" charset="-128"/>
                          <a:ea typeface="游ゴシック" panose="020B0400000000000000" pitchFamily="50" charset="-128"/>
                        </a:rPr>
                        <a:t>最終合意</a:t>
                      </a: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ctr"/>
                      <a:r>
                        <a:rPr kumimoji="1" lang="ja-JP" altLang="en-US" sz="1200">
                          <a:latin typeface="游ゴシック" panose="020B0400000000000000" pitchFamily="50" charset="-128"/>
                          <a:ea typeface="游ゴシック" panose="020B0400000000000000" pitchFamily="50" charset="-128"/>
                        </a:rPr>
                        <a:t>機能</a:t>
                      </a: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baseline="0">
                          <a:solidFill>
                            <a:schemeClr val="tx1"/>
                          </a:solidFill>
                          <a:latin typeface="游ゴシック" panose="020B0400000000000000" pitchFamily="50" charset="-128"/>
                          <a:ea typeface="+mn-ea"/>
                          <a:cs typeface="+mn-cs"/>
                        </a:rPr>
                        <a:t>・バリデーション（期限など）</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baseline="0">
                          <a:solidFill>
                            <a:schemeClr val="tx1"/>
                          </a:solidFill>
                          <a:latin typeface="游ゴシック" panose="020B0400000000000000" pitchFamily="50" charset="-128"/>
                          <a:ea typeface="+mn-ea"/>
                          <a:cs typeface="+mn-cs"/>
                        </a:rPr>
                        <a:t>・最終合意処理を行う</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baseline="0">
                          <a:solidFill>
                            <a:schemeClr val="tx1"/>
                          </a:solidFill>
                          <a:latin typeface="游ゴシック" panose="020B0400000000000000" pitchFamily="50" charset="-128"/>
                          <a:ea typeface="+mn-ea"/>
                          <a:cs typeface="+mn-cs"/>
                        </a:rPr>
                        <a:t>・受注確定メール送付</a:t>
                      </a:r>
                      <a:endParaRPr kumimoji="1" lang="ja-JP" altLang="en-US" sz="1200" b="0" i="0" u="none" strike="noStrike" kern="1200" baseline="0">
                        <a:solidFill>
                          <a:schemeClr val="tx1"/>
                        </a:solidFill>
                        <a:latin typeface="游ゴシック" panose="020B0400000000000000" pitchFamily="50" charset="-128"/>
                        <a:ea typeface="游ゴシック" panose="020B0400000000000000" pitchFamily="50" charset="-128"/>
                        <a:cs typeface="+mn-cs"/>
                      </a:endParaRP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890307263"/>
                  </a:ext>
                </a:extLst>
              </a:tr>
            </a:tbl>
          </a:graphicData>
        </a:graphic>
      </p:graphicFrame>
    </p:spTree>
    <p:extLst>
      <p:ext uri="{BB962C8B-B14F-4D97-AF65-F5344CB8AC3E}">
        <p14:creationId xmlns:p14="http://schemas.microsoft.com/office/powerpoint/2010/main" val="250394157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80D5ED-82F5-A074-DC1D-16C2016DA099}"/>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33872AE4-2D9D-8C6D-6F46-4929A0D8A392}"/>
              </a:ext>
            </a:extLst>
          </p:cNvPr>
          <p:cNvSpPr>
            <a:spLocks noGrp="1"/>
          </p:cNvSpPr>
          <p:nvPr>
            <p:ph type="title"/>
          </p:nvPr>
        </p:nvSpPr>
        <p:spPr/>
        <p:txBody>
          <a:bodyPr/>
          <a:lstStyle/>
          <a:p>
            <a:r>
              <a:rPr lang="ja-JP" altLang="en-US">
                <a:latin typeface="游明朝"/>
                <a:ea typeface="游明朝"/>
              </a:rPr>
              <a:t>想定</a:t>
            </a:r>
            <a:r>
              <a:rPr kumimoji="1" lang="ja-JP" altLang="en-US">
                <a:latin typeface="游明朝"/>
                <a:ea typeface="游明朝"/>
              </a:rPr>
              <a:t>機能・</a:t>
            </a:r>
            <a:r>
              <a:rPr lang="ja-JP" altLang="en-US">
                <a:latin typeface="游明朝"/>
                <a:ea typeface="游明朝"/>
              </a:rPr>
              <a:t>画面</a:t>
            </a:r>
            <a:r>
              <a:rPr kumimoji="1" lang="ja-JP" altLang="en-US">
                <a:latin typeface="游明朝"/>
                <a:ea typeface="游明朝"/>
              </a:rPr>
              <a:t>一覧③</a:t>
            </a:r>
            <a:endParaRPr kumimoji="1" lang="ja-JP" altLang="en-US"/>
          </a:p>
        </p:txBody>
      </p:sp>
      <p:sp>
        <p:nvSpPr>
          <p:cNvPr id="3" name="フッター プレースホルダー 2">
            <a:extLst>
              <a:ext uri="{FF2B5EF4-FFF2-40B4-BE49-F238E27FC236}">
                <a16:creationId xmlns:a16="http://schemas.microsoft.com/office/drawing/2014/main" id="{29248727-A276-E2B2-45B4-DFD851618157}"/>
              </a:ext>
            </a:extLst>
          </p:cNvPr>
          <p:cNvSpPr>
            <a:spLocks noGrp="1"/>
          </p:cNvSpPr>
          <p:nvPr>
            <p:ph type="ftr" sz="quarter" idx="11"/>
          </p:nvPr>
        </p:nvSpPr>
        <p:spPr/>
        <p:txBody>
          <a:bodyPr/>
          <a:lstStyle/>
          <a:p>
            <a:r>
              <a:rPr lang="en-US"/>
              <a:t>Copyright © SystemEXE,Inc All Rights Reserved.</a:t>
            </a:r>
          </a:p>
        </p:txBody>
      </p:sp>
      <p:graphicFrame>
        <p:nvGraphicFramePr>
          <p:cNvPr id="5" name="表 4">
            <a:extLst>
              <a:ext uri="{FF2B5EF4-FFF2-40B4-BE49-F238E27FC236}">
                <a16:creationId xmlns:a16="http://schemas.microsoft.com/office/drawing/2014/main" id="{253DDDF4-6788-041F-1E1D-A0D8472C65B2}"/>
              </a:ext>
            </a:extLst>
          </p:cNvPr>
          <p:cNvGraphicFramePr>
            <a:graphicFrameLocks noGrp="1"/>
          </p:cNvGraphicFramePr>
          <p:nvPr>
            <p:extLst>
              <p:ext uri="{D42A27DB-BD31-4B8C-83A1-F6EECF244321}">
                <p14:modId xmlns:p14="http://schemas.microsoft.com/office/powerpoint/2010/main" val="4022578082"/>
              </p:ext>
            </p:extLst>
          </p:nvPr>
        </p:nvGraphicFramePr>
        <p:xfrm>
          <a:off x="575400" y="813840"/>
          <a:ext cx="11160000" cy="5334000"/>
        </p:xfrm>
        <a:graphic>
          <a:graphicData uri="http://schemas.openxmlformats.org/drawingml/2006/table">
            <a:tbl>
              <a:tblPr firstRow="1" bandRow="1">
                <a:tableStyleId>{5940675A-B579-460E-94D1-54222C63F5DA}</a:tableStyleId>
              </a:tblPr>
              <a:tblGrid>
                <a:gridCol w="1620000">
                  <a:extLst>
                    <a:ext uri="{9D8B030D-6E8A-4147-A177-3AD203B41FA5}">
                      <a16:colId xmlns:a16="http://schemas.microsoft.com/office/drawing/2014/main" val="2191046775"/>
                    </a:ext>
                  </a:extLst>
                </a:gridCol>
                <a:gridCol w="1620000">
                  <a:extLst>
                    <a:ext uri="{9D8B030D-6E8A-4147-A177-3AD203B41FA5}">
                      <a16:colId xmlns:a16="http://schemas.microsoft.com/office/drawing/2014/main" val="2023518490"/>
                    </a:ext>
                  </a:extLst>
                </a:gridCol>
                <a:gridCol w="1080000">
                  <a:extLst>
                    <a:ext uri="{9D8B030D-6E8A-4147-A177-3AD203B41FA5}">
                      <a16:colId xmlns:a16="http://schemas.microsoft.com/office/drawing/2014/main" val="2846625851"/>
                    </a:ext>
                  </a:extLst>
                </a:gridCol>
                <a:gridCol w="6840000">
                  <a:extLst>
                    <a:ext uri="{9D8B030D-6E8A-4147-A177-3AD203B41FA5}">
                      <a16:colId xmlns:a16="http://schemas.microsoft.com/office/drawing/2014/main" val="1616917508"/>
                    </a:ext>
                  </a:extLst>
                </a:gridCol>
              </a:tblGrid>
              <a:tr h="152945">
                <a:tc>
                  <a:txBody>
                    <a:bodyPr/>
                    <a:lstStyle/>
                    <a:p>
                      <a:pPr algn="ctr"/>
                      <a:r>
                        <a:rPr kumimoji="1" lang="ja-JP" altLang="en-US" sz="1400" b="1">
                          <a:solidFill>
                            <a:schemeClr val="bg1"/>
                          </a:solidFill>
                          <a:latin typeface="游ゴシック" panose="020B0400000000000000" pitchFamily="50" charset="-128"/>
                          <a:ea typeface="游ゴシック" panose="020B0400000000000000" pitchFamily="50" charset="-128"/>
                        </a:rPr>
                        <a:t>大分類</a:t>
                      </a:r>
                    </a:p>
                  </a:txBody>
                  <a:tcPr marL="900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solidFill>
                  </a:tcPr>
                </a:tc>
                <a:tc>
                  <a:txBody>
                    <a:bodyPr/>
                    <a:lstStyle/>
                    <a:p>
                      <a:pPr algn="ctr"/>
                      <a:r>
                        <a:rPr kumimoji="1" lang="ja-JP" altLang="en-US" sz="1400" b="1">
                          <a:solidFill>
                            <a:schemeClr val="bg1"/>
                          </a:solidFill>
                          <a:latin typeface="游ゴシック" panose="020B0400000000000000" pitchFamily="50" charset="-128"/>
                          <a:ea typeface="游ゴシック" panose="020B0400000000000000" pitchFamily="50" charset="-128"/>
                        </a:rPr>
                        <a:t>中項目</a:t>
                      </a:r>
                    </a:p>
                  </a:txBody>
                  <a:tcPr marL="900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solidFill>
                  </a:tcPr>
                </a:tc>
                <a:tc>
                  <a:txBody>
                    <a:bodyPr/>
                    <a:lstStyle/>
                    <a:p>
                      <a:pPr algn="ctr"/>
                      <a:r>
                        <a:rPr kumimoji="1" lang="ja-JP" altLang="en-US" sz="1400" b="1">
                          <a:solidFill>
                            <a:schemeClr val="bg1"/>
                          </a:solidFill>
                          <a:latin typeface="游ゴシック" panose="020B0400000000000000" pitchFamily="50" charset="-128"/>
                          <a:ea typeface="游ゴシック" panose="020B0400000000000000" pitchFamily="50" charset="-128"/>
                        </a:rPr>
                        <a:t>分類</a:t>
                      </a:r>
                    </a:p>
                  </a:txBody>
                  <a:tcPr marL="900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solidFill>
                  </a:tcPr>
                </a:tc>
                <a:tc>
                  <a:txBody>
                    <a:bodyPr/>
                    <a:lstStyle/>
                    <a:p>
                      <a:pPr algn="ctr"/>
                      <a:r>
                        <a:rPr kumimoji="1" lang="ja-JP" altLang="en-US" sz="1400" b="1">
                          <a:solidFill>
                            <a:schemeClr val="bg1"/>
                          </a:solidFill>
                          <a:latin typeface="游ゴシック" panose="020B0400000000000000" pitchFamily="50" charset="-128"/>
                          <a:ea typeface="游ゴシック" panose="020B0400000000000000" pitchFamily="50" charset="-128"/>
                        </a:rPr>
                        <a:t>機能・画面概要</a:t>
                      </a:r>
                    </a:p>
                  </a:txBody>
                  <a:tcPr marL="900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solidFill>
                  </a:tcPr>
                </a:tc>
                <a:extLst>
                  <a:ext uri="{0D108BD9-81ED-4DB2-BD59-A6C34878D82A}">
                    <a16:rowId xmlns:a16="http://schemas.microsoft.com/office/drawing/2014/main" val="52205234"/>
                  </a:ext>
                </a:extLst>
              </a:tr>
              <a:tr h="224718">
                <a:tc rowSpan="5">
                  <a:txBody>
                    <a:bodyPr/>
                    <a:lstStyle/>
                    <a:p>
                      <a:pPr algn="l"/>
                      <a:r>
                        <a:rPr kumimoji="1" lang="ja-JP" altLang="en-US" sz="1200">
                          <a:latin typeface="游ゴシック" panose="020B0400000000000000" pitchFamily="50" charset="-128"/>
                          <a:ea typeface="游ゴシック" panose="020B0400000000000000" pitchFamily="50" charset="-128"/>
                        </a:rPr>
                        <a:t>マスタ</a:t>
                      </a: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a:r>
                        <a:rPr kumimoji="1" lang="ja-JP" altLang="en-US" sz="1200">
                          <a:latin typeface="游ゴシック" panose="020B0400000000000000" pitchFamily="50" charset="-128"/>
                          <a:ea typeface="游ゴシック" panose="020B0400000000000000" pitchFamily="50" charset="-128"/>
                        </a:rPr>
                        <a:t>品目</a:t>
                      </a:r>
                      <a:endParaRPr kumimoji="1" lang="en-US" altLang="ja-JP" sz="1200">
                        <a:latin typeface="游ゴシック" panose="020B0400000000000000" pitchFamily="50" charset="-128"/>
                        <a:ea typeface="游ゴシック" panose="020B0400000000000000" pitchFamily="50" charset="-128"/>
                      </a:endParaRP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a:ln>
                            <a:noFill/>
                          </a:ln>
                          <a:solidFill>
                            <a:prstClr val="black"/>
                          </a:solidFill>
                          <a:effectLst/>
                          <a:uLnTx/>
                          <a:uFillTx/>
                          <a:latin typeface="游ゴシック" panose="020B0400000000000000" pitchFamily="50" charset="-128"/>
                          <a:ea typeface="游ゴシック" panose="020B0400000000000000" pitchFamily="50" charset="-128"/>
                          <a:cs typeface="+mn-cs"/>
                        </a:rPr>
                        <a:t>画面</a:t>
                      </a: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baseline="0">
                          <a:solidFill>
                            <a:schemeClr val="tx1"/>
                          </a:solidFill>
                          <a:latin typeface="游ゴシック" panose="020B0400000000000000" pitchFamily="50" charset="-128"/>
                          <a:ea typeface="+mn-ea"/>
                          <a:cs typeface="+mn-cs"/>
                        </a:rPr>
                        <a:t>・一覧表示</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baseline="0">
                          <a:solidFill>
                            <a:schemeClr val="tx1"/>
                          </a:solidFill>
                          <a:latin typeface="游ゴシック" panose="020B0400000000000000" pitchFamily="50" charset="-128"/>
                          <a:ea typeface="+mn-ea"/>
                          <a:cs typeface="+mn-cs"/>
                        </a:rPr>
                        <a:t>・新規登録、編集</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baseline="0">
                          <a:solidFill>
                            <a:schemeClr val="tx1"/>
                          </a:solidFill>
                          <a:latin typeface="游ゴシック" panose="020B0400000000000000" pitchFamily="50" charset="-128"/>
                          <a:ea typeface="+mn-ea"/>
                          <a:cs typeface="+mn-cs"/>
                        </a:rPr>
                        <a:t>・データ想定</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baseline="0">
                          <a:solidFill>
                            <a:schemeClr val="tx1"/>
                          </a:solidFill>
                          <a:latin typeface="游ゴシック" panose="020B0400000000000000" pitchFamily="50" charset="-128"/>
                          <a:ea typeface="+mn-ea"/>
                          <a:cs typeface="+mn-cs"/>
                        </a:rPr>
                        <a:t>　　品目、単位、作成時間</a:t>
                      </a:r>
                      <a:endParaRPr kumimoji="1" lang="ja-JP" altLang="en-US" sz="1200" b="0" i="0" u="none" strike="noStrike" kern="1200" baseline="0">
                        <a:solidFill>
                          <a:schemeClr val="tx1"/>
                        </a:solidFill>
                        <a:latin typeface="游ゴシック" panose="020B0400000000000000" pitchFamily="50" charset="-128"/>
                        <a:ea typeface="游ゴシック" panose="020B0400000000000000" pitchFamily="50" charset="-128"/>
                        <a:cs typeface="+mn-cs"/>
                      </a:endParaRP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604773201"/>
                  </a:ext>
                </a:extLst>
              </a:tr>
              <a:tr h="152945">
                <a:tc vMerge="1">
                  <a:txBody>
                    <a:bodyPr/>
                    <a:lstStyle/>
                    <a:p>
                      <a:pPr algn="l"/>
                      <a:endParaRPr kumimoji="1" lang="ja-JP" altLang="en-US" sz="1200">
                        <a:latin typeface="游ゴシック" panose="020B0400000000000000" pitchFamily="50" charset="-128"/>
                        <a:ea typeface="游ゴシック" panose="020B0400000000000000" pitchFamily="50" charset="-128"/>
                      </a:endParaRP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a:r>
                        <a:rPr kumimoji="1" lang="ja-JP" altLang="en-US" sz="1200">
                          <a:latin typeface="游ゴシック" panose="020B0400000000000000" pitchFamily="50" charset="-128"/>
                          <a:ea typeface="+mn-ea"/>
                        </a:rPr>
                        <a:t>出荷基地</a:t>
                      </a:r>
                      <a:endParaRPr kumimoji="1" lang="ja-JP" altLang="en-US" sz="1200">
                        <a:latin typeface="游ゴシック" panose="020B0400000000000000" pitchFamily="50" charset="-128"/>
                        <a:ea typeface="游ゴシック" panose="020B0400000000000000" pitchFamily="50" charset="-128"/>
                      </a:endParaRP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a:ln>
                            <a:noFill/>
                          </a:ln>
                          <a:solidFill>
                            <a:prstClr val="black"/>
                          </a:solidFill>
                          <a:effectLst/>
                          <a:uLnTx/>
                          <a:uFillTx/>
                          <a:latin typeface="游ゴシック" panose="020B0400000000000000" pitchFamily="50" charset="-128"/>
                          <a:ea typeface="游ゴシック" panose="020B0400000000000000" pitchFamily="50" charset="-128"/>
                          <a:cs typeface="+mn-cs"/>
                        </a:rPr>
                        <a:t>画面</a:t>
                      </a: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baseline="0">
                          <a:solidFill>
                            <a:schemeClr val="tx1"/>
                          </a:solidFill>
                          <a:latin typeface="游ゴシック" panose="020B0400000000000000" pitchFamily="50" charset="-128"/>
                          <a:ea typeface="+mn-ea"/>
                          <a:cs typeface="+mn-cs"/>
                        </a:rPr>
                        <a:t>・一覧表示</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baseline="0">
                          <a:solidFill>
                            <a:schemeClr val="tx1"/>
                          </a:solidFill>
                          <a:latin typeface="游ゴシック" panose="020B0400000000000000" pitchFamily="50" charset="-128"/>
                          <a:ea typeface="+mn-ea"/>
                          <a:cs typeface="+mn-cs"/>
                        </a:rPr>
                        <a:t>・新規登録、編集</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baseline="0">
                          <a:solidFill>
                            <a:schemeClr val="tx1"/>
                          </a:solidFill>
                          <a:latin typeface="游ゴシック" panose="020B0400000000000000" pitchFamily="50" charset="-128"/>
                          <a:ea typeface="+mn-ea"/>
                          <a:cs typeface="+mn-cs"/>
                        </a:rPr>
                        <a:t>・データ想定</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baseline="0">
                          <a:solidFill>
                            <a:schemeClr val="tx1"/>
                          </a:solidFill>
                          <a:latin typeface="游ゴシック" panose="020B0400000000000000" pitchFamily="50" charset="-128"/>
                          <a:ea typeface="+mn-ea"/>
                          <a:cs typeface="+mn-cs"/>
                        </a:rPr>
                        <a:t>　　需要家</a:t>
                      </a:r>
                      <a:r>
                        <a:rPr kumimoji="1" lang="en-US" altLang="ja-JP" sz="1200" b="0" i="0" u="none" strike="noStrike" kern="1200" baseline="0">
                          <a:solidFill>
                            <a:schemeClr val="tx1"/>
                          </a:solidFill>
                          <a:latin typeface="游ゴシック" panose="020B0400000000000000" pitchFamily="50" charset="-128"/>
                          <a:ea typeface="+mn-ea"/>
                          <a:cs typeface="+mn-cs"/>
                        </a:rPr>
                        <a:t>/</a:t>
                      </a:r>
                      <a:r>
                        <a:rPr kumimoji="1" lang="ja-JP" altLang="en-US" sz="1200" b="0" i="0" u="none" strike="noStrike" kern="1200" baseline="0">
                          <a:solidFill>
                            <a:schemeClr val="tx1"/>
                          </a:solidFill>
                          <a:latin typeface="游ゴシック" panose="020B0400000000000000" pitchFamily="50" charset="-128"/>
                          <a:ea typeface="+mn-ea"/>
                          <a:cs typeface="+mn-cs"/>
                        </a:rPr>
                        <a:t>特販店</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baseline="0">
                          <a:solidFill>
                            <a:schemeClr val="tx1"/>
                          </a:solidFill>
                          <a:latin typeface="游ゴシック" panose="020B0400000000000000" pitchFamily="50" charset="-128"/>
                          <a:ea typeface="+mn-ea"/>
                          <a:cs typeface="+mn-cs"/>
                        </a:rPr>
                        <a:t>　　出荷基地</a:t>
                      </a:r>
                      <a:endParaRPr kumimoji="1" lang="ja-JP" altLang="en-US" sz="1200" b="0" i="0" u="none" strike="noStrike" kern="1200" baseline="0">
                        <a:solidFill>
                          <a:schemeClr val="tx1"/>
                        </a:solidFill>
                        <a:latin typeface="游ゴシック" panose="020B0400000000000000" pitchFamily="50" charset="-128"/>
                        <a:ea typeface="游ゴシック" panose="020B0400000000000000" pitchFamily="50" charset="-128"/>
                        <a:cs typeface="+mn-cs"/>
                      </a:endParaRP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724696759"/>
                  </a:ext>
                </a:extLst>
              </a:tr>
              <a:tr h="152945">
                <a:tc vMerge="1">
                  <a:txBody>
                    <a:bodyPr/>
                    <a:lstStyle/>
                    <a:p>
                      <a:endParaRPr kumimoji="1" lang="ja-JP" altLang="en-US"/>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a:latin typeface="游ゴシック" panose="020B0400000000000000" pitchFamily="50" charset="-128"/>
                          <a:ea typeface="+mn-ea"/>
                        </a:rPr>
                        <a:t>運送会社</a:t>
                      </a:r>
                      <a:endParaRPr kumimoji="1" lang="en-US" altLang="ja-JP" sz="1200">
                        <a:latin typeface="游ゴシック" panose="020B0400000000000000" pitchFamily="50" charset="-128"/>
                        <a:ea typeface="+mn-ea"/>
                      </a:endParaRP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a:ln>
                            <a:noFill/>
                          </a:ln>
                          <a:solidFill>
                            <a:prstClr val="black"/>
                          </a:solidFill>
                          <a:effectLst/>
                          <a:uLnTx/>
                          <a:uFillTx/>
                          <a:latin typeface="游ゴシック" panose="020B0400000000000000" pitchFamily="50" charset="-128"/>
                          <a:ea typeface="游ゴシック" panose="020B0400000000000000" pitchFamily="50" charset="-128"/>
                          <a:cs typeface="+mn-cs"/>
                        </a:rPr>
                        <a:t>画面</a:t>
                      </a: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baseline="0">
                          <a:solidFill>
                            <a:schemeClr val="tx1"/>
                          </a:solidFill>
                          <a:latin typeface="游ゴシック" panose="020B0400000000000000" pitchFamily="50" charset="-128"/>
                          <a:ea typeface="+mn-ea"/>
                          <a:cs typeface="+mn-cs"/>
                        </a:rPr>
                        <a:t>・一覧表示</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baseline="0">
                          <a:solidFill>
                            <a:schemeClr val="tx1"/>
                          </a:solidFill>
                          <a:latin typeface="游ゴシック" panose="020B0400000000000000" pitchFamily="50" charset="-128"/>
                          <a:ea typeface="+mn-ea"/>
                          <a:cs typeface="+mn-cs"/>
                        </a:rPr>
                        <a:t>・新規登録、編集</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baseline="0">
                          <a:solidFill>
                            <a:schemeClr val="tx1"/>
                          </a:solidFill>
                          <a:latin typeface="游ゴシック" panose="020B0400000000000000" pitchFamily="50" charset="-128"/>
                          <a:ea typeface="+mn-ea"/>
                          <a:cs typeface="+mn-cs"/>
                        </a:rPr>
                        <a:t>・データ想定</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baseline="0">
                          <a:solidFill>
                            <a:schemeClr val="tx1"/>
                          </a:solidFill>
                          <a:latin typeface="游ゴシック" panose="020B0400000000000000" pitchFamily="50" charset="-128"/>
                          <a:ea typeface="+mn-ea"/>
                          <a:cs typeface="+mn-cs"/>
                        </a:rPr>
                        <a:t>　　需要家</a:t>
                      </a:r>
                      <a:r>
                        <a:rPr kumimoji="1" lang="en-US" altLang="ja-JP" sz="1200" b="0" i="0" u="none" strike="noStrike" kern="1200" baseline="0">
                          <a:solidFill>
                            <a:schemeClr val="tx1"/>
                          </a:solidFill>
                          <a:latin typeface="游ゴシック" panose="020B0400000000000000" pitchFamily="50" charset="-128"/>
                          <a:ea typeface="+mn-ea"/>
                          <a:cs typeface="+mn-cs"/>
                        </a:rPr>
                        <a:t>/</a:t>
                      </a:r>
                      <a:r>
                        <a:rPr kumimoji="1" lang="ja-JP" altLang="en-US" sz="1200" b="0" i="0" u="none" strike="noStrike" kern="1200" baseline="0">
                          <a:solidFill>
                            <a:schemeClr val="tx1"/>
                          </a:solidFill>
                          <a:latin typeface="游ゴシック" panose="020B0400000000000000" pitchFamily="50" charset="-128"/>
                          <a:ea typeface="+mn-ea"/>
                          <a:cs typeface="+mn-cs"/>
                        </a:rPr>
                        <a:t>特販店 </a:t>
                      </a:r>
                      <a:r>
                        <a:rPr kumimoji="1" lang="en-US" altLang="ja-JP" sz="1200" b="0" i="0" u="none" strike="noStrike" kern="1200" baseline="0">
                          <a:solidFill>
                            <a:schemeClr val="tx1"/>
                          </a:solidFill>
                          <a:latin typeface="游ゴシック" panose="020B0400000000000000" pitchFamily="50" charset="-128"/>
                          <a:ea typeface="+mn-ea"/>
                          <a:cs typeface="+mn-cs"/>
                        </a:rPr>
                        <a:t>or </a:t>
                      </a:r>
                      <a:r>
                        <a:rPr kumimoji="1" lang="ja-JP" altLang="en-US" sz="1200" b="0" i="0" u="none" strike="noStrike" kern="1200" baseline="0">
                          <a:solidFill>
                            <a:schemeClr val="tx1"/>
                          </a:solidFill>
                          <a:latin typeface="游ゴシック" panose="020B0400000000000000" pitchFamily="50" charset="-128"/>
                          <a:ea typeface="+mn-ea"/>
                          <a:cs typeface="+mn-cs"/>
                        </a:rPr>
                        <a:t>出荷先</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baseline="0">
                          <a:solidFill>
                            <a:schemeClr val="tx1"/>
                          </a:solidFill>
                          <a:latin typeface="游ゴシック" panose="020B0400000000000000" pitchFamily="50" charset="-128"/>
                          <a:ea typeface="+mn-ea"/>
                          <a:cs typeface="+mn-cs"/>
                        </a:rPr>
                        <a:t>　　運送会社</a:t>
                      </a:r>
                      <a:endParaRPr kumimoji="1" lang="ja-JP" altLang="en-US" sz="1200" b="0" i="0" u="none" strike="noStrike" kern="1200" baseline="0">
                        <a:solidFill>
                          <a:schemeClr val="tx1"/>
                        </a:solidFill>
                        <a:latin typeface="游ゴシック" panose="020B0400000000000000" pitchFamily="50" charset="-128"/>
                        <a:ea typeface="游ゴシック" panose="020B0400000000000000" pitchFamily="50" charset="-128"/>
                        <a:cs typeface="+mn-cs"/>
                      </a:endParaRP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22735918"/>
                  </a:ext>
                </a:extLst>
              </a:tr>
              <a:tr h="152945">
                <a:tc vMerge="1">
                  <a:txBody>
                    <a:bodyPr/>
                    <a:lstStyle/>
                    <a:p>
                      <a:endParaRPr kumimoji="1" lang="ja-JP" altLang="en-US"/>
                    </a:p>
                  </a:txBody>
                  <a:tcPr/>
                </a:tc>
                <a:tc>
                  <a:txBody>
                    <a:bodyPr/>
                    <a:lstStyle/>
                    <a:p>
                      <a:pPr algn="l"/>
                      <a:r>
                        <a:rPr kumimoji="1" lang="ja-JP" altLang="en-US" sz="1200">
                          <a:latin typeface="游ゴシック" panose="020B0400000000000000" pitchFamily="50" charset="-128"/>
                          <a:ea typeface="游ゴシック" panose="020B0400000000000000" pitchFamily="50" charset="-128"/>
                        </a:rPr>
                        <a:t>出荷先</a:t>
                      </a:r>
                      <a:endParaRPr kumimoji="1" lang="en-US" altLang="ja-JP" sz="1200">
                        <a:latin typeface="游ゴシック" panose="020B0400000000000000" pitchFamily="50" charset="-128"/>
                        <a:ea typeface="游ゴシック" panose="020B0400000000000000" pitchFamily="50" charset="-128"/>
                      </a:endParaRP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a:ln>
                            <a:noFill/>
                          </a:ln>
                          <a:solidFill>
                            <a:prstClr val="black"/>
                          </a:solidFill>
                          <a:effectLst/>
                          <a:uLnTx/>
                          <a:uFillTx/>
                          <a:latin typeface="游ゴシック" panose="020B0400000000000000" pitchFamily="50" charset="-128"/>
                          <a:ea typeface="游ゴシック" panose="020B0400000000000000" pitchFamily="50" charset="-128"/>
                          <a:cs typeface="+mn-cs"/>
                        </a:rPr>
                        <a:t>画面</a:t>
                      </a: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baseline="0">
                          <a:solidFill>
                            <a:schemeClr val="tx1"/>
                          </a:solidFill>
                          <a:latin typeface="游ゴシック" panose="020B0400000000000000" pitchFamily="50" charset="-128"/>
                          <a:ea typeface="+mn-ea"/>
                          <a:cs typeface="+mn-cs"/>
                        </a:rPr>
                        <a:t>・一覧表示</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baseline="0">
                          <a:solidFill>
                            <a:schemeClr val="tx1"/>
                          </a:solidFill>
                          <a:latin typeface="游ゴシック" panose="020B0400000000000000" pitchFamily="50" charset="-128"/>
                          <a:ea typeface="+mn-ea"/>
                          <a:cs typeface="+mn-cs"/>
                        </a:rPr>
                        <a:t>・新規登録、編集</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baseline="0">
                          <a:solidFill>
                            <a:schemeClr val="tx1"/>
                          </a:solidFill>
                          <a:latin typeface="游ゴシック" panose="020B0400000000000000" pitchFamily="50" charset="-128"/>
                          <a:ea typeface="+mn-ea"/>
                          <a:cs typeface="+mn-cs"/>
                        </a:rPr>
                        <a:t>・データ想定</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baseline="0">
                          <a:solidFill>
                            <a:schemeClr val="tx1"/>
                          </a:solidFill>
                          <a:latin typeface="游ゴシック" panose="020B0400000000000000" pitchFamily="50" charset="-128"/>
                          <a:ea typeface="+mn-ea"/>
                          <a:cs typeface="+mn-cs"/>
                        </a:rPr>
                        <a:t>　　需要家</a:t>
                      </a:r>
                      <a:r>
                        <a:rPr kumimoji="1" lang="en-US" altLang="ja-JP" sz="1200" b="0" i="0" u="none" strike="noStrike" kern="1200" baseline="0">
                          <a:solidFill>
                            <a:schemeClr val="tx1"/>
                          </a:solidFill>
                          <a:latin typeface="游ゴシック" panose="020B0400000000000000" pitchFamily="50" charset="-128"/>
                          <a:ea typeface="+mn-ea"/>
                          <a:cs typeface="+mn-cs"/>
                        </a:rPr>
                        <a:t>/</a:t>
                      </a:r>
                      <a:r>
                        <a:rPr kumimoji="1" lang="ja-JP" altLang="en-US" sz="1200" b="0" i="0" u="none" strike="noStrike" kern="1200" baseline="0">
                          <a:solidFill>
                            <a:schemeClr val="tx1"/>
                          </a:solidFill>
                          <a:latin typeface="游ゴシック" panose="020B0400000000000000" pitchFamily="50" charset="-128"/>
                          <a:ea typeface="+mn-ea"/>
                          <a:cs typeface="+mn-cs"/>
                        </a:rPr>
                        <a:t>特販店</a:t>
                      </a:r>
                      <a:endParaRPr kumimoji="1" lang="ja-JP" altLang="en-US" sz="1200" b="0" i="0" u="none" strike="noStrike" kern="1200" baseline="0">
                        <a:solidFill>
                          <a:schemeClr val="tx1"/>
                        </a:solidFill>
                        <a:latin typeface="游ゴシック" panose="020B0400000000000000" pitchFamily="50" charset="-128"/>
                        <a:ea typeface="游ゴシック" panose="020B0400000000000000" pitchFamily="50" charset="-128"/>
                        <a:cs typeface="+mn-cs"/>
                      </a:endParaRP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318188733"/>
                  </a:ext>
                </a:extLst>
              </a:tr>
              <a:tr h="152945">
                <a:tc vMerge="1">
                  <a:txBody>
                    <a:bodyPr/>
                    <a:lstStyle/>
                    <a:p>
                      <a:pPr algn="l"/>
                      <a:endParaRPr kumimoji="1" lang="en-US" altLang="ja-JP" sz="1200">
                        <a:latin typeface="游ゴシック" panose="020B0400000000000000" pitchFamily="50" charset="-128"/>
                        <a:ea typeface="游ゴシック" panose="020B0400000000000000" pitchFamily="50" charset="-128"/>
                      </a:endParaRP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a:r>
                        <a:rPr kumimoji="1" lang="ja-JP" altLang="en-US" sz="1200">
                          <a:latin typeface="游ゴシック" panose="020B0400000000000000" pitchFamily="50" charset="-128"/>
                          <a:ea typeface="+mn-ea"/>
                        </a:rPr>
                        <a:t>ユーザー</a:t>
                      </a:r>
                      <a:endParaRPr kumimoji="1" lang="en-US" altLang="ja-JP" sz="1200">
                        <a:latin typeface="游ゴシック" panose="020B0400000000000000" pitchFamily="50" charset="-128"/>
                        <a:ea typeface="游ゴシック" panose="020B0400000000000000" pitchFamily="50" charset="-128"/>
                      </a:endParaRP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a:ln>
                            <a:noFill/>
                          </a:ln>
                          <a:solidFill>
                            <a:prstClr val="black"/>
                          </a:solidFill>
                          <a:effectLst/>
                          <a:uLnTx/>
                          <a:uFillTx/>
                          <a:latin typeface="游ゴシック" panose="020B0400000000000000" pitchFamily="50" charset="-128"/>
                          <a:ea typeface="游ゴシック" panose="020B0400000000000000" pitchFamily="50" charset="-128"/>
                          <a:cs typeface="+mn-cs"/>
                        </a:rPr>
                        <a:t>画面</a:t>
                      </a: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baseline="0">
                          <a:solidFill>
                            <a:schemeClr val="tx1"/>
                          </a:solidFill>
                          <a:latin typeface="游ゴシック" panose="020B0400000000000000" pitchFamily="50" charset="-128"/>
                          <a:ea typeface="+mn-ea"/>
                          <a:cs typeface="+mn-cs"/>
                        </a:rPr>
                        <a:t>・一覧表示</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baseline="0">
                          <a:solidFill>
                            <a:schemeClr val="tx1"/>
                          </a:solidFill>
                          <a:latin typeface="游ゴシック" panose="020B0400000000000000" pitchFamily="50" charset="-128"/>
                          <a:ea typeface="+mn-ea"/>
                          <a:cs typeface="+mn-cs"/>
                        </a:rPr>
                        <a:t>・新規登録、編集</a:t>
                      </a:r>
                      <a:endParaRPr kumimoji="1" lang="ja-JP" altLang="en-US" sz="1200" b="0" i="0" u="none" strike="noStrike" kern="1200" baseline="0">
                        <a:solidFill>
                          <a:schemeClr val="tx1"/>
                        </a:solidFill>
                        <a:latin typeface="游ゴシック" panose="020B0400000000000000" pitchFamily="50" charset="-128"/>
                        <a:ea typeface="游ゴシック" panose="020B0400000000000000" pitchFamily="50" charset="-128"/>
                        <a:cs typeface="+mn-cs"/>
                      </a:endParaRP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335918143"/>
                  </a:ext>
                </a:extLst>
              </a:tr>
              <a:tr h="152945">
                <a:tc rowSpan="2">
                  <a:txBody>
                    <a:bodyPr/>
                    <a:lstStyle/>
                    <a:p>
                      <a:pPr algn="l"/>
                      <a:r>
                        <a:rPr kumimoji="1" lang="ja-JP" altLang="en-US" sz="1200">
                          <a:latin typeface="游ゴシック" panose="020B0400000000000000" pitchFamily="50" charset="-128"/>
                          <a:ea typeface="+mn-ea"/>
                        </a:rPr>
                        <a:t>その他</a:t>
                      </a:r>
                      <a:endParaRPr kumimoji="1" lang="ja-JP" altLang="en-US" sz="1200">
                        <a:latin typeface="游ゴシック" panose="020B0400000000000000" pitchFamily="50" charset="-128"/>
                        <a:ea typeface="游ゴシック" panose="020B0400000000000000" pitchFamily="50" charset="-128"/>
                      </a:endParaRP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l"/>
                      <a:r>
                        <a:rPr kumimoji="1" lang="ja-JP" altLang="en-US" sz="1200">
                          <a:latin typeface="游ゴシック" panose="020B0400000000000000" pitchFamily="50" charset="-128"/>
                          <a:ea typeface="游ゴシック" panose="020B0400000000000000" pitchFamily="50" charset="-128"/>
                        </a:rPr>
                        <a:t>脆弱性診断</a:t>
                      </a: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ctr"/>
                      <a:r>
                        <a:rPr kumimoji="1" lang="ja-JP" altLang="en-US" sz="1200">
                          <a:latin typeface="游ゴシック" panose="020B0400000000000000" pitchFamily="50" charset="-128"/>
                          <a:ea typeface="游ゴシック" panose="020B0400000000000000" pitchFamily="50" charset="-128"/>
                        </a:rPr>
                        <a:t>ー</a:t>
                      </a: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baseline="0">
                          <a:solidFill>
                            <a:schemeClr val="tx1"/>
                          </a:solidFill>
                          <a:latin typeface="游ゴシック" panose="020B0400000000000000" pitchFamily="50" charset="-128"/>
                          <a:ea typeface="游ゴシック" panose="020B0400000000000000" pitchFamily="50" charset="-128"/>
                          <a:cs typeface="+mn-cs"/>
                        </a:rPr>
                        <a:t>・脆弱性診断を実施した結果の対応 </a:t>
                      </a:r>
                      <a:r>
                        <a:rPr kumimoji="1" lang="en-US" altLang="ja-JP" sz="1200" b="0" i="0" u="none" strike="noStrike" kern="1200" baseline="0">
                          <a:solidFill>
                            <a:schemeClr val="tx1"/>
                          </a:solidFill>
                          <a:latin typeface="游ゴシック" panose="020B0400000000000000" pitchFamily="50" charset="-128"/>
                          <a:ea typeface="游ゴシック" panose="020B0400000000000000" pitchFamily="50" charset="-128"/>
                          <a:cs typeface="+mn-cs"/>
                        </a:rPr>
                        <a:t>※</a:t>
                      </a:r>
                      <a:r>
                        <a:rPr kumimoji="1" lang="ja-JP" altLang="en-US" sz="1200" b="0" i="0" u="none" strike="noStrike" kern="1200" baseline="0">
                          <a:solidFill>
                            <a:schemeClr val="tx1"/>
                          </a:solidFill>
                          <a:latin typeface="游ゴシック" panose="020B0400000000000000" pitchFamily="50" charset="-128"/>
                          <a:ea typeface="游ゴシック" panose="020B0400000000000000" pitchFamily="50" charset="-128"/>
                          <a:cs typeface="+mn-cs"/>
                        </a:rPr>
                        <a:t>脆弱性診断の費用は見積対象外</a:t>
                      </a: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025700629"/>
                  </a:ext>
                </a:extLst>
              </a:tr>
              <a:tr h="152945">
                <a:tc vMerge="1">
                  <a:txBody>
                    <a:bodyPr/>
                    <a:lstStyle/>
                    <a:p>
                      <a:endParaRPr kumimoji="1" lang="ja-JP" altLang="en-US"/>
                    </a:p>
                  </a:txBody>
                  <a:tcPr/>
                </a:tc>
                <a:tc>
                  <a:txBody>
                    <a:bodyPr/>
                    <a:lstStyle/>
                    <a:p>
                      <a:pPr algn="l"/>
                      <a:r>
                        <a:rPr kumimoji="1" lang="ja-JP" altLang="en-US" sz="1200">
                          <a:latin typeface="游ゴシック" panose="020B0400000000000000" pitchFamily="50" charset="-128"/>
                          <a:ea typeface="+mn-ea"/>
                        </a:rPr>
                        <a:t>画面デザイン</a:t>
                      </a:r>
                      <a:endParaRPr kumimoji="1" lang="ja-JP" altLang="en-US" sz="1200">
                        <a:latin typeface="游ゴシック" panose="020B0400000000000000" pitchFamily="50" charset="-128"/>
                        <a:ea typeface="游ゴシック" panose="020B0400000000000000" pitchFamily="50" charset="-128"/>
                      </a:endParaRP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ctr"/>
                      <a:r>
                        <a:rPr kumimoji="1" lang="ja-JP" altLang="en-US" sz="1200">
                          <a:latin typeface="游ゴシック" panose="020B0400000000000000" pitchFamily="50" charset="-128"/>
                          <a:ea typeface="游ゴシック" panose="020B0400000000000000" pitchFamily="50" charset="-128"/>
                        </a:rPr>
                        <a:t>画面</a:t>
                      </a: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baseline="0">
                          <a:solidFill>
                            <a:schemeClr val="tx1"/>
                          </a:solidFill>
                          <a:latin typeface="游ゴシック" panose="020B0400000000000000" pitchFamily="50" charset="-128"/>
                          <a:ea typeface="+mn-ea"/>
                          <a:cs typeface="+mn-cs"/>
                        </a:rPr>
                        <a:t>出荷画面の「積時間を調整する</a:t>
                      </a:r>
                      <a:r>
                        <a:rPr kumimoji="1" lang="en-US" altLang="ja-JP" sz="1200" b="0" i="0" u="none" strike="noStrike" kern="1200" baseline="0">
                          <a:solidFill>
                            <a:schemeClr val="tx1"/>
                          </a:solidFill>
                          <a:latin typeface="游ゴシック" panose="020B0400000000000000" pitchFamily="50" charset="-128"/>
                          <a:ea typeface="+mn-ea"/>
                          <a:cs typeface="+mn-cs"/>
                        </a:rPr>
                        <a:t>UI</a:t>
                      </a:r>
                      <a:r>
                        <a:rPr kumimoji="1" lang="ja-JP" altLang="en-US" sz="1200" b="0" i="0" u="none" strike="noStrike" kern="1200" baseline="0">
                          <a:solidFill>
                            <a:schemeClr val="tx1"/>
                          </a:solidFill>
                          <a:latin typeface="游ゴシック" panose="020B0400000000000000" pitchFamily="50" charset="-128"/>
                          <a:ea typeface="+mn-ea"/>
                          <a:cs typeface="+mn-cs"/>
                        </a:rPr>
                        <a:t>」について</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baseline="0">
                          <a:solidFill>
                            <a:schemeClr val="tx1"/>
                          </a:solidFill>
                          <a:latin typeface="游ゴシック" panose="020B0400000000000000" pitchFamily="50" charset="-128"/>
                          <a:ea typeface="+mn-ea"/>
                          <a:cs typeface="+mn-cs"/>
                        </a:rPr>
                        <a:t>・ユーザが直感的に分かる操作・表現とする</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baseline="0">
                          <a:solidFill>
                            <a:schemeClr val="tx1"/>
                          </a:solidFill>
                          <a:latin typeface="游ゴシック" panose="020B0400000000000000" pitchFamily="50" charset="-128"/>
                          <a:ea typeface="+mn-ea"/>
                          <a:cs typeface="+mn-cs"/>
                        </a:rPr>
                        <a:t>・一括編集可能とする</a:t>
                      </a:r>
                      <a:endParaRPr kumimoji="1" lang="ja-JP" altLang="en-US" sz="1200" b="0" i="0" u="none" strike="noStrike" kern="1200" baseline="0">
                        <a:solidFill>
                          <a:schemeClr val="tx1"/>
                        </a:solidFill>
                        <a:latin typeface="游ゴシック" panose="020B0400000000000000" pitchFamily="50" charset="-128"/>
                        <a:ea typeface="游ゴシック" panose="020B0400000000000000" pitchFamily="50" charset="-128"/>
                        <a:cs typeface="+mn-cs"/>
                      </a:endParaRPr>
                    </a:p>
                  </a:txBody>
                  <a:tcPr marL="90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129702642"/>
                  </a:ext>
                </a:extLst>
              </a:tr>
            </a:tbl>
          </a:graphicData>
        </a:graphic>
      </p:graphicFrame>
    </p:spTree>
    <p:extLst>
      <p:ext uri="{BB962C8B-B14F-4D97-AF65-F5344CB8AC3E}">
        <p14:creationId xmlns:p14="http://schemas.microsoft.com/office/powerpoint/2010/main" val="321514134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C5A88FAA-7661-50CF-3757-E45BC3FB2265}"/>
              </a:ext>
            </a:extLst>
          </p:cNvPr>
          <p:cNvSpPr>
            <a:spLocks noGrp="1"/>
          </p:cNvSpPr>
          <p:nvPr>
            <p:ph type="ftr" sz="quarter" idx="11"/>
          </p:nvPr>
        </p:nvSpPr>
        <p:spPr/>
        <p:txBody>
          <a:bodyPr/>
          <a:lstStyle/>
          <a:p>
            <a:r>
              <a:rPr lang="en-US"/>
              <a:t>Copyright © SystemEXE,Inc All Rights Reserved.</a:t>
            </a:r>
          </a:p>
        </p:txBody>
      </p:sp>
      <p:sp>
        <p:nvSpPr>
          <p:cNvPr id="5" name="タイトル 4">
            <a:extLst>
              <a:ext uri="{FF2B5EF4-FFF2-40B4-BE49-F238E27FC236}">
                <a16:creationId xmlns:a16="http://schemas.microsoft.com/office/drawing/2014/main" id="{C3FCE4D4-3068-1647-A24A-534DA93588C4}"/>
              </a:ext>
            </a:extLst>
          </p:cNvPr>
          <p:cNvSpPr>
            <a:spLocks noGrp="1"/>
          </p:cNvSpPr>
          <p:nvPr>
            <p:ph type="title"/>
          </p:nvPr>
        </p:nvSpPr>
        <p:spPr/>
        <p:txBody>
          <a:bodyPr/>
          <a:lstStyle/>
          <a:p>
            <a:r>
              <a:rPr kumimoji="1" lang="ja-JP" altLang="en-US"/>
              <a:t>プロジェクト体制・スケジュール等</a:t>
            </a:r>
          </a:p>
        </p:txBody>
      </p:sp>
    </p:spTree>
    <p:extLst>
      <p:ext uri="{BB962C8B-B14F-4D97-AF65-F5344CB8AC3E}">
        <p14:creationId xmlns:p14="http://schemas.microsoft.com/office/powerpoint/2010/main" val="295324166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80CD78-C27B-404E-EB80-3D2B8B66D2D1}"/>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2CBA065B-2F8B-F0D5-5B04-79E2FD7160BB}"/>
              </a:ext>
            </a:extLst>
          </p:cNvPr>
          <p:cNvSpPr>
            <a:spLocks noGrp="1"/>
          </p:cNvSpPr>
          <p:nvPr>
            <p:ph type="title"/>
          </p:nvPr>
        </p:nvSpPr>
        <p:spPr/>
        <p:txBody>
          <a:bodyPr/>
          <a:lstStyle/>
          <a:p>
            <a:r>
              <a:rPr kumimoji="1" lang="ja-JP" altLang="en-US"/>
              <a:t>体制（</a:t>
            </a:r>
            <a:r>
              <a:rPr lang="ja-JP" altLang="en-US"/>
              <a:t>案）</a:t>
            </a:r>
            <a:endParaRPr kumimoji="1" lang="ja-JP" altLang="en-US"/>
          </a:p>
        </p:txBody>
      </p:sp>
      <p:sp>
        <p:nvSpPr>
          <p:cNvPr id="4" name="フッター プレースホルダー 3">
            <a:extLst>
              <a:ext uri="{FF2B5EF4-FFF2-40B4-BE49-F238E27FC236}">
                <a16:creationId xmlns:a16="http://schemas.microsoft.com/office/drawing/2014/main" id="{70A0DD85-93E1-8A00-0CC2-ED0215C8439F}"/>
              </a:ext>
            </a:extLst>
          </p:cNvPr>
          <p:cNvSpPr>
            <a:spLocks noGrp="1"/>
          </p:cNvSpPr>
          <p:nvPr>
            <p:ph type="ftr" sz="quarter" idx="11"/>
          </p:nvPr>
        </p:nvSpPr>
        <p:spPr/>
        <p:txBody>
          <a:bodyPr/>
          <a:lstStyle/>
          <a:p>
            <a:r>
              <a:rPr lang="en-US" altLang="ja-JP"/>
              <a:t>Copyright © SystemEXE,Inc All Rights Reserved.</a:t>
            </a:r>
          </a:p>
        </p:txBody>
      </p:sp>
      <p:sp>
        <p:nvSpPr>
          <p:cNvPr id="24" name="正方形/長方形 23">
            <a:extLst>
              <a:ext uri="{FF2B5EF4-FFF2-40B4-BE49-F238E27FC236}">
                <a16:creationId xmlns:a16="http://schemas.microsoft.com/office/drawing/2014/main" id="{9981E65E-52D1-06E7-B62C-88E5C962C4BB}"/>
              </a:ext>
            </a:extLst>
          </p:cNvPr>
          <p:cNvSpPr/>
          <p:nvPr/>
        </p:nvSpPr>
        <p:spPr>
          <a:xfrm>
            <a:off x="575999" y="1297411"/>
            <a:ext cx="3600000" cy="4623178"/>
          </a:xfrm>
          <a:prstGeom prst="rect">
            <a:avLst/>
          </a:prstGeom>
          <a:solidFill>
            <a:schemeClr val="accent2">
              <a:lumMod val="20000"/>
              <a:lumOff val="80000"/>
            </a:schemeClr>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0" name="四角形: 上の 2 つの角を丸める 29">
            <a:extLst>
              <a:ext uri="{FF2B5EF4-FFF2-40B4-BE49-F238E27FC236}">
                <a16:creationId xmlns:a16="http://schemas.microsoft.com/office/drawing/2014/main" id="{E49C9C00-4C88-3DED-AD78-80F24A61AE28}"/>
              </a:ext>
            </a:extLst>
          </p:cNvPr>
          <p:cNvSpPr/>
          <p:nvPr/>
        </p:nvSpPr>
        <p:spPr>
          <a:xfrm>
            <a:off x="576000" y="937411"/>
            <a:ext cx="3600000" cy="360000"/>
          </a:xfrm>
          <a:prstGeom prst="round2Same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600" b="1">
                <a:latin typeface="游ゴシック" panose="020B0400000000000000" pitchFamily="50" charset="-128"/>
                <a:ea typeface="游ゴシック" panose="020B0400000000000000" pitchFamily="50" charset="-128"/>
              </a:rPr>
              <a:t>出光興産様</a:t>
            </a:r>
          </a:p>
        </p:txBody>
      </p:sp>
      <p:cxnSp>
        <p:nvCxnSpPr>
          <p:cNvPr id="34" name="直線コネクタ 33">
            <a:extLst>
              <a:ext uri="{FF2B5EF4-FFF2-40B4-BE49-F238E27FC236}">
                <a16:creationId xmlns:a16="http://schemas.microsoft.com/office/drawing/2014/main" id="{804F6137-3497-2C14-7346-DC041DFD9FE0}"/>
              </a:ext>
            </a:extLst>
          </p:cNvPr>
          <p:cNvCxnSpPr>
            <a:cxnSpLocks/>
            <a:stCxn id="67" idx="0"/>
            <a:endCxn id="64" idx="2"/>
          </p:cNvCxnSpPr>
          <p:nvPr/>
        </p:nvCxnSpPr>
        <p:spPr>
          <a:xfrm flipV="1">
            <a:off x="2376000" y="2233411"/>
            <a:ext cx="0" cy="783597"/>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38" name="正方形/長方形 37">
            <a:extLst>
              <a:ext uri="{FF2B5EF4-FFF2-40B4-BE49-F238E27FC236}">
                <a16:creationId xmlns:a16="http://schemas.microsoft.com/office/drawing/2014/main" id="{2AD9E013-F686-2FD1-698C-D175FBC3E2BC}"/>
              </a:ext>
            </a:extLst>
          </p:cNvPr>
          <p:cNvSpPr/>
          <p:nvPr/>
        </p:nvSpPr>
        <p:spPr>
          <a:xfrm>
            <a:off x="4419603" y="1297410"/>
            <a:ext cx="7200000" cy="4615807"/>
          </a:xfrm>
          <a:prstGeom prst="rect">
            <a:avLst/>
          </a:prstGeom>
          <a:solidFill>
            <a:schemeClr val="accent1">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9" name="四角形: 上の 2 つの角を丸める 38">
            <a:extLst>
              <a:ext uri="{FF2B5EF4-FFF2-40B4-BE49-F238E27FC236}">
                <a16:creationId xmlns:a16="http://schemas.microsoft.com/office/drawing/2014/main" id="{E8F7F3A3-58F5-FEA7-E58E-7F9FDD0E2C69}"/>
              </a:ext>
            </a:extLst>
          </p:cNvPr>
          <p:cNvSpPr/>
          <p:nvPr/>
        </p:nvSpPr>
        <p:spPr>
          <a:xfrm>
            <a:off x="4419603" y="937411"/>
            <a:ext cx="7200000" cy="360000"/>
          </a:xfrm>
          <a:prstGeom prst="round2SameRect">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600" b="1">
                <a:latin typeface="游ゴシック" panose="020B0400000000000000" pitchFamily="50" charset="-128"/>
                <a:ea typeface="游ゴシック" panose="020B0400000000000000" pitchFamily="50" charset="-128"/>
              </a:rPr>
              <a:t>システムエグゼ</a:t>
            </a:r>
          </a:p>
        </p:txBody>
      </p:sp>
      <p:grpSp>
        <p:nvGrpSpPr>
          <p:cNvPr id="40" name="グループ化 39">
            <a:extLst>
              <a:ext uri="{FF2B5EF4-FFF2-40B4-BE49-F238E27FC236}">
                <a16:creationId xmlns:a16="http://schemas.microsoft.com/office/drawing/2014/main" id="{7D45572A-6564-039D-42E2-D100FDD3A02A}"/>
              </a:ext>
            </a:extLst>
          </p:cNvPr>
          <p:cNvGrpSpPr/>
          <p:nvPr/>
        </p:nvGrpSpPr>
        <p:grpSpPr>
          <a:xfrm>
            <a:off x="6217200" y="1513411"/>
            <a:ext cx="2592000" cy="720000"/>
            <a:chOff x="4655954" y="1512000"/>
            <a:chExt cx="3738953" cy="720000"/>
          </a:xfrm>
        </p:grpSpPr>
        <p:sp>
          <p:nvSpPr>
            <p:cNvPr id="41" name="正方形/長方形 40">
              <a:extLst>
                <a:ext uri="{FF2B5EF4-FFF2-40B4-BE49-F238E27FC236}">
                  <a16:creationId xmlns:a16="http://schemas.microsoft.com/office/drawing/2014/main" id="{DA37A262-DC47-433A-D740-78DB9C3C8698}"/>
                </a:ext>
              </a:extLst>
            </p:cNvPr>
            <p:cNvSpPr/>
            <p:nvPr/>
          </p:nvSpPr>
          <p:spPr>
            <a:xfrm>
              <a:off x="4655954" y="1512000"/>
              <a:ext cx="3738947" cy="360000"/>
            </a:xfrm>
            <a:prstGeom prst="rect">
              <a:avLst/>
            </a:prstGeom>
            <a:solidFill>
              <a:schemeClr val="bg1">
                <a:lumMod val="95000"/>
              </a:schemeClr>
            </a:solidFill>
            <a:ln w="6350">
              <a:solidFill>
                <a:schemeClr val="bg1">
                  <a:lumMod val="50000"/>
                </a:schemeClr>
              </a:solidFill>
            </a:ln>
          </p:spPr>
          <p:style>
            <a:lnRef idx="3">
              <a:schemeClr val="lt1"/>
            </a:lnRef>
            <a:fillRef idx="1">
              <a:schemeClr val="accent1"/>
            </a:fillRef>
            <a:effectRef idx="1">
              <a:schemeClr val="accent1"/>
            </a:effectRef>
            <a:fontRef idx="minor">
              <a:schemeClr val="lt1"/>
            </a:fontRef>
          </p:style>
          <p:txBody>
            <a:bodyPr lIns="36000" rIns="36000" rtlCol="0" anchor="ctr"/>
            <a:lstStyle/>
            <a:p>
              <a:pPr algn="ctr"/>
              <a:r>
                <a:rPr lang="ja-JP" altLang="en-US" sz="1400">
                  <a:solidFill>
                    <a:schemeClr val="tx1"/>
                  </a:solidFill>
                  <a:latin typeface="游ゴシック" panose="020B0400000000000000" pitchFamily="50" charset="-128"/>
                  <a:ea typeface="游ゴシック" panose="020B0400000000000000" pitchFamily="50" charset="-128"/>
                </a:rPr>
                <a:t>プロジェクト責任者</a:t>
              </a:r>
              <a:endParaRPr kumimoji="1" lang="ja-JP" altLang="en-US" sz="1400">
                <a:solidFill>
                  <a:schemeClr val="tx1"/>
                </a:solidFill>
                <a:latin typeface="游ゴシック" panose="020B0400000000000000" pitchFamily="50" charset="-128"/>
                <a:ea typeface="游ゴシック" panose="020B0400000000000000" pitchFamily="50" charset="-128"/>
              </a:endParaRPr>
            </a:p>
          </p:txBody>
        </p:sp>
        <p:sp>
          <p:nvSpPr>
            <p:cNvPr id="42" name="正方形/長方形 41">
              <a:extLst>
                <a:ext uri="{FF2B5EF4-FFF2-40B4-BE49-F238E27FC236}">
                  <a16:creationId xmlns:a16="http://schemas.microsoft.com/office/drawing/2014/main" id="{C0DF0B83-0B92-5F58-76C3-3F69C4A13F42}"/>
                </a:ext>
              </a:extLst>
            </p:cNvPr>
            <p:cNvSpPr/>
            <p:nvPr/>
          </p:nvSpPr>
          <p:spPr>
            <a:xfrm>
              <a:off x="4655960" y="1872000"/>
              <a:ext cx="3738947" cy="360000"/>
            </a:xfrm>
            <a:prstGeom prst="rect">
              <a:avLst/>
            </a:prstGeom>
            <a:solidFill>
              <a:schemeClr val="bg1"/>
            </a:solidFill>
            <a:ln w="6350">
              <a:solidFill>
                <a:schemeClr val="bg1">
                  <a:lumMod val="50000"/>
                </a:schemeClr>
              </a:solidFill>
            </a:ln>
          </p:spPr>
          <p:style>
            <a:lnRef idx="3">
              <a:schemeClr val="lt1"/>
            </a:lnRef>
            <a:fillRef idx="1">
              <a:schemeClr val="accent1"/>
            </a:fillRef>
            <a:effectRef idx="1">
              <a:schemeClr val="accent1"/>
            </a:effectRef>
            <a:fontRef idx="minor">
              <a:schemeClr val="lt1"/>
            </a:fontRef>
          </p:style>
          <p:txBody>
            <a:bodyPr lIns="90000" tIns="46800" rIns="90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lang="ja-JP" altLang="en-US" sz="1400" kern="0">
                  <a:solidFill>
                    <a:prstClr val="black"/>
                  </a:solidFill>
                  <a:latin typeface="+mn-ea"/>
                </a:rPr>
                <a:t>福田　慎</a:t>
              </a:r>
              <a:endParaRPr kumimoji="1" lang="ja-JP" altLang="en-US" sz="1400" b="0" i="0" u="none" strike="noStrike" kern="0" cap="none" spc="0" normalizeH="0" baseline="0" noProof="0">
                <a:ln>
                  <a:noFill/>
                </a:ln>
                <a:solidFill>
                  <a:prstClr val="black"/>
                </a:solidFill>
                <a:effectLst/>
                <a:uLnTx/>
                <a:uFillTx/>
                <a:latin typeface="+mn-ea"/>
              </a:endParaRPr>
            </a:p>
          </p:txBody>
        </p:sp>
      </p:grpSp>
      <p:grpSp>
        <p:nvGrpSpPr>
          <p:cNvPr id="43" name="グループ化 42">
            <a:extLst>
              <a:ext uri="{FF2B5EF4-FFF2-40B4-BE49-F238E27FC236}">
                <a16:creationId xmlns:a16="http://schemas.microsoft.com/office/drawing/2014/main" id="{FEA875BE-D9E8-79FD-65C7-EFEA23812683}"/>
              </a:ext>
            </a:extLst>
          </p:cNvPr>
          <p:cNvGrpSpPr/>
          <p:nvPr/>
        </p:nvGrpSpPr>
        <p:grpSpPr>
          <a:xfrm>
            <a:off x="6217200" y="3017008"/>
            <a:ext cx="2592000" cy="720000"/>
            <a:chOff x="4655954" y="2520000"/>
            <a:chExt cx="3738953" cy="720000"/>
          </a:xfrm>
        </p:grpSpPr>
        <p:sp>
          <p:nvSpPr>
            <p:cNvPr id="44" name="正方形/長方形 43">
              <a:extLst>
                <a:ext uri="{FF2B5EF4-FFF2-40B4-BE49-F238E27FC236}">
                  <a16:creationId xmlns:a16="http://schemas.microsoft.com/office/drawing/2014/main" id="{3CF23CE0-1398-0291-3AD6-E7C70ED5F6E6}"/>
                </a:ext>
              </a:extLst>
            </p:cNvPr>
            <p:cNvSpPr/>
            <p:nvPr/>
          </p:nvSpPr>
          <p:spPr>
            <a:xfrm>
              <a:off x="4655954" y="2520000"/>
              <a:ext cx="3738947" cy="360000"/>
            </a:xfrm>
            <a:prstGeom prst="rect">
              <a:avLst/>
            </a:prstGeom>
            <a:solidFill>
              <a:schemeClr val="bg1">
                <a:lumMod val="95000"/>
              </a:schemeClr>
            </a:solidFill>
            <a:ln w="6350">
              <a:solidFill>
                <a:schemeClr val="bg1">
                  <a:lumMod val="50000"/>
                </a:schemeClr>
              </a:solidFill>
            </a:ln>
          </p:spPr>
          <p:style>
            <a:lnRef idx="3">
              <a:schemeClr val="lt1"/>
            </a:lnRef>
            <a:fillRef idx="1">
              <a:schemeClr val="accent1"/>
            </a:fillRef>
            <a:effectRef idx="1">
              <a:schemeClr val="accent1"/>
            </a:effectRef>
            <a:fontRef idx="minor">
              <a:schemeClr val="lt1"/>
            </a:fontRef>
          </p:style>
          <p:txBody>
            <a:bodyPr lIns="36000" rIns="36000" rtlCol="0" anchor="ctr"/>
            <a:lstStyle/>
            <a:p>
              <a:pPr algn="ctr"/>
              <a:r>
                <a:rPr lang="ja-JP" altLang="en-US" sz="1400">
                  <a:solidFill>
                    <a:schemeClr val="tx1"/>
                  </a:solidFill>
                  <a:latin typeface="游ゴシック" panose="020B0400000000000000" pitchFamily="50" charset="-128"/>
                  <a:ea typeface="游ゴシック" panose="020B0400000000000000" pitchFamily="50" charset="-128"/>
                </a:rPr>
                <a:t>プロジェクトマネージャー</a:t>
              </a:r>
              <a:endParaRPr kumimoji="1" lang="ja-JP" altLang="en-US" sz="1400">
                <a:solidFill>
                  <a:schemeClr val="tx1"/>
                </a:solidFill>
                <a:latin typeface="游ゴシック" panose="020B0400000000000000" pitchFamily="50" charset="-128"/>
                <a:ea typeface="游ゴシック" panose="020B0400000000000000" pitchFamily="50" charset="-128"/>
              </a:endParaRPr>
            </a:p>
          </p:txBody>
        </p:sp>
        <p:sp>
          <p:nvSpPr>
            <p:cNvPr id="47" name="正方形/長方形 46">
              <a:extLst>
                <a:ext uri="{FF2B5EF4-FFF2-40B4-BE49-F238E27FC236}">
                  <a16:creationId xmlns:a16="http://schemas.microsoft.com/office/drawing/2014/main" id="{2E8D1934-EA8D-35FD-4885-FB50A09461F7}"/>
                </a:ext>
              </a:extLst>
            </p:cNvPr>
            <p:cNvSpPr/>
            <p:nvPr/>
          </p:nvSpPr>
          <p:spPr>
            <a:xfrm>
              <a:off x="4655960" y="2880000"/>
              <a:ext cx="3738947" cy="360000"/>
            </a:xfrm>
            <a:prstGeom prst="rect">
              <a:avLst/>
            </a:prstGeom>
            <a:solidFill>
              <a:schemeClr val="bg1"/>
            </a:solidFill>
            <a:ln w="6350">
              <a:solidFill>
                <a:schemeClr val="bg1">
                  <a:lumMod val="50000"/>
                </a:schemeClr>
              </a:solidFill>
            </a:ln>
          </p:spPr>
          <p:style>
            <a:lnRef idx="3">
              <a:schemeClr val="lt1"/>
            </a:lnRef>
            <a:fillRef idx="1">
              <a:schemeClr val="accent1"/>
            </a:fillRef>
            <a:effectRef idx="1">
              <a:schemeClr val="accent1"/>
            </a:effectRef>
            <a:fontRef idx="minor">
              <a:schemeClr val="lt1"/>
            </a:fontRef>
          </p:style>
          <p:txBody>
            <a:bodyPr lIns="90000" tIns="46800" rIns="90000" rtlCol="0" anchor="ctr"/>
            <a:lstStyle/>
            <a:p>
              <a:pPr lvl="0" algn="ctr" defTabSz="914400">
                <a:defRPr/>
              </a:pPr>
              <a:r>
                <a:rPr lang="ja-JP" altLang="en-US" sz="1400">
                  <a:solidFill>
                    <a:srgbClr val="333333"/>
                  </a:solidFill>
                  <a:latin typeface="游ゴシック"/>
                  <a:ea typeface="游ゴシック"/>
                </a:rPr>
                <a:t>福井　将敏</a:t>
              </a:r>
            </a:p>
          </p:txBody>
        </p:sp>
      </p:grpSp>
      <p:cxnSp>
        <p:nvCxnSpPr>
          <p:cNvPr id="48" name="直線コネクタ 47">
            <a:extLst>
              <a:ext uri="{FF2B5EF4-FFF2-40B4-BE49-F238E27FC236}">
                <a16:creationId xmlns:a16="http://schemas.microsoft.com/office/drawing/2014/main" id="{B02D2D4D-3924-332F-F7F5-F534F737B379}"/>
              </a:ext>
            </a:extLst>
          </p:cNvPr>
          <p:cNvCxnSpPr>
            <a:cxnSpLocks/>
            <a:stCxn id="42" idx="2"/>
            <a:endCxn id="44" idx="0"/>
          </p:cNvCxnSpPr>
          <p:nvPr/>
        </p:nvCxnSpPr>
        <p:spPr>
          <a:xfrm flipH="1">
            <a:off x="7513198" y="2233411"/>
            <a:ext cx="4" cy="783597"/>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nvGrpSpPr>
          <p:cNvPr id="56" name="グループ化 55">
            <a:extLst>
              <a:ext uri="{FF2B5EF4-FFF2-40B4-BE49-F238E27FC236}">
                <a16:creationId xmlns:a16="http://schemas.microsoft.com/office/drawing/2014/main" id="{73ACBD6B-7455-0EDD-4932-D0A6D9353ACF}"/>
              </a:ext>
            </a:extLst>
          </p:cNvPr>
          <p:cNvGrpSpPr/>
          <p:nvPr/>
        </p:nvGrpSpPr>
        <p:grpSpPr>
          <a:xfrm>
            <a:off x="9321221" y="2534797"/>
            <a:ext cx="2160000" cy="720000"/>
            <a:chOff x="768000" y="1440000"/>
            <a:chExt cx="2880000" cy="720000"/>
          </a:xfrm>
        </p:grpSpPr>
        <p:sp>
          <p:nvSpPr>
            <p:cNvPr id="57" name="正方形/長方形 56">
              <a:extLst>
                <a:ext uri="{FF2B5EF4-FFF2-40B4-BE49-F238E27FC236}">
                  <a16:creationId xmlns:a16="http://schemas.microsoft.com/office/drawing/2014/main" id="{FF55B776-4E02-0991-7001-3D3AA5FC8656}"/>
                </a:ext>
              </a:extLst>
            </p:cNvPr>
            <p:cNvSpPr/>
            <p:nvPr/>
          </p:nvSpPr>
          <p:spPr>
            <a:xfrm>
              <a:off x="768000" y="1440000"/>
              <a:ext cx="2880000" cy="360000"/>
            </a:xfrm>
            <a:prstGeom prst="rect">
              <a:avLst/>
            </a:prstGeom>
            <a:solidFill>
              <a:schemeClr val="bg1">
                <a:lumMod val="95000"/>
              </a:schemeClr>
            </a:solidFill>
            <a:ln w="6350">
              <a:solidFill>
                <a:schemeClr val="bg1">
                  <a:lumMod val="50000"/>
                </a:schemeClr>
              </a:solidFill>
            </a:ln>
          </p:spPr>
          <p:style>
            <a:lnRef idx="3">
              <a:schemeClr val="lt1"/>
            </a:lnRef>
            <a:fillRef idx="1">
              <a:schemeClr val="accent1"/>
            </a:fillRef>
            <a:effectRef idx="1">
              <a:schemeClr val="accent1"/>
            </a:effectRef>
            <a:fontRef idx="minor">
              <a:schemeClr val="lt1"/>
            </a:fontRef>
          </p:style>
          <p:txBody>
            <a:bodyPr lIns="36000" rIns="36000" rtlCol="0" anchor="ctr"/>
            <a:lstStyle/>
            <a:p>
              <a:pPr algn="ctr"/>
              <a:r>
                <a:rPr lang="ja-JP" altLang="en-US" sz="1400">
                  <a:solidFill>
                    <a:schemeClr val="tx1"/>
                  </a:solidFill>
                  <a:latin typeface="游ゴシック" panose="020B0400000000000000" pitchFamily="50" charset="-128"/>
                  <a:ea typeface="游ゴシック" panose="020B0400000000000000" pitchFamily="50" charset="-128"/>
                </a:rPr>
                <a:t>営業</a:t>
              </a:r>
              <a:endParaRPr kumimoji="1" lang="ja-JP" altLang="en-US" sz="1400">
                <a:solidFill>
                  <a:schemeClr val="tx1"/>
                </a:solidFill>
                <a:latin typeface="游ゴシック" panose="020B0400000000000000" pitchFamily="50" charset="-128"/>
                <a:ea typeface="游ゴシック" panose="020B0400000000000000" pitchFamily="50" charset="-128"/>
              </a:endParaRPr>
            </a:p>
          </p:txBody>
        </p:sp>
        <p:sp>
          <p:nvSpPr>
            <p:cNvPr id="58" name="正方形/長方形 57">
              <a:extLst>
                <a:ext uri="{FF2B5EF4-FFF2-40B4-BE49-F238E27FC236}">
                  <a16:creationId xmlns:a16="http://schemas.microsoft.com/office/drawing/2014/main" id="{010B5056-28F7-F4B8-3F4A-01D74EE5E06C}"/>
                </a:ext>
              </a:extLst>
            </p:cNvPr>
            <p:cNvSpPr/>
            <p:nvPr/>
          </p:nvSpPr>
          <p:spPr>
            <a:xfrm>
              <a:off x="768000" y="1800000"/>
              <a:ext cx="2880000" cy="360000"/>
            </a:xfrm>
            <a:prstGeom prst="rect">
              <a:avLst/>
            </a:prstGeom>
            <a:solidFill>
              <a:schemeClr val="bg1"/>
            </a:solidFill>
            <a:ln w="6350">
              <a:solidFill>
                <a:schemeClr val="bg1">
                  <a:lumMod val="50000"/>
                </a:schemeClr>
              </a:solidFill>
            </a:ln>
          </p:spPr>
          <p:style>
            <a:lnRef idx="3">
              <a:schemeClr val="lt1"/>
            </a:lnRef>
            <a:fillRef idx="1">
              <a:schemeClr val="accent1"/>
            </a:fillRef>
            <a:effectRef idx="1">
              <a:schemeClr val="accent1"/>
            </a:effectRef>
            <a:fontRef idx="minor">
              <a:schemeClr val="lt1"/>
            </a:fontRef>
          </p:style>
          <p:txBody>
            <a:bodyPr lIns="90000" tIns="46800" rIns="90000" rtlCol="0" anchor="ctr"/>
            <a:lstStyle/>
            <a:p>
              <a:pPr algn="ctr"/>
              <a:r>
                <a:rPr lang="ja-JP" altLang="en-US" sz="1400" b="0" i="0">
                  <a:solidFill>
                    <a:srgbClr val="333333"/>
                  </a:solidFill>
                  <a:effectLst/>
                  <a:latin typeface="游ゴシック" panose="020B0400000000000000" pitchFamily="50" charset="-128"/>
                  <a:ea typeface="游ゴシック" panose="020B0400000000000000" pitchFamily="50" charset="-128"/>
                </a:rPr>
                <a:t>髙浦 祐朗</a:t>
              </a:r>
            </a:p>
          </p:txBody>
        </p:sp>
      </p:grpSp>
      <p:cxnSp>
        <p:nvCxnSpPr>
          <p:cNvPr id="59" name="直線コネクタ 58">
            <a:extLst>
              <a:ext uri="{FF2B5EF4-FFF2-40B4-BE49-F238E27FC236}">
                <a16:creationId xmlns:a16="http://schemas.microsoft.com/office/drawing/2014/main" id="{6C5BF4C1-2748-3C2D-D135-958049E0D3B7}"/>
              </a:ext>
            </a:extLst>
          </p:cNvPr>
          <p:cNvCxnSpPr>
            <a:cxnSpLocks/>
            <a:endCxn id="47" idx="2"/>
          </p:cNvCxnSpPr>
          <p:nvPr/>
        </p:nvCxnSpPr>
        <p:spPr>
          <a:xfrm flipH="1" flipV="1">
            <a:off x="7513202" y="3737008"/>
            <a:ext cx="10356" cy="1530103"/>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nvGrpSpPr>
          <p:cNvPr id="61" name="グループ化 60">
            <a:extLst>
              <a:ext uri="{FF2B5EF4-FFF2-40B4-BE49-F238E27FC236}">
                <a16:creationId xmlns:a16="http://schemas.microsoft.com/office/drawing/2014/main" id="{BF9B8D69-5C51-0F59-7C7B-B4AA7FED1961}"/>
              </a:ext>
            </a:extLst>
          </p:cNvPr>
          <p:cNvGrpSpPr/>
          <p:nvPr/>
        </p:nvGrpSpPr>
        <p:grpSpPr>
          <a:xfrm>
            <a:off x="1224000" y="1513411"/>
            <a:ext cx="2304000" cy="720000"/>
            <a:chOff x="719999" y="2016000"/>
            <a:chExt cx="2304000" cy="720000"/>
          </a:xfrm>
        </p:grpSpPr>
        <p:sp>
          <p:nvSpPr>
            <p:cNvPr id="62" name="正方形/長方形 61">
              <a:extLst>
                <a:ext uri="{FF2B5EF4-FFF2-40B4-BE49-F238E27FC236}">
                  <a16:creationId xmlns:a16="http://schemas.microsoft.com/office/drawing/2014/main" id="{9E968649-4ED0-C9BB-7812-383B64DDA856}"/>
                </a:ext>
              </a:extLst>
            </p:cNvPr>
            <p:cNvSpPr/>
            <p:nvPr/>
          </p:nvSpPr>
          <p:spPr>
            <a:xfrm>
              <a:off x="719999" y="2016000"/>
              <a:ext cx="504000" cy="720000"/>
            </a:xfrm>
            <a:prstGeom prst="rect">
              <a:avLst/>
            </a:prstGeom>
            <a:solidFill>
              <a:schemeClr val="bg1">
                <a:lumMod val="9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a:solidFill>
                  <a:schemeClr val="tx1"/>
                </a:solidFill>
              </a:endParaRPr>
            </a:p>
          </p:txBody>
        </p:sp>
        <p:sp>
          <p:nvSpPr>
            <p:cNvPr id="63" name="正方形/長方形 62">
              <a:extLst>
                <a:ext uri="{FF2B5EF4-FFF2-40B4-BE49-F238E27FC236}">
                  <a16:creationId xmlns:a16="http://schemas.microsoft.com/office/drawing/2014/main" id="{361B9BA4-8F54-97D7-E684-51F2467ABD38}"/>
                </a:ext>
              </a:extLst>
            </p:cNvPr>
            <p:cNvSpPr/>
            <p:nvPr/>
          </p:nvSpPr>
          <p:spPr>
            <a:xfrm>
              <a:off x="719999" y="2016000"/>
              <a:ext cx="2304000" cy="360000"/>
            </a:xfrm>
            <a:prstGeom prst="rect">
              <a:avLst/>
            </a:prstGeom>
            <a:solidFill>
              <a:schemeClr val="bg1">
                <a:lumMod val="9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00">
                  <a:solidFill>
                    <a:schemeClr val="tx1"/>
                  </a:solidFill>
                </a:rPr>
                <a:t>プロジェクト責任者</a:t>
              </a:r>
            </a:p>
          </p:txBody>
        </p:sp>
        <p:sp>
          <p:nvSpPr>
            <p:cNvPr id="64" name="正方形/長方形 63">
              <a:extLst>
                <a:ext uri="{FF2B5EF4-FFF2-40B4-BE49-F238E27FC236}">
                  <a16:creationId xmlns:a16="http://schemas.microsoft.com/office/drawing/2014/main" id="{E73CD72B-6DA5-068C-262A-4401C4D9DA54}"/>
                </a:ext>
              </a:extLst>
            </p:cNvPr>
            <p:cNvSpPr/>
            <p:nvPr/>
          </p:nvSpPr>
          <p:spPr>
            <a:xfrm>
              <a:off x="719999" y="2376000"/>
              <a:ext cx="2304000" cy="360000"/>
            </a:xfrm>
            <a:prstGeom prst="rect">
              <a:avLst/>
            </a:prstGeom>
            <a:solidFill>
              <a:schemeClr val="bg1"/>
            </a:solidFill>
            <a:ln w="6350">
              <a:solidFill>
                <a:schemeClr val="bg1">
                  <a:lumMod val="50000"/>
                </a:schemeClr>
              </a:solidFill>
            </a:ln>
          </p:spPr>
          <p:style>
            <a:lnRef idx="3">
              <a:schemeClr val="lt1"/>
            </a:lnRef>
            <a:fillRef idx="1">
              <a:schemeClr val="accent1"/>
            </a:fillRef>
            <a:effectRef idx="1">
              <a:schemeClr val="accent1"/>
            </a:effectRef>
            <a:fontRef idx="minor">
              <a:schemeClr val="lt1"/>
            </a:fontRef>
          </p:style>
          <p:txBody>
            <a:bodyPr lIns="90000" tIns="46800" rIns="90000" rtlCol="0" anchor="ctr" anchorCtr="0"/>
            <a:lstStyle/>
            <a:p>
              <a:pPr algn="ctr"/>
              <a:r>
                <a:rPr lang="ja-JP" altLang="en-US" sz="1400">
                  <a:solidFill>
                    <a:schemeClr val="tx1"/>
                  </a:solidFill>
                  <a:latin typeface="游ゴシック" panose="020B0400000000000000" pitchFamily="50" charset="-128"/>
                  <a:ea typeface="游ゴシック" panose="020B0400000000000000" pitchFamily="50" charset="-128"/>
                </a:rPr>
                <a:t>肥後 浩一様</a:t>
              </a:r>
              <a:endParaRPr lang="en-US" altLang="ja-JP" sz="1400">
                <a:solidFill>
                  <a:schemeClr val="tx1"/>
                </a:solidFill>
                <a:latin typeface="游ゴシック" panose="020B0400000000000000" pitchFamily="50" charset="-128"/>
                <a:ea typeface="游ゴシック" panose="020B0400000000000000" pitchFamily="50" charset="-128"/>
              </a:endParaRPr>
            </a:p>
          </p:txBody>
        </p:sp>
      </p:grpSp>
      <p:grpSp>
        <p:nvGrpSpPr>
          <p:cNvPr id="65" name="グループ化 64">
            <a:extLst>
              <a:ext uri="{FF2B5EF4-FFF2-40B4-BE49-F238E27FC236}">
                <a16:creationId xmlns:a16="http://schemas.microsoft.com/office/drawing/2014/main" id="{862F4B9C-F012-733C-97E7-BC4BD6155E59}"/>
              </a:ext>
            </a:extLst>
          </p:cNvPr>
          <p:cNvGrpSpPr/>
          <p:nvPr/>
        </p:nvGrpSpPr>
        <p:grpSpPr>
          <a:xfrm>
            <a:off x="1224000" y="3017008"/>
            <a:ext cx="2304000" cy="720000"/>
            <a:chOff x="719999" y="2952000"/>
            <a:chExt cx="2304000" cy="720000"/>
          </a:xfrm>
        </p:grpSpPr>
        <p:sp>
          <p:nvSpPr>
            <p:cNvPr id="67" name="正方形/長方形 66">
              <a:extLst>
                <a:ext uri="{FF2B5EF4-FFF2-40B4-BE49-F238E27FC236}">
                  <a16:creationId xmlns:a16="http://schemas.microsoft.com/office/drawing/2014/main" id="{0A951824-8CC8-3E3C-1303-25EAC7814C5E}"/>
                </a:ext>
              </a:extLst>
            </p:cNvPr>
            <p:cNvSpPr/>
            <p:nvPr/>
          </p:nvSpPr>
          <p:spPr>
            <a:xfrm>
              <a:off x="719999" y="2952000"/>
              <a:ext cx="2304000" cy="360000"/>
            </a:xfrm>
            <a:prstGeom prst="rect">
              <a:avLst/>
            </a:prstGeom>
            <a:solidFill>
              <a:schemeClr val="bg1">
                <a:lumMod val="9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ja-JP" altLang="en-US" sz="1400">
                  <a:solidFill>
                    <a:schemeClr val="tx1"/>
                  </a:solidFill>
                </a:rPr>
                <a:t>プロジェクトリーダー</a:t>
              </a:r>
            </a:p>
          </p:txBody>
        </p:sp>
        <p:sp>
          <p:nvSpPr>
            <p:cNvPr id="68" name="正方形/長方形 67">
              <a:extLst>
                <a:ext uri="{FF2B5EF4-FFF2-40B4-BE49-F238E27FC236}">
                  <a16:creationId xmlns:a16="http://schemas.microsoft.com/office/drawing/2014/main" id="{2CAD3C1A-C881-4FEF-D40C-BC2757062581}"/>
                </a:ext>
              </a:extLst>
            </p:cNvPr>
            <p:cNvSpPr/>
            <p:nvPr/>
          </p:nvSpPr>
          <p:spPr>
            <a:xfrm>
              <a:off x="719999" y="3312000"/>
              <a:ext cx="2304000" cy="360000"/>
            </a:xfrm>
            <a:prstGeom prst="rect">
              <a:avLst/>
            </a:prstGeom>
            <a:solidFill>
              <a:schemeClr val="bg1"/>
            </a:solidFill>
            <a:ln w="6350">
              <a:solidFill>
                <a:schemeClr val="bg1">
                  <a:lumMod val="50000"/>
                </a:schemeClr>
              </a:solidFill>
            </a:ln>
          </p:spPr>
          <p:style>
            <a:lnRef idx="3">
              <a:schemeClr val="lt1"/>
            </a:lnRef>
            <a:fillRef idx="1">
              <a:schemeClr val="accent1"/>
            </a:fillRef>
            <a:effectRef idx="1">
              <a:schemeClr val="accent1"/>
            </a:effectRef>
            <a:fontRef idx="minor">
              <a:schemeClr val="lt1"/>
            </a:fontRef>
          </p:style>
          <p:txBody>
            <a:bodyPr lIns="90000" tIns="46800" rIns="90000" rtlCol="0" anchor="ctr" anchorCtr="0"/>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400" b="0" i="0" u="none" strike="noStrike" kern="0" cap="none" spc="0" normalizeH="0" baseline="0" noProof="0">
                  <a:ln>
                    <a:noFill/>
                  </a:ln>
                  <a:solidFill>
                    <a:prstClr val="black"/>
                  </a:solidFill>
                  <a:effectLst/>
                  <a:uLnTx/>
                  <a:uFillTx/>
                  <a:latin typeface="+mn-ea"/>
                </a:rPr>
                <a:t>鳴海 健司様</a:t>
              </a:r>
              <a:endParaRPr lang="en-US" altLang="ja-JP" sz="1400">
                <a:solidFill>
                  <a:schemeClr val="tx1"/>
                </a:solidFill>
                <a:latin typeface="游ゴシック" panose="020B0400000000000000" pitchFamily="50" charset="-128"/>
                <a:ea typeface="游ゴシック" panose="020B0400000000000000" pitchFamily="50" charset="-128"/>
              </a:endParaRPr>
            </a:p>
          </p:txBody>
        </p:sp>
      </p:grpSp>
      <p:grpSp>
        <p:nvGrpSpPr>
          <p:cNvPr id="69" name="グループ化 68">
            <a:extLst>
              <a:ext uri="{FF2B5EF4-FFF2-40B4-BE49-F238E27FC236}">
                <a16:creationId xmlns:a16="http://schemas.microsoft.com/office/drawing/2014/main" id="{303A46D3-CF1F-B6F7-728F-CAC71250A9BE}"/>
              </a:ext>
            </a:extLst>
          </p:cNvPr>
          <p:cNvGrpSpPr/>
          <p:nvPr/>
        </p:nvGrpSpPr>
        <p:grpSpPr>
          <a:xfrm>
            <a:off x="1224000" y="4520605"/>
            <a:ext cx="2304000" cy="1080000"/>
            <a:chOff x="1223999" y="4104000"/>
            <a:chExt cx="1800000" cy="1080000"/>
          </a:xfrm>
        </p:grpSpPr>
        <p:sp>
          <p:nvSpPr>
            <p:cNvPr id="70" name="正方形/長方形 69">
              <a:extLst>
                <a:ext uri="{FF2B5EF4-FFF2-40B4-BE49-F238E27FC236}">
                  <a16:creationId xmlns:a16="http://schemas.microsoft.com/office/drawing/2014/main" id="{DE9E8279-0EDD-11DD-E771-403093B7B151}"/>
                </a:ext>
              </a:extLst>
            </p:cNvPr>
            <p:cNvSpPr/>
            <p:nvPr/>
          </p:nvSpPr>
          <p:spPr>
            <a:xfrm>
              <a:off x="1223999" y="4104000"/>
              <a:ext cx="1800000" cy="360000"/>
            </a:xfrm>
            <a:prstGeom prst="rect">
              <a:avLst/>
            </a:prstGeom>
            <a:solidFill>
              <a:schemeClr val="bg1">
                <a:lumMod val="9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00">
                  <a:solidFill>
                    <a:schemeClr val="tx1"/>
                  </a:solidFill>
                </a:rPr>
                <a:t>メンバー</a:t>
              </a:r>
            </a:p>
          </p:txBody>
        </p:sp>
        <p:sp>
          <p:nvSpPr>
            <p:cNvPr id="71" name="正方形/長方形 70">
              <a:extLst>
                <a:ext uri="{FF2B5EF4-FFF2-40B4-BE49-F238E27FC236}">
                  <a16:creationId xmlns:a16="http://schemas.microsoft.com/office/drawing/2014/main" id="{862FACA1-2256-DEFF-65ED-36F50C0008C3}"/>
                </a:ext>
              </a:extLst>
            </p:cNvPr>
            <p:cNvSpPr/>
            <p:nvPr/>
          </p:nvSpPr>
          <p:spPr>
            <a:xfrm>
              <a:off x="1223999" y="4464000"/>
              <a:ext cx="1800000" cy="720000"/>
            </a:xfrm>
            <a:prstGeom prst="rect">
              <a:avLst/>
            </a:prstGeom>
            <a:solidFill>
              <a:schemeClr val="bg1"/>
            </a:solidFill>
            <a:ln w="6350">
              <a:solidFill>
                <a:schemeClr val="bg1">
                  <a:lumMod val="50000"/>
                </a:schemeClr>
              </a:solidFill>
            </a:ln>
          </p:spPr>
          <p:style>
            <a:lnRef idx="3">
              <a:schemeClr val="lt1"/>
            </a:lnRef>
            <a:fillRef idx="1">
              <a:schemeClr val="accent1"/>
            </a:fillRef>
            <a:effectRef idx="1">
              <a:schemeClr val="accent1"/>
            </a:effectRef>
            <a:fontRef idx="minor">
              <a:schemeClr val="lt1"/>
            </a:fontRef>
          </p:style>
          <p:txBody>
            <a:bodyPr lIns="90000" tIns="46800" rIns="90000" rtlCol="0" anchor="ctr" anchorCtr="0"/>
            <a:lstStyle/>
            <a:p>
              <a:pPr algn="ctr"/>
              <a:r>
                <a:rPr lang="ja-JP" altLang="en-US" sz="1400">
                  <a:solidFill>
                    <a:schemeClr val="tx1"/>
                  </a:solidFill>
                  <a:latin typeface="游ゴシック" panose="020B0400000000000000" pitchFamily="50" charset="-128"/>
                  <a:ea typeface="游ゴシック" panose="020B0400000000000000" pitchFamily="50" charset="-128"/>
                </a:rPr>
                <a:t>ご担当者様</a:t>
              </a:r>
              <a:endParaRPr lang="en-US" altLang="ja-JP" sz="1400">
                <a:solidFill>
                  <a:schemeClr val="tx1"/>
                </a:solidFill>
                <a:latin typeface="游ゴシック" panose="020B0400000000000000" pitchFamily="50" charset="-128"/>
                <a:ea typeface="游ゴシック" panose="020B0400000000000000" pitchFamily="50" charset="-128"/>
              </a:endParaRPr>
            </a:p>
          </p:txBody>
        </p:sp>
      </p:grpSp>
      <p:cxnSp>
        <p:nvCxnSpPr>
          <p:cNvPr id="72" name="直線コネクタ 71">
            <a:extLst>
              <a:ext uri="{FF2B5EF4-FFF2-40B4-BE49-F238E27FC236}">
                <a16:creationId xmlns:a16="http://schemas.microsoft.com/office/drawing/2014/main" id="{73A7776E-EDE7-9544-B058-8773197D39DB}"/>
              </a:ext>
            </a:extLst>
          </p:cNvPr>
          <p:cNvCxnSpPr>
            <a:cxnSpLocks/>
            <a:endCxn id="57" idx="1"/>
          </p:cNvCxnSpPr>
          <p:nvPr/>
        </p:nvCxnSpPr>
        <p:spPr>
          <a:xfrm flipV="1">
            <a:off x="7513198" y="2714797"/>
            <a:ext cx="1808023" cy="0"/>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79" name="テキスト ボックス 78">
            <a:extLst>
              <a:ext uri="{FF2B5EF4-FFF2-40B4-BE49-F238E27FC236}">
                <a16:creationId xmlns:a16="http://schemas.microsoft.com/office/drawing/2014/main" id="{B4320A7A-4E78-AB2E-0A05-B82174F939B7}"/>
              </a:ext>
            </a:extLst>
          </p:cNvPr>
          <p:cNvSpPr txBox="1"/>
          <p:nvPr/>
        </p:nvSpPr>
        <p:spPr>
          <a:xfrm>
            <a:off x="470388" y="5980609"/>
            <a:ext cx="10800000" cy="504000"/>
          </a:xfrm>
          <a:prstGeom prst="rect">
            <a:avLst/>
          </a:prstGeom>
          <a:noFill/>
        </p:spPr>
        <p:txBody>
          <a:bodyPr wrap="square" rtlCol="0">
            <a:noAutofit/>
          </a:bodyPr>
          <a:lstStyle/>
          <a:p>
            <a:pPr marL="171450" indent="-171450">
              <a:buFont typeface="游ゴシック" panose="020B0400000000000000" pitchFamily="50" charset="-128"/>
              <a:buChar char="※"/>
            </a:pPr>
            <a:r>
              <a:rPr kumimoji="1" lang="ja-JP" altLang="en-US" sz="1400">
                <a:latin typeface="+mn-ea"/>
              </a:rPr>
              <a:t> 表記の体制には、弊社の協力会社の要員を含みます。</a:t>
            </a:r>
            <a:endParaRPr kumimoji="1" lang="en-US" altLang="ja-JP" sz="1400">
              <a:latin typeface="+mn-ea"/>
            </a:endParaRPr>
          </a:p>
          <a:p>
            <a:pPr marL="171450" indent="-171450">
              <a:buFont typeface="游ゴシック" panose="020B0400000000000000" pitchFamily="50" charset="-128"/>
              <a:buChar char="※"/>
            </a:pPr>
            <a:r>
              <a:rPr kumimoji="1" lang="ja-JP" altLang="en-US" sz="1400">
                <a:latin typeface="+mn-ea"/>
                <a:cs typeface="メイリオ" pitchFamily="50" charset="-128"/>
              </a:rPr>
              <a:t> メンバー</a:t>
            </a:r>
            <a:r>
              <a:rPr lang="ja-JP" altLang="en-US" sz="1400">
                <a:latin typeface="+mn-ea"/>
                <a:cs typeface="メイリオ" pitchFamily="50" charset="-128"/>
              </a:rPr>
              <a:t>については、状況により変更が発生する場合がございます。</a:t>
            </a:r>
            <a:endParaRPr lang="en-US" altLang="ja-JP" sz="1400">
              <a:latin typeface="+mn-ea"/>
              <a:cs typeface="メイリオ" pitchFamily="50" charset="-128"/>
            </a:endParaRPr>
          </a:p>
        </p:txBody>
      </p:sp>
      <p:grpSp>
        <p:nvGrpSpPr>
          <p:cNvPr id="80" name="グループ化 79">
            <a:extLst>
              <a:ext uri="{FF2B5EF4-FFF2-40B4-BE49-F238E27FC236}">
                <a16:creationId xmlns:a16="http://schemas.microsoft.com/office/drawing/2014/main" id="{246F0BDE-F499-6864-1CEA-70DB2389728C}"/>
              </a:ext>
            </a:extLst>
          </p:cNvPr>
          <p:cNvGrpSpPr/>
          <p:nvPr/>
        </p:nvGrpSpPr>
        <p:grpSpPr>
          <a:xfrm>
            <a:off x="9321221" y="1513411"/>
            <a:ext cx="2160000" cy="720000"/>
            <a:chOff x="8544000" y="2232000"/>
            <a:chExt cx="2880000" cy="720000"/>
          </a:xfrm>
        </p:grpSpPr>
        <p:sp>
          <p:nvSpPr>
            <p:cNvPr id="81" name="正方形/長方形 80">
              <a:extLst>
                <a:ext uri="{FF2B5EF4-FFF2-40B4-BE49-F238E27FC236}">
                  <a16:creationId xmlns:a16="http://schemas.microsoft.com/office/drawing/2014/main" id="{D49D4550-B88E-9FBF-3574-39A081350ACB}"/>
                </a:ext>
              </a:extLst>
            </p:cNvPr>
            <p:cNvSpPr/>
            <p:nvPr/>
          </p:nvSpPr>
          <p:spPr>
            <a:xfrm>
              <a:off x="8544000" y="2232000"/>
              <a:ext cx="2880000" cy="360000"/>
            </a:xfrm>
            <a:prstGeom prst="rect">
              <a:avLst/>
            </a:prstGeom>
            <a:solidFill>
              <a:schemeClr val="bg1">
                <a:lumMod val="95000"/>
              </a:schemeClr>
            </a:solidFill>
            <a:ln w="6350">
              <a:solidFill>
                <a:schemeClr val="bg1">
                  <a:lumMod val="50000"/>
                </a:schemeClr>
              </a:solidFill>
            </a:ln>
          </p:spPr>
          <p:style>
            <a:lnRef idx="3">
              <a:schemeClr val="lt1"/>
            </a:lnRef>
            <a:fillRef idx="1">
              <a:schemeClr val="accent1"/>
            </a:fillRef>
            <a:effectRef idx="1">
              <a:schemeClr val="accent1"/>
            </a:effectRef>
            <a:fontRef idx="minor">
              <a:schemeClr val="lt1"/>
            </a:fontRef>
          </p:style>
          <p:txBody>
            <a:bodyPr lIns="36000" rIns="36000" rtlCol="0" anchor="ctr"/>
            <a:lstStyle/>
            <a:p>
              <a:pPr algn="ctr"/>
              <a:r>
                <a:rPr kumimoji="1" lang="ja-JP" altLang="en-US" sz="1400">
                  <a:solidFill>
                    <a:schemeClr val="tx1"/>
                  </a:solidFill>
                  <a:latin typeface="游ゴシック" panose="020B0400000000000000" pitchFamily="50" charset="-128"/>
                  <a:ea typeface="游ゴシック" panose="020B0400000000000000" pitchFamily="50" charset="-128"/>
                </a:rPr>
                <a:t>品質保証</a:t>
              </a:r>
            </a:p>
          </p:txBody>
        </p:sp>
        <p:sp>
          <p:nvSpPr>
            <p:cNvPr id="82" name="正方形/長方形 81">
              <a:extLst>
                <a:ext uri="{FF2B5EF4-FFF2-40B4-BE49-F238E27FC236}">
                  <a16:creationId xmlns:a16="http://schemas.microsoft.com/office/drawing/2014/main" id="{7011170F-99B2-45A0-5B70-3BA6915D24FC}"/>
                </a:ext>
              </a:extLst>
            </p:cNvPr>
            <p:cNvSpPr/>
            <p:nvPr/>
          </p:nvSpPr>
          <p:spPr>
            <a:xfrm>
              <a:off x="8544000" y="2592000"/>
              <a:ext cx="2880000" cy="360000"/>
            </a:xfrm>
            <a:prstGeom prst="rect">
              <a:avLst/>
            </a:prstGeom>
            <a:solidFill>
              <a:schemeClr val="bg1"/>
            </a:solidFill>
            <a:ln w="6350">
              <a:solidFill>
                <a:schemeClr val="bg1">
                  <a:lumMod val="50000"/>
                </a:schemeClr>
              </a:solidFill>
            </a:ln>
          </p:spPr>
          <p:style>
            <a:lnRef idx="3">
              <a:schemeClr val="lt1"/>
            </a:lnRef>
            <a:fillRef idx="1">
              <a:schemeClr val="accent1"/>
            </a:fillRef>
            <a:effectRef idx="1">
              <a:schemeClr val="accent1"/>
            </a:effectRef>
            <a:fontRef idx="minor">
              <a:schemeClr val="lt1"/>
            </a:fontRef>
          </p:style>
          <p:txBody>
            <a:bodyPr wrap="none" lIns="90000" tIns="46800" rIns="90000" rtlCol="0" anchor="ctr" anchorCtr="0"/>
            <a:lstStyle/>
            <a:p>
              <a:pPr algn="ctr"/>
              <a:r>
                <a:rPr lang="en-US" altLang="ja-JP" sz="1400">
                  <a:solidFill>
                    <a:schemeClr val="tx1"/>
                  </a:solidFill>
                  <a:latin typeface="+mn-ea"/>
                </a:rPr>
                <a:t>PJ</a:t>
              </a:r>
              <a:r>
                <a:rPr lang="ja-JP" altLang="en-US" sz="1400">
                  <a:solidFill>
                    <a:schemeClr val="tx1"/>
                  </a:solidFill>
                  <a:latin typeface="+mn-ea"/>
                </a:rPr>
                <a:t>品質保証委員会</a:t>
              </a:r>
              <a:endParaRPr lang="en-US" altLang="ja-JP" sz="1400">
                <a:solidFill>
                  <a:schemeClr val="tx1"/>
                </a:solidFill>
                <a:latin typeface="+mn-ea"/>
              </a:endParaRPr>
            </a:p>
          </p:txBody>
        </p:sp>
      </p:grpSp>
      <p:grpSp>
        <p:nvGrpSpPr>
          <p:cNvPr id="14" name="グループ化 13">
            <a:extLst>
              <a:ext uri="{FF2B5EF4-FFF2-40B4-BE49-F238E27FC236}">
                <a16:creationId xmlns:a16="http://schemas.microsoft.com/office/drawing/2014/main" id="{DDA90344-18AB-3A2A-E52C-87B67DFD8143}"/>
              </a:ext>
            </a:extLst>
          </p:cNvPr>
          <p:cNvGrpSpPr/>
          <p:nvPr/>
        </p:nvGrpSpPr>
        <p:grpSpPr>
          <a:xfrm>
            <a:off x="6221210" y="4880605"/>
            <a:ext cx="2592000" cy="720000"/>
            <a:chOff x="6221210" y="4414073"/>
            <a:chExt cx="2592000" cy="1080000"/>
          </a:xfrm>
        </p:grpSpPr>
        <p:sp>
          <p:nvSpPr>
            <p:cNvPr id="87" name="正方形/長方形 86">
              <a:extLst>
                <a:ext uri="{FF2B5EF4-FFF2-40B4-BE49-F238E27FC236}">
                  <a16:creationId xmlns:a16="http://schemas.microsoft.com/office/drawing/2014/main" id="{E326D6E4-DC31-1435-808A-3B0131517697}"/>
                </a:ext>
              </a:extLst>
            </p:cNvPr>
            <p:cNvSpPr/>
            <p:nvPr/>
          </p:nvSpPr>
          <p:spPr>
            <a:xfrm>
              <a:off x="6221210" y="4414073"/>
              <a:ext cx="2591996" cy="360000"/>
            </a:xfrm>
            <a:prstGeom prst="rect">
              <a:avLst/>
            </a:prstGeom>
            <a:solidFill>
              <a:schemeClr val="bg1">
                <a:lumMod val="95000"/>
              </a:schemeClr>
            </a:solidFill>
            <a:ln w="6350">
              <a:solidFill>
                <a:schemeClr val="bg1">
                  <a:lumMod val="50000"/>
                </a:schemeClr>
              </a:solidFill>
            </a:ln>
          </p:spPr>
          <p:style>
            <a:lnRef idx="3">
              <a:schemeClr val="lt1"/>
            </a:lnRef>
            <a:fillRef idx="1">
              <a:schemeClr val="accent1"/>
            </a:fillRef>
            <a:effectRef idx="1">
              <a:schemeClr val="accent1"/>
            </a:effectRef>
            <a:fontRef idx="minor">
              <a:schemeClr val="lt1"/>
            </a:fontRef>
          </p:style>
          <p:txBody>
            <a:bodyPr lIns="36000" rIns="36000" rtlCol="0" anchor="ctr"/>
            <a:lstStyle/>
            <a:p>
              <a:pPr algn="ctr">
                <a:spcAft>
                  <a:spcPts val="600"/>
                </a:spcAft>
              </a:pPr>
              <a:r>
                <a:rPr kumimoji="1" lang="ja-JP" altLang="en-US" sz="1400">
                  <a:solidFill>
                    <a:schemeClr val="tx1"/>
                  </a:solidFill>
                  <a:latin typeface="游ゴシック" panose="020B0400000000000000" pitchFamily="50" charset="-128"/>
                  <a:ea typeface="游ゴシック" panose="020B0400000000000000" pitchFamily="50" charset="-128"/>
                </a:rPr>
                <a:t>メンバー</a:t>
              </a:r>
            </a:p>
          </p:txBody>
        </p:sp>
        <p:sp>
          <p:nvSpPr>
            <p:cNvPr id="88" name="正方形/長方形 87">
              <a:extLst>
                <a:ext uri="{FF2B5EF4-FFF2-40B4-BE49-F238E27FC236}">
                  <a16:creationId xmlns:a16="http://schemas.microsoft.com/office/drawing/2014/main" id="{358B10C0-7217-1F66-B3D7-FBF916B25408}"/>
                </a:ext>
              </a:extLst>
            </p:cNvPr>
            <p:cNvSpPr/>
            <p:nvPr/>
          </p:nvSpPr>
          <p:spPr>
            <a:xfrm>
              <a:off x="6221214" y="4774073"/>
              <a:ext cx="2591996" cy="720000"/>
            </a:xfrm>
            <a:prstGeom prst="rect">
              <a:avLst/>
            </a:prstGeom>
            <a:solidFill>
              <a:schemeClr val="bg1"/>
            </a:solidFill>
            <a:ln w="6350">
              <a:solidFill>
                <a:schemeClr val="bg1">
                  <a:lumMod val="50000"/>
                </a:schemeClr>
              </a:solidFill>
            </a:ln>
          </p:spPr>
          <p:style>
            <a:lnRef idx="3">
              <a:schemeClr val="lt1"/>
            </a:lnRef>
            <a:fillRef idx="1">
              <a:schemeClr val="accent1"/>
            </a:fillRef>
            <a:effectRef idx="1">
              <a:schemeClr val="accent1"/>
            </a:effectRef>
            <a:fontRef idx="minor">
              <a:schemeClr val="lt1"/>
            </a:fontRef>
          </p:style>
          <p:txBody>
            <a:bodyPr lIns="90000" tIns="46800" rIns="90000" rtlCol="0" anchor="ctr"/>
            <a:lstStyle/>
            <a:p>
              <a:pPr algn="ctr">
                <a:spcAft>
                  <a:spcPts val="600"/>
                </a:spcAft>
              </a:pPr>
              <a:r>
                <a:rPr lang="en-US" altLang="ja-JP" sz="1400">
                  <a:solidFill>
                    <a:schemeClr val="tx1"/>
                  </a:solidFill>
                  <a:latin typeface="游ゴシック" panose="020B0400000000000000" pitchFamily="50" charset="-128"/>
                  <a:ea typeface="游ゴシック" panose="020B0400000000000000" pitchFamily="50" charset="-128"/>
                </a:rPr>
                <a:t>TBD</a:t>
              </a:r>
            </a:p>
          </p:txBody>
        </p:sp>
      </p:grpSp>
      <p:cxnSp>
        <p:nvCxnSpPr>
          <p:cNvPr id="18" name="直線コネクタ 17">
            <a:extLst>
              <a:ext uri="{FF2B5EF4-FFF2-40B4-BE49-F238E27FC236}">
                <a16:creationId xmlns:a16="http://schemas.microsoft.com/office/drawing/2014/main" id="{96BA573D-6F8E-3CDB-2C00-3C2E1C718B23}"/>
              </a:ext>
            </a:extLst>
          </p:cNvPr>
          <p:cNvCxnSpPr>
            <a:cxnSpLocks/>
            <a:stCxn id="70" idx="0"/>
            <a:endCxn id="68" idx="2"/>
          </p:cNvCxnSpPr>
          <p:nvPr/>
        </p:nvCxnSpPr>
        <p:spPr>
          <a:xfrm flipV="1">
            <a:off x="2376000" y="3737008"/>
            <a:ext cx="0" cy="783597"/>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nvGrpSpPr>
          <p:cNvPr id="7" name="グループ化 6">
            <a:extLst>
              <a:ext uri="{FF2B5EF4-FFF2-40B4-BE49-F238E27FC236}">
                <a16:creationId xmlns:a16="http://schemas.microsoft.com/office/drawing/2014/main" id="{F577832E-2F89-DD95-2824-8FEE8A1B77F8}"/>
              </a:ext>
            </a:extLst>
          </p:cNvPr>
          <p:cNvGrpSpPr/>
          <p:nvPr/>
        </p:nvGrpSpPr>
        <p:grpSpPr>
          <a:xfrm>
            <a:off x="6227558" y="3948806"/>
            <a:ext cx="2592000" cy="720000"/>
            <a:chOff x="4655954" y="2520000"/>
            <a:chExt cx="3738953" cy="720000"/>
          </a:xfrm>
        </p:grpSpPr>
        <p:sp>
          <p:nvSpPr>
            <p:cNvPr id="8" name="正方形/長方形 7">
              <a:extLst>
                <a:ext uri="{FF2B5EF4-FFF2-40B4-BE49-F238E27FC236}">
                  <a16:creationId xmlns:a16="http://schemas.microsoft.com/office/drawing/2014/main" id="{2AD0D64D-CECC-5CFE-8C12-C90736F92B62}"/>
                </a:ext>
              </a:extLst>
            </p:cNvPr>
            <p:cNvSpPr/>
            <p:nvPr/>
          </p:nvSpPr>
          <p:spPr>
            <a:xfrm>
              <a:off x="4655954" y="2520000"/>
              <a:ext cx="3738947" cy="360000"/>
            </a:xfrm>
            <a:prstGeom prst="rect">
              <a:avLst/>
            </a:prstGeom>
            <a:solidFill>
              <a:schemeClr val="bg1">
                <a:lumMod val="95000"/>
              </a:schemeClr>
            </a:solidFill>
            <a:ln w="6350">
              <a:solidFill>
                <a:schemeClr val="bg1">
                  <a:lumMod val="50000"/>
                </a:schemeClr>
              </a:solidFill>
            </a:ln>
          </p:spPr>
          <p:style>
            <a:lnRef idx="3">
              <a:schemeClr val="lt1"/>
            </a:lnRef>
            <a:fillRef idx="1">
              <a:schemeClr val="accent1"/>
            </a:fillRef>
            <a:effectRef idx="1">
              <a:schemeClr val="accent1"/>
            </a:effectRef>
            <a:fontRef idx="minor">
              <a:schemeClr val="lt1"/>
            </a:fontRef>
          </p:style>
          <p:txBody>
            <a:bodyPr lIns="36000" rIns="36000" rtlCol="0" anchor="ctr"/>
            <a:lstStyle/>
            <a:p>
              <a:pPr algn="ctr"/>
              <a:r>
                <a:rPr lang="ja-JP" altLang="en-US" sz="1400">
                  <a:solidFill>
                    <a:schemeClr val="tx1"/>
                  </a:solidFill>
                  <a:latin typeface="游ゴシック" panose="020B0400000000000000" pitchFamily="50" charset="-128"/>
                  <a:ea typeface="游ゴシック" panose="020B0400000000000000" pitchFamily="50" charset="-128"/>
                </a:rPr>
                <a:t>プロジェクトリーダー</a:t>
              </a:r>
              <a:endParaRPr kumimoji="1" lang="ja-JP" altLang="en-US" sz="1400">
                <a:solidFill>
                  <a:schemeClr val="tx1"/>
                </a:solidFill>
                <a:latin typeface="游ゴシック" panose="020B0400000000000000" pitchFamily="50" charset="-128"/>
                <a:ea typeface="游ゴシック" panose="020B0400000000000000" pitchFamily="50" charset="-128"/>
              </a:endParaRPr>
            </a:p>
          </p:txBody>
        </p:sp>
        <p:sp>
          <p:nvSpPr>
            <p:cNvPr id="9" name="正方形/長方形 8">
              <a:extLst>
                <a:ext uri="{FF2B5EF4-FFF2-40B4-BE49-F238E27FC236}">
                  <a16:creationId xmlns:a16="http://schemas.microsoft.com/office/drawing/2014/main" id="{E4E17FAC-410D-8B5C-9908-59F63D6FE463}"/>
                </a:ext>
              </a:extLst>
            </p:cNvPr>
            <p:cNvSpPr/>
            <p:nvPr/>
          </p:nvSpPr>
          <p:spPr>
            <a:xfrm>
              <a:off x="4655960" y="2880000"/>
              <a:ext cx="3738947" cy="360000"/>
            </a:xfrm>
            <a:prstGeom prst="rect">
              <a:avLst/>
            </a:prstGeom>
            <a:solidFill>
              <a:schemeClr val="bg1"/>
            </a:solidFill>
            <a:ln w="6350">
              <a:solidFill>
                <a:schemeClr val="bg1">
                  <a:lumMod val="50000"/>
                </a:schemeClr>
              </a:solidFill>
            </a:ln>
          </p:spPr>
          <p:style>
            <a:lnRef idx="3">
              <a:schemeClr val="lt1"/>
            </a:lnRef>
            <a:fillRef idx="1">
              <a:schemeClr val="accent1"/>
            </a:fillRef>
            <a:effectRef idx="1">
              <a:schemeClr val="accent1"/>
            </a:effectRef>
            <a:fontRef idx="minor">
              <a:schemeClr val="lt1"/>
            </a:fontRef>
          </p:style>
          <p:txBody>
            <a:bodyPr lIns="90000" tIns="46800" rIns="90000" rtlCol="0" anchor="ctr"/>
            <a:lstStyle/>
            <a:p>
              <a:pPr lvl="0" algn="ctr" defTabSz="914400">
                <a:defRPr/>
              </a:pPr>
              <a:r>
                <a:rPr lang="ja-JP" altLang="en-US" sz="1400">
                  <a:solidFill>
                    <a:srgbClr val="333333"/>
                  </a:solidFill>
                  <a:latin typeface="游ゴシック"/>
                  <a:ea typeface="游ゴシック"/>
                </a:rPr>
                <a:t>齋藤　貴行</a:t>
              </a:r>
            </a:p>
          </p:txBody>
        </p:sp>
      </p:grpSp>
    </p:spTree>
    <p:extLst>
      <p:ext uri="{BB962C8B-B14F-4D97-AF65-F5344CB8AC3E}">
        <p14:creationId xmlns:p14="http://schemas.microsoft.com/office/powerpoint/2010/main" val="134290196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F79723-A3DC-6BF6-24EF-31430516762A}"/>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FBF66C9D-7B8E-C70A-059A-B71FB9ADB8CD}"/>
              </a:ext>
            </a:extLst>
          </p:cNvPr>
          <p:cNvSpPr>
            <a:spLocks noGrp="1"/>
          </p:cNvSpPr>
          <p:nvPr>
            <p:ph type="title"/>
          </p:nvPr>
        </p:nvSpPr>
        <p:spPr/>
        <p:txBody>
          <a:bodyPr/>
          <a:lstStyle/>
          <a:p>
            <a:r>
              <a:rPr kumimoji="1" lang="ja-JP" altLang="en-US"/>
              <a:t>スケジュール</a:t>
            </a:r>
            <a:r>
              <a:rPr lang="ja-JP" altLang="en-US"/>
              <a:t>案</a:t>
            </a:r>
            <a:endParaRPr kumimoji="1" lang="ja-JP" altLang="en-US"/>
          </a:p>
        </p:txBody>
      </p:sp>
      <p:sp>
        <p:nvSpPr>
          <p:cNvPr id="4" name="フッター プレースホルダー 3">
            <a:extLst>
              <a:ext uri="{FF2B5EF4-FFF2-40B4-BE49-F238E27FC236}">
                <a16:creationId xmlns:a16="http://schemas.microsoft.com/office/drawing/2014/main" id="{7F6BDC12-2474-59B4-4156-B40F831BC4C0}"/>
              </a:ext>
            </a:extLst>
          </p:cNvPr>
          <p:cNvSpPr>
            <a:spLocks noGrp="1"/>
          </p:cNvSpPr>
          <p:nvPr>
            <p:ph type="ftr" sz="quarter" idx="11"/>
          </p:nvPr>
        </p:nvSpPr>
        <p:spPr/>
        <p:txBody>
          <a:bodyPr/>
          <a:lstStyle/>
          <a:p>
            <a:r>
              <a:rPr lang="en-US" altLang="ja-JP"/>
              <a:t>Copyright © SystemEXE,Inc All Rights Reserved.</a:t>
            </a:r>
          </a:p>
        </p:txBody>
      </p:sp>
      <p:graphicFrame>
        <p:nvGraphicFramePr>
          <p:cNvPr id="9" name="表 8">
            <a:extLst>
              <a:ext uri="{FF2B5EF4-FFF2-40B4-BE49-F238E27FC236}">
                <a16:creationId xmlns:a16="http://schemas.microsoft.com/office/drawing/2014/main" id="{64E36980-A300-D1AD-F1B8-CF0CE5068A0E}"/>
              </a:ext>
            </a:extLst>
          </p:cNvPr>
          <p:cNvGraphicFramePr>
            <a:graphicFrameLocks noGrp="1"/>
          </p:cNvGraphicFramePr>
          <p:nvPr>
            <p:extLst>
              <p:ext uri="{D42A27DB-BD31-4B8C-83A1-F6EECF244321}">
                <p14:modId xmlns:p14="http://schemas.microsoft.com/office/powerpoint/2010/main" val="286386464"/>
              </p:ext>
            </p:extLst>
          </p:nvPr>
        </p:nvGraphicFramePr>
        <p:xfrm>
          <a:off x="576000" y="1394113"/>
          <a:ext cx="11028010" cy="4095924"/>
        </p:xfrm>
        <a:graphic>
          <a:graphicData uri="http://schemas.openxmlformats.org/drawingml/2006/table">
            <a:tbl>
              <a:tblPr firstRow="1" bandRow="1">
                <a:tableStyleId>{2D5ABB26-0587-4C30-8999-92F81FD0307C}</a:tableStyleId>
              </a:tblPr>
              <a:tblGrid>
                <a:gridCol w="829262">
                  <a:extLst>
                    <a:ext uri="{9D8B030D-6E8A-4147-A177-3AD203B41FA5}">
                      <a16:colId xmlns:a16="http://schemas.microsoft.com/office/drawing/2014/main" val="390000680"/>
                    </a:ext>
                  </a:extLst>
                </a:gridCol>
                <a:gridCol w="364241">
                  <a:extLst>
                    <a:ext uri="{9D8B030D-6E8A-4147-A177-3AD203B41FA5}">
                      <a16:colId xmlns:a16="http://schemas.microsoft.com/office/drawing/2014/main" val="2810377369"/>
                    </a:ext>
                  </a:extLst>
                </a:gridCol>
                <a:gridCol w="364241">
                  <a:extLst>
                    <a:ext uri="{9D8B030D-6E8A-4147-A177-3AD203B41FA5}">
                      <a16:colId xmlns:a16="http://schemas.microsoft.com/office/drawing/2014/main" val="1394774728"/>
                    </a:ext>
                  </a:extLst>
                </a:gridCol>
                <a:gridCol w="364241">
                  <a:extLst>
                    <a:ext uri="{9D8B030D-6E8A-4147-A177-3AD203B41FA5}">
                      <a16:colId xmlns:a16="http://schemas.microsoft.com/office/drawing/2014/main" val="534760887"/>
                    </a:ext>
                  </a:extLst>
                </a:gridCol>
                <a:gridCol w="364241">
                  <a:extLst>
                    <a:ext uri="{9D8B030D-6E8A-4147-A177-3AD203B41FA5}">
                      <a16:colId xmlns:a16="http://schemas.microsoft.com/office/drawing/2014/main" val="491088751"/>
                    </a:ext>
                  </a:extLst>
                </a:gridCol>
                <a:gridCol w="364241">
                  <a:extLst>
                    <a:ext uri="{9D8B030D-6E8A-4147-A177-3AD203B41FA5}">
                      <a16:colId xmlns:a16="http://schemas.microsoft.com/office/drawing/2014/main" val="814744698"/>
                    </a:ext>
                  </a:extLst>
                </a:gridCol>
                <a:gridCol w="364241">
                  <a:extLst>
                    <a:ext uri="{9D8B030D-6E8A-4147-A177-3AD203B41FA5}">
                      <a16:colId xmlns:a16="http://schemas.microsoft.com/office/drawing/2014/main" val="611941371"/>
                    </a:ext>
                  </a:extLst>
                </a:gridCol>
                <a:gridCol w="364241">
                  <a:extLst>
                    <a:ext uri="{9D8B030D-6E8A-4147-A177-3AD203B41FA5}">
                      <a16:colId xmlns:a16="http://schemas.microsoft.com/office/drawing/2014/main" val="1302714029"/>
                    </a:ext>
                  </a:extLst>
                </a:gridCol>
                <a:gridCol w="364241">
                  <a:extLst>
                    <a:ext uri="{9D8B030D-6E8A-4147-A177-3AD203B41FA5}">
                      <a16:colId xmlns:a16="http://schemas.microsoft.com/office/drawing/2014/main" val="4050933131"/>
                    </a:ext>
                  </a:extLst>
                </a:gridCol>
                <a:gridCol w="364241">
                  <a:extLst>
                    <a:ext uri="{9D8B030D-6E8A-4147-A177-3AD203B41FA5}">
                      <a16:colId xmlns:a16="http://schemas.microsoft.com/office/drawing/2014/main" val="4066967415"/>
                    </a:ext>
                  </a:extLst>
                </a:gridCol>
                <a:gridCol w="364241">
                  <a:extLst>
                    <a:ext uri="{9D8B030D-6E8A-4147-A177-3AD203B41FA5}">
                      <a16:colId xmlns:a16="http://schemas.microsoft.com/office/drawing/2014/main" val="2818331606"/>
                    </a:ext>
                  </a:extLst>
                </a:gridCol>
                <a:gridCol w="364241">
                  <a:extLst>
                    <a:ext uri="{9D8B030D-6E8A-4147-A177-3AD203B41FA5}">
                      <a16:colId xmlns:a16="http://schemas.microsoft.com/office/drawing/2014/main" val="4146179240"/>
                    </a:ext>
                  </a:extLst>
                </a:gridCol>
                <a:gridCol w="364241">
                  <a:extLst>
                    <a:ext uri="{9D8B030D-6E8A-4147-A177-3AD203B41FA5}">
                      <a16:colId xmlns:a16="http://schemas.microsoft.com/office/drawing/2014/main" val="728973432"/>
                    </a:ext>
                  </a:extLst>
                </a:gridCol>
                <a:gridCol w="364241">
                  <a:extLst>
                    <a:ext uri="{9D8B030D-6E8A-4147-A177-3AD203B41FA5}">
                      <a16:colId xmlns:a16="http://schemas.microsoft.com/office/drawing/2014/main" val="3881238287"/>
                    </a:ext>
                  </a:extLst>
                </a:gridCol>
                <a:gridCol w="364241">
                  <a:extLst>
                    <a:ext uri="{9D8B030D-6E8A-4147-A177-3AD203B41FA5}">
                      <a16:colId xmlns:a16="http://schemas.microsoft.com/office/drawing/2014/main" val="277738048"/>
                    </a:ext>
                  </a:extLst>
                </a:gridCol>
                <a:gridCol w="364241">
                  <a:extLst>
                    <a:ext uri="{9D8B030D-6E8A-4147-A177-3AD203B41FA5}">
                      <a16:colId xmlns:a16="http://schemas.microsoft.com/office/drawing/2014/main" val="2245800188"/>
                    </a:ext>
                  </a:extLst>
                </a:gridCol>
                <a:gridCol w="364241">
                  <a:extLst>
                    <a:ext uri="{9D8B030D-6E8A-4147-A177-3AD203B41FA5}">
                      <a16:colId xmlns:a16="http://schemas.microsoft.com/office/drawing/2014/main" val="3364924607"/>
                    </a:ext>
                  </a:extLst>
                </a:gridCol>
                <a:gridCol w="364241">
                  <a:extLst>
                    <a:ext uri="{9D8B030D-6E8A-4147-A177-3AD203B41FA5}">
                      <a16:colId xmlns:a16="http://schemas.microsoft.com/office/drawing/2014/main" val="1162656261"/>
                    </a:ext>
                  </a:extLst>
                </a:gridCol>
                <a:gridCol w="364241">
                  <a:extLst>
                    <a:ext uri="{9D8B030D-6E8A-4147-A177-3AD203B41FA5}">
                      <a16:colId xmlns:a16="http://schemas.microsoft.com/office/drawing/2014/main" val="4018854686"/>
                    </a:ext>
                  </a:extLst>
                </a:gridCol>
                <a:gridCol w="364241">
                  <a:extLst>
                    <a:ext uri="{9D8B030D-6E8A-4147-A177-3AD203B41FA5}">
                      <a16:colId xmlns:a16="http://schemas.microsoft.com/office/drawing/2014/main" val="884114068"/>
                    </a:ext>
                  </a:extLst>
                </a:gridCol>
                <a:gridCol w="364241">
                  <a:extLst>
                    <a:ext uri="{9D8B030D-6E8A-4147-A177-3AD203B41FA5}">
                      <a16:colId xmlns:a16="http://schemas.microsoft.com/office/drawing/2014/main" val="3069356078"/>
                    </a:ext>
                  </a:extLst>
                </a:gridCol>
                <a:gridCol w="364241">
                  <a:extLst>
                    <a:ext uri="{9D8B030D-6E8A-4147-A177-3AD203B41FA5}">
                      <a16:colId xmlns:a16="http://schemas.microsoft.com/office/drawing/2014/main" val="4199843941"/>
                    </a:ext>
                  </a:extLst>
                </a:gridCol>
                <a:gridCol w="364241">
                  <a:extLst>
                    <a:ext uri="{9D8B030D-6E8A-4147-A177-3AD203B41FA5}">
                      <a16:colId xmlns:a16="http://schemas.microsoft.com/office/drawing/2014/main" val="743787249"/>
                    </a:ext>
                  </a:extLst>
                </a:gridCol>
                <a:gridCol w="364241">
                  <a:extLst>
                    <a:ext uri="{9D8B030D-6E8A-4147-A177-3AD203B41FA5}">
                      <a16:colId xmlns:a16="http://schemas.microsoft.com/office/drawing/2014/main" val="922199780"/>
                    </a:ext>
                  </a:extLst>
                </a:gridCol>
                <a:gridCol w="364241">
                  <a:extLst>
                    <a:ext uri="{9D8B030D-6E8A-4147-A177-3AD203B41FA5}">
                      <a16:colId xmlns:a16="http://schemas.microsoft.com/office/drawing/2014/main" val="383659013"/>
                    </a:ext>
                  </a:extLst>
                </a:gridCol>
                <a:gridCol w="364241">
                  <a:extLst>
                    <a:ext uri="{9D8B030D-6E8A-4147-A177-3AD203B41FA5}">
                      <a16:colId xmlns:a16="http://schemas.microsoft.com/office/drawing/2014/main" val="2904193488"/>
                    </a:ext>
                  </a:extLst>
                </a:gridCol>
                <a:gridCol w="364241">
                  <a:extLst>
                    <a:ext uri="{9D8B030D-6E8A-4147-A177-3AD203B41FA5}">
                      <a16:colId xmlns:a16="http://schemas.microsoft.com/office/drawing/2014/main" val="2901724710"/>
                    </a:ext>
                  </a:extLst>
                </a:gridCol>
                <a:gridCol w="364241">
                  <a:extLst>
                    <a:ext uri="{9D8B030D-6E8A-4147-A177-3AD203B41FA5}">
                      <a16:colId xmlns:a16="http://schemas.microsoft.com/office/drawing/2014/main" val="971198124"/>
                    </a:ext>
                  </a:extLst>
                </a:gridCol>
                <a:gridCol w="364241">
                  <a:extLst>
                    <a:ext uri="{9D8B030D-6E8A-4147-A177-3AD203B41FA5}">
                      <a16:colId xmlns:a16="http://schemas.microsoft.com/office/drawing/2014/main" val="1093279010"/>
                    </a:ext>
                  </a:extLst>
                </a:gridCol>
              </a:tblGrid>
              <a:tr h="426826">
                <a:tc>
                  <a:txBody>
                    <a:bodyPr/>
                    <a:lstStyle/>
                    <a:p>
                      <a:pPr algn="r"/>
                      <a:r>
                        <a:rPr kumimoji="1" lang="ja-JP" altLang="en-US" sz="1600" b="1">
                          <a:solidFill>
                            <a:schemeClr val="bg1"/>
                          </a:solidFill>
                          <a:latin typeface="+mn-ea"/>
                          <a:ea typeface="+mn-ea"/>
                        </a:rPr>
                        <a:t>年度</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gridSpan="28">
                  <a:txBody>
                    <a:bodyPr/>
                    <a:lstStyle/>
                    <a:p>
                      <a:pPr algn="ctr"/>
                      <a:r>
                        <a:rPr lang="en-US" altLang="ja-JP" sz="1600" b="1">
                          <a:solidFill>
                            <a:schemeClr val="bg1"/>
                          </a:solidFill>
                          <a:latin typeface="+mn-ea"/>
                          <a:ea typeface="+mn-ea"/>
                        </a:rPr>
                        <a:t>2025 - 2026</a:t>
                      </a:r>
                      <a:endParaRPr kumimoji="1" lang="en-US" altLang="ja-JP" sz="1600" b="1">
                        <a:solidFill>
                          <a:schemeClr val="bg1"/>
                        </a:solidFill>
                        <a:latin typeface="+mn-ea"/>
                        <a:ea typeface="+mn-ea"/>
                      </a:endParaRPr>
                    </a:p>
                  </a:txBody>
                  <a:tcPr anchor="ctr">
                    <a:lnL w="12700" cap="flat" cmpd="sng" algn="ctr">
                      <a:solidFill>
                        <a:schemeClr val="bg1">
                          <a:lumMod val="75000"/>
                        </a:schemeClr>
                      </a:solidFill>
                      <a:prstDash val="solid"/>
                      <a:round/>
                      <a:headEnd type="none" w="med" len="med"/>
                      <a:tailEnd type="none" w="med" len="med"/>
                    </a:lnL>
                    <a:lnR w="12700">
                      <a:solidFill>
                        <a:schemeClr val="bg1">
                          <a:lumMod val="75000"/>
                        </a:schemeClr>
                      </a:solidFill>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hMerge="1">
                  <a:txBody>
                    <a:bodyPr/>
                    <a:lstStyle/>
                    <a:p>
                      <a:pPr algn="ctr"/>
                      <a:endParaRPr kumimoji="1" lang="ja-JP" altLang="en-US" sz="1400" b="1">
                        <a:solidFill>
                          <a:schemeClr val="bg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hMerge="1">
                  <a:txBody>
                    <a:bodyPr/>
                    <a:lstStyle/>
                    <a:p>
                      <a:endParaRPr kumimoji="1" lang="ja-JP" altLang="en-US"/>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hMerge="1">
                  <a:txBody>
                    <a:bodyPr/>
                    <a:lstStyle/>
                    <a:p>
                      <a:pPr algn="ctr"/>
                      <a:r>
                        <a:rPr kumimoji="1" lang="en-US" altLang="ja-JP" sz="1400" b="1">
                          <a:solidFill>
                            <a:schemeClr val="bg1"/>
                          </a:solidFill>
                          <a:latin typeface="游ゴシック" panose="020B0400000000000000" pitchFamily="50" charset="-128"/>
                          <a:ea typeface="游ゴシック" panose="020B0400000000000000" pitchFamily="50" charset="-128"/>
                        </a:rPr>
                        <a:t>2022</a:t>
                      </a:r>
                      <a:endParaRPr kumimoji="1" lang="ja-JP" altLang="en-US" sz="1400" b="1">
                        <a:solidFill>
                          <a:schemeClr val="bg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hMerge="1">
                  <a:txBody>
                    <a:bodyPr/>
                    <a:lstStyle/>
                    <a:p>
                      <a:pPr algn="ctr"/>
                      <a:endParaRPr kumimoji="1" lang="ja-JP" altLang="en-US" sz="1400" b="1">
                        <a:solidFill>
                          <a:schemeClr val="bg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hMerge="1">
                  <a:txBody>
                    <a:bodyPr/>
                    <a:lstStyle/>
                    <a:p>
                      <a:pPr algn="ctr"/>
                      <a:endParaRPr kumimoji="1" lang="ja-JP" altLang="en-US" sz="1200" b="1">
                        <a:solidFill>
                          <a:schemeClr val="bg1"/>
                        </a:solidFill>
                        <a:latin typeface="+mn-ea"/>
                        <a:ea typeface="+mn-ea"/>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hMerge="1">
                  <a:txBody>
                    <a:bodyPr/>
                    <a:lstStyle/>
                    <a:p>
                      <a:pPr algn="ctr"/>
                      <a:endParaRPr kumimoji="1" lang="ja-JP" altLang="en-US" sz="1400" b="1">
                        <a:solidFill>
                          <a:schemeClr val="bg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hMerge="1">
                  <a:txBody>
                    <a:bodyPr/>
                    <a:lstStyle/>
                    <a:p>
                      <a:pPr algn="ctr"/>
                      <a:endParaRPr kumimoji="1" lang="ja-JP" altLang="en-US" sz="1400" b="1">
                        <a:solidFill>
                          <a:schemeClr val="bg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hMerge="1">
                  <a:txBody>
                    <a:bodyPr/>
                    <a:lstStyle/>
                    <a:p>
                      <a:pPr algn="ctr"/>
                      <a:endParaRPr kumimoji="1" lang="en-US" altLang="ja-JP" sz="1200" b="1">
                        <a:solidFill>
                          <a:schemeClr val="bg1"/>
                        </a:solidFill>
                        <a:latin typeface="+mn-ea"/>
                        <a:ea typeface="+mn-ea"/>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hMerge="1">
                  <a:txBody>
                    <a:bodyPr/>
                    <a:lstStyle/>
                    <a:p>
                      <a:pPr algn="ctr"/>
                      <a:endParaRPr kumimoji="1" lang="en-US" altLang="ja-JP" sz="1200" b="1">
                        <a:solidFill>
                          <a:schemeClr val="bg1"/>
                        </a:solidFill>
                        <a:latin typeface="+mn-ea"/>
                        <a:ea typeface="+mn-ea"/>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hMerge="1">
                  <a:txBody>
                    <a:bodyPr/>
                    <a:lstStyle/>
                    <a:p>
                      <a:endParaRPr kumimoji="1" lang="ja-JP" altLang="en-US"/>
                    </a:p>
                  </a:txBody>
                  <a:tcPr/>
                </a:tc>
                <a:tc hMerge="1">
                  <a:txBody>
                    <a:bodyPr/>
                    <a:lstStyle/>
                    <a:p>
                      <a:endParaRPr kumimoji="1" lang="ja-JP" altLang="en-US"/>
                    </a:p>
                  </a:txBody>
                  <a:tcPr>
                    <a:lnL w="12700" cap="flat" cmpd="sng" algn="ctr">
                      <a:solidFill>
                        <a:schemeClr val="bg1">
                          <a:lumMod val="75000"/>
                        </a:schemeClr>
                      </a:solidFill>
                      <a:prstDash val="solid"/>
                      <a:round/>
                      <a:headEnd type="none" w="med" len="med"/>
                      <a:tailEnd type="none" w="med" len="med"/>
                    </a:lnL>
                  </a:tcPr>
                </a:tc>
                <a:tc hMerge="1">
                  <a:txBody>
                    <a:bodyPr/>
                    <a:lstStyle/>
                    <a:p>
                      <a:endParaRPr kumimoji="1" lang="ja-JP" altLang="en-US"/>
                    </a:p>
                  </a:txBody>
                  <a:tcPr anchor="ctr">
                    <a:lnL w="12700">
                      <a:solidFill>
                        <a:schemeClr val="bg1">
                          <a:lumMod val="75000"/>
                        </a:schemeClr>
                      </a:solidFill>
                    </a:lnL>
                    <a:lnR w="12700">
                      <a:solidFill>
                        <a:schemeClr val="bg1">
                          <a:lumMod val="75000"/>
                        </a:schemeClr>
                      </a:solidFill>
                    </a:lnR>
                    <a:lnT w="12700">
                      <a:solidFill>
                        <a:schemeClr val="bg1">
                          <a:lumMod val="75000"/>
                        </a:schemeClr>
                      </a:solidFill>
                    </a:lnT>
                    <a:lnB w="12700">
                      <a:solidFill>
                        <a:schemeClr val="bg1">
                          <a:lumMod val="75000"/>
                        </a:schemeClr>
                      </a:solidFill>
                    </a:lnB>
                    <a:solidFill>
                      <a:schemeClr val="bg1">
                        <a:lumMod val="50000"/>
                      </a:schemeClr>
                    </a:solidFill>
                  </a:tcPr>
                </a:tc>
                <a:tc hMerge="1">
                  <a:txBody>
                    <a:bodyPr/>
                    <a:lstStyle/>
                    <a:p>
                      <a:endParaRPr kumimoji="1" lang="ja-JP" altLang="en-US"/>
                    </a:p>
                  </a:txBody>
                  <a:tcPr anchor="ctr">
                    <a:lnL w="12700">
                      <a:solidFill>
                        <a:schemeClr val="bg1">
                          <a:lumMod val="75000"/>
                        </a:schemeClr>
                      </a:solidFill>
                    </a:lnL>
                    <a:lnR w="12700">
                      <a:solidFill>
                        <a:schemeClr val="bg1">
                          <a:lumMod val="75000"/>
                        </a:schemeClr>
                      </a:solidFill>
                    </a:lnR>
                    <a:lnT w="12700">
                      <a:solidFill>
                        <a:schemeClr val="bg1">
                          <a:lumMod val="75000"/>
                        </a:schemeClr>
                      </a:solidFill>
                    </a:lnT>
                    <a:lnB w="12700">
                      <a:solidFill>
                        <a:schemeClr val="bg1">
                          <a:lumMod val="75000"/>
                        </a:schemeClr>
                      </a:solidFill>
                    </a:lnB>
                    <a:solidFill>
                      <a:schemeClr val="bg1">
                        <a:lumMod val="50000"/>
                      </a:schemeClr>
                    </a:solidFill>
                  </a:tcPr>
                </a:tc>
                <a:tc hMerge="1">
                  <a:txBody>
                    <a:bodyPr/>
                    <a:lstStyle/>
                    <a:p>
                      <a:endParaRPr kumimoji="1" lang="ja-JP" altLang="en-US"/>
                    </a:p>
                  </a:txBody>
                  <a:tcPr anchor="ctr">
                    <a:lnL w="12700">
                      <a:solidFill>
                        <a:schemeClr val="bg1">
                          <a:lumMod val="75000"/>
                        </a:schemeClr>
                      </a:solidFill>
                    </a:lnL>
                    <a:lnR w="12700">
                      <a:solidFill>
                        <a:schemeClr val="bg1">
                          <a:lumMod val="75000"/>
                        </a:schemeClr>
                      </a:solidFill>
                    </a:lnR>
                    <a:lnT w="12700">
                      <a:solidFill>
                        <a:schemeClr val="bg1">
                          <a:lumMod val="75000"/>
                        </a:schemeClr>
                      </a:solidFill>
                    </a:lnT>
                    <a:lnB w="12700">
                      <a:solidFill>
                        <a:schemeClr val="bg1">
                          <a:lumMod val="75000"/>
                        </a:schemeClr>
                      </a:solidFill>
                    </a:lnB>
                    <a:solidFill>
                      <a:schemeClr val="bg1">
                        <a:lumMod val="50000"/>
                      </a:schemeClr>
                    </a:solidFill>
                  </a:tcPr>
                </a:tc>
                <a:tc hMerge="1">
                  <a:txBody>
                    <a:bodyPr/>
                    <a:lstStyle/>
                    <a:p>
                      <a:endParaRPr kumimoji="1" lang="ja-JP" altLang="en-US"/>
                    </a:p>
                  </a:txBody>
                  <a:tcPr anchor="ctr">
                    <a:lnL w="12700">
                      <a:solidFill>
                        <a:schemeClr val="bg1">
                          <a:lumMod val="75000"/>
                        </a:schemeClr>
                      </a:solidFill>
                    </a:lnL>
                    <a:lnR w="12700" cap="flat" cmpd="sng" algn="ctr">
                      <a:solidFill>
                        <a:schemeClr val="bg1">
                          <a:lumMod val="75000"/>
                        </a:schemeClr>
                      </a:solidFill>
                      <a:prstDash val="solid"/>
                      <a:round/>
                      <a:headEnd type="none" w="med" len="med"/>
                      <a:tailEnd type="none" w="med" len="med"/>
                    </a:lnR>
                    <a:lnT w="12700">
                      <a:solidFill>
                        <a:schemeClr val="bg1">
                          <a:lumMod val="75000"/>
                        </a:schemeClr>
                      </a:solidFill>
                    </a:lnT>
                    <a:lnB w="12700">
                      <a:solidFill>
                        <a:schemeClr val="bg1">
                          <a:lumMod val="75000"/>
                        </a:schemeClr>
                      </a:solidFill>
                    </a:lnB>
                    <a:solidFill>
                      <a:schemeClr val="bg1">
                        <a:lumMod val="50000"/>
                      </a:schemeClr>
                    </a:solidFill>
                  </a:tcPr>
                </a:tc>
                <a:tc hMerge="1">
                  <a:txBody>
                    <a:bodyPr/>
                    <a:lstStyle/>
                    <a:p>
                      <a:endParaRPr kumimoji="1" lang="ja-JP" altLang="en-US"/>
                    </a:p>
                  </a:txBody>
                  <a:tcPr anchor="ctr">
                    <a:lnL w="12700">
                      <a:solidFill>
                        <a:schemeClr val="bg1">
                          <a:lumMod val="75000"/>
                        </a:schemeClr>
                      </a:solidFill>
                    </a:lnL>
                    <a:lnR w="12700">
                      <a:solidFill>
                        <a:schemeClr val="bg1">
                          <a:lumMod val="75000"/>
                        </a:schemeClr>
                      </a:solidFill>
                    </a:lnR>
                    <a:lnT w="12700">
                      <a:solidFill>
                        <a:schemeClr val="bg1">
                          <a:lumMod val="75000"/>
                        </a:schemeClr>
                      </a:solidFill>
                    </a:lnT>
                    <a:lnB w="12700">
                      <a:solidFill>
                        <a:schemeClr val="bg1">
                          <a:lumMod val="75000"/>
                        </a:schemeClr>
                      </a:solidFill>
                    </a:lnB>
                    <a:solidFill>
                      <a:schemeClr val="bg1">
                        <a:lumMod val="50000"/>
                      </a:schemeClr>
                    </a:solidFill>
                  </a:tcPr>
                </a:tc>
                <a:tc hMerge="1">
                  <a:txBody>
                    <a:bodyPr/>
                    <a:lstStyle/>
                    <a:p>
                      <a:endParaRPr kumimoji="1" lang="ja-JP" altLang="en-US"/>
                    </a:p>
                  </a:txBody>
                  <a:tcPr anchor="ctr">
                    <a:lnL w="12700">
                      <a:solidFill>
                        <a:schemeClr val="bg1">
                          <a:lumMod val="75000"/>
                        </a:schemeClr>
                      </a:solidFill>
                    </a:lnL>
                    <a:lnR w="12700">
                      <a:solidFill>
                        <a:schemeClr val="bg1">
                          <a:lumMod val="75000"/>
                        </a:schemeClr>
                      </a:solidFill>
                    </a:lnR>
                    <a:lnT w="12700">
                      <a:solidFill>
                        <a:schemeClr val="bg1">
                          <a:lumMod val="75000"/>
                        </a:schemeClr>
                      </a:solidFill>
                    </a:lnT>
                    <a:lnB w="12700">
                      <a:solidFill>
                        <a:schemeClr val="bg1">
                          <a:lumMod val="75000"/>
                        </a:schemeClr>
                      </a:solidFill>
                    </a:lnB>
                    <a:solidFill>
                      <a:schemeClr val="bg1">
                        <a:lumMod val="50000"/>
                      </a:schemeClr>
                    </a:solidFill>
                  </a:tcPr>
                </a:tc>
                <a:tc hMerge="1">
                  <a:txBody>
                    <a:bodyPr/>
                    <a:lstStyle/>
                    <a:p>
                      <a:endParaRPr kumimoji="1" lang="ja-JP" altLang="en-US"/>
                    </a:p>
                  </a:txBody>
                  <a:tcPr anchor="ctr">
                    <a:lnL w="12700">
                      <a:solidFill>
                        <a:schemeClr val="bg1">
                          <a:lumMod val="75000"/>
                        </a:schemeClr>
                      </a:solidFill>
                    </a:lnL>
                    <a:lnR w="12700">
                      <a:solidFill>
                        <a:schemeClr val="bg1">
                          <a:lumMod val="75000"/>
                        </a:schemeClr>
                      </a:solidFill>
                    </a:lnR>
                    <a:lnT w="12700">
                      <a:solidFill>
                        <a:schemeClr val="bg1">
                          <a:lumMod val="75000"/>
                        </a:schemeClr>
                      </a:solidFill>
                    </a:lnT>
                    <a:lnB w="12700">
                      <a:solidFill>
                        <a:schemeClr val="bg1">
                          <a:lumMod val="75000"/>
                        </a:schemeClr>
                      </a:solidFill>
                    </a:lnB>
                    <a:solidFill>
                      <a:schemeClr val="bg1">
                        <a:lumMod val="50000"/>
                      </a:schemeClr>
                    </a:solidFill>
                  </a:tcPr>
                </a:tc>
                <a:tc hMerge="1">
                  <a:txBody>
                    <a:bodyPr/>
                    <a:lstStyle/>
                    <a:p>
                      <a:endParaRPr kumimoji="1" lang="ja-JP" altLang="en-US"/>
                    </a:p>
                  </a:txBody>
                  <a:tcPr anchor="ctr">
                    <a:lnL w="12700">
                      <a:solidFill>
                        <a:schemeClr val="bg1">
                          <a:lumMod val="75000"/>
                        </a:schemeClr>
                      </a:solidFill>
                    </a:lnL>
                    <a:lnR w="12700">
                      <a:solidFill>
                        <a:schemeClr val="bg1">
                          <a:lumMod val="75000"/>
                        </a:schemeClr>
                      </a:solidFill>
                    </a:lnR>
                    <a:lnT w="12700">
                      <a:solidFill>
                        <a:schemeClr val="bg1">
                          <a:lumMod val="75000"/>
                        </a:schemeClr>
                      </a:solidFill>
                    </a:lnT>
                    <a:lnB w="12700">
                      <a:solidFill>
                        <a:schemeClr val="bg1">
                          <a:lumMod val="75000"/>
                        </a:schemeClr>
                      </a:solidFill>
                    </a:lnB>
                    <a:solidFill>
                      <a:schemeClr val="bg1">
                        <a:lumMod val="50000"/>
                      </a:schemeClr>
                    </a:solidFill>
                  </a:tcPr>
                </a:tc>
                <a:tc hMerge="1">
                  <a:txBody>
                    <a:bodyPr/>
                    <a:lstStyle/>
                    <a:p>
                      <a:pPr algn="ctr"/>
                      <a:endParaRPr kumimoji="1" lang="en-US" altLang="ja-JP" sz="1600" b="1">
                        <a:solidFill>
                          <a:schemeClr val="bg1"/>
                        </a:solidFill>
                        <a:latin typeface="+mn-ea"/>
                        <a:ea typeface="+mn-ea"/>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hMerge="1">
                  <a:txBody>
                    <a:bodyPr/>
                    <a:lstStyle/>
                    <a:p>
                      <a:pPr algn="ctr"/>
                      <a:endParaRPr kumimoji="1" lang="en-US" altLang="ja-JP" sz="1600" b="1">
                        <a:solidFill>
                          <a:schemeClr val="bg1"/>
                        </a:solidFill>
                        <a:latin typeface="+mn-ea"/>
                        <a:ea typeface="+mn-ea"/>
                      </a:endParaRPr>
                    </a:p>
                  </a:txBody>
                  <a:tcPr anchor="ctr">
                    <a:lnL w="12700" cap="flat" cmpd="sng" algn="ctr">
                      <a:solidFill>
                        <a:schemeClr val="bg1">
                          <a:lumMod val="75000"/>
                        </a:schemeClr>
                      </a:solidFill>
                      <a:prstDash val="solid"/>
                      <a:round/>
                      <a:headEnd type="none" w="med" len="med"/>
                      <a:tailEnd type="none" w="med" len="med"/>
                    </a:lnL>
                    <a:lnR w="12700">
                      <a:solidFill>
                        <a:schemeClr val="bg1">
                          <a:lumMod val="75000"/>
                        </a:schemeClr>
                      </a:solidFill>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hMerge="1">
                  <a:txBody>
                    <a:bodyPr/>
                    <a:lstStyle/>
                    <a:p>
                      <a:pPr algn="ctr"/>
                      <a:endParaRPr kumimoji="1" lang="en-US" altLang="ja-JP" sz="1600" b="1">
                        <a:solidFill>
                          <a:schemeClr val="bg1"/>
                        </a:solidFill>
                        <a:latin typeface="+mn-ea"/>
                        <a:ea typeface="+mn-ea"/>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hMerge="1">
                  <a:txBody>
                    <a:bodyPr/>
                    <a:lstStyle/>
                    <a:p>
                      <a:pPr algn="ctr"/>
                      <a:endParaRPr kumimoji="1" lang="en-US" altLang="ja-JP" sz="1600" b="1">
                        <a:solidFill>
                          <a:schemeClr val="bg1"/>
                        </a:solidFill>
                        <a:latin typeface="+mn-ea"/>
                        <a:ea typeface="+mn-ea"/>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hMerge="1">
                  <a:txBody>
                    <a:bodyPr/>
                    <a:lstStyle/>
                    <a:p>
                      <a:pPr algn="ctr"/>
                      <a:endParaRPr kumimoji="1" lang="en-US" altLang="ja-JP" sz="1600" b="1">
                        <a:solidFill>
                          <a:schemeClr val="bg1"/>
                        </a:solidFill>
                        <a:latin typeface="+mn-ea"/>
                        <a:ea typeface="+mn-ea"/>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hMerge="1">
                  <a:txBody>
                    <a:bodyPr/>
                    <a:lstStyle/>
                    <a:p>
                      <a:pPr algn="ctr"/>
                      <a:endParaRPr kumimoji="1" lang="en-US" altLang="ja-JP" sz="1600" b="1">
                        <a:solidFill>
                          <a:schemeClr val="bg1"/>
                        </a:solidFill>
                        <a:latin typeface="+mn-ea"/>
                        <a:ea typeface="+mn-ea"/>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hMerge="1">
                  <a:txBody>
                    <a:bodyPr/>
                    <a:lstStyle/>
                    <a:p>
                      <a:pPr algn="ctr"/>
                      <a:endParaRPr kumimoji="1" lang="en-US" altLang="ja-JP" sz="1600" b="1">
                        <a:solidFill>
                          <a:schemeClr val="bg1"/>
                        </a:solidFill>
                        <a:latin typeface="+mn-ea"/>
                        <a:ea typeface="+mn-ea"/>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hMerge="1">
                  <a:txBody>
                    <a:bodyPr/>
                    <a:lstStyle/>
                    <a:p>
                      <a:pPr algn="ctr"/>
                      <a:endParaRPr kumimoji="1" lang="en-US" altLang="ja-JP" sz="1600" b="1">
                        <a:solidFill>
                          <a:schemeClr val="bg1"/>
                        </a:solidFill>
                        <a:latin typeface="+mn-ea"/>
                        <a:ea typeface="+mn-ea"/>
                      </a:endParaRPr>
                    </a:p>
                  </a:txBody>
                  <a:tcPr anchor="ctr">
                    <a:lnL w="12700" cap="flat" cmpd="sng" algn="ctr">
                      <a:solidFill>
                        <a:schemeClr val="bg1">
                          <a:lumMod val="75000"/>
                        </a:schemeClr>
                      </a:solidFill>
                      <a:prstDash val="solid"/>
                      <a:round/>
                      <a:headEnd type="none" w="med" len="med"/>
                      <a:tailEnd type="none" w="med" len="med"/>
                    </a:lnL>
                    <a:lnR w="12700">
                      <a:solidFill>
                        <a:schemeClr val="bg1">
                          <a:lumMod val="75000"/>
                        </a:schemeClr>
                      </a:solidFill>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extLst>
                  <a:ext uri="{0D108BD9-81ED-4DB2-BD59-A6C34878D82A}">
                    <a16:rowId xmlns:a16="http://schemas.microsoft.com/office/drawing/2014/main" val="964622394"/>
                  </a:ext>
                </a:extLst>
              </a:tr>
              <a:tr h="332993">
                <a:tc>
                  <a:txBody>
                    <a:bodyPr/>
                    <a:lstStyle/>
                    <a:p>
                      <a:pPr algn="r"/>
                      <a:r>
                        <a:rPr kumimoji="1" lang="ja-JP" altLang="en-US" sz="1600" b="1">
                          <a:solidFill>
                            <a:schemeClr val="bg1"/>
                          </a:solidFill>
                          <a:latin typeface="+mn-ea"/>
                          <a:ea typeface="+mn-ea"/>
                        </a:rPr>
                        <a:t>月</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gridSpan="2">
                  <a:txBody>
                    <a:bodyPr/>
                    <a:lstStyle/>
                    <a:p>
                      <a:pPr algn="ctr"/>
                      <a:r>
                        <a:rPr lang="en-US" altLang="ja-JP" sz="1600" b="1">
                          <a:solidFill>
                            <a:schemeClr val="bg1"/>
                          </a:solidFill>
                          <a:latin typeface="+mn-ea"/>
                          <a:ea typeface="+mn-ea"/>
                        </a:rPr>
                        <a:t>4</a:t>
                      </a:r>
                      <a:endParaRPr kumimoji="1" lang="ja-JP" altLang="en-US" sz="1600" b="1">
                        <a:solidFill>
                          <a:schemeClr val="bg1"/>
                        </a:solidFill>
                        <a:latin typeface="+mn-ea"/>
                        <a:ea typeface="+mn-ea"/>
                      </a:endParaRPr>
                    </a:p>
                  </a:txBody>
                  <a:tcPr marL="36000" marR="360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hMerge="1">
                  <a:txBody>
                    <a:bodyPr/>
                    <a:lstStyle/>
                    <a:p>
                      <a:pPr algn="ctr"/>
                      <a:endParaRPr kumimoji="1" lang="ja-JP" altLang="en-US" sz="1200" b="1">
                        <a:solidFill>
                          <a:schemeClr val="bg1"/>
                        </a:solidFill>
                        <a:latin typeface="+mn-ea"/>
                        <a:ea typeface="+mn-ea"/>
                      </a:endParaRPr>
                    </a:p>
                  </a:txBody>
                  <a:tcPr marL="36000" marR="36000" anchor="ct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gridSpan="2">
                  <a:txBody>
                    <a:bodyPr/>
                    <a:lstStyle/>
                    <a:p>
                      <a:pPr algn="ctr"/>
                      <a:r>
                        <a:rPr lang="en-US" altLang="ja-JP" sz="1600" b="1">
                          <a:solidFill>
                            <a:schemeClr val="bg1"/>
                          </a:solidFill>
                          <a:latin typeface="+mn-ea"/>
                          <a:ea typeface="+mn-ea"/>
                        </a:rPr>
                        <a:t>5</a:t>
                      </a:r>
                      <a:endParaRPr kumimoji="1" lang="ja-JP" altLang="en-US" sz="1600" b="1">
                        <a:solidFill>
                          <a:schemeClr val="bg1"/>
                        </a:solidFill>
                        <a:latin typeface="+mn-ea"/>
                        <a:ea typeface="+mn-ea"/>
                      </a:endParaRPr>
                    </a:p>
                  </a:txBody>
                  <a:tcPr marL="36000" marR="36000" anchor="ct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hMerge="1">
                  <a:txBody>
                    <a:bodyPr/>
                    <a:lstStyle/>
                    <a:p>
                      <a:pPr algn="ctr"/>
                      <a:endParaRPr kumimoji="1" lang="ja-JP" altLang="en-US" sz="1200" b="1">
                        <a:solidFill>
                          <a:schemeClr val="bg1"/>
                        </a:solidFill>
                        <a:latin typeface="+mn-ea"/>
                        <a:ea typeface="+mn-ea"/>
                      </a:endParaRPr>
                    </a:p>
                  </a:txBody>
                  <a:tcPr marL="36000" marR="36000" anchor="ct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gridSpan="2">
                  <a:txBody>
                    <a:bodyPr/>
                    <a:lstStyle/>
                    <a:p>
                      <a:pPr algn="ctr"/>
                      <a:r>
                        <a:rPr lang="en-US" altLang="ja-JP" sz="1600" b="1">
                          <a:solidFill>
                            <a:schemeClr val="bg1"/>
                          </a:solidFill>
                          <a:latin typeface="+mn-ea"/>
                          <a:ea typeface="+mn-ea"/>
                        </a:rPr>
                        <a:t>6</a:t>
                      </a:r>
                      <a:endParaRPr kumimoji="1" lang="en-US" altLang="ja-JP" sz="1600" b="1">
                        <a:solidFill>
                          <a:schemeClr val="bg1"/>
                        </a:solidFill>
                        <a:latin typeface="+mn-ea"/>
                        <a:ea typeface="+mn-ea"/>
                      </a:endParaRPr>
                    </a:p>
                  </a:txBody>
                  <a:tcPr marL="36000" marR="36000" anchor="ct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hMerge="1">
                  <a:txBody>
                    <a:bodyPr/>
                    <a:lstStyle/>
                    <a:p>
                      <a:pPr algn="ctr"/>
                      <a:endParaRPr kumimoji="1" lang="ja-JP" altLang="en-US" sz="1200" b="1">
                        <a:solidFill>
                          <a:schemeClr val="bg1"/>
                        </a:solidFill>
                        <a:latin typeface="+mn-ea"/>
                        <a:ea typeface="+mn-ea"/>
                      </a:endParaRPr>
                    </a:p>
                  </a:txBody>
                  <a:tcPr marL="36000" marR="36000" anchor="ct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gridSpan="2">
                  <a:txBody>
                    <a:bodyPr/>
                    <a:lstStyle/>
                    <a:p>
                      <a:pPr algn="ctr"/>
                      <a:r>
                        <a:rPr lang="en-US" altLang="ja-JP" sz="1600" b="1">
                          <a:solidFill>
                            <a:schemeClr val="bg1"/>
                          </a:solidFill>
                          <a:latin typeface="+mn-ea"/>
                          <a:ea typeface="+mn-ea"/>
                        </a:rPr>
                        <a:t>7</a:t>
                      </a:r>
                      <a:endParaRPr kumimoji="1" lang="en-US" altLang="ja-JP" sz="1600" b="1">
                        <a:solidFill>
                          <a:schemeClr val="bg1"/>
                        </a:solidFill>
                        <a:latin typeface="+mn-ea"/>
                        <a:ea typeface="+mn-ea"/>
                      </a:endParaRPr>
                    </a:p>
                  </a:txBody>
                  <a:tcPr marL="36000" marR="36000" anchor="ct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hMerge="1">
                  <a:txBody>
                    <a:bodyPr/>
                    <a:lstStyle/>
                    <a:p>
                      <a:pPr algn="ctr"/>
                      <a:endParaRPr kumimoji="1" lang="ja-JP" altLang="en-US" sz="1200" b="1">
                        <a:solidFill>
                          <a:schemeClr val="bg1"/>
                        </a:solidFill>
                        <a:latin typeface="+mn-ea"/>
                        <a:ea typeface="+mn-ea"/>
                      </a:endParaRPr>
                    </a:p>
                  </a:txBody>
                  <a:tcPr marL="36000" marR="36000" anchor="ct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gridSpan="2">
                  <a:txBody>
                    <a:bodyPr/>
                    <a:lstStyle/>
                    <a:p>
                      <a:pPr algn="ctr"/>
                      <a:r>
                        <a:rPr lang="en-US" altLang="ja-JP" sz="1600" b="1">
                          <a:solidFill>
                            <a:schemeClr val="bg1"/>
                          </a:solidFill>
                          <a:latin typeface="+mn-ea"/>
                          <a:ea typeface="+mn-ea"/>
                        </a:rPr>
                        <a:t>8</a:t>
                      </a:r>
                      <a:endParaRPr kumimoji="1" lang="en-US" altLang="ja-JP" sz="1600" b="1">
                        <a:solidFill>
                          <a:schemeClr val="bg1"/>
                        </a:solidFill>
                        <a:latin typeface="+mn-ea"/>
                        <a:ea typeface="+mn-ea"/>
                      </a:endParaRPr>
                    </a:p>
                  </a:txBody>
                  <a:tcPr marL="36000" marR="36000" anchor="ct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hMerge="1">
                  <a:txBody>
                    <a:bodyPr/>
                    <a:lstStyle/>
                    <a:p>
                      <a:pPr algn="ctr"/>
                      <a:endParaRPr kumimoji="1" lang="ja-JP" altLang="en-US" sz="1200" b="1">
                        <a:solidFill>
                          <a:schemeClr val="bg1"/>
                        </a:solidFill>
                        <a:latin typeface="+mn-ea"/>
                        <a:ea typeface="+mn-ea"/>
                      </a:endParaRPr>
                    </a:p>
                  </a:txBody>
                  <a:tcPr marL="36000" marR="36000" anchor="ct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gridSpan="2">
                  <a:txBody>
                    <a:bodyPr/>
                    <a:lstStyle/>
                    <a:p>
                      <a:pPr algn="ctr"/>
                      <a:r>
                        <a:rPr lang="en-US" altLang="ja-JP" sz="1600" b="1">
                          <a:solidFill>
                            <a:schemeClr val="bg1"/>
                          </a:solidFill>
                          <a:latin typeface="+mn-ea"/>
                          <a:ea typeface="+mn-ea"/>
                        </a:rPr>
                        <a:t>9</a:t>
                      </a:r>
                      <a:endParaRPr kumimoji="1" lang="en-US" altLang="ja-JP" sz="1600" b="1">
                        <a:solidFill>
                          <a:schemeClr val="bg1"/>
                        </a:solidFill>
                        <a:latin typeface="+mn-ea"/>
                        <a:ea typeface="+mn-ea"/>
                      </a:endParaRPr>
                    </a:p>
                  </a:txBody>
                  <a:tcPr marL="36000" marR="36000" anchor="ct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hMerge="1">
                  <a:txBody>
                    <a:bodyPr/>
                    <a:lstStyle/>
                    <a:p>
                      <a:pPr algn="ctr"/>
                      <a:endParaRPr kumimoji="1" lang="ja-JP" altLang="en-US" sz="1200" b="1">
                        <a:solidFill>
                          <a:schemeClr val="bg1"/>
                        </a:solidFill>
                        <a:latin typeface="+mn-ea"/>
                        <a:ea typeface="+mn-ea"/>
                      </a:endParaRPr>
                    </a:p>
                  </a:txBody>
                  <a:tcPr marL="36000" marR="36000" anchor="ct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B w="12700" cap="flat" cmpd="sng" algn="ctr">
                      <a:solidFill>
                        <a:schemeClr val="bg1">
                          <a:lumMod val="75000"/>
                        </a:schemeClr>
                      </a:solidFill>
                      <a:prstDash val="solid"/>
                      <a:round/>
                      <a:headEnd type="none" w="med" len="med"/>
                      <a:tailEnd type="none" w="med" len="med"/>
                    </a:lnB>
                    <a:solidFill>
                      <a:schemeClr val="bg1">
                        <a:lumMod val="50000"/>
                      </a:schemeClr>
                    </a:solidFill>
                  </a:tcPr>
                </a:tc>
                <a:tc gridSpan="2">
                  <a:txBody>
                    <a:bodyPr/>
                    <a:lstStyle/>
                    <a:p>
                      <a:pPr lvl="0" algn="ctr">
                        <a:buNone/>
                      </a:pPr>
                      <a:r>
                        <a:rPr lang="en-US" altLang="ja-JP" sz="1600" b="1">
                          <a:solidFill>
                            <a:schemeClr val="bg1"/>
                          </a:solidFill>
                          <a:latin typeface="+mn-ea"/>
                          <a:ea typeface="+mn-ea"/>
                        </a:rPr>
                        <a:t>10</a:t>
                      </a:r>
                      <a:endParaRPr kumimoji="1" lang="en-US" altLang="ja-JP" sz="1600" b="1">
                        <a:solidFill>
                          <a:schemeClr val="bg1"/>
                        </a:solidFill>
                        <a:latin typeface="+mn-ea"/>
                        <a:ea typeface="+mn-ea"/>
                      </a:endParaRPr>
                    </a:p>
                  </a:txBody>
                  <a:tcPr marL="36000" marR="36000" anchor="ctr">
                    <a:lnL w="12700" cap="flat" cmpd="sng" algn="ctr">
                      <a:solidFill>
                        <a:schemeClr val="bg1">
                          <a:lumMod val="75000"/>
                        </a:schemeClr>
                      </a:solidFill>
                      <a:prstDash val="sysDash"/>
                      <a:round/>
                      <a:headEnd type="none" w="med" len="med"/>
                      <a:tailEnd type="none" w="med" len="med"/>
                    </a:lnL>
                    <a:lnR w="12700">
                      <a:solidFill>
                        <a:schemeClr val="bg1">
                          <a:lumMod val="75000"/>
                        </a:schemeClr>
                      </a:solidFill>
                    </a:lnR>
                    <a:lnT w="12700">
                      <a:solidFill>
                        <a:schemeClr val="bg1">
                          <a:lumMod val="75000"/>
                        </a:schemeClr>
                      </a:solidFill>
                    </a:lnT>
                    <a:lnB w="12700">
                      <a:solidFill>
                        <a:schemeClr val="bg1">
                          <a:lumMod val="75000"/>
                        </a:schemeClr>
                      </a:solidFill>
                    </a:lnB>
                    <a:solidFill>
                      <a:schemeClr val="bg1">
                        <a:lumMod val="50000"/>
                      </a:schemeClr>
                    </a:solidFill>
                  </a:tcPr>
                </a:tc>
                <a:tc hMerge="1">
                  <a:txBody>
                    <a:bodyPr/>
                    <a:lstStyle/>
                    <a:p>
                      <a:endParaRPr kumimoji="1" lang="ja-JP" altLang="en-US"/>
                    </a:p>
                  </a:txBody>
                  <a:tcPr marL="36000" marR="36000" anchor="ctr">
                    <a:lnL w="12700">
                      <a:solidFill>
                        <a:schemeClr val="bg1">
                          <a:lumMod val="75000"/>
                        </a:schemeClr>
                      </a:solidFill>
                    </a:lnL>
                    <a:lnR w="12700">
                      <a:solidFill>
                        <a:schemeClr val="bg1">
                          <a:lumMod val="75000"/>
                        </a:schemeClr>
                      </a:solidFill>
                    </a:lnR>
                    <a:lnT w="12700">
                      <a:solidFill>
                        <a:schemeClr val="bg1">
                          <a:lumMod val="75000"/>
                        </a:schemeClr>
                      </a:solidFill>
                    </a:lnT>
                    <a:lnB w="12700">
                      <a:solidFill>
                        <a:schemeClr val="bg1">
                          <a:lumMod val="75000"/>
                        </a:schemeClr>
                      </a:solidFill>
                    </a:lnB>
                    <a:solidFill>
                      <a:schemeClr val="bg1">
                        <a:lumMod val="50000"/>
                      </a:schemeClr>
                    </a:solidFill>
                  </a:tcPr>
                </a:tc>
                <a:tc gridSpan="2">
                  <a:txBody>
                    <a:bodyPr/>
                    <a:lstStyle/>
                    <a:p>
                      <a:pPr lvl="0" algn="ctr">
                        <a:buNone/>
                      </a:pPr>
                      <a:r>
                        <a:rPr lang="en-US" altLang="ja-JP" sz="1600" b="1">
                          <a:solidFill>
                            <a:schemeClr val="bg1"/>
                          </a:solidFill>
                          <a:latin typeface="+mn-ea"/>
                          <a:ea typeface="+mn-ea"/>
                        </a:rPr>
                        <a:t>11</a:t>
                      </a:r>
                      <a:endParaRPr kumimoji="1" lang="en-US" altLang="ja-JP" sz="1600" b="1">
                        <a:solidFill>
                          <a:schemeClr val="bg1"/>
                        </a:solidFill>
                        <a:latin typeface="+mn-ea"/>
                        <a:ea typeface="+mn-ea"/>
                      </a:endParaRPr>
                    </a:p>
                  </a:txBody>
                  <a:tcPr marL="36000" marR="36000" anchor="ctr">
                    <a:lnL w="12700">
                      <a:solidFill>
                        <a:schemeClr val="bg1">
                          <a:lumMod val="75000"/>
                        </a:schemeClr>
                      </a:solidFill>
                    </a:lnL>
                    <a:lnR w="12700" cap="flat" cmpd="sng" algn="ctr">
                      <a:solidFill>
                        <a:schemeClr val="bg1">
                          <a:lumMod val="75000"/>
                        </a:schemeClr>
                      </a:solidFill>
                      <a:prstDash val="solid"/>
                      <a:round/>
                      <a:headEnd type="none" w="med" len="med"/>
                      <a:tailEnd type="none" w="med" len="med"/>
                    </a:lnR>
                    <a:lnT w="12700">
                      <a:solidFill>
                        <a:schemeClr val="bg1">
                          <a:lumMod val="75000"/>
                        </a:schemeClr>
                      </a:solidFill>
                    </a:lnT>
                    <a:lnB w="12700">
                      <a:solidFill>
                        <a:schemeClr val="bg1">
                          <a:lumMod val="75000"/>
                        </a:schemeClr>
                      </a:solidFill>
                    </a:lnB>
                    <a:solidFill>
                      <a:schemeClr val="bg1">
                        <a:lumMod val="50000"/>
                      </a:schemeClr>
                    </a:solidFill>
                  </a:tcPr>
                </a:tc>
                <a:tc hMerge="1">
                  <a:txBody>
                    <a:bodyPr/>
                    <a:lstStyle/>
                    <a:p>
                      <a:endParaRPr kumimoji="1" lang="ja-JP" altLang="en-US"/>
                    </a:p>
                  </a:txBody>
                  <a:tcPr marL="36000" marR="36000" anchor="ctr">
                    <a:lnL w="12700">
                      <a:solidFill>
                        <a:schemeClr val="bg1">
                          <a:lumMod val="75000"/>
                        </a:schemeClr>
                      </a:solidFill>
                    </a:lnL>
                    <a:lnR w="12700" cap="flat" cmpd="sng" algn="ctr">
                      <a:solidFill>
                        <a:schemeClr val="bg1">
                          <a:lumMod val="75000"/>
                        </a:schemeClr>
                      </a:solidFill>
                      <a:prstDash val="solid"/>
                      <a:round/>
                      <a:headEnd type="none" w="med" len="med"/>
                      <a:tailEnd type="none" w="med" len="med"/>
                    </a:lnR>
                    <a:lnT w="12700">
                      <a:solidFill>
                        <a:schemeClr val="bg1">
                          <a:lumMod val="75000"/>
                        </a:schemeClr>
                      </a:solidFill>
                    </a:lnT>
                    <a:lnB w="12700">
                      <a:solidFill>
                        <a:schemeClr val="bg1">
                          <a:lumMod val="75000"/>
                        </a:schemeClr>
                      </a:solidFill>
                    </a:lnB>
                    <a:solidFill>
                      <a:schemeClr val="bg1">
                        <a:lumMod val="50000"/>
                      </a:schemeClr>
                    </a:solidFill>
                  </a:tcPr>
                </a:tc>
                <a:tc gridSpan="2">
                  <a:txBody>
                    <a:bodyPr/>
                    <a:lstStyle/>
                    <a:p>
                      <a:pPr lvl="0" algn="ctr">
                        <a:buNone/>
                      </a:pPr>
                      <a:r>
                        <a:rPr lang="en-US" altLang="ja-JP" sz="1600" b="1">
                          <a:solidFill>
                            <a:schemeClr val="bg1"/>
                          </a:solidFill>
                          <a:latin typeface="+mn-ea"/>
                          <a:ea typeface="+mn-ea"/>
                        </a:rPr>
                        <a:t>12</a:t>
                      </a:r>
                      <a:endParaRPr kumimoji="1" lang="en-US" altLang="ja-JP" sz="1600" b="1">
                        <a:solidFill>
                          <a:schemeClr val="bg1"/>
                        </a:solidFill>
                        <a:latin typeface="+mn-ea"/>
                        <a:ea typeface="+mn-ea"/>
                      </a:endParaRPr>
                    </a:p>
                  </a:txBody>
                  <a:tcPr marL="36000" marR="36000" anchor="ctr">
                    <a:lnL w="12700">
                      <a:solidFill>
                        <a:schemeClr val="bg1">
                          <a:lumMod val="75000"/>
                        </a:schemeClr>
                      </a:solidFill>
                    </a:lnL>
                    <a:lnR w="12700">
                      <a:solidFill>
                        <a:schemeClr val="bg1">
                          <a:lumMod val="75000"/>
                        </a:schemeClr>
                      </a:solidFill>
                    </a:lnR>
                    <a:lnT w="12700">
                      <a:solidFill>
                        <a:schemeClr val="bg1">
                          <a:lumMod val="75000"/>
                        </a:schemeClr>
                      </a:solidFill>
                    </a:lnT>
                    <a:lnB w="12700">
                      <a:solidFill>
                        <a:schemeClr val="bg1">
                          <a:lumMod val="75000"/>
                        </a:schemeClr>
                      </a:solidFill>
                    </a:lnB>
                    <a:solidFill>
                      <a:schemeClr val="bg1">
                        <a:lumMod val="50000"/>
                      </a:schemeClr>
                    </a:solidFill>
                  </a:tcPr>
                </a:tc>
                <a:tc hMerge="1">
                  <a:txBody>
                    <a:bodyPr/>
                    <a:lstStyle/>
                    <a:p>
                      <a:endParaRPr kumimoji="1" lang="ja-JP" altLang="en-US"/>
                    </a:p>
                  </a:txBody>
                  <a:tcPr marL="36000" marR="36000" anchor="ctr">
                    <a:lnL w="12700">
                      <a:solidFill>
                        <a:schemeClr val="bg1">
                          <a:lumMod val="75000"/>
                        </a:schemeClr>
                      </a:solidFill>
                    </a:lnL>
                    <a:lnR w="12700">
                      <a:solidFill>
                        <a:schemeClr val="bg1">
                          <a:lumMod val="75000"/>
                        </a:schemeClr>
                      </a:solidFill>
                    </a:lnR>
                    <a:lnT w="12700">
                      <a:solidFill>
                        <a:schemeClr val="bg1">
                          <a:lumMod val="75000"/>
                        </a:schemeClr>
                      </a:solidFill>
                    </a:lnT>
                    <a:lnB w="12700">
                      <a:solidFill>
                        <a:schemeClr val="bg1">
                          <a:lumMod val="75000"/>
                        </a:schemeClr>
                      </a:solidFill>
                    </a:lnB>
                    <a:solidFill>
                      <a:schemeClr val="bg1">
                        <a:lumMod val="50000"/>
                      </a:schemeClr>
                    </a:solidFill>
                  </a:tcPr>
                </a:tc>
                <a:tc gridSpan="2">
                  <a:txBody>
                    <a:bodyPr/>
                    <a:lstStyle/>
                    <a:p>
                      <a:pPr lvl="0" algn="ctr">
                        <a:buNone/>
                      </a:pPr>
                      <a:r>
                        <a:rPr lang="en-US" altLang="ja-JP" sz="1600" b="1">
                          <a:solidFill>
                            <a:schemeClr val="bg1"/>
                          </a:solidFill>
                          <a:latin typeface="+mn-ea"/>
                          <a:ea typeface="+mn-ea"/>
                        </a:rPr>
                        <a:t>1</a:t>
                      </a:r>
                      <a:endParaRPr kumimoji="1" lang="en-US" altLang="ja-JP" sz="1600" b="1">
                        <a:solidFill>
                          <a:schemeClr val="bg1"/>
                        </a:solidFill>
                        <a:latin typeface="+mn-ea"/>
                        <a:ea typeface="+mn-ea"/>
                      </a:endParaRPr>
                    </a:p>
                  </a:txBody>
                  <a:tcPr marL="36000" marR="36000" anchor="ctr">
                    <a:lnL w="12700">
                      <a:solidFill>
                        <a:schemeClr val="bg1">
                          <a:lumMod val="75000"/>
                        </a:schemeClr>
                      </a:solidFill>
                    </a:lnL>
                    <a:lnR w="12700" cap="flat" cmpd="sng" algn="ctr">
                      <a:solidFill>
                        <a:schemeClr val="bg1">
                          <a:lumMod val="75000"/>
                        </a:schemeClr>
                      </a:solidFill>
                      <a:prstDash val="solid"/>
                      <a:round/>
                      <a:headEnd type="none" w="med" len="med"/>
                      <a:tailEnd type="none" w="med" len="med"/>
                    </a:lnR>
                    <a:lnT w="12700">
                      <a:solidFill>
                        <a:schemeClr val="bg1">
                          <a:lumMod val="75000"/>
                        </a:schemeClr>
                      </a:solidFill>
                    </a:lnT>
                    <a:lnB w="12700">
                      <a:solidFill>
                        <a:schemeClr val="bg1">
                          <a:lumMod val="75000"/>
                        </a:schemeClr>
                      </a:solidFill>
                    </a:lnB>
                    <a:solidFill>
                      <a:schemeClr val="bg1">
                        <a:lumMod val="50000"/>
                      </a:schemeClr>
                    </a:solidFill>
                  </a:tcPr>
                </a:tc>
                <a:tc hMerge="1">
                  <a:txBody>
                    <a:bodyPr/>
                    <a:lstStyle/>
                    <a:p>
                      <a:endParaRPr kumimoji="1" lang="ja-JP" altLang="en-US"/>
                    </a:p>
                  </a:txBody>
                  <a:tcPr marL="36000" marR="36000" anchor="ctr">
                    <a:lnL w="12700">
                      <a:solidFill>
                        <a:schemeClr val="bg1">
                          <a:lumMod val="75000"/>
                        </a:schemeClr>
                      </a:solidFill>
                    </a:lnL>
                    <a:lnR w="12700">
                      <a:solidFill>
                        <a:schemeClr val="bg1">
                          <a:lumMod val="75000"/>
                        </a:schemeClr>
                      </a:solidFill>
                    </a:lnR>
                    <a:lnT w="12700">
                      <a:solidFill>
                        <a:schemeClr val="bg1">
                          <a:lumMod val="75000"/>
                        </a:schemeClr>
                      </a:solidFill>
                    </a:lnT>
                    <a:lnB w="12700">
                      <a:solidFill>
                        <a:schemeClr val="bg1">
                          <a:lumMod val="75000"/>
                        </a:schemeClr>
                      </a:solidFill>
                    </a:lnB>
                    <a:solidFill>
                      <a:schemeClr val="bg1">
                        <a:lumMod val="50000"/>
                      </a:schemeClr>
                    </a:solidFill>
                  </a:tcPr>
                </a:tc>
                <a:tc gridSpan="2">
                  <a:txBody>
                    <a:bodyPr/>
                    <a:lstStyle/>
                    <a:p>
                      <a:pPr lvl="0" algn="ctr">
                        <a:buNone/>
                      </a:pPr>
                      <a:r>
                        <a:rPr kumimoji="1" lang="en-US" altLang="ja-JP" sz="1600" b="1">
                          <a:solidFill>
                            <a:schemeClr val="bg1"/>
                          </a:solidFill>
                          <a:latin typeface="+mn-ea"/>
                          <a:ea typeface="+mn-ea"/>
                        </a:rPr>
                        <a:t>2</a:t>
                      </a:r>
                    </a:p>
                  </a:txBody>
                  <a:tcPr marL="36000" marR="36000" anchor="ctr">
                    <a:lnL w="12700">
                      <a:solidFill>
                        <a:schemeClr val="bg1">
                          <a:lumMod val="75000"/>
                        </a:schemeClr>
                      </a:solid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hMerge="1">
                  <a:txBody>
                    <a:bodyPr/>
                    <a:lstStyle/>
                    <a:p>
                      <a:pPr lvl="0" algn="ctr">
                        <a:buNone/>
                      </a:pPr>
                      <a:endParaRPr kumimoji="1" lang="en-US" altLang="ja-JP" sz="1600" b="1">
                        <a:solidFill>
                          <a:schemeClr val="bg1"/>
                        </a:solidFill>
                        <a:latin typeface="+mn-ea"/>
                        <a:ea typeface="+mn-ea"/>
                      </a:endParaRPr>
                    </a:p>
                  </a:txBody>
                  <a:tcPr marL="36000" marR="36000" anchor="ctr">
                    <a:lnL w="12700">
                      <a:solidFill>
                        <a:schemeClr val="bg1">
                          <a:lumMod val="75000"/>
                        </a:schemeClr>
                      </a:solidFill>
                    </a:lnL>
                    <a:lnR w="12700">
                      <a:solidFill>
                        <a:schemeClr val="bg1">
                          <a:lumMod val="75000"/>
                        </a:schemeClr>
                      </a:solidFill>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gridSpan="2">
                  <a:txBody>
                    <a:bodyPr/>
                    <a:lstStyle/>
                    <a:p>
                      <a:pPr lvl="0" algn="ctr">
                        <a:buNone/>
                      </a:pPr>
                      <a:r>
                        <a:rPr kumimoji="1" lang="en-US" altLang="ja-JP" sz="1600" b="1">
                          <a:solidFill>
                            <a:schemeClr val="bg1"/>
                          </a:solidFill>
                          <a:latin typeface="+mn-ea"/>
                          <a:ea typeface="+mn-ea"/>
                        </a:rPr>
                        <a:t>3</a:t>
                      </a:r>
                    </a:p>
                  </a:txBody>
                  <a:tcPr marL="36000" marR="36000" anchor="ctr">
                    <a:lnL w="12700">
                      <a:solidFill>
                        <a:schemeClr val="bg1">
                          <a:lumMod val="75000"/>
                        </a:schemeClr>
                      </a:solid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hMerge="1">
                  <a:txBody>
                    <a:bodyPr/>
                    <a:lstStyle/>
                    <a:p>
                      <a:pPr lvl="0" algn="ctr">
                        <a:buNone/>
                      </a:pPr>
                      <a:endParaRPr kumimoji="1" lang="en-US" altLang="ja-JP" sz="1600" b="1">
                        <a:solidFill>
                          <a:schemeClr val="bg1"/>
                        </a:solidFill>
                        <a:latin typeface="+mn-ea"/>
                        <a:ea typeface="+mn-ea"/>
                      </a:endParaRPr>
                    </a:p>
                  </a:txBody>
                  <a:tcPr marL="36000" marR="36000" anchor="ctr">
                    <a:lnL w="12700">
                      <a:solidFill>
                        <a:schemeClr val="bg1">
                          <a:lumMod val="75000"/>
                        </a:schemeClr>
                      </a:solid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gridSpan="2">
                  <a:txBody>
                    <a:bodyPr/>
                    <a:lstStyle/>
                    <a:p>
                      <a:pPr lvl="0" algn="ctr">
                        <a:buNone/>
                      </a:pPr>
                      <a:r>
                        <a:rPr kumimoji="1" lang="en-US" altLang="ja-JP" sz="1600" b="1">
                          <a:solidFill>
                            <a:schemeClr val="bg1"/>
                          </a:solidFill>
                          <a:latin typeface="+mn-ea"/>
                          <a:ea typeface="+mn-ea"/>
                        </a:rPr>
                        <a:t>4</a:t>
                      </a:r>
                    </a:p>
                  </a:txBody>
                  <a:tcPr marL="36000" marR="36000" anchor="ctr">
                    <a:lnL w="12700">
                      <a:solidFill>
                        <a:schemeClr val="bg1">
                          <a:lumMod val="75000"/>
                        </a:schemeClr>
                      </a:solid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hMerge="1">
                  <a:txBody>
                    <a:bodyPr/>
                    <a:lstStyle/>
                    <a:p>
                      <a:pPr lvl="0" algn="ctr">
                        <a:buNone/>
                      </a:pPr>
                      <a:endParaRPr kumimoji="1" lang="en-US" altLang="ja-JP" sz="1600" b="1">
                        <a:solidFill>
                          <a:schemeClr val="bg1"/>
                        </a:solidFill>
                        <a:latin typeface="+mn-ea"/>
                        <a:ea typeface="+mn-ea"/>
                      </a:endParaRPr>
                    </a:p>
                  </a:txBody>
                  <a:tcPr marL="36000" marR="36000" anchor="ctr">
                    <a:lnL w="12700">
                      <a:solidFill>
                        <a:schemeClr val="bg1">
                          <a:lumMod val="75000"/>
                        </a:schemeClr>
                      </a:solid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gridSpan="2">
                  <a:txBody>
                    <a:bodyPr/>
                    <a:lstStyle/>
                    <a:p>
                      <a:pPr lvl="0" algn="ctr">
                        <a:buNone/>
                      </a:pPr>
                      <a:r>
                        <a:rPr kumimoji="1" lang="en-US" altLang="ja-JP" sz="1600" b="1">
                          <a:solidFill>
                            <a:schemeClr val="bg1"/>
                          </a:solidFill>
                          <a:latin typeface="+mn-ea"/>
                          <a:ea typeface="+mn-ea"/>
                        </a:rPr>
                        <a:t>5</a:t>
                      </a:r>
                    </a:p>
                  </a:txBody>
                  <a:tcPr marL="36000" marR="36000" anchor="ctr">
                    <a:lnL w="12700">
                      <a:solidFill>
                        <a:schemeClr val="bg1">
                          <a:lumMod val="75000"/>
                        </a:schemeClr>
                      </a:solidFill>
                    </a:lnL>
                    <a:lnR w="12700">
                      <a:solidFill>
                        <a:schemeClr val="bg1">
                          <a:lumMod val="75000"/>
                        </a:schemeClr>
                      </a:solidFill>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tc hMerge="1">
                  <a:txBody>
                    <a:bodyPr/>
                    <a:lstStyle/>
                    <a:p>
                      <a:pPr lvl="0" algn="ctr">
                        <a:buNone/>
                      </a:pPr>
                      <a:endParaRPr kumimoji="1" lang="en-US" altLang="ja-JP" sz="1600" b="1">
                        <a:solidFill>
                          <a:schemeClr val="bg1"/>
                        </a:solidFill>
                        <a:latin typeface="+mn-ea"/>
                        <a:ea typeface="+mn-ea"/>
                      </a:endParaRPr>
                    </a:p>
                  </a:txBody>
                  <a:tcPr marL="36000" marR="36000" anchor="ctr">
                    <a:lnL w="12700">
                      <a:solidFill>
                        <a:schemeClr val="bg1">
                          <a:lumMod val="75000"/>
                        </a:schemeClr>
                      </a:solidFill>
                    </a:lnL>
                    <a:lnR w="12700">
                      <a:solidFill>
                        <a:schemeClr val="bg1">
                          <a:lumMod val="75000"/>
                        </a:schemeClr>
                      </a:solidFill>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50000"/>
                      </a:schemeClr>
                    </a:solidFill>
                  </a:tcPr>
                </a:tc>
                <a:extLst>
                  <a:ext uri="{0D108BD9-81ED-4DB2-BD59-A6C34878D82A}">
                    <a16:rowId xmlns:a16="http://schemas.microsoft.com/office/drawing/2014/main" val="3414931248"/>
                  </a:ext>
                </a:extLst>
              </a:tr>
              <a:tr h="746367">
                <a:tc>
                  <a:txBody>
                    <a:bodyPr/>
                    <a:lstStyle/>
                    <a:p>
                      <a:r>
                        <a:rPr kumimoji="1" lang="ja-JP" altLang="en-US" sz="1200">
                          <a:latin typeface="+mn-ea"/>
                          <a:ea typeface="+mn-ea"/>
                        </a:rPr>
                        <a:t>マイルストーン</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endParaRPr kumimoji="1" lang="ja-JP" altLang="en-US" sz="1200">
                        <a:latin typeface="+mn-ea"/>
                        <a:ea typeface="+mn-ea"/>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a:solidFill>
                        <a:schemeClr val="bg1">
                          <a:lumMod val="75000"/>
                        </a:schemeClr>
                      </a:solidFill>
                    </a:lnR>
                    <a:lnT w="12700">
                      <a:solidFill>
                        <a:schemeClr val="bg1">
                          <a:lumMod val="75000"/>
                        </a:schemeClr>
                      </a:solidFill>
                    </a:lnT>
                    <a:lnB w="12700">
                      <a:solidFill>
                        <a:schemeClr val="bg1">
                          <a:lumMod val="75000"/>
                        </a:schemeClr>
                      </a:solidFill>
                    </a:lnB>
                  </a:tcPr>
                </a:tc>
                <a:tc>
                  <a:txBody>
                    <a:bodyPr/>
                    <a:lstStyle/>
                    <a:p>
                      <a:pPr lvl="0">
                        <a:buNone/>
                      </a:pPr>
                      <a:endParaRPr kumimoji="1" lang="ja-JP" altLang="en-US" sz="1200">
                        <a:latin typeface="+mn-ea"/>
                        <a:ea typeface="+mn-ea"/>
                      </a:endParaRPr>
                    </a:p>
                  </a:txBody>
                  <a:tcPr>
                    <a:lnL w="12700">
                      <a:solidFill>
                        <a:schemeClr val="bg1">
                          <a:lumMod val="75000"/>
                        </a:schemeClr>
                      </a:solidFill>
                    </a:lnL>
                    <a:lnR w="12700">
                      <a:solidFill>
                        <a:schemeClr val="bg1">
                          <a:lumMod val="75000"/>
                        </a:schemeClr>
                      </a:solidFill>
                    </a:lnR>
                    <a:lnT w="12700">
                      <a:solidFill>
                        <a:schemeClr val="bg1">
                          <a:lumMod val="75000"/>
                        </a:schemeClr>
                      </a:solidFill>
                    </a:lnT>
                    <a:lnB w="12700">
                      <a:solidFill>
                        <a:schemeClr val="bg1">
                          <a:lumMod val="75000"/>
                        </a:schemeClr>
                      </a:solidFill>
                    </a:lnB>
                  </a:tcPr>
                </a:tc>
                <a:tc>
                  <a:txBody>
                    <a:bodyPr/>
                    <a:lstStyle/>
                    <a:p>
                      <a:pPr lvl="0">
                        <a:buNone/>
                      </a:pPr>
                      <a:endParaRPr kumimoji="1" lang="ja-JP" altLang="en-US" sz="1200">
                        <a:latin typeface="+mn-ea"/>
                        <a:ea typeface="+mn-ea"/>
                      </a:endParaRPr>
                    </a:p>
                  </a:txBody>
                  <a:tcPr>
                    <a:lnL w="12700">
                      <a:solidFill>
                        <a:schemeClr val="bg1">
                          <a:lumMod val="75000"/>
                        </a:schemeClr>
                      </a:solidFill>
                    </a:lnL>
                    <a:lnR w="12700">
                      <a:solidFill>
                        <a:schemeClr val="bg1">
                          <a:lumMod val="75000"/>
                        </a:schemeClr>
                      </a:solidFill>
                    </a:lnR>
                    <a:lnT w="12700">
                      <a:solidFill>
                        <a:schemeClr val="bg1">
                          <a:lumMod val="75000"/>
                        </a:schemeClr>
                      </a:solidFill>
                    </a:lnT>
                    <a:lnB w="12700">
                      <a:solidFill>
                        <a:schemeClr val="bg1">
                          <a:lumMod val="75000"/>
                        </a:schemeClr>
                      </a:solidFill>
                    </a:lnB>
                  </a:tcPr>
                </a:tc>
                <a:tc>
                  <a:txBody>
                    <a:bodyPr/>
                    <a:lstStyle/>
                    <a:p>
                      <a:pPr lvl="0">
                        <a:buNone/>
                      </a:pPr>
                      <a:endParaRPr kumimoji="1" lang="ja-JP" altLang="en-US" sz="1200">
                        <a:latin typeface="+mn-ea"/>
                        <a:ea typeface="+mn-ea"/>
                      </a:endParaRPr>
                    </a:p>
                  </a:txBody>
                  <a:tcPr>
                    <a:lnL w="12700">
                      <a:solidFill>
                        <a:schemeClr val="bg1">
                          <a:lumMod val="75000"/>
                        </a:schemeClr>
                      </a:solidFill>
                    </a:lnL>
                    <a:lnR w="12700" cap="flat" cmpd="sng" algn="ctr">
                      <a:solidFill>
                        <a:schemeClr val="bg1">
                          <a:lumMod val="75000"/>
                        </a:schemeClr>
                      </a:solidFill>
                      <a:prstDash val="solid"/>
                      <a:round/>
                      <a:headEnd type="none" w="med" len="med"/>
                      <a:tailEnd type="none" w="med" len="med"/>
                    </a:lnR>
                    <a:lnT w="12700">
                      <a:solidFill>
                        <a:schemeClr val="bg1">
                          <a:lumMod val="75000"/>
                        </a:schemeClr>
                      </a:solidFill>
                    </a:lnT>
                    <a:lnB w="12700">
                      <a:solidFill>
                        <a:schemeClr val="bg1">
                          <a:lumMod val="75000"/>
                        </a:schemeClr>
                      </a:solidFill>
                    </a:lnB>
                  </a:tcPr>
                </a:tc>
                <a:tc>
                  <a:txBody>
                    <a:bodyPr/>
                    <a:lstStyle/>
                    <a:p>
                      <a:pPr lvl="0">
                        <a:buNone/>
                      </a:pPr>
                      <a:endParaRPr kumimoji="1" lang="ja-JP" altLang="en-US" sz="1200">
                        <a:latin typeface="+mn-ea"/>
                        <a:ea typeface="+mn-ea"/>
                      </a:endParaRPr>
                    </a:p>
                  </a:txBody>
                  <a:tcPr>
                    <a:lnL w="12700">
                      <a:solidFill>
                        <a:schemeClr val="bg1">
                          <a:lumMod val="75000"/>
                        </a:schemeClr>
                      </a:solidFill>
                    </a:lnL>
                    <a:lnR w="12700">
                      <a:solidFill>
                        <a:schemeClr val="bg1">
                          <a:lumMod val="75000"/>
                        </a:schemeClr>
                      </a:solidFill>
                    </a:lnR>
                    <a:lnT w="12700">
                      <a:solidFill>
                        <a:schemeClr val="bg1">
                          <a:lumMod val="75000"/>
                        </a:schemeClr>
                      </a:solidFill>
                    </a:lnT>
                    <a:lnB w="12700">
                      <a:solidFill>
                        <a:schemeClr val="bg1">
                          <a:lumMod val="75000"/>
                        </a:schemeClr>
                      </a:solidFill>
                    </a:lnB>
                  </a:tcPr>
                </a:tc>
                <a:tc>
                  <a:txBody>
                    <a:bodyPr/>
                    <a:lstStyle/>
                    <a:p>
                      <a:pPr lvl="0">
                        <a:buNone/>
                      </a:pPr>
                      <a:endParaRPr kumimoji="1" lang="ja-JP" altLang="en-US" sz="1200">
                        <a:latin typeface="+mn-ea"/>
                        <a:ea typeface="+mn-ea"/>
                      </a:endParaRPr>
                    </a:p>
                  </a:txBody>
                  <a:tcPr>
                    <a:lnL w="12700">
                      <a:solidFill>
                        <a:schemeClr val="bg1">
                          <a:lumMod val="75000"/>
                        </a:schemeClr>
                      </a:solidFill>
                    </a:lnL>
                    <a:lnR w="12700">
                      <a:solidFill>
                        <a:schemeClr val="bg1">
                          <a:lumMod val="75000"/>
                        </a:schemeClr>
                      </a:solidFill>
                    </a:lnR>
                    <a:lnT w="12700">
                      <a:solidFill>
                        <a:schemeClr val="bg1">
                          <a:lumMod val="75000"/>
                        </a:schemeClr>
                      </a:solidFill>
                    </a:lnT>
                    <a:lnB w="12700">
                      <a:solidFill>
                        <a:schemeClr val="bg1">
                          <a:lumMod val="75000"/>
                        </a:schemeClr>
                      </a:solidFill>
                    </a:lnB>
                  </a:tcPr>
                </a:tc>
                <a:tc>
                  <a:txBody>
                    <a:bodyPr/>
                    <a:lstStyle/>
                    <a:p>
                      <a:pPr lvl="0">
                        <a:buNone/>
                      </a:pPr>
                      <a:endParaRPr kumimoji="1" lang="ja-JP" altLang="en-US" sz="1200">
                        <a:latin typeface="+mn-ea"/>
                        <a:ea typeface="+mn-ea"/>
                      </a:endParaRPr>
                    </a:p>
                  </a:txBody>
                  <a:tcPr>
                    <a:lnL w="12700">
                      <a:solidFill>
                        <a:schemeClr val="bg1">
                          <a:lumMod val="75000"/>
                        </a:schemeClr>
                      </a:solidFill>
                    </a:lnL>
                    <a:lnR w="12700">
                      <a:solidFill>
                        <a:schemeClr val="bg1">
                          <a:lumMod val="75000"/>
                        </a:schemeClr>
                      </a:solidFill>
                    </a:lnR>
                    <a:lnT w="12700">
                      <a:solidFill>
                        <a:schemeClr val="bg1">
                          <a:lumMod val="75000"/>
                        </a:schemeClr>
                      </a:solidFill>
                    </a:lnT>
                    <a:lnB w="12700">
                      <a:solidFill>
                        <a:schemeClr val="bg1">
                          <a:lumMod val="75000"/>
                        </a:schemeClr>
                      </a:solidFill>
                    </a:lnB>
                  </a:tcPr>
                </a:tc>
                <a:tc>
                  <a:txBody>
                    <a:bodyPr/>
                    <a:lstStyle/>
                    <a:p>
                      <a:pPr lvl="0">
                        <a:buNone/>
                      </a:pPr>
                      <a:endParaRPr kumimoji="1" lang="ja-JP" altLang="en-US" sz="1200">
                        <a:latin typeface="+mn-ea"/>
                        <a:ea typeface="+mn-ea"/>
                      </a:endParaRPr>
                    </a:p>
                  </a:txBody>
                  <a:tcPr>
                    <a:lnL w="12700">
                      <a:solidFill>
                        <a:schemeClr val="bg1">
                          <a:lumMod val="75000"/>
                        </a:schemeClr>
                      </a:solidFill>
                    </a:lnL>
                    <a:lnR w="12700" cap="flat" cmpd="sng" algn="ctr">
                      <a:solidFill>
                        <a:schemeClr val="bg1">
                          <a:lumMod val="75000"/>
                        </a:schemeClr>
                      </a:solidFill>
                      <a:prstDash val="solid"/>
                      <a:round/>
                      <a:headEnd type="none" w="med" len="med"/>
                      <a:tailEnd type="none" w="med" len="med"/>
                    </a:lnR>
                    <a:lnT w="12700">
                      <a:solidFill>
                        <a:schemeClr val="bg1">
                          <a:lumMod val="75000"/>
                        </a:schemeClr>
                      </a:solidFill>
                    </a:lnT>
                    <a:lnB w="12700">
                      <a:solidFill>
                        <a:schemeClr val="bg1">
                          <a:lumMod val="75000"/>
                        </a:schemeClr>
                      </a:solidFill>
                    </a:lnB>
                  </a:tcPr>
                </a:tc>
                <a:tc>
                  <a:txBody>
                    <a:bodyPr/>
                    <a:lstStyle/>
                    <a:p>
                      <a:pPr lvl="0">
                        <a:buNone/>
                      </a:pPr>
                      <a:endParaRPr kumimoji="1" lang="ja-JP" altLang="en-US" sz="1200">
                        <a:latin typeface="+mn-ea"/>
                        <a:ea typeface="+mn-ea"/>
                      </a:endParaRPr>
                    </a:p>
                  </a:txBody>
                  <a:tcPr>
                    <a:lnL w="12700">
                      <a:solidFill>
                        <a:schemeClr val="bg1">
                          <a:lumMod val="75000"/>
                        </a:schemeClr>
                      </a:solid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a:solidFill>
                        <a:schemeClr val="bg1">
                          <a:lumMod val="75000"/>
                        </a:schemeClr>
                      </a:solid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a:solidFill>
                        <a:schemeClr val="bg1">
                          <a:lumMod val="75000"/>
                        </a:schemeClr>
                      </a:solid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a:solidFill>
                        <a:schemeClr val="bg1">
                          <a:lumMod val="75000"/>
                        </a:schemeClr>
                      </a:solid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a:solidFill>
                        <a:schemeClr val="bg1">
                          <a:lumMod val="75000"/>
                        </a:schemeClr>
                      </a:solid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a:solidFill>
                        <a:schemeClr val="bg1">
                          <a:lumMod val="75000"/>
                        </a:schemeClr>
                      </a:solid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a:solidFill>
                        <a:schemeClr val="bg1">
                          <a:lumMod val="75000"/>
                        </a:schemeClr>
                      </a:solid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a:solidFill>
                        <a:schemeClr val="bg1">
                          <a:lumMod val="75000"/>
                        </a:schemeClr>
                      </a:solidFill>
                    </a:lnL>
                    <a:lnR w="12700">
                      <a:solidFill>
                        <a:schemeClr val="bg1">
                          <a:lumMod val="75000"/>
                        </a:schemeClr>
                      </a:solidFill>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133042941"/>
                  </a:ext>
                </a:extLst>
              </a:tr>
              <a:tr h="1696574">
                <a:tc>
                  <a:txBody>
                    <a:bodyPr/>
                    <a:lstStyle/>
                    <a:p>
                      <a:r>
                        <a:rPr kumimoji="1" lang="ja-JP" altLang="en-US" sz="1200">
                          <a:latin typeface="+mn-ea"/>
                          <a:ea typeface="+mn-ea"/>
                        </a:rPr>
                        <a:t>アプリケーション開発</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endParaRPr kumimoji="1" lang="ja-JP" altLang="en-US" sz="1200">
                        <a:latin typeface="+mn-ea"/>
                        <a:ea typeface="+mn-ea"/>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a:solidFill>
                        <a:schemeClr val="bg1">
                          <a:lumMod val="75000"/>
                        </a:schemeClr>
                      </a:solidFill>
                    </a:lnR>
                    <a:lnT w="12700">
                      <a:solidFill>
                        <a:schemeClr val="bg1">
                          <a:lumMod val="75000"/>
                        </a:schemeClr>
                      </a:solidFill>
                    </a:lnT>
                    <a:lnB w="12700">
                      <a:solidFill>
                        <a:schemeClr val="bg1">
                          <a:lumMod val="75000"/>
                        </a:schemeClr>
                      </a:solidFill>
                    </a:lnB>
                  </a:tcPr>
                </a:tc>
                <a:tc>
                  <a:txBody>
                    <a:bodyPr/>
                    <a:lstStyle/>
                    <a:p>
                      <a:pPr lvl="0">
                        <a:buNone/>
                      </a:pPr>
                      <a:endParaRPr kumimoji="1" lang="ja-JP" altLang="en-US" sz="1200">
                        <a:latin typeface="+mn-ea"/>
                        <a:ea typeface="+mn-ea"/>
                      </a:endParaRPr>
                    </a:p>
                  </a:txBody>
                  <a:tcPr>
                    <a:lnL w="12700">
                      <a:solidFill>
                        <a:schemeClr val="bg1">
                          <a:lumMod val="75000"/>
                        </a:schemeClr>
                      </a:solidFill>
                    </a:lnL>
                    <a:lnR w="12700">
                      <a:solidFill>
                        <a:schemeClr val="bg1">
                          <a:lumMod val="75000"/>
                        </a:schemeClr>
                      </a:solidFill>
                    </a:lnR>
                    <a:lnT w="12700">
                      <a:solidFill>
                        <a:schemeClr val="bg1">
                          <a:lumMod val="75000"/>
                        </a:schemeClr>
                      </a:solidFill>
                    </a:lnT>
                    <a:lnB w="12700">
                      <a:solidFill>
                        <a:schemeClr val="bg1">
                          <a:lumMod val="75000"/>
                        </a:schemeClr>
                      </a:solidFill>
                    </a:lnB>
                  </a:tcPr>
                </a:tc>
                <a:tc>
                  <a:txBody>
                    <a:bodyPr/>
                    <a:lstStyle/>
                    <a:p>
                      <a:pPr lvl="0">
                        <a:buNone/>
                      </a:pPr>
                      <a:endParaRPr kumimoji="1" lang="ja-JP" altLang="en-US" sz="1200">
                        <a:latin typeface="+mn-ea"/>
                        <a:ea typeface="+mn-ea"/>
                      </a:endParaRPr>
                    </a:p>
                  </a:txBody>
                  <a:tcPr>
                    <a:lnL w="12700">
                      <a:solidFill>
                        <a:schemeClr val="bg1">
                          <a:lumMod val="75000"/>
                        </a:schemeClr>
                      </a:solidFill>
                    </a:lnL>
                    <a:lnR w="12700">
                      <a:solidFill>
                        <a:schemeClr val="bg1">
                          <a:lumMod val="75000"/>
                        </a:schemeClr>
                      </a:solidFill>
                    </a:lnR>
                    <a:lnT w="12700">
                      <a:solidFill>
                        <a:schemeClr val="bg1">
                          <a:lumMod val="75000"/>
                        </a:schemeClr>
                      </a:solidFill>
                    </a:lnT>
                    <a:lnB w="12700">
                      <a:solidFill>
                        <a:schemeClr val="bg1">
                          <a:lumMod val="75000"/>
                        </a:schemeClr>
                      </a:solidFill>
                    </a:lnB>
                  </a:tcPr>
                </a:tc>
                <a:tc>
                  <a:txBody>
                    <a:bodyPr/>
                    <a:lstStyle/>
                    <a:p>
                      <a:pPr lvl="0">
                        <a:buNone/>
                      </a:pPr>
                      <a:endParaRPr kumimoji="1" lang="ja-JP" altLang="en-US" sz="1200">
                        <a:latin typeface="+mn-ea"/>
                        <a:ea typeface="+mn-ea"/>
                      </a:endParaRPr>
                    </a:p>
                  </a:txBody>
                  <a:tcPr>
                    <a:lnL w="12700">
                      <a:solidFill>
                        <a:schemeClr val="bg1">
                          <a:lumMod val="75000"/>
                        </a:schemeClr>
                      </a:solidFill>
                    </a:lnL>
                    <a:lnR w="12700" cap="flat" cmpd="sng" algn="ctr">
                      <a:solidFill>
                        <a:schemeClr val="bg1">
                          <a:lumMod val="75000"/>
                        </a:schemeClr>
                      </a:solidFill>
                      <a:prstDash val="solid"/>
                      <a:round/>
                      <a:headEnd type="none" w="med" len="med"/>
                      <a:tailEnd type="none" w="med" len="med"/>
                    </a:lnR>
                    <a:lnT w="12700">
                      <a:solidFill>
                        <a:schemeClr val="bg1">
                          <a:lumMod val="75000"/>
                        </a:schemeClr>
                      </a:solidFill>
                    </a:lnT>
                    <a:lnB w="12700">
                      <a:solidFill>
                        <a:schemeClr val="bg1">
                          <a:lumMod val="75000"/>
                        </a:schemeClr>
                      </a:solidFill>
                    </a:lnB>
                  </a:tcPr>
                </a:tc>
                <a:tc>
                  <a:txBody>
                    <a:bodyPr/>
                    <a:lstStyle/>
                    <a:p>
                      <a:pPr lvl="0">
                        <a:buNone/>
                      </a:pPr>
                      <a:endParaRPr kumimoji="1" lang="ja-JP" altLang="en-US" sz="1200">
                        <a:latin typeface="+mn-ea"/>
                        <a:ea typeface="+mn-ea"/>
                      </a:endParaRPr>
                    </a:p>
                  </a:txBody>
                  <a:tcPr>
                    <a:lnL w="12700">
                      <a:solidFill>
                        <a:schemeClr val="bg1">
                          <a:lumMod val="75000"/>
                        </a:schemeClr>
                      </a:solidFill>
                    </a:lnL>
                    <a:lnR w="12700">
                      <a:solidFill>
                        <a:schemeClr val="bg1">
                          <a:lumMod val="75000"/>
                        </a:schemeClr>
                      </a:solidFill>
                    </a:lnR>
                    <a:lnT w="12700">
                      <a:solidFill>
                        <a:schemeClr val="bg1">
                          <a:lumMod val="75000"/>
                        </a:schemeClr>
                      </a:solidFill>
                    </a:lnT>
                    <a:lnB w="12700">
                      <a:solidFill>
                        <a:schemeClr val="bg1">
                          <a:lumMod val="75000"/>
                        </a:schemeClr>
                      </a:solidFill>
                    </a:lnB>
                  </a:tcPr>
                </a:tc>
                <a:tc>
                  <a:txBody>
                    <a:bodyPr/>
                    <a:lstStyle/>
                    <a:p>
                      <a:pPr lvl="0">
                        <a:buNone/>
                      </a:pPr>
                      <a:endParaRPr kumimoji="1" lang="ja-JP" altLang="en-US" sz="1200">
                        <a:latin typeface="+mn-ea"/>
                        <a:ea typeface="+mn-ea"/>
                      </a:endParaRPr>
                    </a:p>
                  </a:txBody>
                  <a:tcPr>
                    <a:lnL w="12700">
                      <a:solidFill>
                        <a:schemeClr val="bg1">
                          <a:lumMod val="75000"/>
                        </a:schemeClr>
                      </a:solidFill>
                    </a:lnL>
                    <a:lnR w="12700">
                      <a:solidFill>
                        <a:schemeClr val="bg1">
                          <a:lumMod val="75000"/>
                        </a:schemeClr>
                      </a:solidFill>
                    </a:lnR>
                    <a:lnT w="12700">
                      <a:solidFill>
                        <a:schemeClr val="bg1">
                          <a:lumMod val="75000"/>
                        </a:schemeClr>
                      </a:solidFill>
                    </a:lnT>
                    <a:lnB w="12700">
                      <a:solidFill>
                        <a:schemeClr val="bg1">
                          <a:lumMod val="75000"/>
                        </a:schemeClr>
                      </a:solidFill>
                    </a:lnB>
                  </a:tcPr>
                </a:tc>
                <a:tc>
                  <a:txBody>
                    <a:bodyPr/>
                    <a:lstStyle/>
                    <a:p>
                      <a:pPr lvl="0">
                        <a:buNone/>
                      </a:pPr>
                      <a:endParaRPr kumimoji="1" lang="ja-JP" altLang="en-US" sz="1200">
                        <a:latin typeface="+mn-ea"/>
                        <a:ea typeface="+mn-ea"/>
                      </a:endParaRPr>
                    </a:p>
                  </a:txBody>
                  <a:tcPr>
                    <a:lnL w="12700">
                      <a:solidFill>
                        <a:schemeClr val="bg1">
                          <a:lumMod val="75000"/>
                        </a:schemeClr>
                      </a:solidFill>
                    </a:lnL>
                    <a:lnR w="12700">
                      <a:solidFill>
                        <a:schemeClr val="bg1">
                          <a:lumMod val="75000"/>
                        </a:schemeClr>
                      </a:solidFill>
                    </a:lnR>
                    <a:lnT w="12700">
                      <a:solidFill>
                        <a:schemeClr val="bg1">
                          <a:lumMod val="75000"/>
                        </a:schemeClr>
                      </a:solidFill>
                    </a:lnT>
                    <a:lnB w="12700">
                      <a:solidFill>
                        <a:schemeClr val="bg1">
                          <a:lumMod val="75000"/>
                        </a:schemeClr>
                      </a:solidFill>
                    </a:lnB>
                  </a:tcPr>
                </a:tc>
                <a:tc>
                  <a:txBody>
                    <a:bodyPr/>
                    <a:lstStyle/>
                    <a:p>
                      <a:pPr lvl="0">
                        <a:buNone/>
                      </a:pPr>
                      <a:endParaRPr kumimoji="1" lang="ja-JP" altLang="en-US" sz="1200">
                        <a:latin typeface="+mn-ea"/>
                        <a:ea typeface="+mn-ea"/>
                      </a:endParaRPr>
                    </a:p>
                  </a:txBody>
                  <a:tcPr>
                    <a:lnL w="12700">
                      <a:solidFill>
                        <a:schemeClr val="bg1">
                          <a:lumMod val="75000"/>
                        </a:schemeClr>
                      </a:solidFill>
                    </a:lnL>
                    <a:lnR w="12700" cap="flat" cmpd="sng" algn="ctr">
                      <a:solidFill>
                        <a:schemeClr val="bg1">
                          <a:lumMod val="75000"/>
                        </a:schemeClr>
                      </a:solidFill>
                      <a:prstDash val="solid"/>
                      <a:round/>
                      <a:headEnd type="none" w="med" len="med"/>
                      <a:tailEnd type="none" w="med" len="med"/>
                    </a:lnR>
                    <a:lnT w="12700">
                      <a:solidFill>
                        <a:schemeClr val="bg1">
                          <a:lumMod val="75000"/>
                        </a:schemeClr>
                      </a:solidFill>
                    </a:lnT>
                    <a:lnB w="12700">
                      <a:solidFill>
                        <a:schemeClr val="bg1">
                          <a:lumMod val="75000"/>
                        </a:schemeClr>
                      </a:solidFill>
                    </a:lnB>
                  </a:tcPr>
                </a:tc>
                <a:tc>
                  <a:txBody>
                    <a:bodyPr/>
                    <a:lstStyle/>
                    <a:p>
                      <a:pPr lvl="0">
                        <a:buNone/>
                      </a:pPr>
                      <a:endParaRPr kumimoji="1" lang="ja-JP" altLang="en-US" sz="1200">
                        <a:latin typeface="+mn-ea"/>
                        <a:ea typeface="+mn-ea"/>
                      </a:endParaRPr>
                    </a:p>
                  </a:txBody>
                  <a:tcPr>
                    <a:lnL w="12700">
                      <a:solidFill>
                        <a:schemeClr val="bg1">
                          <a:lumMod val="75000"/>
                        </a:schemeClr>
                      </a:solid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a:solidFill>
                        <a:schemeClr val="bg1">
                          <a:lumMod val="75000"/>
                        </a:schemeClr>
                      </a:solid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a:solidFill>
                        <a:schemeClr val="bg1">
                          <a:lumMod val="75000"/>
                        </a:schemeClr>
                      </a:solid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a:solidFill>
                        <a:schemeClr val="bg1">
                          <a:lumMod val="75000"/>
                        </a:schemeClr>
                      </a:solid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a:solidFill>
                        <a:schemeClr val="bg1">
                          <a:lumMod val="75000"/>
                        </a:schemeClr>
                      </a:solid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a:solidFill>
                        <a:schemeClr val="bg1">
                          <a:lumMod val="75000"/>
                        </a:schemeClr>
                      </a:solid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a:solidFill>
                        <a:schemeClr val="bg1">
                          <a:lumMod val="75000"/>
                        </a:schemeClr>
                      </a:solid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a:solidFill>
                        <a:schemeClr val="bg1">
                          <a:lumMod val="75000"/>
                        </a:schemeClr>
                      </a:solidFill>
                    </a:lnL>
                    <a:lnR w="12700">
                      <a:solidFill>
                        <a:schemeClr val="bg1">
                          <a:lumMod val="75000"/>
                        </a:schemeClr>
                      </a:solidFill>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993275038"/>
                  </a:ext>
                </a:extLst>
              </a:tr>
              <a:tr h="890877">
                <a:tc>
                  <a:txBody>
                    <a:bodyPr/>
                    <a:lstStyle/>
                    <a:p>
                      <a:r>
                        <a:rPr kumimoji="1" lang="ja-JP" altLang="en-US" sz="1200">
                          <a:latin typeface="+mn-ea"/>
                          <a:ea typeface="+mn-ea"/>
                        </a:rPr>
                        <a:t>環境構築</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endParaRPr kumimoji="1" lang="ja-JP" altLang="en-US" sz="1200">
                        <a:latin typeface="+mn-ea"/>
                        <a:ea typeface="+mn-ea"/>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ysDash"/>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cap="flat" cmpd="sng" algn="ctr">
                      <a:solidFill>
                        <a:schemeClr val="bg1">
                          <a:lumMod val="75000"/>
                        </a:schemeClr>
                      </a:solidFill>
                      <a:prstDash val="sysDash"/>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lvl="0">
                        <a:buNone/>
                      </a:pPr>
                      <a:endParaRPr kumimoji="1" lang="ja-JP" altLang="en-US" sz="1200">
                        <a:latin typeface="+mn-ea"/>
                        <a:ea typeface="+mn-ea"/>
                      </a:endParaRPr>
                    </a:p>
                  </a:txBody>
                  <a:tcPr>
                    <a:lnL w="12700" cap="flat" cmpd="sng" algn="ctr">
                      <a:solidFill>
                        <a:schemeClr val="bg1">
                          <a:lumMod val="75000"/>
                        </a:schemeClr>
                      </a:solidFill>
                      <a:prstDash val="solid"/>
                      <a:round/>
                      <a:headEnd type="none" w="med" len="med"/>
                      <a:tailEnd type="none" w="med" len="med"/>
                    </a:lnL>
                    <a:lnR w="12700">
                      <a:solidFill>
                        <a:schemeClr val="bg1">
                          <a:lumMod val="75000"/>
                        </a:schemeClr>
                      </a:solidFill>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116013521"/>
                  </a:ext>
                </a:extLst>
              </a:tr>
            </a:tbl>
          </a:graphicData>
        </a:graphic>
      </p:graphicFrame>
      <p:grpSp>
        <p:nvGrpSpPr>
          <p:cNvPr id="15" name="グループ化 14">
            <a:extLst>
              <a:ext uri="{FF2B5EF4-FFF2-40B4-BE49-F238E27FC236}">
                <a16:creationId xmlns:a16="http://schemas.microsoft.com/office/drawing/2014/main" id="{5DC777E2-F40B-0283-B3C8-FAF7F8F84C5A}"/>
              </a:ext>
            </a:extLst>
          </p:cNvPr>
          <p:cNvGrpSpPr/>
          <p:nvPr/>
        </p:nvGrpSpPr>
        <p:grpSpPr>
          <a:xfrm>
            <a:off x="7394257" y="919988"/>
            <a:ext cx="4221743" cy="372517"/>
            <a:chOff x="2744754" y="513955"/>
            <a:chExt cx="8514710" cy="360050"/>
          </a:xfrm>
        </p:grpSpPr>
        <p:sp>
          <p:nvSpPr>
            <p:cNvPr id="16" name="正方形/長方形 15">
              <a:extLst>
                <a:ext uri="{FF2B5EF4-FFF2-40B4-BE49-F238E27FC236}">
                  <a16:creationId xmlns:a16="http://schemas.microsoft.com/office/drawing/2014/main" id="{FF44804B-3C73-071E-290E-03F0ADCAED7C}"/>
                </a:ext>
              </a:extLst>
            </p:cNvPr>
            <p:cNvSpPr/>
            <p:nvPr/>
          </p:nvSpPr>
          <p:spPr>
            <a:xfrm>
              <a:off x="2744754" y="513955"/>
              <a:ext cx="8514710" cy="360050"/>
            </a:xfrm>
            <a:prstGeom prst="rect">
              <a:avLst/>
            </a:prstGeom>
            <a:solidFill>
              <a:schemeClr val="bg1"/>
            </a:solidFill>
            <a:ln w="6350">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ja-JP" altLang="en-US" sz="1050">
                  <a:solidFill>
                    <a:schemeClr val="tx1"/>
                  </a:solidFill>
                  <a:latin typeface="+mn-ea"/>
                </a:rPr>
                <a:t>凡例</a:t>
              </a:r>
            </a:p>
          </p:txBody>
        </p:sp>
        <p:sp>
          <p:nvSpPr>
            <p:cNvPr id="17" name="角丸四角形 1">
              <a:extLst>
                <a:ext uri="{FF2B5EF4-FFF2-40B4-BE49-F238E27FC236}">
                  <a16:creationId xmlns:a16="http://schemas.microsoft.com/office/drawing/2014/main" id="{4AD75070-A563-93A7-F7D3-50DB22C8EB01}"/>
                </a:ext>
              </a:extLst>
            </p:cNvPr>
            <p:cNvSpPr>
              <a:spLocks noChangeArrowheads="1"/>
            </p:cNvSpPr>
            <p:nvPr/>
          </p:nvSpPr>
          <p:spPr bwMode="auto">
            <a:xfrm>
              <a:off x="3675737" y="569038"/>
              <a:ext cx="359999" cy="216000"/>
            </a:xfrm>
            <a:prstGeom prst="rect">
              <a:avLst/>
            </a:prstGeom>
            <a:solidFill>
              <a:schemeClr val="accent2">
                <a:lumMod val="60000"/>
                <a:lumOff val="40000"/>
              </a:schemeClr>
            </a:solidFill>
            <a:ln w="6350">
              <a:solidFill>
                <a:schemeClr val="bg1">
                  <a:lumMod val="50000"/>
                </a:schemeClr>
              </a:solidFill>
              <a:headEnd/>
              <a:tailEnd/>
            </a:ln>
          </p:spPr>
          <p:style>
            <a:lnRef idx="2">
              <a:schemeClr val="accent2"/>
            </a:lnRef>
            <a:fillRef idx="1">
              <a:schemeClr val="lt1"/>
            </a:fillRef>
            <a:effectRef idx="0">
              <a:schemeClr val="accent2"/>
            </a:effectRef>
            <a:fontRef idx="minor">
              <a:schemeClr val="dk1"/>
            </a:fontRef>
          </p:style>
          <p:txBody>
            <a:bodyPr wrap="none" lIns="576000" tIns="36000" bIns="0" anchor="ctr"/>
            <a:lstStyle/>
            <a:p>
              <a:r>
                <a:rPr lang="ja-JP" altLang="en-US" sz="1000">
                  <a:latin typeface="+mn-ea"/>
                </a:rPr>
                <a:t>貴社・弊社共同作業</a:t>
              </a:r>
            </a:p>
          </p:txBody>
        </p:sp>
        <p:sp>
          <p:nvSpPr>
            <p:cNvPr id="18" name="角丸四角形 1">
              <a:extLst>
                <a:ext uri="{FF2B5EF4-FFF2-40B4-BE49-F238E27FC236}">
                  <a16:creationId xmlns:a16="http://schemas.microsoft.com/office/drawing/2014/main" id="{5370F356-2476-315D-FCAC-A6A9F7B3398A}"/>
                </a:ext>
              </a:extLst>
            </p:cNvPr>
            <p:cNvSpPr>
              <a:spLocks noChangeArrowheads="1"/>
            </p:cNvSpPr>
            <p:nvPr/>
          </p:nvSpPr>
          <p:spPr bwMode="auto">
            <a:xfrm>
              <a:off x="6826289" y="580705"/>
              <a:ext cx="359999" cy="216000"/>
            </a:xfrm>
            <a:prstGeom prst="rect">
              <a:avLst/>
            </a:prstGeom>
            <a:solidFill>
              <a:schemeClr val="accent3">
                <a:lumMod val="20000"/>
                <a:lumOff val="80000"/>
              </a:schemeClr>
            </a:solidFill>
            <a:ln w="6350">
              <a:solidFill>
                <a:schemeClr val="bg1">
                  <a:lumMod val="50000"/>
                </a:schemeClr>
              </a:solidFill>
              <a:headEnd/>
              <a:tailEnd/>
            </a:ln>
          </p:spPr>
          <p:style>
            <a:lnRef idx="2">
              <a:schemeClr val="accent3"/>
            </a:lnRef>
            <a:fillRef idx="1">
              <a:schemeClr val="lt1"/>
            </a:fillRef>
            <a:effectRef idx="0">
              <a:schemeClr val="accent3"/>
            </a:effectRef>
            <a:fontRef idx="minor">
              <a:schemeClr val="dk1"/>
            </a:fontRef>
          </p:style>
          <p:txBody>
            <a:bodyPr wrap="none" lIns="576000" tIns="36000" bIns="0" anchor="ctr"/>
            <a:lstStyle/>
            <a:p>
              <a:r>
                <a:rPr lang="ja-JP" altLang="en-US" sz="1000">
                  <a:latin typeface="+mn-ea"/>
                </a:rPr>
                <a:t>弊社作業</a:t>
              </a:r>
            </a:p>
          </p:txBody>
        </p:sp>
        <p:sp>
          <p:nvSpPr>
            <p:cNvPr id="19" name="角丸四角形 1">
              <a:extLst>
                <a:ext uri="{FF2B5EF4-FFF2-40B4-BE49-F238E27FC236}">
                  <a16:creationId xmlns:a16="http://schemas.microsoft.com/office/drawing/2014/main" id="{4FDF9951-C6C9-5C65-00A9-50EDC87918F7}"/>
                </a:ext>
              </a:extLst>
            </p:cNvPr>
            <p:cNvSpPr>
              <a:spLocks noChangeArrowheads="1"/>
            </p:cNvSpPr>
            <p:nvPr/>
          </p:nvSpPr>
          <p:spPr bwMode="auto">
            <a:xfrm>
              <a:off x="9042877" y="569715"/>
              <a:ext cx="359999" cy="216000"/>
            </a:xfrm>
            <a:prstGeom prst="rect">
              <a:avLst/>
            </a:prstGeom>
            <a:solidFill>
              <a:schemeClr val="tx2">
                <a:lumMod val="40000"/>
                <a:lumOff val="60000"/>
              </a:schemeClr>
            </a:solidFill>
            <a:ln w="6350">
              <a:solidFill>
                <a:schemeClr val="bg1">
                  <a:lumMod val="50000"/>
                </a:schemeClr>
              </a:solidFill>
              <a:headEnd/>
              <a:tailEnd/>
            </a:ln>
          </p:spPr>
          <p:style>
            <a:lnRef idx="2">
              <a:schemeClr val="accent1"/>
            </a:lnRef>
            <a:fillRef idx="1">
              <a:schemeClr val="lt1"/>
            </a:fillRef>
            <a:effectRef idx="0">
              <a:schemeClr val="accent1"/>
            </a:effectRef>
            <a:fontRef idx="minor">
              <a:schemeClr val="dk1"/>
            </a:fontRef>
          </p:style>
          <p:txBody>
            <a:bodyPr wrap="none" lIns="576000" tIns="36000" bIns="0" anchor="ctr"/>
            <a:lstStyle/>
            <a:p>
              <a:r>
                <a:rPr lang="ja-JP" altLang="en-US" sz="1000">
                  <a:latin typeface="+mn-ea"/>
                </a:rPr>
                <a:t>貴社作業</a:t>
              </a:r>
            </a:p>
          </p:txBody>
        </p:sp>
      </p:grpSp>
      <p:graphicFrame>
        <p:nvGraphicFramePr>
          <p:cNvPr id="23" name="表 22">
            <a:extLst>
              <a:ext uri="{FF2B5EF4-FFF2-40B4-BE49-F238E27FC236}">
                <a16:creationId xmlns:a16="http://schemas.microsoft.com/office/drawing/2014/main" id="{63E8C5A8-64FF-C59B-978C-7B579F3B6D37}"/>
              </a:ext>
            </a:extLst>
          </p:cNvPr>
          <p:cNvGraphicFramePr>
            <a:graphicFrameLocks noGrp="1"/>
          </p:cNvGraphicFramePr>
          <p:nvPr>
            <p:extLst>
              <p:ext uri="{D42A27DB-BD31-4B8C-83A1-F6EECF244321}">
                <p14:modId xmlns:p14="http://schemas.microsoft.com/office/powerpoint/2010/main" val="2793021758"/>
              </p:ext>
            </p:extLst>
          </p:nvPr>
        </p:nvGraphicFramePr>
        <p:xfrm>
          <a:off x="4324014" y="4729334"/>
          <a:ext cx="729550" cy="648000"/>
        </p:xfrm>
        <a:graphic>
          <a:graphicData uri="http://schemas.openxmlformats.org/drawingml/2006/table">
            <a:tbl>
              <a:tblPr firstRow="1" bandRow="1">
                <a:tableStyleId>{2D5ABB26-0587-4C30-8999-92F81FD0307C}</a:tableStyleId>
              </a:tblPr>
              <a:tblGrid>
                <a:gridCol w="729550">
                  <a:extLst>
                    <a:ext uri="{9D8B030D-6E8A-4147-A177-3AD203B41FA5}">
                      <a16:colId xmlns:a16="http://schemas.microsoft.com/office/drawing/2014/main" val="3246718086"/>
                    </a:ext>
                  </a:extLst>
                </a:gridCol>
              </a:tblGrid>
              <a:tr h="648000">
                <a:tc>
                  <a:txBody>
                    <a:bodyPr/>
                    <a:lstStyle/>
                    <a:p>
                      <a:pPr algn="ctr"/>
                      <a:r>
                        <a:rPr kumimoji="1" lang="en-US" altLang="ja-JP" sz="1100" b="0">
                          <a:solidFill>
                            <a:schemeClr val="tx1"/>
                          </a:solidFill>
                          <a:latin typeface="+mn-ea"/>
                          <a:ea typeface="+mn-ea"/>
                        </a:rPr>
                        <a:t>Azure</a:t>
                      </a:r>
                    </a:p>
                    <a:p>
                      <a:pPr algn="ctr"/>
                      <a:r>
                        <a:rPr kumimoji="1" lang="ja-JP" altLang="en-US" sz="1100" b="0">
                          <a:solidFill>
                            <a:schemeClr val="tx1"/>
                          </a:solidFill>
                          <a:latin typeface="+mn-ea"/>
                          <a:ea typeface="+mn-ea"/>
                        </a:rPr>
                        <a:t>開発環境構築</a:t>
                      </a:r>
                      <a:endParaRPr kumimoji="1" lang="en-US" altLang="ja-JP" sz="1100" b="0">
                        <a:solidFill>
                          <a:schemeClr val="tx1"/>
                        </a:solidFill>
                        <a:latin typeface="+mn-ea"/>
                        <a:ea typeface="+mn-ea"/>
                      </a:endParaRPr>
                    </a:p>
                  </a:txBody>
                  <a:tcPr marL="36000" marR="36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3650454177"/>
                  </a:ext>
                </a:extLst>
              </a:tr>
            </a:tbl>
          </a:graphicData>
        </a:graphic>
      </p:graphicFrame>
      <p:graphicFrame>
        <p:nvGraphicFramePr>
          <p:cNvPr id="6" name="表 5">
            <a:extLst>
              <a:ext uri="{FF2B5EF4-FFF2-40B4-BE49-F238E27FC236}">
                <a16:creationId xmlns:a16="http://schemas.microsoft.com/office/drawing/2014/main" id="{067F2A02-2C22-B7B2-6A5C-CEE5CF1BA9A4}"/>
              </a:ext>
            </a:extLst>
          </p:cNvPr>
          <p:cNvGraphicFramePr>
            <a:graphicFrameLocks noGrp="1"/>
          </p:cNvGraphicFramePr>
          <p:nvPr>
            <p:extLst>
              <p:ext uri="{D42A27DB-BD31-4B8C-83A1-F6EECF244321}">
                <p14:modId xmlns:p14="http://schemas.microsoft.com/office/powerpoint/2010/main" val="957077610"/>
              </p:ext>
            </p:extLst>
          </p:nvPr>
        </p:nvGraphicFramePr>
        <p:xfrm>
          <a:off x="3596010" y="3494333"/>
          <a:ext cx="708067" cy="648000"/>
        </p:xfrm>
        <a:graphic>
          <a:graphicData uri="http://schemas.openxmlformats.org/drawingml/2006/table">
            <a:tbl>
              <a:tblPr firstRow="1" bandRow="1">
                <a:tableStyleId>{2D5ABB26-0587-4C30-8999-92F81FD0307C}</a:tableStyleId>
              </a:tblPr>
              <a:tblGrid>
                <a:gridCol w="708067">
                  <a:extLst>
                    <a:ext uri="{9D8B030D-6E8A-4147-A177-3AD203B41FA5}">
                      <a16:colId xmlns:a16="http://schemas.microsoft.com/office/drawing/2014/main" val="2823374101"/>
                    </a:ext>
                  </a:extLst>
                </a:gridCol>
              </a:tblGrid>
              <a:tr h="648000">
                <a:tc>
                  <a:txBody>
                    <a:bodyPr/>
                    <a:lstStyle/>
                    <a:p>
                      <a:pPr algn="ctr"/>
                      <a:r>
                        <a:rPr kumimoji="1" lang="ja-JP" altLang="en-US" sz="1100" b="0">
                          <a:solidFill>
                            <a:schemeClr val="tx1"/>
                          </a:solidFill>
                          <a:latin typeface="+mn-ea"/>
                          <a:ea typeface="+mn-ea"/>
                        </a:rPr>
                        <a:t>要件定義</a:t>
                      </a:r>
                      <a:endParaRPr kumimoji="1" lang="en-US" altLang="ja-JP" sz="1100" b="0">
                        <a:solidFill>
                          <a:schemeClr val="tx1"/>
                        </a:solidFill>
                        <a:latin typeface="+mn-ea"/>
                        <a:ea typeface="+mn-ea"/>
                      </a:endParaRPr>
                    </a:p>
                  </a:txBody>
                  <a:tcPr marL="36000" marR="36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rgbClr val="F8C891"/>
                    </a:solidFill>
                  </a:tcPr>
                </a:tc>
                <a:extLst>
                  <a:ext uri="{0D108BD9-81ED-4DB2-BD59-A6C34878D82A}">
                    <a16:rowId xmlns:a16="http://schemas.microsoft.com/office/drawing/2014/main" val="2434114032"/>
                  </a:ext>
                </a:extLst>
              </a:tr>
            </a:tbl>
          </a:graphicData>
        </a:graphic>
      </p:graphicFrame>
      <p:graphicFrame>
        <p:nvGraphicFramePr>
          <p:cNvPr id="8" name="表 7">
            <a:extLst>
              <a:ext uri="{FF2B5EF4-FFF2-40B4-BE49-F238E27FC236}">
                <a16:creationId xmlns:a16="http://schemas.microsoft.com/office/drawing/2014/main" id="{DF899297-39CA-68D9-7882-DDF2777D91A0}"/>
              </a:ext>
            </a:extLst>
          </p:cNvPr>
          <p:cNvGraphicFramePr>
            <a:graphicFrameLocks noGrp="1"/>
          </p:cNvGraphicFramePr>
          <p:nvPr>
            <p:extLst>
              <p:ext uri="{D42A27DB-BD31-4B8C-83A1-F6EECF244321}">
                <p14:modId xmlns:p14="http://schemas.microsoft.com/office/powerpoint/2010/main" val="4134778693"/>
              </p:ext>
            </p:extLst>
          </p:nvPr>
        </p:nvGraphicFramePr>
        <p:xfrm>
          <a:off x="7240845" y="3494333"/>
          <a:ext cx="713469" cy="646559"/>
        </p:xfrm>
        <a:graphic>
          <a:graphicData uri="http://schemas.openxmlformats.org/drawingml/2006/table">
            <a:tbl>
              <a:tblPr firstRow="1" bandRow="1">
                <a:tableStyleId>{2D5ABB26-0587-4C30-8999-92F81FD0307C}</a:tableStyleId>
              </a:tblPr>
              <a:tblGrid>
                <a:gridCol w="713469">
                  <a:extLst>
                    <a:ext uri="{9D8B030D-6E8A-4147-A177-3AD203B41FA5}">
                      <a16:colId xmlns:a16="http://schemas.microsoft.com/office/drawing/2014/main" val="1708186329"/>
                    </a:ext>
                  </a:extLst>
                </a:gridCol>
              </a:tblGrid>
              <a:tr h="646559">
                <a:tc>
                  <a:txBody>
                    <a:bodyPr/>
                    <a:lstStyle/>
                    <a:p>
                      <a:pPr algn="ctr"/>
                      <a:r>
                        <a:rPr kumimoji="1" lang="ja-JP" altLang="en-US" sz="1100" b="0">
                          <a:solidFill>
                            <a:schemeClr val="tx1"/>
                          </a:solidFill>
                          <a:latin typeface="+mn-ea"/>
                          <a:ea typeface="+mn-ea"/>
                        </a:rPr>
                        <a:t>結合</a:t>
                      </a:r>
                      <a:endParaRPr kumimoji="1" lang="en-US" altLang="ja-JP" sz="1100" b="0">
                        <a:solidFill>
                          <a:schemeClr val="tx1"/>
                        </a:solidFill>
                        <a:latin typeface="+mn-ea"/>
                        <a:ea typeface="+mn-ea"/>
                      </a:endParaRPr>
                    </a:p>
                    <a:p>
                      <a:pPr algn="ctr"/>
                      <a:r>
                        <a:rPr kumimoji="1" lang="ja-JP" altLang="en-US" sz="1100" b="0">
                          <a:solidFill>
                            <a:schemeClr val="tx1"/>
                          </a:solidFill>
                          <a:latin typeface="+mn-ea"/>
                          <a:ea typeface="+mn-ea"/>
                        </a:rPr>
                        <a:t>テスト</a:t>
                      </a:r>
                    </a:p>
                  </a:txBody>
                  <a:tcPr marL="36000" marR="36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2434114032"/>
                  </a:ext>
                </a:extLst>
              </a:tr>
            </a:tbl>
          </a:graphicData>
        </a:graphic>
      </p:graphicFrame>
      <p:graphicFrame>
        <p:nvGraphicFramePr>
          <p:cNvPr id="11" name="表 10">
            <a:extLst>
              <a:ext uri="{FF2B5EF4-FFF2-40B4-BE49-F238E27FC236}">
                <a16:creationId xmlns:a16="http://schemas.microsoft.com/office/drawing/2014/main" id="{29952574-B67B-359B-557A-64E5EADDFC46}"/>
              </a:ext>
            </a:extLst>
          </p:cNvPr>
          <p:cNvGraphicFramePr>
            <a:graphicFrameLocks noGrp="1"/>
          </p:cNvGraphicFramePr>
          <p:nvPr>
            <p:extLst>
              <p:ext uri="{D42A27DB-BD31-4B8C-83A1-F6EECF244321}">
                <p14:modId xmlns:p14="http://schemas.microsoft.com/office/powerpoint/2010/main" val="283734853"/>
              </p:ext>
            </p:extLst>
          </p:nvPr>
        </p:nvGraphicFramePr>
        <p:xfrm>
          <a:off x="7950675" y="3494333"/>
          <a:ext cx="586744" cy="646559"/>
        </p:xfrm>
        <a:graphic>
          <a:graphicData uri="http://schemas.openxmlformats.org/drawingml/2006/table">
            <a:tbl>
              <a:tblPr firstRow="1" bandRow="1">
                <a:tableStyleId>{2D5ABB26-0587-4C30-8999-92F81FD0307C}</a:tableStyleId>
              </a:tblPr>
              <a:tblGrid>
                <a:gridCol w="586744">
                  <a:extLst>
                    <a:ext uri="{9D8B030D-6E8A-4147-A177-3AD203B41FA5}">
                      <a16:colId xmlns:a16="http://schemas.microsoft.com/office/drawing/2014/main" val="2823374101"/>
                    </a:ext>
                  </a:extLst>
                </a:gridCol>
              </a:tblGrid>
              <a:tr h="646559">
                <a:tc>
                  <a:txBody>
                    <a:bodyPr/>
                    <a:lstStyle/>
                    <a:p>
                      <a:pPr algn="ctr"/>
                      <a:r>
                        <a:rPr kumimoji="1" lang="ja-JP" altLang="en-US" sz="1000" b="0">
                          <a:solidFill>
                            <a:schemeClr val="tx1"/>
                          </a:solidFill>
                          <a:latin typeface="+mn-ea"/>
                          <a:ea typeface="+mn-ea"/>
                        </a:rPr>
                        <a:t>システムテスト</a:t>
                      </a:r>
                      <a:endParaRPr kumimoji="1" lang="en-US" altLang="ja-JP" sz="1000" b="0">
                        <a:solidFill>
                          <a:schemeClr val="tx1"/>
                        </a:solidFill>
                        <a:latin typeface="+mn-ea"/>
                        <a:ea typeface="+mn-ea"/>
                      </a:endParaRPr>
                    </a:p>
                  </a:txBody>
                  <a:tcPr marL="36000" marR="36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rgbClr val="F8C891"/>
                    </a:solidFill>
                  </a:tcPr>
                </a:tc>
                <a:extLst>
                  <a:ext uri="{0D108BD9-81ED-4DB2-BD59-A6C34878D82A}">
                    <a16:rowId xmlns:a16="http://schemas.microsoft.com/office/drawing/2014/main" val="2434114032"/>
                  </a:ext>
                </a:extLst>
              </a:tr>
            </a:tbl>
          </a:graphicData>
        </a:graphic>
      </p:graphicFrame>
      <p:graphicFrame>
        <p:nvGraphicFramePr>
          <p:cNvPr id="42" name="表 41">
            <a:extLst>
              <a:ext uri="{FF2B5EF4-FFF2-40B4-BE49-F238E27FC236}">
                <a16:creationId xmlns:a16="http://schemas.microsoft.com/office/drawing/2014/main" id="{36E68966-5D4C-2A50-9DAB-C9EC84BE5859}"/>
              </a:ext>
            </a:extLst>
          </p:cNvPr>
          <p:cNvGraphicFramePr>
            <a:graphicFrameLocks noGrp="1"/>
          </p:cNvGraphicFramePr>
          <p:nvPr>
            <p:extLst>
              <p:ext uri="{D42A27DB-BD31-4B8C-83A1-F6EECF244321}">
                <p14:modId xmlns:p14="http://schemas.microsoft.com/office/powerpoint/2010/main" val="1832442238"/>
              </p:ext>
            </p:extLst>
          </p:nvPr>
        </p:nvGraphicFramePr>
        <p:xfrm>
          <a:off x="5045066" y="3494333"/>
          <a:ext cx="738000" cy="648000"/>
        </p:xfrm>
        <a:graphic>
          <a:graphicData uri="http://schemas.openxmlformats.org/drawingml/2006/table">
            <a:tbl>
              <a:tblPr firstRow="1" bandRow="1">
                <a:tableStyleId>{2D5ABB26-0587-4C30-8999-92F81FD0307C}</a:tableStyleId>
              </a:tblPr>
              <a:tblGrid>
                <a:gridCol w="738000">
                  <a:extLst>
                    <a:ext uri="{9D8B030D-6E8A-4147-A177-3AD203B41FA5}">
                      <a16:colId xmlns:a16="http://schemas.microsoft.com/office/drawing/2014/main" val="1708186329"/>
                    </a:ext>
                  </a:extLst>
                </a:gridCol>
              </a:tblGrid>
              <a:tr h="648000">
                <a:tc>
                  <a:txBody>
                    <a:bodyPr/>
                    <a:lstStyle/>
                    <a:p>
                      <a:pPr algn="ctr"/>
                      <a:r>
                        <a:rPr kumimoji="1" lang="ja-JP" altLang="en-US" sz="1100" b="0">
                          <a:solidFill>
                            <a:schemeClr val="tx1"/>
                          </a:solidFill>
                          <a:latin typeface="+mn-ea"/>
                          <a:ea typeface="+mn-ea"/>
                        </a:rPr>
                        <a:t>詳細設計</a:t>
                      </a:r>
                    </a:p>
                  </a:txBody>
                  <a:tcPr marL="36000" marR="36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2434114032"/>
                  </a:ext>
                </a:extLst>
              </a:tr>
            </a:tbl>
          </a:graphicData>
        </a:graphic>
      </p:graphicFrame>
      <p:graphicFrame>
        <p:nvGraphicFramePr>
          <p:cNvPr id="7" name="表 6">
            <a:extLst>
              <a:ext uri="{FF2B5EF4-FFF2-40B4-BE49-F238E27FC236}">
                <a16:creationId xmlns:a16="http://schemas.microsoft.com/office/drawing/2014/main" id="{40425F0B-7978-1852-2DF3-F182D07E5483}"/>
              </a:ext>
            </a:extLst>
          </p:cNvPr>
          <p:cNvGraphicFramePr>
            <a:graphicFrameLocks noGrp="1"/>
          </p:cNvGraphicFramePr>
          <p:nvPr>
            <p:extLst>
              <p:ext uri="{D42A27DB-BD31-4B8C-83A1-F6EECF244321}">
                <p14:modId xmlns:p14="http://schemas.microsoft.com/office/powerpoint/2010/main" val="3029628296"/>
              </p:ext>
            </p:extLst>
          </p:nvPr>
        </p:nvGraphicFramePr>
        <p:xfrm>
          <a:off x="5779982" y="3494333"/>
          <a:ext cx="1448872" cy="648423"/>
        </p:xfrm>
        <a:graphic>
          <a:graphicData uri="http://schemas.openxmlformats.org/drawingml/2006/table">
            <a:tbl>
              <a:tblPr firstRow="1" bandRow="1">
                <a:tableStyleId>{2D5ABB26-0587-4C30-8999-92F81FD0307C}</a:tableStyleId>
              </a:tblPr>
              <a:tblGrid>
                <a:gridCol w="1448872">
                  <a:extLst>
                    <a:ext uri="{9D8B030D-6E8A-4147-A177-3AD203B41FA5}">
                      <a16:colId xmlns:a16="http://schemas.microsoft.com/office/drawing/2014/main" val="1708186329"/>
                    </a:ext>
                  </a:extLst>
                </a:gridCol>
              </a:tblGrid>
              <a:tr h="648423">
                <a:tc>
                  <a:txBody>
                    <a:bodyPr/>
                    <a:lstStyle/>
                    <a:p>
                      <a:pPr algn="ctr"/>
                      <a:r>
                        <a:rPr kumimoji="1" lang="ja-JP" altLang="en-US" sz="1100" b="0">
                          <a:solidFill>
                            <a:schemeClr val="tx1"/>
                          </a:solidFill>
                          <a:latin typeface="+mn-ea"/>
                          <a:ea typeface="+mn-ea"/>
                        </a:rPr>
                        <a:t>製造～単体テスト</a:t>
                      </a:r>
                    </a:p>
                  </a:txBody>
                  <a:tcPr marL="36000" marR="36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2434114032"/>
                  </a:ext>
                </a:extLst>
              </a:tr>
            </a:tbl>
          </a:graphicData>
        </a:graphic>
      </p:graphicFrame>
      <p:graphicFrame>
        <p:nvGraphicFramePr>
          <p:cNvPr id="52" name="表 51">
            <a:extLst>
              <a:ext uri="{FF2B5EF4-FFF2-40B4-BE49-F238E27FC236}">
                <a16:creationId xmlns:a16="http://schemas.microsoft.com/office/drawing/2014/main" id="{E0D51858-26E2-A83B-AA49-4F369A7F5E57}"/>
              </a:ext>
            </a:extLst>
          </p:cNvPr>
          <p:cNvGraphicFramePr>
            <a:graphicFrameLocks noGrp="1"/>
          </p:cNvGraphicFramePr>
          <p:nvPr>
            <p:extLst>
              <p:ext uri="{D42A27DB-BD31-4B8C-83A1-F6EECF244321}">
                <p14:modId xmlns:p14="http://schemas.microsoft.com/office/powerpoint/2010/main" val="3793658307"/>
              </p:ext>
            </p:extLst>
          </p:nvPr>
        </p:nvGraphicFramePr>
        <p:xfrm>
          <a:off x="8537419" y="3494333"/>
          <a:ext cx="894366" cy="648000"/>
        </p:xfrm>
        <a:graphic>
          <a:graphicData uri="http://schemas.openxmlformats.org/drawingml/2006/table">
            <a:tbl>
              <a:tblPr firstRow="1" bandRow="1">
                <a:tableStyleId>{2D5ABB26-0587-4C30-8999-92F81FD0307C}</a:tableStyleId>
              </a:tblPr>
              <a:tblGrid>
                <a:gridCol w="894366">
                  <a:extLst>
                    <a:ext uri="{9D8B030D-6E8A-4147-A177-3AD203B41FA5}">
                      <a16:colId xmlns:a16="http://schemas.microsoft.com/office/drawing/2014/main" val="2823374101"/>
                    </a:ext>
                  </a:extLst>
                </a:gridCol>
              </a:tblGrid>
              <a:tr h="648000">
                <a:tc>
                  <a:txBody>
                    <a:bodyPr/>
                    <a:lstStyle/>
                    <a:p>
                      <a:pPr algn="ctr"/>
                      <a:r>
                        <a:rPr kumimoji="1" lang="ja-JP" altLang="en-US" sz="1100" b="0">
                          <a:solidFill>
                            <a:schemeClr val="tx1"/>
                          </a:solidFill>
                          <a:latin typeface="+mn-ea"/>
                          <a:ea typeface="+mn-ea"/>
                        </a:rPr>
                        <a:t>ユーザ</a:t>
                      </a:r>
                      <a:endParaRPr kumimoji="1" lang="en-US" altLang="ja-JP" sz="1100" b="0">
                        <a:solidFill>
                          <a:schemeClr val="tx1"/>
                        </a:solidFill>
                        <a:latin typeface="+mn-ea"/>
                        <a:ea typeface="+mn-ea"/>
                      </a:endParaRPr>
                    </a:p>
                    <a:p>
                      <a:pPr algn="ctr"/>
                      <a:r>
                        <a:rPr kumimoji="1" lang="ja-JP" altLang="en-US" sz="1100" b="0">
                          <a:solidFill>
                            <a:schemeClr val="tx1"/>
                          </a:solidFill>
                          <a:latin typeface="+mn-ea"/>
                          <a:ea typeface="+mn-ea"/>
                        </a:rPr>
                        <a:t>テスト</a:t>
                      </a:r>
                      <a:endParaRPr kumimoji="1" lang="en-US" altLang="ja-JP" sz="1100" b="0">
                        <a:solidFill>
                          <a:schemeClr val="tx1"/>
                        </a:solidFill>
                        <a:latin typeface="+mn-ea"/>
                        <a:ea typeface="+mn-ea"/>
                      </a:endParaRPr>
                    </a:p>
                  </a:txBody>
                  <a:tcPr marL="36000" marR="3600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tx2">
                        <a:lumMod val="40000"/>
                        <a:lumOff val="60000"/>
                      </a:schemeClr>
                    </a:solidFill>
                  </a:tcPr>
                </a:tc>
                <a:extLst>
                  <a:ext uri="{0D108BD9-81ED-4DB2-BD59-A6C34878D82A}">
                    <a16:rowId xmlns:a16="http://schemas.microsoft.com/office/drawing/2014/main" val="2434114032"/>
                  </a:ext>
                </a:extLst>
              </a:tr>
            </a:tbl>
          </a:graphicData>
        </a:graphic>
      </p:graphicFrame>
      <p:graphicFrame>
        <p:nvGraphicFramePr>
          <p:cNvPr id="21" name="表 20">
            <a:extLst>
              <a:ext uri="{FF2B5EF4-FFF2-40B4-BE49-F238E27FC236}">
                <a16:creationId xmlns:a16="http://schemas.microsoft.com/office/drawing/2014/main" id="{F0103D76-E5FB-DA88-49A0-997C19C3E328}"/>
              </a:ext>
            </a:extLst>
          </p:cNvPr>
          <p:cNvGraphicFramePr>
            <a:graphicFrameLocks noGrp="1"/>
          </p:cNvGraphicFramePr>
          <p:nvPr>
            <p:extLst>
              <p:ext uri="{D42A27DB-BD31-4B8C-83A1-F6EECF244321}">
                <p14:modId xmlns:p14="http://schemas.microsoft.com/office/powerpoint/2010/main" val="1459696940"/>
              </p:ext>
            </p:extLst>
          </p:nvPr>
        </p:nvGraphicFramePr>
        <p:xfrm>
          <a:off x="9422820" y="3494333"/>
          <a:ext cx="738048" cy="648000"/>
        </p:xfrm>
        <a:graphic>
          <a:graphicData uri="http://schemas.openxmlformats.org/drawingml/2006/table">
            <a:tbl>
              <a:tblPr firstRow="1" bandRow="1">
                <a:tableStyleId>{2D5ABB26-0587-4C30-8999-92F81FD0307C}</a:tableStyleId>
              </a:tblPr>
              <a:tblGrid>
                <a:gridCol w="738048">
                  <a:extLst>
                    <a:ext uri="{9D8B030D-6E8A-4147-A177-3AD203B41FA5}">
                      <a16:colId xmlns:a16="http://schemas.microsoft.com/office/drawing/2014/main" val="2823374101"/>
                    </a:ext>
                  </a:extLst>
                </a:gridCol>
              </a:tblGrid>
              <a:tr h="648000">
                <a:tc>
                  <a:txBody>
                    <a:bodyPr/>
                    <a:lstStyle/>
                    <a:p>
                      <a:pPr algn="ctr"/>
                      <a:r>
                        <a:rPr kumimoji="1" lang="ja-JP" altLang="en-US" sz="1100" b="0">
                          <a:solidFill>
                            <a:schemeClr val="tx1"/>
                          </a:solidFill>
                          <a:latin typeface="+mn-ea"/>
                          <a:ea typeface="+mn-ea"/>
                        </a:rPr>
                        <a:t>初期流動</a:t>
                      </a:r>
                      <a:endParaRPr kumimoji="1" lang="en-US" altLang="ja-JP" sz="1100" b="0">
                        <a:solidFill>
                          <a:schemeClr val="tx1"/>
                        </a:solidFill>
                        <a:latin typeface="+mn-ea"/>
                        <a:ea typeface="+mn-ea"/>
                      </a:endParaRPr>
                    </a:p>
                  </a:txBody>
                  <a:tcPr marL="36000" marR="36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rgbClr val="F8C891"/>
                    </a:solidFill>
                  </a:tcPr>
                </a:tc>
                <a:extLst>
                  <a:ext uri="{0D108BD9-81ED-4DB2-BD59-A6C34878D82A}">
                    <a16:rowId xmlns:a16="http://schemas.microsoft.com/office/drawing/2014/main" val="2434114032"/>
                  </a:ext>
                </a:extLst>
              </a:tr>
            </a:tbl>
          </a:graphicData>
        </a:graphic>
      </p:graphicFrame>
      <p:sp>
        <p:nvSpPr>
          <p:cNvPr id="39" name="テキスト ボックス 38">
            <a:extLst>
              <a:ext uri="{FF2B5EF4-FFF2-40B4-BE49-F238E27FC236}">
                <a16:creationId xmlns:a16="http://schemas.microsoft.com/office/drawing/2014/main" id="{BE794BC6-EB53-3AAA-445E-3DC0858905D6}"/>
              </a:ext>
            </a:extLst>
          </p:cNvPr>
          <p:cNvSpPr txBox="1"/>
          <p:nvPr/>
        </p:nvSpPr>
        <p:spPr>
          <a:xfrm>
            <a:off x="3457986" y="2489831"/>
            <a:ext cx="1640954" cy="288147"/>
          </a:xfrm>
          <a:prstGeom prst="rect">
            <a:avLst/>
          </a:prstGeom>
          <a:solidFill>
            <a:schemeClr val="bg1"/>
          </a:solidFill>
          <a:ln>
            <a:noFill/>
          </a:ln>
        </p:spPr>
        <p:txBody>
          <a:bodyPr wrap="square" lIns="54000" tIns="36000" rIns="54000" bIns="36000" rtlCol="0" anchor="ctr">
            <a:spAutoFit/>
          </a:bodyPr>
          <a:lstStyle/>
          <a:p>
            <a:pPr algn="ctr"/>
            <a:r>
              <a:rPr kumimoji="1" lang="ja-JP" altLang="en-US" sz="1400" b="1">
                <a:solidFill>
                  <a:schemeClr val="tx1">
                    <a:lumMod val="75000"/>
                    <a:lumOff val="25000"/>
                  </a:schemeClr>
                </a:solidFill>
                <a:latin typeface="游ゴシック" panose="020B0400000000000000" pitchFamily="50" charset="-128"/>
                <a:ea typeface="游ゴシック" panose="020B0400000000000000" pitchFamily="50" charset="-128"/>
                <a:cs typeface="メイリオ" pitchFamily="50" charset="-128"/>
              </a:rPr>
              <a:t>契約①</a:t>
            </a:r>
            <a:r>
              <a:rPr kumimoji="1" lang="en-US" altLang="ja-JP" sz="1400" b="1">
                <a:solidFill>
                  <a:schemeClr val="tx1">
                    <a:lumMod val="75000"/>
                    <a:lumOff val="25000"/>
                  </a:schemeClr>
                </a:solidFill>
                <a:latin typeface="游ゴシック" panose="020B0400000000000000" pitchFamily="50" charset="-128"/>
                <a:ea typeface="游ゴシック" panose="020B0400000000000000" pitchFamily="50" charset="-128"/>
                <a:cs typeface="メイリオ" pitchFamily="50" charset="-128"/>
              </a:rPr>
              <a:t>:</a:t>
            </a:r>
            <a:r>
              <a:rPr kumimoji="1" lang="ja-JP" altLang="en-US" sz="1400" b="1">
                <a:solidFill>
                  <a:schemeClr val="tx1">
                    <a:lumMod val="75000"/>
                    <a:lumOff val="25000"/>
                  </a:schemeClr>
                </a:solidFill>
                <a:latin typeface="游ゴシック" panose="020B0400000000000000" pitchFamily="50" charset="-128"/>
                <a:ea typeface="游ゴシック" panose="020B0400000000000000" pitchFamily="50" charset="-128"/>
                <a:cs typeface="メイリオ" pitchFamily="50" charset="-128"/>
              </a:rPr>
              <a:t>準委任契約</a:t>
            </a:r>
          </a:p>
        </p:txBody>
      </p:sp>
      <p:sp>
        <p:nvSpPr>
          <p:cNvPr id="40" name="テキスト ボックス 39">
            <a:extLst>
              <a:ext uri="{FF2B5EF4-FFF2-40B4-BE49-F238E27FC236}">
                <a16:creationId xmlns:a16="http://schemas.microsoft.com/office/drawing/2014/main" id="{6CD68CD5-0065-0C9A-941A-94E15CBF3546}"/>
              </a:ext>
            </a:extLst>
          </p:cNvPr>
          <p:cNvSpPr txBox="1"/>
          <p:nvPr/>
        </p:nvSpPr>
        <p:spPr>
          <a:xfrm>
            <a:off x="5053563" y="2495263"/>
            <a:ext cx="2900750" cy="288147"/>
          </a:xfrm>
          <a:prstGeom prst="rect">
            <a:avLst/>
          </a:prstGeom>
          <a:solidFill>
            <a:schemeClr val="bg1"/>
          </a:solidFill>
          <a:ln>
            <a:noFill/>
          </a:ln>
        </p:spPr>
        <p:txBody>
          <a:bodyPr wrap="square" lIns="54000" tIns="36000" rIns="54000" bIns="36000" rtlCol="0" anchor="ctr">
            <a:spAutoFit/>
          </a:bodyPr>
          <a:lstStyle/>
          <a:p>
            <a:pPr algn="ctr"/>
            <a:r>
              <a:rPr kumimoji="1" lang="ja-JP" altLang="en-US" sz="1400" b="1">
                <a:solidFill>
                  <a:schemeClr val="tx1">
                    <a:lumMod val="75000"/>
                    <a:lumOff val="25000"/>
                  </a:schemeClr>
                </a:solidFill>
                <a:latin typeface="游ゴシック" panose="020B0400000000000000" pitchFamily="50" charset="-128"/>
                <a:ea typeface="游ゴシック" panose="020B0400000000000000" pitchFamily="50" charset="-128"/>
                <a:cs typeface="メイリオ" pitchFamily="50" charset="-128"/>
              </a:rPr>
              <a:t>契約②</a:t>
            </a:r>
            <a:r>
              <a:rPr kumimoji="1" lang="en-US" altLang="ja-JP" sz="1400" b="1">
                <a:solidFill>
                  <a:schemeClr val="tx1">
                    <a:lumMod val="75000"/>
                    <a:lumOff val="25000"/>
                  </a:schemeClr>
                </a:solidFill>
                <a:latin typeface="游ゴシック" panose="020B0400000000000000" pitchFamily="50" charset="-128"/>
                <a:ea typeface="游ゴシック" panose="020B0400000000000000" pitchFamily="50" charset="-128"/>
                <a:cs typeface="メイリオ" pitchFamily="50" charset="-128"/>
              </a:rPr>
              <a:t>:</a:t>
            </a:r>
            <a:r>
              <a:rPr kumimoji="1" lang="ja-JP" altLang="en-US" sz="1400" b="1">
                <a:solidFill>
                  <a:schemeClr val="tx1">
                    <a:lumMod val="75000"/>
                    <a:lumOff val="25000"/>
                  </a:schemeClr>
                </a:solidFill>
                <a:latin typeface="游ゴシック" panose="020B0400000000000000" pitchFamily="50" charset="-128"/>
                <a:ea typeface="游ゴシック" panose="020B0400000000000000" pitchFamily="50" charset="-128"/>
                <a:cs typeface="メイリオ" pitchFamily="50" charset="-128"/>
              </a:rPr>
              <a:t>請負契約</a:t>
            </a:r>
          </a:p>
        </p:txBody>
      </p:sp>
      <p:cxnSp>
        <p:nvCxnSpPr>
          <p:cNvPr id="44" name="直線矢印コネクタ 43">
            <a:extLst>
              <a:ext uri="{FF2B5EF4-FFF2-40B4-BE49-F238E27FC236}">
                <a16:creationId xmlns:a16="http://schemas.microsoft.com/office/drawing/2014/main" id="{C1618CE8-D021-AFDC-7AB6-68DD2FF38DE2}"/>
              </a:ext>
            </a:extLst>
          </p:cNvPr>
          <p:cNvCxnSpPr>
            <a:cxnSpLocks/>
          </p:cNvCxnSpPr>
          <p:nvPr/>
        </p:nvCxnSpPr>
        <p:spPr>
          <a:xfrm>
            <a:off x="3584019" y="2830582"/>
            <a:ext cx="1461047" cy="0"/>
          </a:xfrm>
          <a:prstGeom prst="straightConnector1">
            <a:avLst/>
          </a:prstGeom>
          <a:ln w="44450">
            <a:solidFill>
              <a:srgbClr val="0000FF"/>
            </a:solidFill>
            <a:headEnd type="oval"/>
            <a:tailEnd type="oval"/>
          </a:ln>
        </p:spPr>
        <p:style>
          <a:lnRef idx="1">
            <a:schemeClr val="accent1"/>
          </a:lnRef>
          <a:fillRef idx="0">
            <a:schemeClr val="accent1"/>
          </a:fillRef>
          <a:effectRef idx="0">
            <a:schemeClr val="accent1"/>
          </a:effectRef>
          <a:fontRef idx="minor">
            <a:schemeClr val="tx1"/>
          </a:fontRef>
        </p:style>
      </p:cxnSp>
      <p:cxnSp>
        <p:nvCxnSpPr>
          <p:cNvPr id="46" name="直線矢印コネクタ 45">
            <a:extLst>
              <a:ext uri="{FF2B5EF4-FFF2-40B4-BE49-F238E27FC236}">
                <a16:creationId xmlns:a16="http://schemas.microsoft.com/office/drawing/2014/main" id="{4944E78B-45D3-D252-A30B-4EE3B9D76DCF}"/>
              </a:ext>
            </a:extLst>
          </p:cNvPr>
          <p:cNvCxnSpPr>
            <a:cxnSpLocks/>
          </p:cNvCxnSpPr>
          <p:nvPr/>
        </p:nvCxnSpPr>
        <p:spPr>
          <a:xfrm>
            <a:off x="5053564" y="2830582"/>
            <a:ext cx="2900750" cy="0"/>
          </a:xfrm>
          <a:prstGeom prst="straightConnector1">
            <a:avLst/>
          </a:prstGeom>
          <a:ln w="44450">
            <a:solidFill>
              <a:srgbClr val="FF0000"/>
            </a:solidFill>
            <a:headEnd type="oval"/>
            <a:tailEnd type="oval"/>
          </a:ln>
        </p:spPr>
        <p:style>
          <a:lnRef idx="1">
            <a:schemeClr val="accent1"/>
          </a:lnRef>
          <a:fillRef idx="0">
            <a:schemeClr val="accent1"/>
          </a:fillRef>
          <a:effectRef idx="0">
            <a:schemeClr val="accent1"/>
          </a:effectRef>
          <a:fontRef idx="minor">
            <a:schemeClr val="tx1"/>
          </a:fontRef>
        </p:style>
      </p:cxnSp>
      <p:sp>
        <p:nvSpPr>
          <p:cNvPr id="49" name="テキスト ボックス 48">
            <a:extLst>
              <a:ext uri="{FF2B5EF4-FFF2-40B4-BE49-F238E27FC236}">
                <a16:creationId xmlns:a16="http://schemas.microsoft.com/office/drawing/2014/main" id="{5F6F8CEF-FF21-DCDB-6DCD-C2AA6A8BFCA1}"/>
              </a:ext>
            </a:extLst>
          </p:cNvPr>
          <p:cNvSpPr txBox="1"/>
          <p:nvPr/>
        </p:nvSpPr>
        <p:spPr>
          <a:xfrm>
            <a:off x="7980926" y="2489767"/>
            <a:ext cx="2166802" cy="288147"/>
          </a:xfrm>
          <a:prstGeom prst="rect">
            <a:avLst/>
          </a:prstGeom>
          <a:solidFill>
            <a:schemeClr val="bg1"/>
          </a:solidFill>
          <a:ln>
            <a:noFill/>
          </a:ln>
        </p:spPr>
        <p:txBody>
          <a:bodyPr wrap="square" lIns="54000" tIns="36000" rIns="54000" bIns="36000" rtlCol="0" anchor="ctr">
            <a:spAutoFit/>
          </a:bodyPr>
          <a:lstStyle/>
          <a:p>
            <a:pPr algn="ctr"/>
            <a:r>
              <a:rPr kumimoji="1" lang="ja-JP" altLang="en-US" sz="1400" b="1">
                <a:solidFill>
                  <a:schemeClr val="tx1">
                    <a:lumMod val="75000"/>
                    <a:lumOff val="25000"/>
                  </a:schemeClr>
                </a:solidFill>
                <a:latin typeface="游ゴシック" panose="020B0400000000000000" pitchFamily="50" charset="-128"/>
                <a:ea typeface="游ゴシック" panose="020B0400000000000000" pitchFamily="50" charset="-128"/>
                <a:cs typeface="メイリオ" pitchFamily="50" charset="-128"/>
              </a:rPr>
              <a:t>契約③</a:t>
            </a:r>
            <a:r>
              <a:rPr kumimoji="1" lang="en-US" altLang="ja-JP" sz="1400" b="1">
                <a:solidFill>
                  <a:schemeClr val="tx1">
                    <a:lumMod val="75000"/>
                    <a:lumOff val="25000"/>
                  </a:schemeClr>
                </a:solidFill>
                <a:latin typeface="游ゴシック" panose="020B0400000000000000" pitchFamily="50" charset="-128"/>
                <a:ea typeface="游ゴシック" panose="020B0400000000000000" pitchFamily="50" charset="-128"/>
                <a:cs typeface="メイリオ" pitchFamily="50" charset="-128"/>
              </a:rPr>
              <a:t>:</a:t>
            </a:r>
            <a:r>
              <a:rPr kumimoji="1" lang="ja-JP" altLang="en-US" sz="1400" b="1">
                <a:solidFill>
                  <a:schemeClr val="tx1">
                    <a:lumMod val="75000"/>
                    <a:lumOff val="25000"/>
                  </a:schemeClr>
                </a:solidFill>
                <a:latin typeface="游ゴシック" panose="020B0400000000000000" pitchFamily="50" charset="-128"/>
                <a:ea typeface="游ゴシック" panose="020B0400000000000000" pitchFamily="50" charset="-128"/>
                <a:cs typeface="メイリオ" pitchFamily="50" charset="-128"/>
              </a:rPr>
              <a:t>準委任契約</a:t>
            </a:r>
          </a:p>
        </p:txBody>
      </p:sp>
      <p:cxnSp>
        <p:nvCxnSpPr>
          <p:cNvPr id="50" name="直線矢印コネクタ 49">
            <a:extLst>
              <a:ext uri="{FF2B5EF4-FFF2-40B4-BE49-F238E27FC236}">
                <a16:creationId xmlns:a16="http://schemas.microsoft.com/office/drawing/2014/main" id="{939C843D-2297-233C-4F61-4627CB4DF4BD}"/>
              </a:ext>
            </a:extLst>
          </p:cNvPr>
          <p:cNvCxnSpPr>
            <a:cxnSpLocks/>
          </p:cNvCxnSpPr>
          <p:nvPr/>
        </p:nvCxnSpPr>
        <p:spPr>
          <a:xfrm>
            <a:off x="7954314" y="2828718"/>
            <a:ext cx="2215519" cy="1864"/>
          </a:xfrm>
          <a:prstGeom prst="straightConnector1">
            <a:avLst/>
          </a:prstGeom>
          <a:ln w="44450">
            <a:solidFill>
              <a:srgbClr val="0000FF"/>
            </a:solidFill>
            <a:headEnd type="oval"/>
            <a:tailEnd type="oval"/>
          </a:ln>
        </p:spPr>
        <p:style>
          <a:lnRef idx="1">
            <a:schemeClr val="accent1"/>
          </a:lnRef>
          <a:fillRef idx="0">
            <a:schemeClr val="accent1"/>
          </a:fillRef>
          <a:effectRef idx="0">
            <a:schemeClr val="accent1"/>
          </a:effectRef>
          <a:fontRef idx="minor">
            <a:schemeClr val="tx1"/>
          </a:fontRef>
        </p:style>
      </p:cxnSp>
      <p:sp>
        <p:nvSpPr>
          <p:cNvPr id="5" name="矢印: 五方向 4">
            <a:extLst>
              <a:ext uri="{FF2B5EF4-FFF2-40B4-BE49-F238E27FC236}">
                <a16:creationId xmlns:a16="http://schemas.microsoft.com/office/drawing/2014/main" id="{3AFCE336-4F24-3E84-91D4-78A9C5405E9E}"/>
              </a:ext>
            </a:extLst>
          </p:cNvPr>
          <p:cNvSpPr/>
          <p:nvPr/>
        </p:nvSpPr>
        <p:spPr>
          <a:xfrm>
            <a:off x="3584019" y="2930029"/>
            <a:ext cx="1469544" cy="567936"/>
          </a:xfrm>
          <a:prstGeom prst="homePlate">
            <a:avLst>
              <a:gd name="adj" fmla="val 18180"/>
            </a:avLst>
          </a:prstGeom>
          <a:solidFill>
            <a:schemeClr val="bg1"/>
          </a:solid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kumimoji="1" lang="ja-JP" altLang="en-US" sz="1200">
                <a:solidFill>
                  <a:schemeClr val="tx1">
                    <a:lumMod val="75000"/>
                    <a:lumOff val="25000"/>
                  </a:schemeClr>
                </a:solidFill>
              </a:rPr>
              <a:t>要件定義・</a:t>
            </a:r>
            <a:endParaRPr kumimoji="1" lang="en-US" altLang="ja-JP" sz="1200">
              <a:solidFill>
                <a:schemeClr val="tx1">
                  <a:lumMod val="75000"/>
                  <a:lumOff val="25000"/>
                </a:schemeClr>
              </a:solidFill>
            </a:endParaRPr>
          </a:p>
          <a:p>
            <a:pPr algn="ctr"/>
            <a:r>
              <a:rPr kumimoji="1" lang="ja-JP" altLang="en-US" sz="1200">
                <a:solidFill>
                  <a:schemeClr val="tx1">
                    <a:lumMod val="75000"/>
                    <a:lumOff val="25000"/>
                  </a:schemeClr>
                </a:solidFill>
              </a:rPr>
              <a:t>基本設計</a:t>
            </a:r>
            <a:endParaRPr kumimoji="1" lang="en-US" altLang="ja-JP" sz="1200">
              <a:solidFill>
                <a:schemeClr val="tx1">
                  <a:lumMod val="75000"/>
                  <a:lumOff val="25000"/>
                </a:schemeClr>
              </a:solidFill>
            </a:endParaRPr>
          </a:p>
          <a:p>
            <a:pPr algn="ctr"/>
            <a:r>
              <a:rPr kumimoji="1" lang="ja-JP" altLang="en-US" sz="1200">
                <a:solidFill>
                  <a:schemeClr val="tx1">
                    <a:lumMod val="75000"/>
                    <a:lumOff val="25000"/>
                  </a:schemeClr>
                </a:solidFill>
              </a:rPr>
              <a:t>フェーズ</a:t>
            </a:r>
          </a:p>
        </p:txBody>
      </p:sp>
      <p:sp>
        <p:nvSpPr>
          <p:cNvPr id="12" name="矢印: 五方向 11">
            <a:extLst>
              <a:ext uri="{FF2B5EF4-FFF2-40B4-BE49-F238E27FC236}">
                <a16:creationId xmlns:a16="http://schemas.microsoft.com/office/drawing/2014/main" id="{58E53524-3E18-214F-E3F8-D81A26FFF872}"/>
              </a:ext>
            </a:extLst>
          </p:cNvPr>
          <p:cNvSpPr/>
          <p:nvPr/>
        </p:nvSpPr>
        <p:spPr>
          <a:xfrm>
            <a:off x="5053563" y="2910506"/>
            <a:ext cx="2927363" cy="567936"/>
          </a:xfrm>
          <a:prstGeom prst="homePlate">
            <a:avLst>
              <a:gd name="adj" fmla="val 18180"/>
            </a:avLst>
          </a:prstGeom>
          <a:solidFill>
            <a:schemeClr val="bg1"/>
          </a:solid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kumimoji="1" lang="ja-JP" altLang="en-US" sz="1400">
                <a:solidFill>
                  <a:schemeClr val="tx1">
                    <a:lumMod val="75000"/>
                    <a:lumOff val="25000"/>
                  </a:schemeClr>
                </a:solidFill>
              </a:rPr>
              <a:t>開発フェーズ</a:t>
            </a:r>
          </a:p>
        </p:txBody>
      </p:sp>
      <p:sp>
        <p:nvSpPr>
          <p:cNvPr id="13" name="矢印: 五方向 12">
            <a:extLst>
              <a:ext uri="{FF2B5EF4-FFF2-40B4-BE49-F238E27FC236}">
                <a16:creationId xmlns:a16="http://schemas.microsoft.com/office/drawing/2014/main" id="{A3BD0B5C-633F-3B7C-285B-8E75D39D93E1}"/>
              </a:ext>
            </a:extLst>
          </p:cNvPr>
          <p:cNvSpPr/>
          <p:nvPr/>
        </p:nvSpPr>
        <p:spPr>
          <a:xfrm>
            <a:off x="7968103" y="2901964"/>
            <a:ext cx="2179625" cy="567936"/>
          </a:xfrm>
          <a:prstGeom prst="homePlate">
            <a:avLst>
              <a:gd name="adj" fmla="val 18180"/>
            </a:avLst>
          </a:prstGeom>
          <a:solidFill>
            <a:schemeClr val="bg1"/>
          </a:solid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kumimoji="1" lang="ja-JP" altLang="en-US" sz="1400">
                <a:solidFill>
                  <a:schemeClr val="tx1">
                    <a:lumMod val="75000"/>
                    <a:lumOff val="25000"/>
                  </a:schemeClr>
                </a:solidFill>
              </a:rPr>
              <a:t>導入フェーズ</a:t>
            </a:r>
          </a:p>
        </p:txBody>
      </p:sp>
      <p:sp>
        <p:nvSpPr>
          <p:cNvPr id="14" name="テキスト ボックス 13">
            <a:extLst>
              <a:ext uri="{FF2B5EF4-FFF2-40B4-BE49-F238E27FC236}">
                <a16:creationId xmlns:a16="http://schemas.microsoft.com/office/drawing/2014/main" id="{FFBC16D5-1859-0B08-0A01-44D1D42C74D5}"/>
              </a:ext>
            </a:extLst>
          </p:cNvPr>
          <p:cNvSpPr txBox="1"/>
          <p:nvPr/>
        </p:nvSpPr>
        <p:spPr>
          <a:xfrm>
            <a:off x="9494046" y="2193078"/>
            <a:ext cx="2045861" cy="288147"/>
          </a:xfrm>
          <a:prstGeom prst="rect">
            <a:avLst/>
          </a:prstGeom>
          <a:noFill/>
          <a:ln>
            <a:noFill/>
          </a:ln>
        </p:spPr>
        <p:txBody>
          <a:bodyPr wrap="square" lIns="54000" tIns="36000" rIns="54000" bIns="36000" rtlCol="0" anchor="ctr">
            <a:spAutoFit/>
          </a:bodyPr>
          <a:lstStyle/>
          <a:p>
            <a:r>
              <a:rPr kumimoji="1" lang="en-US" altLang="ja-JP" sz="1400" b="1">
                <a:solidFill>
                  <a:srgbClr val="FF0000"/>
                </a:solidFill>
                <a:latin typeface="游ゴシック" panose="020B0400000000000000" pitchFamily="50" charset="-128"/>
                <a:ea typeface="游ゴシック" panose="020B0400000000000000" pitchFamily="50" charset="-128"/>
                <a:cs typeface="メイリオ" pitchFamily="50" charset="-128"/>
              </a:rPr>
              <a:t>3</a:t>
            </a:r>
            <a:r>
              <a:rPr kumimoji="1" lang="ja-JP" altLang="en-US" sz="1400" b="1">
                <a:solidFill>
                  <a:srgbClr val="FF0000"/>
                </a:solidFill>
                <a:latin typeface="游ゴシック" panose="020B0400000000000000" pitchFamily="50" charset="-128"/>
                <a:ea typeface="游ゴシック" panose="020B0400000000000000" pitchFamily="50" charset="-128"/>
                <a:cs typeface="メイリオ" pitchFamily="50" charset="-128"/>
              </a:rPr>
              <a:t>月～本稼働</a:t>
            </a:r>
          </a:p>
        </p:txBody>
      </p:sp>
      <p:sp>
        <p:nvSpPr>
          <p:cNvPr id="20" name="矢印: 五方向 19">
            <a:extLst>
              <a:ext uri="{FF2B5EF4-FFF2-40B4-BE49-F238E27FC236}">
                <a16:creationId xmlns:a16="http://schemas.microsoft.com/office/drawing/2014/main" id="{A9CBBE5D-E58A-F03A-653F-AF23B73FFECD}"/>
              </a:ext>
            </a:extLst>
          </p:cNvPr>
          <p:cNvSpPr/>
          <p:nvPr/>
        </p:nvSpPr>
        <p:spPr>
          <a:xfrm>
            <a:off x="10146115" y="2901964"/>
            <a:ext cx="1469886" cy="567936"/>
          </a:xfrm>
          <a:prstGeom prst="homePlate">
            <a:avLst>
              <a:gd name="adj" fmla="val 18180"/>
            </a:avLst>
          </a:prstGeom>
          <a:solidFill>
            <a:schemeClr val="bg1"/>
          </a:solid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kumimoji="1" lang="ja-JP" altLang="en-US" sz="1400">
                <a:solidFill>
                  <a:schemeClr val="tx1">
                    <a:lumMod val="75000"/>
                    <a:lumOff val="25000"/>
                  </a:schemeClr>
                </a:solidFill>
              </a:rPr>
              <a:t>運用・保守</a:t>
            </a:r>
          </a:p>
        </p:txBody>
      </p:sp>
      <p:graphicFrame>
        <p:nvGraphicFramePr>
          <p:cNvPr id="3" name="表 2">
            <a:extLst>
              <a:ext uri="{FF2B5EF4-FFF2-40B4-BE49-F238E27FC236}">
                <a16:creationId xmlns:a16="http://schemas.microsoft.com/office/drawing/2014/main" id="{293A2EEF-EB4B-83B4-8409-E9B78B928EA3}"/>
              </a:ext>
            </a:extLst>
          </p:cNvPr>
          <p:cNvGraphicFramePr>
            <a:graphicFrameLocks noGrp="1"/>
          </p:cNvGraphicFramePr>
          <p:nvPr>
            <p:extLst>
              <p:ext uri="{D42A27DB-BD31-4B8C-83A1-F6EECF244321}">
                <p14:modId xmlns:p14="http://schemas.microsoft.com/office/powerpoint/2010/main" val="1598971728"/>
              </p:ext>
            </p:extLst>
          </p:nvPr>
        </p:nvGraphicFramePr>
        <p:xfrm>
          <a:off x="4326237" y="3494908"/>
          <a:ext cx="708067" cy="648000"/>
        </p:xfrm>
        <a:graphic>
          <a:graphicData uri="http://schemas.openxmlformats.org/drawingml/2006/table">
            <a:tbl>
              <a:tblPr firstRow="1" bandRow="1">
                <a:tableStyleId>{2D5ABB26-0587-4C30-8999-92F81FD0307C}</a:tableStyleId>
              </a:tblPr>
              <a:tblGrid>
                <a:gridCol w="708067">
                  <a:extLst>
                    <a:ext uri="{9D8B030D-6E8A-4147-A177-3AD203B41FA5}">
                      <a16:colId xmlns:a16="http://schemas.microsoft.com/office/drawing/2014/main" val="2823374101"/>
                    </a:ext>
                  </a:extLst>
                </a:gridCol>
              </a:tblGrid>
              <a:tr h="648000">
                <a:tc>
                  <a:txBody>
                    <a:bodyPr/>
                    <a:lstStyle/>
                    <a:p>
                      <a:pPr algn="ctr"/>
                      <a:r>
                        <a:rPr kumimoji="1" lang="ja-JP" altLang="en-US" sz="1100" b="0">
                          <a:solidFill>
                            <a:schemeClr val="tx1"/>
                          </a:solidFill>
                          <a:latin typeface="+mn-ea"/>
                          <a:ea typeface="+mn-ea"/>
                        </a:rPr>
                        <a:t>基本設計</a:t>
                      </a:r>
                      <a:endParaRPr kumimoji="1" lang="en-US" altLang="ja-JP" sz="1100" b="0">
                        <a:solidFill>
                          <a:schemeClr val="tx1"/>
                        </a:solidFill>
                        <a:latin typeface="+mn-ea"/>
                        <a:ea typeface="+mn-ea"/>
                      </a:endParaRPr>
                    </a:p>
                  </a:txBody>
                  <a:tcPr marL="36000" marR="3600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rgbClr val="F8C891"/>
                    </a:solidFill>
                  </a:tcPr>
                </a:tc>
                <a:extLst>
                  <a:ext uri="{0D108BD9-81ED-4DB2-BD59-A6C34878D82A}">
                    <a16:rowId xmlns:a16="http://schemas.microsoft.com/office/drawing/2014/main" val="2434114032"/>
                  </a:ext>
                </a:extLst>
              </a:tr>
            </a:tbl>
          </a:graphicData>
        </a:graphic>
      </p:graphicFrame>
    </p:spTree>
    <p:extLst>
      <p:ext uri="{BB962C8B-B14F-4D97-AF65-F5344CB8AC3E}">
        <p14:creationId xmlns:p14="http://schemas.microsoft.com/office/powerpoint/2010/main" val="75040783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テキスト ボックス 8"/>
          <p:cNvSpPr txBox="1"/>
          <p:nvPr/>
        </p:nvSpPr>
        <p:spPr>
          <a:xfrm>
            <a:off x="576000" y="936000"/>
            <a:ext cx="11041200" cy="864000"/>
          </a:xfrm>
          <a:prstGeom prst="rect">
            <a:avLst/>
          </a:prstGeom>
          <a:noFill/>
        </p:spPr>
        <p:txBody>
          <a:bodyPr wrap="square" lIns="108000" tIns="72000" rIns="108000" bIns="72000" rtlCol="0" anchor="t">
            <a:noAutofit/>
          </a:bodyPr>
          <a:lstStyle/>
          <a:p>
            <a:pPr>
              <a:spcBef>
                <a:spcPts val="600"/>
              </a:spcBef>
            </a:pPr>
            <a:r>
              <a:rPr kumimoji="1" lang="ja-JP" altLang="en-US" sz="1600">
                <a:latin typeface="游ゴシック"/>
                <a:ea typeface="游ゴシック"/>
              </a:rPr>
              <a:t>貴社との会議体につきましては、以下の会議を開催し、進捗管理・各種調整作業・課題解決等を実施します。</a:t>
            </a:r>
            <a:br>
              <a:rPr kumimoji="1" lang="ja-JP" altLang="en-US" sz="1600">
                <a:latin typeface="游ゴシック"/>
                <a:ea typeface="游ゴシック"/>
              </a:rPr>
            </a:br>
            <a:r>
              <a:rPr kumimoji="1" lang="ja-JP" altLang="en-US" sz="1600">
                <a:latin typeface="游ゴシック"/>
                <a:ea typeface="游ゴシック"/>
              </a:rPr>
              <a:t>貴社との会議体は、対面会議および</a:t>
            </a:r>
            <a:r>
              <a:rPr kumimoji="1" lang="en-US" altLang="ja-JP" sz="1600">
                <a:latin typeface="游ゴシック"/>
                <a:ea typeface="游ゴシック"/>
              </a:rPr>
              <a:t>WEB</a:t>
            </a:r>
            <a:r>
              <a:rPr kumimoji="1" lang="ja-JP" altLang="en-US" sz="1600">
                <a:latin typeface="游ゴシック"/>
                <a:ea typeface="游ゴシック"/>
              </a:rPr>
              <a:t>会議を会議体の特性に応じて使い分けることとします。</a:t>
            </a:r>
            <a:br>
              <a:rPr kumimoji="1" lang="ja-JP" altLang="en-US" sz="1600">
                <a:latin typeface="游ゴシック"/>
                <a:ea typeface="游ゴシック"/>
              </a:rPr>
            </a:br>
            <a:r>
              <a:rPr kumimoji="1" lang="en-US" altLang="ja-JP" sz="1600">
                <a:latin typeface="游ゴシック"/>
                <a:ea typeface="游ゴシック"/>
              </a:rPr>
              <a:t>※WEB</a:t>
            </a:r>
            <a:r>
              <a:rPr kumimoji="1" lang="ja-JP" altLang="en-US" sz="1600">
                <a:latin typeface="游ゴシック"/>
                <a:ea typeface="游ゴシック"/>
              </a:rPr>
              <a:t>会議の予定であっても、状況に応じて対面での会議を開催します。</a:t>
            </a:r>
          </a:p>
        </p:txBody>
      </p:sp>
      <p:sp>
        <p:nvSpPr>
          <p:cNvPr id="2" name="タイトル 1"/>
          <p:cNvSpPr>
            <a:spLocks noGrp="1"/>
          </p:cNvSpPr>
          <p:nvPr>
            <p:ph type="title"/>
          </p:nvPr>
        </p:nvSpPr>
        <p:spPr/>
        <p:txBody>
          <a:bodyPr/>
          <a:lstStyle/>
          <a:p>
            <a:r>
              <a:rPr kumimoji="1" lang="ja-JP" altLang="en-US"/>
              <a:t>会議体</a:t>
            </a:r>
          </a:p>
        </p:txBody>
      </p:sp>
      <p:sp>
        <p:nvSpPr>
          <p:cNvPr id="4" name="フッター プレースホルダー 3"/>
          <p:cNvSpPr>
            <a:spLocks noGrp="1"/>
          </p:cNvSpPr>
          <p:nvPr>
            <p:ph type="ftr" sz="quarter" idx="11"/>
          </p:nvPr>
        </p:nvSpPr>
        <p:spPr/>
        <p:txBody>
          <a:bodyPr/>
          <a:lstStyle/>
          <a:p>
            <a:r>
              <a:rPr lang="en-US" altLang="ja-JP"/>
              <a:t>Copyright © SystemEXE,Inc All Rights Reserved.</a:t>
            </a:r>
          </a:p>
        </p:txBody>
      </p:sp>
      <p:graphicFrame>
        <p:nvGraphicFramePr>
          <p:cNvPr id="6" name="コンテンツ プレースホルダー 6"/>
          <p:cNvGraphicFramePr>
            <a:graphicFrameLocks/>
          </p:cNvGraphicFramePr>
          <p:nvPr>
            <p:extLst>
              <p:ext uri="{D42A27DB-BD31-4B8C-83A1-F6EECF244321}">
                <p14:modId xmlns:p14="http://schemas.microsoft.com/office/powerpoint/2010/main" val="1684106306"/>
              </p:ext>
            </p:extLst>
          </p:nvPr>
        </p:nvGraphicFramePr>
        <p:xfrm>
          <a:off x="606000" y="1943999"/>
          <a:ext cx="10980001" cy="3911854"/>
        </p:xfrm>
        <a:graphic>
          <a:graphicData uri="http://schemas.openxmlformats.org/drawingml/2006/table">
            <a:tbl>
              <a:tblPr firstRow="1" bandRow="1">
                <a:tableStyleId>{3B4B98B0-60AC-42C2-AFA5-B58CD77FA1E5}</a:tableStyleId>
              </a:tblPr>
              <a:tblGrid>
                <a:gridCol w="1867543">
                  <a:extLst>
                    <a:ext uri="{9D8B030D-6E8A-4147-A177-3AD203B41FA5}">
                      <a16:colId xmlns:a16="http://schemas.microsoft.com/office/drawing/2014/main" val="20000"/>
                    </a:ext>
                  </a:extLst>
                </a:gridCol>
                <a:gridCol w="1568133">
                  <a:extLst>
                    <a:ext uri="{9D8B030D-6E8A-4147-A177-3AD203B41FA5}">
                      <a16:colId xmlns:a16="http://schemas.microsoft.com/office/drawing/2014/main" val="20003"/>
                    </a:ext>
                  </a:extLst>
                </a:gridCol>
                <a:gridCol w="1076353">
                  <a:extLst>
                    <a:ext uri="{9D8B030D-6E8A-4147-A177-3AD203B41FA5}">
                      <a16:colId xmlns:a16="http://schemas.microsoft.com/office/drawing/2014/main" val="2022646445"/>
                    </a:ext>
                  </a:extLst>
                </a:gridCol>
                <a:gridCol w="816542">
                  <a:extLst>
                    <a:ext uri="{9D8B030D-6E8A-4147-A177-3AD203B41FA5}">
                      <a16:colId xmlns:a16="http://schemas.microsoft.com/office/drawing/2014/main" val="1186915876"/>
                    </a:ext>
                  </a:extLst>
                </a:gridCol>
                <a:gridCol w="5651430">
                  <a:extLst>
                    <a:ext uri="{9D8B030D-6E8A-4147-A177-3AD203B41FA5}">
                      <a16:colId xmlns:a16="http://schemas.microsoft.com/office/drawing/2014/main" val="20001"/>
                    </a:ext>
                  </a:extLst>
                </a:gridCol>
              </a:tblGrid>
              <a:tr h="418539">
                <a:tc>
                  <a:txBody>
                    <a:bodyPr/>
                    <a:lstStyle/>
                    <a:p>
                      <a:pPr algn="l"/>
                      <a:r>
                        <a:rPr kumimoji="1" lang="ja-JP" altLang="en-US" sz="1600">
                          <a:solidFill>
                            <a:schemeClr val="bg1"/>
                          </a:solidFill>
                          <a:latin typeface="游ゴシック" panose="020B0400000000000000" pitchFamily="50" charset="-128"/>
                          <a:ea typeface="游ゴシック" panose="020B0400000000000000" pitchFamily="50" charset="-128"/>
                        </a:rPr>
                        <a:t>会議名</a:t>
                      </a:r>
                      <a:endParaRPr kumimoji="1" lang="en-US" altLang="ja-JP" sz="1600" b="1">
                        <a:solidFill>
                          <a:schemeClr val="bg1"/>
                        </a:solidFill>
                        <a:latin typeface="游ゴシック" panose="020B0400000000000000" pitchFamily="50" charset="-128"/>
                        <a:ea typeface="游ゴシック" panose="020B0400000000000000" pitchFamily="50" charset="-128"/>
                      </a:endParaRPr>
                    </a:p>
                  </a:txBody>
                  <a:tcPr marL="72000" marR="72000" anchor="ctr">
                    <a:solidFill>
                      <a:schemeClr val="accent1"/>
                    </a:solidFill>
                  </a:tcPr>
                </a:tc>
                <a:tc>
                  <a:txBody>
                    <a:bodyPr/>
                    <a:lstStyle/>
                    <a:p>
                      <a:pPr algn="ctr"/>
                      <a:r>
                        <a:rPr kumimoji="1" lang="ja-JP" altLang="en-US" sz="1600">
                          <a:solidFill>
                            <a:schemeClr val="bg1"/>
                          </a:solidFill>
                          <a:latin typeface="游ゴシック" panose="020B0400000000000000" pitchFamily="50" charset="-128"/>
                          <a:ea typeface="游ゴシック" panose="020B0400000000000000" pitchFamily="50" charset="-128"/>
                        </a:rPr>
                        <a:t>開催頻度</a:t>
                      </a:r>
                      <a:endParaRPr kumimoji="1" lang="en-US" altLang="ja-JP" sz="1600" b="1">
                        <a:solidFill>
                          <a:schemeClr val="bg1"/>
                        </a:solidFill>
                        <a:latin typeface="游ゴシック" panose="020B0400000000000000" pitchFamily="50" charset="-128"/>
                        <a:ea typeface="游ゴシック" panose="020B0400000000000000" pitchFamily="50" charset="-128"/>
                      </a:endParaRPr>
                    </a:p>
                  </a:txBody>
                  <a:tcPr marL="72000" marR="72000" anchor="ctr">
                    <a:solidFill>
                      <a:schemeClr val="accent1"/>
                    </a:solidFill>
                  </a:tcPr>
                </a:tc>
                <a:tc>
                  <a:txBody>
                    <a:bodyPr/>
                    <a:lstStyle/>
                    <a:p>
                      <a:pPr algn="ctr"/>
                      <a:r>
                        <a:rPr kumimoji="1" lang="ja-JP" altLang="en-US" sz="1600">
                          <a:solidFill>
                            <a:schemeClr val="bg1"/>
                          </a:solidFill>
                          <a:latin typeface="游ゴシック" panose="020B0400000000000000" pitchFamily="50" charset="-128"/>
                          <a:ea typeface="游ゴシック" panose="020B0400000000000000" pitchFamily="50" charset="-128"/>
                        </a:rPr>
                        <a:t>会議形態</a:t>
                      </a:r>
                      <a:endParaRPr kumimoji="1" lang="en-US" altLang="ja-JP" sz="1600" b="1">
                        <a:solidFill>
                          <a:schemeClr val="bg1"/>
                        </a:solidFill>
                        <a:latin typeface="游ゴシック" panose="020B0400000000000000" pitchFamily="50" charset="-128"/>
                        <a:ea typeface="游ゴシック" panose="020B0400000000000000" pitchFamily="50" charset="-128"/>
                      </a:endParaRPr>
                    </a:p>
                  </a:txBody>
                  <a:tcPr marL="72000" marR="72000" anchor="ctr">
                    <a:solidFill>
                      <a:schemeClr val="accent1"/>
                    </a:solidFill>
                  </a:tcPr>
                </a:tc>
                <a:tc>
                  <a:txBody>
                    <a:bodyPr/>
                    <a:lstStyle/>
                    <a:p>
                      <a:pPr algn="ctr"/>
                      <a:r>
                        <a:rPr kumimoji="1" lang="ja-JP" altLang="en-US" sz="1600">
                          <a:solidFill>
                            <a:schemeClr val="bg1"/>
                          </a:solidFill>
                          <a:latin typeface="游ゴシック" panose="020B0400000000000000" pitchFamily="50" charset="-128"/>
                          <a:ea typeface="游ゴシック" panose="020B0400000000000000" pitchFamily="50" charset="-128"/>
                        </a:rPr>
                        <a:t>主催</a:t>
                      </a:r>
                      <a:endParaRPr kumimoji="1" lang="en-US" altLang="ja-JP" sz="1600" b="1">
                        <a:solidFill>
                          <a:schemeClr val="bg1"/>
                        </a:solidFill>
                        <a:latin typeface="游ゴシック" panose="020B0400000000000000" pitchFamily="50" charset="-128"/>
                        <a:ea typeface="游ゴシック" panose="020B0400000000000000" pitchFamily="50" charset="-128"/>
                      </a:endParaRPr>
                    </a:p>
                  </a:txBody>
                  <a:tcPr marL="72000" marR="72000" anchor="ctr">
                    <a:solidFill>
                      <a:schemeClr val="accent1"/>
                    </a:solidFill>
                  </a:tcPr>
                </a:tc>
                <a:tc>
                  <a:txBody>
                    <a:bodyPr/>
                    <a:lstStyle/>
                    <a:p>
                      <a:pPr algn="l"/>
                      <a:r>
                        <a:rPr kumimoji="1" lang="ja-JP" altLang="en-US" sz="1600">
                          <a:solidFill>
                            <a:schemeClr val="bg1"/>
                          </a:solidFill>
                          <a:latin typeface="游ゴシック" panose="020B0400000000000000" pitchFamily="50" charset="-128"/>
                          <a:ea typeface="游ゴシック" panose="020B0400000000000000" pitchFamily="50" charset="-128"/>
                        </a:rPr>
                        <a:t>内容</a:t>
                      </a:r>
                      <a:endParaRPr kumimoji="1" lang="en-US" altLang="ja-JP" sz="1600" b="1">
                        <a:solidFill>
                          <a:schemeClr val="bg1"/>
                        </a:solidFill>
                        <a:latin typeface="游ゴシック" panose="020B0400000000000000" pitchFamily="50" charset="-128"/>
                        <a:ea typeface="游ゴシック" panose="020B0400000000000000" pitchFamily="50" charset="-128"/>
                      </a:endParaRPr>
                    </a:p>
                  </a:txBody>
                  <a:tcPr marL="72000" marR="72000" anchor="ctr">
                    <a:solidFill>
                      <a:schemeClr val="accent1"/>
                    </a:solidFill>
                  </a:tcPr>
                </a:tc>
                <a:extLst>
                  <a:ext uri="{0D108BD9-81ED-4DB2-BD59-A6C34878D82A}">
                    <a16:rowId xmlns:a16="http://schemas.microsoft.com/office/drawing/2014/main" val="10000"/>
                  </a:ext>
                </a:extLst>
              </a:tr>
              <a:tr h="698663">
                <a:tc>
                  <a:txBody>
                    <a:bodyPr/>
                    <a:lstStyle/>
                    <a:p>
                      <a:r>
                        <a:rPr kumimoji="1" lang="ja-JP" altLang="en-US" sz="1600">
                          <a:latin typeface="游ゴシック" panose="020B0400000000000000" pitchFamily="50" charset="-128"/>
                          <a:ea typeface="游ゴシック" panose="020B0400000000000000" pitchFamily="50" charset="-128"/>
                        </a:rPr>
                        <a:t>キックオフ会議</a:t>
                      </a:r>
                      <a:endParaRPr kumimoji="1" lang="ja-JP" altLang="en-US" sz="1600" b="0">
                        <a:latin typeface="游ゴシック" panose="020B0400000000000000" pitchFamily="50" charset="-128"/>
                        <a:ea typeface="游ゴシック" panose="020B0400000000000000" pitchFamily="50" charset="-128"/>
                      </a:endParaRPr>
                    </a:p>
                  </a:txBody>
                  <a:tcPr marT="36000" marB="36000" anchor="ctr"/>
                </a:tc>
                <a:tc>
                  <a:txBody>
                    <a:bodyPr/>
                    <a:lstStyle/>
                    <a:p>
                      <a:pPr algn="ctr"/>
                      <a:r>
                        <a:rPr kumimoji="1" lang="ja-JP" altLang="en-US" sz="1600">
                          <a:latin typeface="游ゴシック" panose="020B0400000000000000" pitchFamily="50" charset="-128"/>
                          <a:ea typeface="游ゴシック" panose="020B0400000000000000" pitchFamily="50" charset="-128"/>
                        </a:rPr>
                        <a:t>プロジェクト</a:t>
                      </a:r>
                      <a:endParaRPr kumimoji="1" lang="en-US" altLang="ja-JP" sz="1600">
                        <a:latin typeface="游ゴシック" panose="020B0400000000000000" pitchFamily="50" charset="-128"/>
                        <a:ea typeface="游ゴシック" panose="020B0400000000000000" pitchFamily="50" charset="-128"/>
                      </a:endParaRPr>
                    </a:p>
                    <a:p>
                      <a:pPr algn="ctr"/>
                      <a:r>
                        <a:rPr kumimoji="1" lang="ja-JP" altLang="en-US" sz="1600">
                          <a:latin typeface="游ゴシック" panose="020B0400000000000000" pitchFamily="50" charset="-128"/>
                          <a:ea typeface="游ゴシック" panose="020B0400000000000000" pitchFamily="50" charset="-128"/>
                        </a:rPr>
                        <a:t>開始時</a:t>
                      </a:r>
                    </a:p>
                  </a:txBody>
                  <a:tcPr marL="72000" marR="72000" marT="36000" marB="3600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600">
                          <a:latin typeface="游ゴシック" panose="020B0400000000000000" pitchFamily="50" charset="-128"/>
                          <a:ea typeface="游ゴシック" panose="020B0400000000000000" pitchFamily="50" charset="-128"/>
                        </a:rPr>
                        <a:t>対面</a:t>
                      </a:r>
                    </a:p>
                  </a:txBody>
                  <a:tcPr marL="72000" marR="72000" marT="36000" marB="3600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600">
                          <a:latin typeface="游ゴシック" panose="020B0400000000000000" pitchFamily="50" charset="-128"/>
                          <a:ea typeface="游ゴシック" panose="020B0400000000000000" pitchFamily="50" charset="-128"/>
                        </a:rPr>
                        <a:t>貴社</a:t>
                      </a:r>
                    </a:p>
                  </a:txBody>
                  <a:tcPr marL="72000" marR="72000" marT="36000" marB="3600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600">
                          <a:latin typeface="游ゴシック" panose="020B0400000000000000" pitchFamily="50" charset="-128"/>
                          <a:ea typeface="游ゴシック" panose="020B0400000000000000" pitchFamily="50" charset="-128"/>
                        </a:rPr>
                        <a:t>プロジェクトの進め方、体制、成果物等の認識合わせおよび各種周知事項の共有</a:t>
                      </a:r>
                    </a:p>
                  </a:txBody>
                  <a:tcPr marL="72000" marR="72000" marT="36000" marB="36000" anchor="ctr"/>
                </a:tc>
                <a:extLst>
                  <a:ext uri="{0D108BD9-81ED-4DB2-BD59-A6C34878D82A}">
                    <a16:rowId xmlns:a16="http://schemas.microsoft.com/office/drawing/2014/main" val="51281576"/>
                  </a:ext>
                </a:extLst>
              </a:tr>
              <a:tr h="698663">
                <a:tc>
                  <a:txBody>
                    <a:bodyPr/>
                    <a:lstStyle/>
                    <a:p>
                      <a:r>
                        <a:rPr kumimoji="1" lang="ja-JP" altLang="en-US" sz="1600">
                          <a:latin typeface="游ゴシック" panose="020B0400000000000000" pitchFamily="50" charset="-128"/>
                          <a:ea typeface="游ゴシック" panose="020B0400000000000000" pitchFamily="50" charset="-128"/>
                        </a:rPr>
                        <a:t>進捗会議</a:t>
                      </a:r>
                      <a:endParaRPr kumimoji="1" lang="ja-JP" altLang="en-US" sz="1600" b="0">
                        <a:latin typeface="游ゴシック" panose="020B0400000000000000" pitchFamily="50" charset="-128"/>
                        <a:ea typeface="游ゴシック" panose="020B0400000000000000" pitchFamily="50" charset="-128"/>
                      </a:endParaRPr>
                    </a:p>
                  </a:txBody>
                  <a:tcPr marT="36000" marB="36000" anchor="ctr"/>
                </a:tc>
                <a:tc>
                  <a:txBody>
                    <a:bodyPr/>
                    <a:lstStyle/>
                    <a:p>
                      <a:pPr algn="ctr"/>
                      <a:r>
                        <a:rPr kumimoji="1" lang="ja-JP" altLang="en-US" sz="1600">
                          <a:latin typeface="游ゴシック" panose="020B0400000000000000" pitchFamily="50" charset="-128"/>
                          <a:ea typeface="游ゴシック" panose="020B0400000000000000" pitchFamily="50" charset="-128"/>
                        </a:rPr>
                        <a:t>週次</a:t>
                      </a:r>
                    </a:p>
                  </a:txBody>
                  <a:tcPr marL="72000" marR="72000" marT="36000" marB="3600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600">
                          <a:latin typeface="游ゴシック" panose="020B0400000000000000" pitchFamily="50" charset="-128"/>
                          <a:ea typeface="游ゴシック" panose="020B0400000000000000" pitchFamily="50" charset="-128"/>
                        </a:rPr>
                        <a:t>WEB</a:t>
                      </a:r>
                      <a:r>
                        <a:rPr kumimoji="1" lang="ja-JP" altLang="en-US" sz="1600">
                          <a:latin typeface="游ゴシック" panose="020B0400000000000000" pitchFamily="50" charset="-128"/>
                          <a:ea typeface="游ゴシック" panose="020B0400000000000000" pitchFamily="50" charset="-128"/>
                        </a:rPr>
                        <a:t>会議</a:t>
                      </a:r>
                    </a:p>
                  </a:txBody>
                  <a:tcPr marL="72000" marR="72000" marT="36000" marB="3600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600">
                          <a:latin typeface="游ゴシック" panose="020B0400000000000000" pitchFamily="50" charset="-128"/>
                          <a:ea typeface="游ゴシック" panose="020B0400000000000000" pitchFamily="50" charset="-128"/>
                        </a:rPr>
                        <a:t>弊社</a:t>
                      </a:r>
                    </a:p>
                  </a:txBody>
                  <a:tcPr marL="72000" marR="72000" marT="36000" marB="3600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600">
                          <a:latin typeface="游ゴシック" panose="020B0400000000000000" pitchFamily="50" charset="-128"/>
                          <a:ea typeface="游ゴシック" panose="020B0400000000000000" pitchFamily="50" charset="-128"/>
                        </a:rPr>
                        <a:t>プロジェクトの進捗状況、遅延時のリカバリ方法検討、作業予定の確認、連絡事項の周知</a:t>
                      </a:r>
                    </a:p>
                  </a:txBody>
                  <a:tcPr marL="72000" marR="72000" marT="36000" marB="36000" anchor="ctr"/>
                </a:tc>
                <a:extLst>
                  <a:ext uri="{0D108BD9-81ED-4DB2-BD59-A6C34878D82A}">
                    <a16:rowId xmlns:a16="http://schemas.microsoft.com/office/drawing/2014/main" val="10001"/>
                  </a:ext>
                </a:extLst>
              </a:tr>
              <a:tr h="698663">
                <a:tc>
                  <a:txBody>
                    <a:bodyPr/>
                    <a:lstStyle/>
                    <a:p>
                      <a:r>
                        <a:rPr kumimoji="1" lang="ja-JP" altLang="en-US" sz="1600">
                          <a:latin typeface="游ゴシック" panose="020B0400000000000000" pitchFamily="50" charset="-128"/>
                          <a:ea typeface="游ゴシック" panose="020B0400000000000000" pitchFamily="50" charset="-128"/>
                        </a:rPr>
                        <a:t>課題検討会議</a:t>
                      </a:r>
                      <a:endParaRPr kumimoji="1" lang="ja-JP" altLang="en-US" sz="1600" b="0">
                        <a:latin typeface="游ゴシック" panose="020B0400000000000000" pitchFamily="50" charset="-128"/>
                        <a:ea typeface="游ゴシック" panose="020B0400000000000000" pitchFamily="50" charset="-128"/>
                      </a:endParaRPr>
                    </a:p>
                  </a:txBody>
                  <a:tcPr marT="36000" marB="36000"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600">
                          <a:latin typeface="游ゴシック" panose="020B0400000000000000" pitchFamily="50" charset="-128"/>
                          <a:ea typeface="游ゴシック" panose="020B0400000000000000" pitchFamily="50" charset="-128"/>
                        </a:rPr>
                        <a:t>週次</a:t>
                      </a:r>
                      <a:endParaRPr kumimoji="1" lang="en-US" altLang="ja-JP" sz="1600">
                        <a:latin typeface="游ゴシック" panose="020B0400000000000000" pitchFamily="50" charset="-128"/>
                        <a:ea typeface="游ゴシック" panose="020B0400000000000000" pitchFamily="50" charset="-128"/>
                      </a:endParaRPr>
                    </a:p>
                  </a:txBody>
                  <a:tcPr marL="72000" marR="72000" marT="36000" marB="36000"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ja-JP" sz="1600">
                          <a:latin typeface="游ゴシック" panose="020B0400000000000000" pitchFamily="50" charset="-128"/>
                          <a:ea typeface="游ゴシック" panose="020B0400000000000000" pitchFamily="50" charset="-128"/>
                        </a:rPr>
                        <a:t>WEB</a:t>
                      </a:r>
                      <a:r>
                        <a:rPr kumimoji="1" lang="ja-JP" altLang="en-US" sz="1600">
                          <a:latin typeface="游ゴシック" panose="020B0400000000000000" pitchFamily="50" charset="-128"/>
                          <a:ea typeface="游ゴシック" panose="020B0400000000000000" pitchFamily="50" charset="-128"/>
                        </a:rPr>
                        <a:t>会議</a:t>
                      </a:r>
                    </a:p>
                  </a:txBody>
                  <a:tcPr marL="72000" marR="72000" marT="36000" marB="36000"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600">
                          <a:latin typeface="游ゴシック" panose="020B0400000000000000" pitchFamily="50" charset="-128"/>
                          <a:ea typeface="游ゴシック" panose="020B0400000000000000" pitchFamily="50" charset="-128"/>
                        </a:rPr>
                        <a:t>弊社</a:t>
                      </a:r>
                    </a:p>
                  </a:txBody>
                  <a:tcPr marL="72000" marR="72000" marT="36000" marB="36000"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600">
                          <a:latin typeface="游ゴシック" panose="020B0400000000000000" pitchFamily="50" charset="-128"/>
                          <a:ea typeface="游ゴシック" panose="020B0400000000000000" pitchFamily="50" charset="-128"/>
                        </a:rPr>
                        <a:t>各種課題の検討</a:t>
                      </a:r>
                      <a:r>
                        <a:rPr kumimoji="1" lang="en-US" altLang="ja-JP" sz="1600">
                          <a:latin typeface="游ゴシック" panose="020B0400000000000000" pitchFamily="50" charset="-128"/>
                          <a:ea typeface="游ゴシック" panose="020B0400000000000000" pitchFamily="50" charset="-128"/>
                        </a:rPr>
                        <a:t>/</a:t>
                      </a:r>
                      <a:r>
                        <a:rPr kumimoji="1" lang="ja-JP" altLang="en-US" sz="1600">
                          <a:latin typeface="游ゴシック" panose="020B0400000000000000" pitchFamily="50" charset="-128"/>
                          <a:ea typeface="游ゴシック" panose="020B0400000000000000" pitchFamily="50" charset="-128"/>
                        </a:rPr>
                        <a:t>解決、リスクの把握</a:t>
                      </a:r>
                      <a:r>
                        <a:rPr kumimoji="1" lang="en-US" altLang="ja-JP" sz="1600">
                          <a:latin typeface="游ゴシック" panose="020B0400000000000000" pitchFamily="50" charset="-128"/>
                          <a:ea typeface="游ゴシック" panose="020B0400000000000000" pitchFamily="50" charset="-128"/>
                        </a:rPr>
                        <a:t>/</a:t>
                      </a:r>
                      <a:r>
                        <a:rPr kumimoji="1" lang="ja-JP" altLang="en-US" sz="1600">
                          <a:latin typeface="游ゴシック" panose="020B0400000000000000" pitchFamily="50" charset="-128"/>
                          <a:ea typeface="游ゴシック" panose="020B0400000000000000" pitchFamily="50" charset="-128"/>
                        </a:rPr>
                        <a:t>対応方法検討</a:t>
                      </a:r>
                      <a:endParaRPr kumimoji="1" lang="en-US" altLang="ja-JP" sz="1600">
                        <a:latin typeface="游ゴシック" panose="020B0400000000000000" pitchFamily="50" charset="-128"/>
                        <a:ea typeface="游ゴシック" panose="020B0400000000000000" pitchFamily="50" charset="-128"/>
                      </a:endParaRPr>
                    </a:p>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600">
                          <a:latin typeface="游ゴシック" panose="020B0400000000000000" pitchFamily="50" charset="-128"/>
                          <a:ea typeface="游ゴシック" panose="020B0400000000000000" pitchFamily="50" charset="-128"/>
                        </a:rPr>
                        <a:t>※</a:t>
                      </a:r>
                      <a:r>
                        <a:rPr kumimoji="1" lang="ja-JP" altLang="en-US" sz="1600">
                          <a:latin typeface="游ゴシック" panose="020B0400000000000000" pitchFamily="50" charset="-128"/>
                          <a:ea typeface="游ゴシック" panose="020B0400000000000000" pitchFamily="50" charset="-128"/>
                        </a:rPr>
                        <a:t> 進捗会議と同時開催</a:t>
                      </a:r>
                    </a:p>
                  </a:txBody>
                  <a:tcPr marL="72000" marR="72000" marT="36000" marB="36000" anchor="ctr"/>
                </a:tc>
                <a:extLst>
                  <a:ext uri="{0D108BD9-81ED-4DB2-BD59-A6C34878D82A}">
                    <a16:rowId xmlns:a16="http://schemas.microsoft.com/office/drawing/2014/main" val="1929609212"/>
                  </a:ext>
                </a:extLst>
              </a:tr>
              <a:tr h="698663">
                <a:tc>
                  <a:txBody>
                    <a:bodyPr/>
                    <a:lstStyle/>
                    <a:p>
                      <a:r>
                        <a:rPr kumimoji="1" lang="ja-JP" altLang="en-US" sz="1600">
                          <a:latin typeface="游ゴシック" panose="020B0400000000000000" pitchFamily="50" charset="-128"/>
                          <a:ea typeface="游ゴシック" panose="020B0400000000000000" pitchFamily="50" charset="-128"/>
                        </a:rPr>
                        <a:t>レビュー会議</a:t>
                      </a:r>
                      <a:endParaRPr kumimoji="1" lang="ja-JP" altLang="en-US" sz="1600" b="0">
                        <a:latin typeface="游ゴシック" panose="020B0400000000000000" pitchFamily="50" charset="-128"/>
                        <a:ea typeface="游ゴシック" panose="020B0400000000000000" pitchFamily="50" charset="-128"/>
                      </a:endParaRPr>
                    </a:p>
                  </a:txBody>
                  <a:tcPr marT="36000" marB="36000"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600">
                          <a:latin typeface="游ゴシック" panose="020B0400000000000000" pitchFamily="50" charset="-128"/>
                          <a:ea typeface="游ゴシック" panose="020B0400000000000000" pitchFamily="50" charset="-128"/>
                        </a:rPr>
                        <a:t>各工程</a:t>
                      </a:r>
                      <a:endParaRPr kumimoji="1" lang="en-US" altLang="ja-JP" sz="1600">
                        <a:latin typeface="游ゴシック" panose="020B0400000000000000" pitchFamily="50" charset="-128"/>
                        <a:ea typeface="游ゴシック" panose="020B0400000000000000" pitchFamily="50" charset="-128"/>
                      </a:endParaRPr>
                    </a:p>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600">
                          <a:latin typeface="游ゴシック" panose="020B0400000000000000" pitchFamily="50" charset="-128"/>
                          <a:ea typeface="游ゴシック" panose="020B0400000000000000" pitchFamily="50" charset="-128"/>
                        </a:rPr>
                        <a:t>完了時</a:t>
                      </a:r>
                    </a:p>
                  </a:txBody>
                  <a:tcPr marL="72000" marR="72000" marT="36000" marB="36000" anchor="ctr"/>
                </a:tc>
                <a:tc>
                  <a:txBody>
                    <a:bodyPr/>
                    <a:lstStyle/>
                    <a:p>
                      <a:pPr marL="0" marR="0" lvl="0" indent="0" algn="ctr" defTabSz="914400">
                        <a:lnSpc>
                          <a:spcPct val="100000"/>
                        </a:lnSpc>
                        <a:spcBef>
                          <a:spcPts val="0"/>
                        </a:spcBef>
                        <a:spcAft>
                          <a:spcPts val="0"/>
                        </a:spcAft>
                        <a:buNone/>
                        <a:tabLst/>
                        <a:defRPr/>
                      </a:pPr>
                      <a:r>
                        <a:rPr lang="en-US" altLang="ja-JP" sz="1600" b="0" i="0" u="none" strike="noStrike" noProof="0">
                          <a:solidFill>
                            <a:srgbClr val="000000"/>
                          </a:solidFill>
                          <a:latin typeface="游ゴシック"/>
                        </a:rPr>
                        <a:t>WEB</a:t>
                      </a:r>
                      <a:r>
                        <a:rPr lang="ja-JP" sz="1600" b="0" i="0" u="none" strike="noStrike" noProof="0">
                          <a:solidFill>
                            <a:srgbClr val="000000"/>
                          </a:solidFill>
                          <a:latin typeface="游ゴシック"/>
                          <a:ea typeface="游ゴシック"/>
                        </a:rPr>
                        <a:t>会議</a:t>
                      </a:r>
                      <a:endParaRPr kumimoji="1" lang="ja-JP" altLang="en-US" sz="1600">
                        <a:latin typeface="游ゴシック" panose="020B0400000000000000" pitchFamily="50" charset="-128"/>
                        <a:ea typeface="游ゴシック" panose="020B0400000000000000" pitchFamily="50" charset="-128"/>
                      </a:endParaRPr>
                    </a:p>
                  </a:txBody>
                  <a:tcPr marL="72000" marR="72000" marT="36000" marB="36000"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600">
                          <a:latin typeface="游ゴシック" panose="020B0400000000000000" pitchFamily="50" charset="-128"/>
                          <a:ea typeface="游ゴシック" panose="020B0400000000000000" pitchFamily="50" charset="-128"/>
                        </a:rPr>
                        <a:t>弊社</a:t>
                      </a:r>
                    </a:p>
                  </a:txBody>
                  <a:tcPr marL="72000" marR="72000" marT="36000" marB="36000"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ja-JP" altLang="en-US" sz="1600">
                          <a:latin typeface="游ゴシック"/>
                          <a:ea typeface="游ゴシック"/>
                        </a:rPr>
                        <a:t>各</a:t>
                      </a:r>
                      <a:r>
                        <a:rPr kumimoji="1" lang="ja-JP" altLang="en-US" sz="1600">
                          <a:latin typeface="游ゴシック"/>
                          <a:ea typeface="游ゴシック"/>
                        </a:rPr>
                        <a:t>工程のレビューおよび工程完了判定</a:t>
                      </a:r>
                    </a:p>
                  </a:txBody>
                  <a:tcPr marL="72000" marR="72000" marT="36000" marB="36000" anchor="ctr"/>
                </a:tc>
                <a:extLst>
                  <a:ext uri="{0D108BD9-81ED-4DB2-BD59-A6C34878D82A}">
                    <a16:rowId xmlns:a16="http://schemas.microsoft.com/office/drawing/2014/main" val="4056392115"/>
                  </a:ext>
                </a:extLst>
              </a:tr>
              <a:tr h="698663">
                <a:tc>
                  <a:txBody>
                    <a:bodyPr/>
                    <a:lstStyle/>
                    <a:p>
                      <a:r>
                        <a:rPr kumimoji="1" lang="ja-JP" altLang="en-US" sz="1600">
                          <a:latin typeface="游ゴシック"/>
                          <a:ea typeface="游ゴシック"/>
                        </a:rPr>
                        <a:t>要件</a:t>
                      </a:r>
                      <a:r>
                        <a:rPr lang="ja-JP" altLang="en-US" sz="1600">
                          <a:latin typeface="游ゴシック"/>
                          <a:ea typeface="游ゴシック"/>
                        </a:rPr>
                        <a:t>検討</a:t>
                      </a:r>
                      <a:r>
                        <a:rPr kumimoji="1" lang="ja-JP" altLang="en-US" sz="1600">
                          <a:latin typeface="游ゴシック"/>
                          <a:ea typeface="游ゴシック"/>
                        </a:rPr>
                        <a:t>会議</a:t>
                      </a:r>
                      <a:endParaRPr kumimoji="1" lang="en-US" altLang="ja-JP" sz="1600" b="0">
                        <a:latin typeface="游ゴシック"/>
                        <a:ea typeface="游ゴシック"/>
                      </a:endParaRPr>
                    </a:p>
                  </a:txBody>
                  <a:tcPr marT="36000" marB="36000" anchor="ctr"/>
                </a:tc>
                <a:tc>
                  <a:txBody>
                    <a:bodyPr/>
                    <a:lstStyle/>
                    <a:p>
                      <a:pPr algn="ctr"/>
                      <a:r>
                        <a:rPr lang="ja-JP" altLang="en-US" sz="1600">
                          <a:latin typeface="游ゴシック"/>
                          <a:ea typeface="游ゴシック"/>
                        </a:rPr>
                        <a:t>2回～</a:t>
                      </a:r>
                      <a:endParaRPr kumimoji="1" lang="en-US" altLang="ja-JP" sz="1600">
                        <a:latin typeface="游ゴシック"/>
                        <a:ea typeface="游ゴシック"/>
                      </a:endParaRPr>
                    </a:p>
                  </a:txBody>
                  <a:tcPr marL="72000" marR="72000" marT="36000" marB="3600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600">
                          <a:latin typeface="游ゴシック" panose="020B0400000000000000" pitchFamily="50" charset="-128"/>
                          <a:ea typeface="游ゴシック" panose="020B0400000000000000" pitchFamily="50" charset="-128"/>
                        </a:rPr>
                        <a:t>WEB</a:t>
                      </a:r>
                      <a:r>
                        <a:rPr kumimoji="1" lang="ja-JP" altLang="en-US" sz="1600">
                          <a:latin typeface="游ゴシック" panose="020B0400000000000000" pitchFamily="50" charset="-128"/>
                          <a:ea typeface="游ゴシック" panose="020B0400000000000000" pitchFamily="50" charset="-128"/>
                        </a:rPr>
                        <a:t>会議</a:t>
                      </a:r>
                    </a:p>
                  </a:txBody>
                  <a:tcPr marL="72000" marR="72000" marT="36000" marB="36000" anchor="ctr"/>
                </a:tc>
                <a:tc>
                  <a:txBody>
                    <a:bodyPr/>
                    <a:lstStyle/>
                    <a:p>
                      <a:pPr algn="ctr"/>
                      <a:r>
                        <a:rPr kumimoji="1" lang="ja-JP" altLang="en-US" sz="1600">
                          <a:latin typeface="游ゴシック" panose="020B0400000000000000" pitchFamily="50" charset="-128"/>
                          <a:ea typeface="游ゴシック" panose="020B0400000000000000" pitchFamily="50" charset="-128"/>
                        </a:rPr>
                        <a:t>弊社</a:t>
                      </a:r>
                      <a:endParaRPr kumimoji="1" lang="en-US" altLang="ja-JP" sz="1600">
                        <a:latin typeface="游ゴシック" panose="020B0400000000000000" pitchFamily="50" charset="-128"/>
                        <a:ea typeface="游ゴシック" panose="020B0400000000000000" pitchFamily="50" charset="-128"/>
                      </a:endParaRPr>
                    </a:p>
                  </a:txBody>
                  <a:tcPr marL="72000" marR="72000" marT="36000" marB="36000" anchor="ctr"/>
                </a:tc>
                <a:tc>
                  <a:txBody>
                    <a:bodyPr/>
                    <a:lstStyle/>
                    <a:p>
                      <a:pPr algn="l"/>
                      <a:r>
                        <a:rPr lang="ja-JP" altLang="en-US" sz="1600">
                          <a:latin typeface="游ゴシック"/>
                          <a:ea typeface="游ゴシック"/>
                        </a:rPr>
                        <a:t>不足事項の整理および確認</a:t>
                      </a:r>
                    </a:p>
                    <a:p>
                      <a:pPr lvl="0" algn="l">
                        <a:buNone/>
                      </a:pPr>
                      <a:r>
                        <a:rPr lang="ja-JP" altLang="en-US" sz="1600">
                          <a:latin typeface="游ゴシック"/>
                          <a:ea typeface="游ゴシック"/>
                        </a:rPr>
                        <a:t>業務ヒアリング・業務フロー確認</a:t>
                      </a:r>
                    </a:p>
                  </a:txBody>
                  <a:tcPr marL="72000" marR="72000" marT="36000" marB="36000" anchor="ctr"/>
                </a:tc>
                <a:extLst>
                  <a:ext uri="{0D108BD9-81ED-4DB2-BD59-A6C34878D82A}">
                    <a16:rowId xmlns:a16="http://schemas.microsoft.com/office/drawing/2014/main" val="3243259142"/>
                  </a:ext>
                </a:extLst>
              </a:tr>
            </a:tbl>
          </a:graphicData>
        </a:graphic>
      </p:graphicFrame>
    </p:spTree>
    <p:extLst>
      <p:ext uri="{BB962C8B-B14F-4D97-AF65-F5344CB8AC3E}">
        <p14:creationId xmlns:p14="http://schemas.microsoft.com/office/powerpoint/2010/main" val="401578080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t>工程と作業概要</a:t>
            </a:r>
            <a:endParaRPr kumimoji="1" lang="ja-JP" altLang="en-US"/>
          </a:p>
        </p:txBody>
      </p:sp>
      <p:sp>
        <p:nvSpPr>
          <p:cNvPr id="5" name="フッター プレースホルダー 4"/>
          <p:cNvSpPr>
            <a:spLocks noGrp="1"/>
          </p:cNvSpPr>
          <p:nvPr>
            <p:ph type="ftr" sz="quarter" idx="11"/>
          </p:nvPr>
        </p:nvSpPr>
        <p:spPr/>
        <p:txBody>
          <a:bodyPr/>
          <a:lstStyle/>
          <a:p>
            <a:r>
              <a:rPr lang="en-US" altLang="ja-JP"/>
              <a:t>Copyright © SystemEXE,Inc All Rights Reserved.</a:t>
            </a:r>
            <a:endParaRPr lang="ja-JP" altLang="en-US"/>
          </a:p>
        </p:txBody>
      </p:sp>
      <p:graphicFrame>
        <p:nvGraphicFramePr>
          <p:cNvPr id="7" name="コンテンツ プレースホルダー 6"/>
          <p:cNvGraphicFramePr>
            <a:graphicFrameLocks/>
          </p:cNvGraphicFramePr>
          <p:nvPr>
            <p:extLst>
              <p:ext uri="{D42A27DB-BD31-4B8C-83A1-F6EECF244321}">
                <p14:modId xmlns:p14="http://schemas.microsoft.com/office/powerpoint/2010/main" val="1105677989"/>
              </p:ext>
            </p:extLst>
          </p:nvPr>
        </p:nvGraphicFramePr>
        <p:xfrm>
          <a:off x="606000" y="864000"/>
          <a:ext cx="10980000" cy="4968240"/>
        </p:xfrm>
        <a:graphic>
          <a:graphicData uri="http://schemas.openxmlformats.org/drawingml/2006/table">
            <a:tbl>
              <a:tblPr firstRow="1">
                <a:tableStyleId>{5C22544A-7EE6-4342-B048-85BDC9FD1C3A}</a:tableStyleId>
              </a:tblPr>
              <a:tblGrid>
                <a:gridCol w="2342781">
                  <a:extLst>
                    <a:ext uri="{9D8B030D-6E8A-4147-A177-3AD203B41FA5}">
                      <a16:colId xmlns:a16="http://schemas.microsoft.com/office/drawing/2014/main" val="20000"/>
                    </a:ext>
                  </a:extLst>
                </a:gridCol>
                <a:gridCol w="8637219">
                  <a:extLst>
                    <a:ext uri="{9D8B030D-6E8A-4147-A177-3AD203B41FA5}">
                      <a16:colId xmlns:a16="http://schemas.microsoft.com/office/drawing/2014/main" val="20001"/>
                    </a:ext>
                  </a:extLst>
                </a:gridCol>
              </a:tblGrid>
              <a:tr h="313031">
                <a:tc>
                  <a:txBody>
                    <a:bodyPr/>
                    <a:lstStyle/>
                    <a:p>
                      <a:r>
                        <a:rPr kumimoji="1" lang="ja-JP" altLang="en-US" sz="1600">
                          <a:latin typeface="+mn-ea"/>
                          <a:ea typeface="+mn-ea"/>
                        </a:rPr>
                        <a:t>工程</a:t>
                      </a:r>
                    </a:p>
                  </a:txBody>
                  <a:tcPr marL="72000" marR="72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l"/>
                      <a:r>
                        <a:rPr kumimoji="1" lang="ja-JP" altLang="en-US" sz="1600">
                          <a:latin typeface="+mn-ea"/>
                          <a:ea typeface="+mn-ea"/>
                        </a:rPr>
                        <a:t>作業概要</a:t>
                      </a:r>
                    </a:p>
                  </a:txBody>
                  <a:tcPr marL="72000" marR="72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0000"/>
                  </a:ext>
                </a:extLst>
              </a:tr>
              <a:tr h="579120">
                <a:tc>
                  <a:txBody>
                    <a:bodyPr/>
                    <a:lstStyle/>
                    <a:p>
                      <a:r>
                        <a:rPr kumimoji="1" lang="ja-JP" altLang="en-US" sz="1600">
                          <a:latin typeface="+mn-ea"/>
                          <a:ea typeface="+mn-ea"/>
                        </a:rPr>
                        <a:t>要件定義</a:t>
                      </a:r>
                      <a:endParaRPr kumimoji="1" lang="ja-JP" altLang="en-US" sz="1600" b="0">
                        <a:latin typeface="+mn-ea"/>
                        <a:ea typeface="+mn-ea"/>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600">
                          <a:latin typeface="+mn-ea"/>
                          <a:ea typeface="+mn-ea"/>
                        </a:rPr>
                        <a:t>利害関係者とのヒアリング、要件の</a:t>
                      </a:r>
                      <a:r>
                        <a:rPr lang="ja-JP" altLang="en-US" sz="1600">
                          <a:latin typeface="+mn-ea"/>
                          <a:ea typeface="+mn-ea"/>
                        </a:rPr>
                        <a:t>再</a:t>
                      </a:r>
                      <a:r>
                        <a:rPr kumimoji="1" lang="ja-JP" altLang="en-US" sz="1600">
                          <a:latin typeface="+mn-ea"/>
                          <a:ea typeface="+mn-ea"/>
                        </a:rPr>
                        <a:t>確認、</a:t>
                      </a:r>
                      <a:r>
                        <a:rPr lang="ja-JP" altLang="en-US" sz="1600">
                          <a:latin typeface="+mn-ea"/>
                          <a:ea typeface="+mn-ea"/>
                        </a:rPr>
                        <a:t>未確定部分の</a:t>
                      </a:r>
                      <a:r>
                        <a:rPr kumimoji="1" lang="ja-JP" altLang="en-US" sz="1600">
                          <a:latin typeface="+mn-ea"/>
                          <a:ea typeface="+mn-ea"/>
                        </a:rPr>
                        <a:t>検討・決定を行います。</a:t>
                      </a:r>
                      <a:endParaRPr kumimoji="1" lang="en-US" altLang="ja-JP" sz="1600">
                        <a:latin typeface="+mn-ea"/>
                        <a:ea typeface="+mn-ea"/>
                      </a:endParaRPr>
                    </a:p>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600">
                          <a:latin typeface="+mn-ea"/>
                          <a:ea typeface="+mn-ea"/>
                        </a:rPr>
                        <a:t>要件定義書、業務フローの作成</a:t>
                      </a:r>
                      <a:endParaRPr kumimoji="1" lang="en-US" altLang="ja-JP" sz="1600">
                        <a:latin typeface="+mn-ea"/>
                        <a:ea typeface="+mn-ea"/>
                      </a:endParaRPr>
                    </a:p>
                  </a:txBody>
                  <a:tcPr marL="72000" marR="72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0007"/>
                  </a:ext>
                </a:extLst>
              </a:tr>
              <a:tr h="579120">
                <a:tc>
                  <a:txBody>
                    <a:bodyPr/>
                    <a:lstStyle/>
                    <a:p>
                      <a:r>
                        <a:rPr kumimoji="1" lang="ja-JP" altLang="en-US" sz="1600">
                          <a:latin typeface="+mn-ea"/>
                          <a:ea typeface="+mn-ea"/>
                        </a:rPr>
                        <a:t>基本設計</a:t>
                      </a:r>
                      <a:endParaRPr kumimoji="1" lang="ja-JP" altLang="en-US" sz="1600" b="0">
                        <a:latin typeface="+mn-ea"/>
                        <a:ea typeface="+mn-ea"/>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600">
                          <a:latin typeface="+mn-ea"/>
                          <a:ea typeface="+mn-ea"/>
                        </a:rPr>
                        <a:t>要件定義書の内容で基本設計書を作成します。</a:t>
                      </a:r>
                      <a:endParaRPr kumimoji="1" lang="en-US" altLang="ja-JP" sz="1600">
                        <a:latin typeface="+mn-ea"/>
                        <a:ea typeface="+mn-ea"/>
                      </a:endParaRPr>
                    </a:p>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600">
                          <a:latin typeface="+mn-ea"/>
                          <a:ea typeface="+mn-ea"/>
                        </a:rPr>
                        <a:t>アーキテクチャ設計やデータベース設計、各画面の項目などの設計をします。</a:t>
                      </a:r>
                    </a:p>
                  </a:txBody>
                  <a:tcPr marL="72000" marR="72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0009"/>
                  </a:ext>
                </a:extLst>
              </a:tr>
              <a:tr h="579120">
                <a:tc>
                  <a:txBody>
                    <a:bodyPr/>
                    <a:lstStyle/>
                    <a:p>
                      <a:r>
                        <a:rPr kumimoji="1" lang="ja-JP" altLang="en-US" sz="1600">
                          <a:latin typeface="+mn-ea"/>
                          <a:ea typeface="+mn-ea"/>
                        </a:rPr>
                        <a:t>詳細設計</a:t>
                      </a:r>
                      <a:endParaRPr kumimoji="1" lang="ja-JP" altLang="en-US" sz="1600" b="0">
                        <a:solidFill>
                          <a:schemeClr val="tx1"/>
                        </a:solidFill>
                        <a:latin typeface="+mn-ea"/>
                        <a:ea typeface="+mn-ea"/>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600">
                          <a:latin typeface="+mn-ea"/>
                          <a:ea typeface="+mn-ea"/>
                        </a:rPr>
                        <a:t>機能単位</a:t>
                      </a:r>
                      <a:r>
                        <a:rPr kumimoji="1" lang="en-US" altLang="ja-JP" sz="1600">
                          <a:latin typeface="+mn-ea"/>
                          <a:ea typeface="+mn-ea"/>
                        </a:rPr>
                        <a:t>(API)</a:t>
                      </a:r>
                      <a:r>
                        <a:rPr kumimoji="1" lang="ja-JP" altLang="en-US" sz="1600">
                          <a:latin typeface="+mn-ea"/>
                          <a:ea typeface="+mn-ea"/>
                        </a:rPr>
                        <a:t>に分割し、設計します。</a:t>
                      </a:r>
                    </a:p>
                  </a:txBody>
                  <a:tcPr marL="72000" marR="72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0002"/>
                  </a:ext>
                </a:extLst>
              </a:tr>
              <a:tr h="579120">
                <a:tc>
                  <a:txBody>
                    <a:bodyPr/>
                    <a:lstStyle/>
                    <a:p>
                      <a:r>
                        <a:rPr kumimoji="1" lang="ja-JP" altLang="en-US" sz="1600">
                          <a:latin typeface="+mn-ea"/>
                          <a:ea typeface="+mn-ea"/>
                        </a:rPr>
                        <a:t>製造・単体テスト</a:t>
                      </a:r>
                      <a:endParaRPr kumimoji="1" lang="en-US" altLang="ja-JP" sz="1600" b="0">
                        <a:latin typeface="+mn-ea"/>
                        <a:ea typeface="+mn-ea"/>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l" latinLnBrk="1"/>
                      <a:r>
                        <a:rPr kumimoji="1" lang="ja-JP" altLang="en-US" sz="1600">
                          <a:latin typeface="+mn-ea"/>
                          <a:ea typeface="+mn-ea"/>
                        </a:rPr>
                        <a:t>プログラミングを実施します。また、実装したプログラムが設計通りかを検証します。</a:t>
                      </a:r>
                      <a:endParaRPr lang="en-US" altLang="ja-JP" sz="1600">
                        <a:latin typeface="+mn-ea"/>
                        <a:ea typeface="+mn-ea"/>
                      </a:endParaRPr>
                    </a:p>
                    <a:p>
                      <a:pPr lvl="0" algn="l">
                        <a:buNone/>
                      </a:pPr>
                      <a:r>
                        <a:rPr lang="ja-JP" altLang="en-US" sz="1600">
                          <a:latin typeface="+mn-ea"/>
                          <a:ea typeface="+mn-ea"/>
                        </a:rPr>
                        <a:t>※</a:t>
                      </a:r>
                      <a:r>
                        <a:rPr kumimoji="1" lang="ja-JP" altLang="en-US" sz="1600">
                          <a:latin typeface="+mn-ea"/>
                          <a:ea typeface="+mn-ea"/>
                        </a:rPr>
                        <a:t>プログラム設計としてのドキュメント作成は実施しません。</a:t>
                      </a:r>
                      <a:endParaRPr kumimoji="1" lang="en-US" altLang="ja-JP" sz="1600">
                        <a:latin typeface="+mn-ea"/>
                        <a:ea typeface="+mn-ea"/>
                      </a:endParaRPr>
                    </a:p>
                  </a:txBody>
                  <a:tcPr marL="72000" marR="72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0003"/>
                  </a:ext>
                </a:extLst>
              </a:tr>
              <a:tr h="579120">
                <a:tc>
                  <a:txBody>
                    <a:bodyPr/>
                    <a:lstStyle/>
                    <a:p>
                      <a:r>
                        <a:rPr kumimoji="1" lang="ja-JP" altLang="en-US" sz="1600">
                          <a:latin typeface="+mn-ea"/>
                          <a:ea typeface="+mn-ea"/>
                        </a:rPr>
                        <a:t>結合テスト</a:t>
                      </a:r>
                      <a:endParaRPr kumimoji="1" lang="ja-JP" altLang="en-US" sz="1600" b="0">
                        <a:latin typeface="+mn-ea"/>
                        <a:ea typeface="+mn-ea"/>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600">
                          <a:latin typeface="+mn-ea"/>
                          <a:ea typeface="+mn-ea"/>
                        </a:rPr>
                        <a:t>弊社内の環境にて、結合テストを実施し、品質を検証します。</a:t>
                      </a:r>
                      <a:endParaRPr kumimoji="1" lang="en-US" altLang="ja-JP" sz="1600">
                        <a:latin typeface="+mn-ea"/>
                        <a:ea typeface="+mn-ea"/>
                      </a:endParaRPr>
                    </a:p>
                  </a:txBody>
                  <a:tcPr marL="72000" marR="72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0004"/>
                  </a:ext>
                </a:extLst>
              </a:tr>
              <a:tr h="579120">
                <a:tc>
                  <a:txBody>
                    <a:bodyPr/>
                    <a:lstStyle/>
                    <a:p>
                      <a:r>
                        <a:rPr kumimoji="1" lang="ja-JP" altLang="en-US" sz="1600">
                          <a:latin typeface="+mn-ea"/>
                          <a:ea typeface="+mn-ea"/>
                        </a:rPr>
                        <a:t>システムテスト</a:t>
                      </a:r>
                      <a:endParaRPr kumimoji="1" lang="ja-JP" altLang="en-US" sz="1600" b="0">
                        <a:latin typeface="+mn-ea"/>
                        <a:ea typeface="+mn-ea"/>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600">
                          <a:latin typeface="+mn-ea"/>
                          <a:ea typeface="+mn-ea"/>
                        </a:rPr>
                        <a:t>本番環境にて、システムテストを実施し、機能、性能、セキュリティ等の要件を充足するかを検証します。</a:t>
                      </a:r>
                    </a:p>
                  </a:txBody>
                  <a:tcPr marL="72000" marR="72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0005"/>
                  </a:ext>
                </a:extLst>
              </a:tr>
              <a:tr h="579120">
                <a:tc>
                  <a:txBody>
                    <a:bodyPr/>
                    <a:lstStyle/>
                    <a:p>
                      <a:r>
                        <a:rPr kumimoji="1" lang="ja-JP" altLang="en-US" sz="1600" b="0">
                          <a:latin typeface="+mn-ea"/>
                          <a:ea typeface="+mn-ea"/>
                        </a:rPr>
                        <a:t>受入テスト支援</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600">
                          <a:latin typeface="+mn-ea"/>
                          <a:ea typeface="+mn-ea"/>
                        </a:rPr>
                        <a:t>受入テストでの問合せの管理・対応を行います。</a:t>
                      </a:r>
                    </a:p>
                  </a:txBody>
                  <a:tcPr marL="72000" marR="72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3539893235"/>
                  </a:ext>
                </a:extLst>
              </a:tr>
              <a:tr h="579120">
                <a:tc>
                  <a:txBody>
                    <a:bodyPr/>
                    <a:lstStyle/>
                    <a:p>
                      <a:r>
                        <a:rPr kumimoji="1" lang="ja-JP" altLang="en-US" sz="1600" b="0">
                          <a:latin typeface="+mn-ea"/>
                          <a:ea typeface="+mn-ea"/>
                        </a:rPr>
                        <a:t>初期流動</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600">
                          <a:latin typeface="+mn-ea"/>
                          <a:ea typeface="+mn-ea"/>
                        </a:rPr>
                        <a:t>システム稼働後の問合せの管理・対応を行います。</a:t>
                      </a:r>
                    </a:p>
                  </a:txBody>
                  <a:tcPr marL="72000" marR="72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227847548"/>
                  </a:ext>
                </a:extLst>
              </a:tr>
            </a:tbl>
          </a:graphicData>
        </a:graphic>
      </p:graphicFrame>
    </p:spTree>
    <p:extLst>
      <p:ext uri="{BB962C8B-B14F-4D97-AF65-F5344CB8AC3E}">
        <p14:creationId xmlns:p14="http://schemas.microsoft.com/office/powerpoint/2010/main" val="137931798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t>納品物</a:t>
            </a:r>
            <a:endParaRPr kumimoji="1" lang="ja-JP" altLang="en-US"/>
          </a:p>
        </p:txBody>
      </p:sp>
      <p:sp>
        <p:nvSpPr>
          <p:cNvPr id="5" name="フッター プレースホルダー 4"/>
          <p:cNvSpPr>
            <a:spLocks noGrp="1"/>
          </p:cNvSpPr>
          <p:nvPr>
            <p:ph type="ftr" sz="quarter" idx="11"/>
          </p:nvPr>
        </p:nvSpPr>
        <p:spPr/>
        <p:txBody>
          <a:bodyPr/>
          <a:lstStyle/>
          <a:p>
            <a:r>
              <a:rPr lang="en-US" altLang="ja-JP"/>
              <a:t>Copyright © SystemEXE,Inc All Rights Reserved.</a:t>
            </a:r>
            <a:endParaRPr lang="ja-JP" altLang="en-US"/>
          </a:p>
        </p:txBody>
      </p:sp>
      <p:graphicFrame>
        <p:nvGraphicFramePr>
          <p:cNvPr id="8" name="コンテンツ プレースホルダー 6"/>
          <p:cNvGraphicFramePr>
            <a:graphicFrameLocks/>
          </p:cNvGraphicFramePr>
          <p:nvPr>
            <p:extLst>
              <p:ext uri="{D42A27DB-BD31-4B8C-83A1-F6EECF244321}">
                <p14:modId xmlns:p14="http://schemas.microsoft.com/office/powerpoint/2010/main" val="160981297"/>
              </p:ext>
            </p:extLst>
          </p:nvPr>
        </p:nvGraphicFramePr>
        <p:xfrm>
          <a:off x="606000" y="864000"/>
          <a:ext cx="10980000" cy="4895440"/>
        </p:xfrm>
        <a:graphic>
          <a:graphicData uri="http://schemas.openxmlformats.org/drawingml/2006/table">
            <a:tbl>
              <a:tblPr firstRow="1">
                <a:tableStyleId>{5C22544A-7EE6-4342-B048-85BDC9FD1C3A}</a:tableStyleId>
              </a:tblPr>
              <a:tblGrid>
                <a:gridCol w="2342781">
                  <a:extLst>
                    <a:ext uri="{9D8B030D-6E8A-4147-A177-3AD203B41FA5}">
                      <a16:colId xmlns:a16="http://schemas.microsoft.com/office/drawing/2014/main" val="20000"/>
                    </a:ext>
                  </a:extLst>
                </a:gridCol>
                <a:gridCol w="8637219">
                  <a:extLst>
                    <a:ext uri="{9D8B030D-6E8A-4147-A177-3AD203B41FA5}">
                      <a16:colId xmlns:a16="http://schemas.microsoft.com/office/drawing/2014/main" val="20001"/>
                    </a:ext>
                  </a:extLst>
                </a:gridCol>
              </a:tblGrid>
              <a:tr h="265439">
                <a:tc>
                  <a:txBody>
                    <a:bodyPr/>
                    <a:lstStyle/>
                    <a:p>
                      <a:r>
                        <a:rPr kumimoji="1" lang="ja-JP" altLang="en-US" sz="1600" b="1">
                          <a:latin typeface="+mn-ea"/>
                          <a:ea typeface="+mn-ea"/>
                        </a:rPr>
                        <a:t>工程</a:t>
                      </a:r>
                    </a:p>
                  </a:txBody>
                  <a:tcPr marL="72000" marR="72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l"/>
                      <a:r>
                        <a:rPr kumimoji="1" lang="ja-JP" altLang="en-US" sz="1600" b="1">
                          <a:latin typeface="+mn-ea"/>
                          <a:ea typeface="+mn-ea"/>
                        </a:rPr>
                        <a:t>納品物</a:t>
                      </a:r>
                    </a:p>
                  </a:txBody>
                  <a:tcPr marL="72000" marR="72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0000"/>
                  </a:ext>
                </a:extLst>
              </a:tr>
              <a:tr h="570020">
                <a:tc>
                  <a:txBody>
                    <a:bodyPr/>
                    <a:lstStyle/>
                    <a:p>
                      <a:r>
                        <a:rPr kumimoji="1" lang="ja-JP" altLang="en-US" sz="1600">
                          <a:latin typeface="+mn-ea"/>
                          <a:ea typeface="+mn-ea"/>
                        </a:rPr>
                        <a:t>要件定義</a:t>
                      </a:r>
                      <a:endParaRPr kumimoji="1" lang="ja-JP" altLang="en-US" sz="1600" b="0">
                        <a:latin typeface="+mn-ea"/>
                        <a:ea typeface="+mn-ea"/>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sz="1600" b="0" i="0" u="none" strike="noStrike" baseline="0" noProof="0">
                          <a:solidFill>
                            <a:srgbClr val="000000"/>
                          </a:solidFill>
                          <a:latin typeface="游ゴシック" panose="020B0400000000000000" pitchFamily="50" charset="-128"/>
                          <a:ea typeface="游ゴシック" panose="020B0400000000000000" pitchFamily="50" charset="-128"/>
                        </a:rPr>
                        <a:t>要件定義書</a:t>
                      </a:r>
                      <a:r>
                        <a:rPr lang="en-US" altLang="zh-TW" sz="1600" b="0" i="0" u="none" strike="noStrike" baseline="0" noProof="0">
                          <a:solidFill>
                            <a:srgbClr val="000000"/>
                          </a:solidFill>
                          <a:latin typeface="游ゴシック" panose="020B0400000000000000" pitchFamily="50" charset="-128"/>
                          <a:ea typeface="游ゴシック" panose="020B0400000000000000" pitchFamily="50" charset="-128"/>
                        </a:rPr>
                        <a:t>(</a:t>
                      </a:r>
                      <a:r>
                        <a:rPr lang="ja-JP" altLang="en-US" sz="1600" b="0" i="0" u="none" strike="noStrike" baseline="0" noProof="0">
                          <a:solidFill>
                            <a:srgbClr val="000000"/>
                          </a:solidFill>
                          <a:latin typeface="游ゴシック" panose="020B0400000000000000" pitchFamily="50" charset="-128"/>
                          <a:ea typeface="游ゴシック" panose="020B0400000000000000" pitchFamily="50" charset="-128"/>
                        </a:rPr>
                        <a:t>機能要件、非機能要件</a:t>
                      </a:r>
                      <a:r>
                        <a:rPr lang="en-US" altLang="zh-TW" sz="1600" b="0" i="0" u="none" strike="noStrike" baseline="0" noProof="0">
                          <a:solidFill>
                            <a:srgbClr val="000000"/>
                          </a:solidFill>
                          <a:latin typeface="游ゴシック" panose="020B0400000000000000" pitchFamily="50" charset="-128"/>
                          <a:ea typeface="游ゴシック" panose="020B0400000000000000" pitchFamily="50" charset="-128"/>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600" b="0" i="0" u="none" strike="noStrike" baseline="0" noProof="0">
                          <a:solidFill>
                            <a:srgbClr val="000000"/>
                          </a:solidFill>
                          <a:latin typeface="游ゴシック" panose="020B0400000000000000" pitchFamily="50" charset="-128"/>
                          <a:ea typeface="游ゴシック" panose="020B0400000000000000" pitchFamily="50" charset="-128"/>
                        </a:rPr>
                        <a:t>業務フロー</a:t>
                      </a:r>
                      <a:endParaRPr kumimoji="1" lang="en-US" altLang="ja-JP" sz="1600" b="0">
                        <a:latin typeface="游ゴシック" panose="020B0400000000000000" pitchFamily="50" charset="-128"/>
                        <a:ea typeface="游ゴシック" panose="020B0400000000000000" pitchFamily="50" charset="-128"/>
                      </a:endParaRPr>
                    </a:p>
                  </a:txBody>
                  <a:tcPr marL="144000" marR="144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0007"/>
                  </a:ext>
                </a:extLst>
              </a:tr>
              <a:tr h="570020">
                <a:tc>
                  <a:txBody>
                    <a:bodyPr/>
                    <a:lstStyle/>
                    <a:p>
                      <a:r>
                        <a:rPr kumimoji="1" lang="ja-JP" altLang="en-US" sz="1600">
                          <a:latin typeface="+mn-ea"/>
                          <a:ea typeface="+mn-ea"/>
                        </a:rPr>
                        <a:t>基本設計</a:t>
                      </a:r>
                      <a:endParaRPr kumimoji="1" lang="ja-JP" altLang="en-US" sz="1600" b="0">
                        <a:latin typeface="+mn-ea"/>
                        <a:ea typeface="+mn-ea"/>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600" b="0">
                          <a:latin typeface="+mn-ea"/>
                          <a:ea typeface="+mn-ea"/>
                        </a:rPr>
                        <a:t>画面一覧、帳票一覧、バッチ・</a:t>
                      </a:r>
                      <a:r>
                        <a:rPr kumimoji="1" lang="ja-JP" altLang="en-US" sz="1600">
                          <a:latin typeface="+mn-ea"/>
                          <a:ea typeface="+mn-ea"/>
                        </a:rPr>
                        <a:t>ジョブネット</a:t>
                      </a:r>
                      <a:r>
                        <a:rPr kumimoji="1" lang="ja-JP" altLang="en-US" sz="1600" b="0">
                          <a:latin typeface="+mn-ea"/>
                          <a:ea typeface="+mn-ea"/>
                        </a:rPr>
                        <a:t>一覧、メール一覧、テーブル定義書／</a:t>
                      </a:r>
                      <a:r>
                        <a:rPr kumimoji="1" lang="en-US" altLang="ja-JP" sz="1600" b="0">
                          <a:latin typeface="+mn-ea"/>
                          <a:ea typeface="+mn-ea"/>
                        </a:rPr>
                        <a:t>ER</a:t>
                      </a:r>
                      <a:r>
                        <a:rPr kumimoji="1" lang="ja-JP" altLang="en-US" sz="1600" b="0">
                          <a:latin typeface="+mn-ea"/>
                          <a:ea typeface="+mn-ea"/>
                        </a:rPr>
                        <a:t>図、</a:t>
                      </a:r>
                      <a:endParaRPr kumimoji="1" lang="en-US" altLang="ja-JP" sz="1600" b="0">
                        <a:latin typeface="+mn-ea"/>
                        <a:ea typeface="+mn-ea"/>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600" b="0">
                          <a:latin typeface="+mn-ea"/>
                          <a:ea typeface="+mn-ea"/>
                        </a:rPr>
                        <a:t>画面項目定義書、帳票項目定義書、</a:t>
                      </a:r>
                      <a:r>
                        <a:rPr lang="ja-JP" altLang="en-US" sz="1600" b="0">
                          <a:latin typeface="+mn-ea"/>
                          <a:ea typeface="+mn-ea"/>
                        </a:rPr>
                        <a:t>テスト計画書</a:t>
                      </a:r>
                      <a:endParaRPr kumimoji="1" lang="en-US" altLang="ja-JP" sz="1600" b="0">
                        <a:latin typeface="+mn-ea"/>
                        <a:ea typeface="+mn-ea"/>
                      </a:endParaRPr>
                    </a:p>
                  </a:txBody>
                  <a:tcPr marL="144000" marR="144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0009"/>
                  </a:ext>
                </a:extLst>
              </a:tr>
              <a:tr h="570020">
                <a:tc>
                  <a:txBody>
                    <a:bodyPr/>
                    <a:lstStyle/>
                    <a:p>
                      <a:r>
                        <a:rPr kumimoji="1" lang="ja-JP" altLang="en-US" sz="1600">
                          <a:latin typeface="+mn-ea"/>
                          <a:ea typeface="+mn-ea"/>
                        </a:rPr>
                        <a:t>詳細設計</a:t>
                      </a:r>
                      <a:endParaRPr kumimoji="1" lang="ja-JP" altLang="en-US" sz="1600" b="0">
                        <a:solidFill>
                          <a:schemeClr val="tx1"/>
                        </a:solidFill>
                        <a:latin typeface="+mn-ea"/>
                        <a:ea typeface="+mn-ea"/>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1" lang="en-US" altLang="ja-JP" sz="1600">
                          <a:latin typeface="+mn-ea"/>
                          <a:ea typeface="+mn-ea"/>
                        </a:rPr>
                        <a:t>API</a:t>
                      </a:r>
                      <a:r>
                        <a:rPr kumimoji="1" lang="ja-JP" altLang="en-US" sz="1600" b="0" i="0" u="none" strike="noStrike" kern="1200" baseline="0">
                          <a:solidFill>
                            <a:schemeClr val="tx1"/>
                          </a:solidFill>
                          <a:latin typeface="游ゴシック" panose="020B0400000000000000" pitchFamily="50" charset="-128"/>
                          <a:ea typeface="+mn-ea"/>
                          <a:cs typeface="+mn-cs"/>
                        </a:rPr>
                        <a:t>詳細設計書、バッチ詳細設計書</a:t>
                      </a:r>
                    </a:p>
                  </a:txBody>
                  <a:tcPr marL="144000" marR="144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3593713132"/>
                  </a:ext>
                </a:extLst>
              </a:tr>
              <a:tr h="570020">
                <a:tc>
                  <a:txBody>
                    <a:bodyPr/>
                    <a:lstStyle/>
                    <a:p>
                      <a:r>
                        <a:rPr kumimoji="1" lang="ja-JP" altLang="en-US" sz="1600">
                          <a:latin typeface="+mn-ea"/>
                          <a:ea typeface="+mn-ea"/>
                        </a:rPr>
                        <a:t>製造・単体テスト</a:t>
                      </a:r>
                      <a:endParaRPr kumimoji="1" lang="en-US" altLang="ja-JP" sz="1600" b="0">
                        <a:latin typeface="+mn-ea"/>
                        <a:ea typeface="+mn-ea"/>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1" lang="ja-JP" altLang="en-US" sz="1600" b="0">
                          <a:latin typeface="+mn-ea"/>
                          <a:ea typeface="+mn-ea"/>
                        </a:rPr>
                        <a:t>プログラムソース</a:t>
                      </a:r>
                    </a:p>
                  </a:txBody>
                  <a:tcPr marL="144000" marR="144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0003"/>
                  </a:ext>
                </a:extLst>
              </a:tr>
              <a:tr h="570020">
                <a:tc>
                  <a:txBody>
                    <a:bodyPr/>
                    <a:lstStyle/>
                    <a:p>
                      <a:r>
                        <a:rPr kumimoji="1" lang="ja-JP" altLang="en-US" sz="1600">
                          <a:latin typeface="+mn-ea"/>
                          <a:ea typeface="+mn-ea"/>
                        </a:rPr>
                        <a:t>結合テスト</a:t>
                      </a:r>
                      <a:endParaRPr kumimoji="1" lang="ja-JP" altLang="en-US" sz="1600" b="0">
                        <a:latin typeface="+mn-ea"/>
                        <a:ea typeface="+mn-ea"/>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600" b="0">
                          <a:latin typeface="+mn-ea"/>
                          <a:ea typeface="+mn-ea"/>
                        </a:rPr>
                        <a:t>結合テスト仕様書兼成績書</a:t>
                      </a:r>
                      <a:endParaRPr kumimoji="1" lang="en-US" altLang="ja-JP" sz="1600" b="0">
                        <a:latin typeface="+mn-ea"/>
                        <a:ea typeface="+mn-ea"/>
                      </a:endParaRPr>
                    </a:p>
                  </a:txBody>
                  <a:tcPr marL="144000" marR="144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0004"/>
                  </a:ext>
                </a:extLst>
              </a:tr>
              <a:tr h="570020">
                <a:tc>
                  <a:txBody>
                    <a:bodyPr/>
                    <a:lstStyle/>
                    <a:p>
                      <a:r>
                        <a:rPr kumimoji="1" lang="ja-JP" altLang="en-US" sz="1600">
                          <a:latin typeface="+mn-ea"/>
                          <a:ea typeface="+mn-ea"/>
                        </a:rPr>
                        <a:t>システムテスト</a:t>
                      </a:r>
                      <a:endParaRPr kumimoji="1" lang="ja-JP" altLang="en-US" sz="1600" b="0">
                        <a:latin typeface="+mn-ea"/>
                        <a:ea typeface="+mn-ea"/>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600" b="0">
                          <a:latin typeface="+mn-ea"/>
                          <a:ea typeface="+mn-ea"/>
                        </a:rPr>
                        <a:t>システムテスト仕様書兼成績書、ユーザー操作マニュアル</a:t>
                      </a:r>
                    </a:p>
                  </a:txBody>
                  <a:tcPr marL="144000" marR="144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0005"/>
                  </a:ext>
                </a:extLst>
              </a:tr>
              <a:tr h="570020">
                <a:tc>
                  <a:txBody>
                    <a:bodyPr/>
                    <a:lstStyle/>
                    <a:p>
                      <a:r>
                        <a:rPr kumimoji="1" lang="ja-JP" altLang="en-US" sz="1600" b="0">
                          <a:latin typeface="+mn-ea"/>
                          <a:ea typeface="+mn-ea"/>
                        </a:rPr>
                        <a:t>受入テスト支援</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600" b="0">
                          <a:latin typeface="+mn-ea"/>
                          <a:ea typeface="+mn-ea"/>
                        </a:rPr>
                        <a:t>受入テスト問合せ管理表</a:t>
                      </a:r>
                    </a:p>
                  </a:txBody>
                  <a:tcPr marL="144000" marR="144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89576139"/>
                  </a:ext>
                </a:extLst>
              </a:tr>
              <a:tr h="570020">
                <a:tc>
                  <a:txBody>
                    <a:bodyPr/>
                    <a:lstStyle/>
                    <a:p>
                      <a:r>
                        <a:rPr kumimoji="1" lang="ja-JP" altLang="en-US" sz="1600" b="0">
                          <a:latin typeface="+mn-ea"/>
                          <a:ea typeface="+mn-ea"/>
                        </a:rPr>
                        <a:t>初期流動</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600" b="0">
                          <a:latin typeface="+mn-ea"/>
                          <a:ea typeface="+mn-ea"/>
                        </a:rPr>
                        <a:t>初期流動問合せ管理表</a:t>
                      </a:r>
                    </a:p>
                  </a:txBody>
                  <a:tcPr marL="144000" marR="144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444441579"/>
                  </a:ext>
                </a:extLst>
              </a:tr>
            </a:tbl>
          </a:graphicData>
        </a:graphic>
      </p:graphicFrame>
    </p:spTree>
    <p:extLst>
      <p:ext uri="{BB962C8B-B14F-4D97-AF65-F5344CB8AC3E}">
        <p14:creationId xmlns:p14="http://schemas.microsoft.com/office/powerpoint/2010/main" val="427639444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4C8ACF0C-22CE-4D5B-7ECD-E9629BB45267}"/>
              </a:ext>
            </a:extLst>
          </p:cNvPr>
          <p:cNvSpPr>
            <a:spLocks noGrp="1"/>
          </p:cNvSpPr>
          <p:nvPr>
            <p:ph type="ftr" sz="quarter" idx="11"/>
          </p:nvPr>
        </p:nvSpPr>
        <p:spPr/>
        <p:txBody>
          <a:bodyPr/>
          <a:lstStyle/>
          <a:p>
            <a:r>
              <a:rPr lang="en-US"/>
              <a:t>Copyright © SystemEXE,Inc All Rights Reserved.</a:t>
            </a:r>
          </a:p>
        </p:txBody>
      </p:sp>
      <p:sp>
        <p:nvSpPr>
          <p:cNvPr id="5" name="タイトル 4">
            <a:extLst>
              <a:ext uri="{FF2B5EF4-FFF2-40B4-BE49-F238E27FC236}">
                <a16:creationId xmlns:a16="http://schemas.microsoft.com/office/drawing/2014/main" id="{012E36EB-6D78-2064-6B81-5C8939A326B8}"/>
              </a:ext>
            </a:extLst>
          </p:cNvPr>
          <p:cNvSpPr>
            <a:spLocks noGrp="1"/>
          </p:cNvSpPr>
          <p:nvPr>
            <p:ph type="title"/>
          </p:nvPr>
        </p:nvSpPr>
        <p:spPr/>
        <p:txBody>
          <a:bodyPr/>
          <a:lstStyle/>
          <a:p>
            <a:r>
              <a:rPr kumimoji="1" lang="ja-JP" altLang="en-US"/>
              <a:t>お見積もり</a:t>
            </a:r>
          </a:p>
        </p:txBody>
      </p:sp>
    </p:spTree>
    <p:extLst>
      <p:ext uri="{BB962C8B-B14F-4D97-AF65-F5344CB8AC3E}">
        <p14:creationId xmlns:p14="http://schemas.microsoft.com/office/powerpoint/2010/main" val="285244846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D579BD-6EFE-21D9-99F1-3977114A8C39}"/>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79681C58-BA49-C35A-E619-B522362B4B58}"/>
              </a:ext>
            </a:extLst>
          </p:cNvPr>
          <p:cNvSpPr>
            <a:spLocks noGrp="1"/>
          </p:cNvSpPr>
          <p:nvPr>
            <p:ph type="title"/>
          </p:nvPr>
        </p:nvSpPr>
        <p:spPr/>
        <p:txBody>
          <a:bodyPr/>
          <a:lstStyle/>
          <a:p>
            <a:r>
              <a:rPr lang="ja-JP" altLang="en-US"/>
              <a:t>概算お見積もり</a:t>
            </a:r>
            <a:endParaRPr kumimoji="1" lang="ja-JP" altLang="en-US"/>
          </a:p>
        </p:txBody>
      </p:sp>
      <p:sp>
        <p:nvSpPr>
          <p:cNvPr id="4" name="フッター プレースホルダー 3">
            <a:extLst>
              <a:ext uri="{FF2B5EF4-FFF2-40B4-BE49-F238E27FC236}">
                <a16:creationId xmlns:a16="http://schemas.microsoft.com/office/drawing/2014/main" id="{84F88753-BC59-35F1-49C5-A229E9EAFA26}"/>
              </a:ext>
            </a:extLst>
          </p:cNvPr>
          <p:cNvSpPr>
            <a:spLocks noGrp="1"/>
          </p:cNvSpPr>
          <p:nvPr>
            <p:ph type="ftr" sz="quarter" idx="11"/>
          </p:nvPr>
        </p:nvSpPr>
        <p:spPr/>
        <p:txBody>
          <a:bodyPr/>
          <a:lstStyle/>
          <a:p>
            <a:r>
              <a:rPr lang="en-US" altLang="ja-JP"/>
              <a:t>Copyright © SystemEXE,Inc All Rights Reserved.</a:t>
            </a:r>
          </a:p>
        </p:txBody>
      </p:sp>
      <p:graphicFrame>
        <p:nvGraphicFramePr>
          <p:cNvPr id="5" name="表 4">
            <a:extLst>
              <a:ext uri="{FF2B5EF4-FFF2-40B4-BE49-F238E27FC236}">
                <a16:creationId xmlns:a16="http://schemas.microsoft.com/office/drawing/2014/main" id="{8B880FE2-3F07-5F95-567F-3174E10F3ED1}"/>
              </a:ext>
            </a:extLst>
          </p:cNvPr>
          <p:cNvGraphicFramePr>
            <a:graphicFrameLocks noGrp="1"/>
          </p:cNvGraphicFramePr>
          <p:nvPr>
            <p:extLst>
              <p:ext uri="{D42A27DB-BD31-4B8C-83A1-F6EECF244321}">
                <p14:modId xmlns:p14="http://schemas.microsoft.com/office/powerpoint/2010/main" val="2626406431"/>
              </p:ext>
            </p:extLst>
          </p:nvPr>
        </p:nvGraphicFramePr>
        <p:xfrm>
          <a:off x="606000" y="864000"/>
          <a:ext cx="10980000" cy="4842120"/>
        </p:xfrm>
        <a:graphic>
          <a:graphicData uri="http://schemas.openxmlformats.org/drawingml/2006/table">
            <a:tbl>
              <a:tblPr firstRow="1" bandRow="1">
                <a:tableStyleId>{2D5ABB26-0587-4C30-8999-92F81FD0307C}</a:tableStyleId>
              </a:tblPr>
              <a:tblGrid>
                <a:gridCol w="531290">
                  <a:extLst>
                    <a:ext uri="{9D8B030D-6E8A-4147-A177-3AD203B41FA5}">
                      <a16:colId xmlns:a16="http://schemas.microsoft.com/office/drawing/2014/main" val="233225342"/>
                    </a:ext>
                  </a:extLst>
                </a:gridCol>
                <a:gridCol w="1416775">
                  <a:extLst>
                    <a:ext uri="{9D8B030D-6E8A-4147-A177-3AD203B41FA5}">
                      <a16:colId xmlns:a16="http://schemas.microsoft.com/office/drawing/2014/main" val="568014644"/>
                    </a:ext>
                  </a:extLst>
                </a:gridCol>
                <a:gridCol w="1239675">
                  <a:extLst>
                    <a:ext uri="{9D8B030D-6E8A-4147-A177-3AD203B41FA5}">
                      <a16:colId xmlns:a16="http://schemas.microsoft.com/office/drawing/2014/main" val="711513500"/>
                    </a:ext>
                  </a:extLst>
                </a:gridCol>
                <a:gridCol w="1770970">
                  <a:extLst>
                    <a:ext uri="{9D8B030D-6E8A-4147-A177-3AD203B41FA5}">
                      <a16:colId xmlns:a16="http://schemas.microsoft.com/office/drawing/2014/main" val="3608806225"/>
                    </a:ext>
                  </a:extLst>
                </a:gridCol>
                <a:gridCol w="3541935">
                  <a:extLst>
                    <a:ext uri="{9D8B030D-6E8A-4147-A177-3AD203B41FA5}">
                      <a16:colId xmlns:a16="http://schemas.microsoft.com/office/drawing/2014/main" val="4260495519"/>
                    </a:ext>
                  </a:extLst>
                </a:gridCol>
                <a:gridCol w="2479355">
                  <a:extLst>
                    <a:ext uri="{9D8B030D-6E8A-4147-A177-3AD203B41FA5}">
                      <a16:colId xmlns:a16="http://schemas.microsoft.com/office/drawing/2014/main" val="2912004341"/>
                    </a:ext>
                  </a:extLst>
                </a:gridCol>
              </a:tblGrid>
              <a:tr h="217776">
                <a:tc>
                  <a:txBody>
                    <a:bodyPr/>
                    <a:lstStyle/>
                    <a:p>
                      <a:pPr algn="ctr" rtl="0" fontAlgn="ctr"/>
                      <a:r>
                        <a:rPr lang="en-US" sz="1600" b="1" i="0" u="none" strike="noStrike">
                          <a:solidFill>
                            <a:srgbClr val="FFFFFF"/>
                          </a:solidFill>
                          <a:effectLst/>
                          <a:latin typeface="+mn-ea"/>
                          <a:ea typeface="+mn-ea"/>
                        </a:rPr>
                        <a:t>No.</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rtl="0" fontAlgn="ctr"/>
                      <a:r>
                        <a:rPr lang="ja-JP" altLang="en-US" sz="1600" b="1" i="0" u="none" strike="noStrike">
                          <a:solidFill>
                            <a:srgbClr val="FFFFFF"/>
                          </a:solidFill>
                          <a:effectLst/>
                          <a:latin typeface="+mn-ea"/>
                          <a:ea typeface="+mn-ea"/>
                        </a:rPr>
                        <a:t>契約種別</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ja-JP" altLang="en-US" sz="1600" b="1" i="0" u="none" strike="noStrike">
                          <a:solidFill>
                            <a:srgbClr val="FFFFFF"/>
                          </a:solidFill>
                          <a:effectLst/>
                          <a:latin typeface="+mn-ea"/>
                          <a:ea typeface="+mn-ea"/>
                        </a:rPr>
                        <a:t>フェーズ</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rtl="0" fontAlgn="ctr"/>
                      <a:r>
                        <a:rPr lang="ja-JP" altLang="en-US" sz="1600" b="1" i="0" u="none" strike="noStrike">
                          <a:solidFill>
                            <a:srgbClr val="FFFFFF"/>
                          </a:solidFill>
                          <a:effectLst/>
                          <a:latin typeface="+mn-ea"/>
                          <a:ea typeface="+mn-ea"/>
                        </a:rPr>
                        <a:t>開発工程</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rtl="0" fontAlgn="ctr"/>
                      <a:r>
                        <a:rPr lang="ja-JP" altLang="en-US" sz="1600" b="1" i="0" u="none" strike="noStrike">
                          <a:solidFill>
                            <a:srgbClr val="FFFFFF"/>
                          </a:solidFill>
                          <a:effectLst/>
                          <a:latin typeface="+mn-ea"/>
                          <a:ea typeface="+mn-ea"/>
                        </a:rPr>
                        <a:t>工程</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rtl="0" fontAlgn="ctr"/>
                      <a:r>
                        <a:rPr lang="ja-JP" altLang="en-US" sz="1600" b="1" i="0" u="none" strike="noStrike">
                          <a:solidFill>
                            <a:srgbClr val="FFFFFF"/>
                          </a:solidFill>
                          <a:effectLst/>
                          <a:latin typeface="+mn-ea"/>
                          <a:ea typeface="+mn-ea"/>
                        </a:rPr>
                        <a:t>金額（税抜き）</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424401785"/>
                  </a:ext>
                </a:extLst>
              </a:tr>
              <a:tr h="273532">
                <a:tc rowSpan="3">
                  <a:txBody>
                    <a:bodyPr/>
                    <a:lstStyle/>
                    <a:p>
                      <a:pPr algn="ctr" rtl="0" fontAlgn="ctr"/>
                      <a:r>
                        <a:rPr lang="ja-JP" altLang="en-US" sz="1600" b="0" i="0" u="none" strike="noStrike">
                          <a:solidFill>
                            <a:srgbClr val="000000"/>
                          </a:solidFill>
                          <a:effectLst/>
                          <a:latin typeface="+mn-ea"/>
                          <a:ea typeface="+mn-ea"/>
                        </a:rPr>
                        <a:t>１</a:t>
                      </a:r>
                      <a:endParaRPr lang="en-US" altLang="ja-JP" sz="1600" b="0" i="0" u="none" strike="noStrike">
                        <a:solidFill>
                          <a:srgbClr val="000000"/>
                        </a:solidFill>
                        <a:effectLst/>
                        <a:latin typeface="+mn-ea"/>
                        <a:ea typeface="+mn-ea"/>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rowSpan="3">
                  <a:txBody>
                    <a:bodyPr/>
                    <a:lstStyle/>
                    <a:p>
                      <a:pPr algn="l" rtl="0" fontAlgn="ctr"/>
                      <a:r>
                        <a:rPr lang="ja-JP" altLang="en-US" sz="1600" b="0" i="0" u="none" strike="noStrike">
                          <a:solidFill>
                            <a:srgbClr val="000000"/>
                          </a:solidFill>
                          <a:effectLst/>
                          <a:latin typeface="+mn-ea"/>
                          <a:ea typeface="+mn-ea"/>
                        </a:rPr>
                        <a:t>準委任契約</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rowSpan="3">
                  <a:txBody>
                    <a:bodyPr/>
                    <a:lstStyle/>
                    <a:p>
                      <a:pPr algn="ctr" rtl="0" fontAlgn="ctr"/>
                      <a:r>
                        <a:rPr lang="ja-JP" altLang="en-US" sz="1600" b="0" i="0" u="none" strike="noStrike">
                          <a:solidFill>
                            <a:srgbClr val="000000"/>
                          </a:solidFill>
                          <a:effectLst/>
                          <a:latin typeface="+mn-ea"/>
                          <a:ea typeface="+mn-ea"/>
                        </a:rPr>
                        <a:t>要件定義</a:t>
                      </a:r>
                      <a:endParaRPr lang="en-US" altLang="ja-JP" sz="1600" b="0" i="0" u="none" strike="noStrike">
                        <a:solidFill>
                          <a:srgbClr val="000000"/>
                        </a:solidFill>
                        <a:effectLst/>
                        <a:latin typeface="+mn-ea"/>
                        <a:ea typeface="+mn-ea"/>
                      </a:endParaRPr>
                    </a:p>
                    <a:p>
                      <a:pPr algn="ctr" rtl="0" fontAlgn="ctr"/>
                      <a:r>
                        <a:rPr lang="ja-JP" altLang="en-US" sz="1600" b="0" i="0" u="none" strike="noStrike">
                          <a:solidFill>
                            <a:srgbClr val="000000"/>
                          </a:solidFill>
                          <a:effectLst/>
                          <a:latin typeface="+mn-ea"/>
                          <a:ea typeface="+mn-ea"/>
                        </a:rPr>
                        <a:t>基本設計</a:t>
                      </a:r>
                      <a:endParaRPr lang="en-US" altLang="ja-JP"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rowSpan="3">
                  <a:txBody>
                    <a:bodyPr/>
                    <a:lstStyle/>
                    <a:p>
                      <a:pPr algn="ctr" rtl="0" fontAlgn="ctr"/>
                      <a:r>
                        <a:rPr lang="ja-JP" altLang="en-US" sz="1600" b="0" i="0" u="none" strike="noStrike">
                          <a:solidFill>
                            <a:srgbClr val="000000"/>
                          </a:solidFill>
                          <a:effectLst/>
                          <a:latin typeface="+mn-ea"/>
                          <a:ea typeface="+mn-ea"/>
                        </a:rPr>
                        <a:t>要件定義</a:t>
                      </a:r>
                      <a:endParaRPr lang="en-US" altLang="ja-JP" sz="1600" b="0" i="0" u="none" strike="noStrike">
                        <a:solidFill>
                          <a:srgbClr val="000000"/>
                        </a:solidFill>
                        <a:effectLst/>
                        <a:latin typeface="+mn-ea"/>
                        <a:ea typeface="+mn-ea"/>
                      </a:endParaRPr>
                    </a:p>
                    <a:p>
                      <a:pPr algn="ctr" rtl="0" fontAlgn="ctr"/>
                      <a:r>
                        <a:rPr lang="ja-JP" altLang="en-US" sz="1600" b="0" i="0" u="none" strike="noStrike">
                          <a:solidFill>
                            <a:srgbClr val="000000"/>
                          </a:solidFill>
                          <a:effectLst/>
                          <a:latin typeface="+mn-ea"/>
                          <a:ea typeface="+mn-ea"/>
                        </a:rPr>
                        <a:t>基本設計</a:t>
                      </a:r>
                      <a:endParaRPr lang="en-US" altLang="ja-JP"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rtl="0" fontAlgn="ctr"/>
                      <a:r>
                        <a:rPr lang="ja-JP" altLang="en-US" sz="1600" b="0" i="0" u="none" strike="noStrike">
                          <a:solidFill>
                            <a:srgbClr val="000000"/>
                          </a:solidFill>
                          <a:effectLst/>
                          <a:latin typeface="+mn-ea"/>
                          <a:ea typeface="+mn-ea"/>
                        </a:rPr>
                        <a:t>要件定義・基本設計</a:t>
                      </a: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mn-ea"/>
                        </a:rPr>
                        <a:t>5,000,000</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712587978"/>
                  </a:ext>
                </a:extLst>
              </a:tr>
              <a:tr h="217776">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mn-ea"/>
                          <a:ea typeface="+mn-ea"/>
                        </a:rPr>
                        <a:t>プロジェクト管理</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mn-ea"/>
                        </a:rPr>
                        <a:t>1,100,000</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45517169"/>
                  </a:ext>
                </a:extLst>
              </a:tr>
              <a:tr h="217776">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r" rtl="0" fontAlgn="ctr"/>
                      <a:r>
                        <a:rPr lang="ja-JP" altLang="en-US" sz="1600" b="1" i="0" u="none" strike="noStrike">
                          <a:solidFill>
                            <a:srgbClr val="000000"/>
                          </a:solidFill>
                          <a:effectLst/>
                          <a:latin typeface="+mn-ea"/>
                          <a:ea typeface="+mn-ea"/>
                        </a:rPr>
                        <a:t>小計</a:t>
                      </a:r>
                    </a:p>
                  </a:txBody>
                  <a:tcPr marL="762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r" rtl="0" fontAlgn="ctr"/>
                      <a:r>
                        <a:rPr lang="en-US" altLang="ja-JP" sz="1600" b="1" i="0" u="none" strike="noStrike">
                          <a:solidFill>
                            <a:srgbClr val="000000"/>
                          </a:solidFill>
                          <a:effectLst/>
                          <a:latin typeface="游ゴシック" panose="020B0400000000000000" pitchFamily="50" charset="-128"/>
                          <a:ea typeface="+mn-ea"/>
                        </a:rPr>
                        <a:t>6,100,000</a:t>
                      </a:r>
                      <a:endParaRPr lang="en-US" altLang="ja-JP" sz="1600" b="1"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2274807545"/>
                  </a:ext>
                </a:extLst>
              </a:tr>
              <a:tr h="217776">
                <a:tc rowSpan="5">
                  <a:txBody>
                    <a:bodyPr/>
                    <a:lstStyle/>
                    <a:p>
                      <a:pPr algn="ctr" rtl="0" fontAlgn="ctr"/>
                      <a:r>
                        <a:rPr lang="en-US" altLang="ja-JP" sz="1600" b="0" i="0" u="none" strike="noStrike">
                          <a:solidFill>
                            <a:srgbClr val="000000"/>
                          </a:solidFill>
                          <a:effectLst/>
                          <a:latin typeface="+mn-ea"/>
                          <a:ea typeface="+mn-ea"/>
                        </a:rPr>
                        <a:t>2</a:t>
                      </a: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rowSpan="5">
                  <a:txBody>
                    <a:bodyPr/>
                    <a:lstStyle/>
                    <a:p>
                      <a:pPr algn="l" rtl="0" fontAlgn="ctr"/>
                      <a:r>
                        <a:rPr lang="ja-JP" altLang="en-US" sz="1600" b="0" i="0" u="none" strike="noStrike">
                          <a:solidFill>
                            <a:srgbClr val="000000"/>
                          </a:solidFill>
                          <a:effectLst/>
                          <a:latin typeface="+mn-ea"/>
                          <a:ea typeface="+mn-ea"/>
                        </a:rPr>
                        <a:t>請負契約</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rowSpan="5">
                  <a:txBody>
                    <a:bodyPr/>
                    <a:lstStyle/>
                    <a:p>
                      <a:pPr algn="ctr" rtl="0" fontAlgn="ctr"/>
                      <a:r>
                        <a:rPr lang="ja-JP" altLang="en-US" sz="1600" b="0" i="0" u="none" strike="noStrike">
                          <a:solidFill>
                            <a:srgbClr val="000000"/>
                          </a:solidFill>
                          <a:effectLst/>
                          <a:latin typeface="+mn-ea"/>
                          <a:ea typeface="+mn-ea"/>
                        </a:rPr>
                        <a:t>開発</a:t>
                      </a:r>
                      <a:endParaRPr lang="en-US" altLang="ja-JP"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rowSpan="5">
                  <a:txBody>
                    <a:bodyPr/>
                    <a:lstStyle/>
                    <a:p>
                      <a:pPr algn="ctr" rtl="0" fontAlgn="ctr"/>
                      <a:r>
                        <a:rPr lang="ja-JP" altLang="en-US" sz="1600" b="0" i="0" u="none" strike="noStrike">
                          <a:solidFill>
                            <a:srgbClr val="000000"/>
                          </a:solidFill>
                          <a:effectLst/>
                          <a:latin typeface="+mn-ea"/>
                          <a:ea typeface="+mn-ea"/>
                        </a:rPr>
                        <a:t>詳細設計</a:t>
                      </a:r>
                      <a:endParaRPr lang="en-US" altLang="ja-JP" sz="1600" b="0" i="0" u="none" strike="noStrike">
                        <a:solidFill>
                          <a:srgbClr val="000000"/>
                        </a:solidFill>
                        <a:effectLst/>
                        <a:latin typeface="+mn-ea"/>
                        <a:ea typeface="+mn-ea"/>
                      </a:endParaRPr>
                    </a:p>
                    <a:p>
                      <a:pPr algn="ctr" rtl="0" fontAlgn="ctr"/>
                      <a:r>
                        <a:rPr lang="ja-JP" altLang="en-US" sz="1600" b="0" i="0" u="none" strike="noStrike">
                          <a:solidFill>
                            <a:srgbClr val="000000"/>
                          </a:solidFill>
                          <a:effectLst/>
                          <a:latin typeface="+mn-ea"/>
                          <a:ea typeface="+mn-ea"/>
                        </a:rPr>
                        <a:t>製造</a:t>
                      </a:r>
                      <a:endParaRPr lang="en-US" altLang="ja-JP" sz="1600" b="0" i="0" u="none" strike="noStrike">
                        <a:solidFill>
                          <a:srgbClr val="000000"/>
                        </a:solidFill>
                        <a:effectLst/>
                        <a:latin typeface="+mn-ea"/>
                        <a:ea typeface="+mn-ea"/>
                      </a:endParaRPr>
                    </a:p>
                    <a:p>
                      <a:pPr algn="ctr" rtl="0" fontAlgn="ctr"/>
                      <a:r>
                        <a:rPr lang="ja-JP" altLang="en-US" sz="1600" b="0" i="0" u="none" strike="noStrike">
                          <a:solidFill>
                            <a:srgbClr val="000000"/>
                          </a:solidFill>
                          <a:effectLst/>
                          <a:latin typeface="+mn-ea"/>
                          <a:ea typeface="+mn-ea"/>
                        </a:rPr>
                        <a:t>単体テスト</a:t>
                      </a:r>
                      <a:endParaRPr lang="en-US" altLang="ja-JP"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rtl="0" fontAlgn="ctr"/>
                      <a:r>
                        <a:rPr lang="ja-JP" altLang="en-US" sz="1600" b="0" i="0" u="none" strike="noStrike">
                          <a:solidFill>
                            <a:srgbClr val="000000"/>
                          </a:solidFill>
                          <a:effectLst/>
                          <a:latin typeface="+mn-ea"/>
                          <a:ea typeface="+mn-ea"/>
                        </a:rPr>
                        <a:t>詳細設計</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mn-ea"/>
                        </a:rPr>
                        <a:t>1,500,000</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9992724"/>
                  </a:ext>
                </a:extLst>
              </a:tr>
              <a:tr h="217776">
                <a:tc vMerge="1">
                  <a:txBody>
                    <a:bodyPr/>
                    <a:lstStyle/>
                    <a:p>
                      <a:pPr algn="ctr" rtl="0" fontAlgn="ctr"/>
                      <a:endParaRPr lang="en-US" altLang="ja-JP" sz="1600" b="0" i="0" u="none" strike="noStrike">
                        <a:solidFill>
                          <a:srgbClr val="000000"/>
                        </a:solidFill>
                        <a:effectLst/>
                        <a:latin typeface="+mn-ea"/>
                        <a:ea typeface="+mn-ea"/>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l" rtl="0" fontAlgn="ctr"/>
                      <a:endParaRPr lang="ja-JP" altLang="en-US"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tc>
                <a:tc vMerge="1">
                  <a:txBody>
                    <a:bodyPr/>
                    <a:lstStyle/>
                    <a:p>
                      <a:pPr algn="ctr" rtl="0" fontAlgn="ctr"/>
                      <a:endParaRPr lang="en-US" altLang="ja-JP"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mn-ea"/>
                          <a:ea typeface="+mn-ea"/>
                        </a:rPr>
                        <a:t>開発・単体テスト</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mn-ea"/>
                        </a:rPr>
                        <a:t>4,500,000</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81687587"/>
                  </a:ext>
                </a:extLst>
              </a:tr>
              <a:tr h="217776">
                <a:tc vMerge="1">
                  <a:txBody>
                    <a:bodyPr/>
                    <a:lstStyle/>
                    <a:p>
                      <a:pPr algn="ctr" rtl="0" fontAlgn="ctr"/>
                      <a:endParaRPr lang="en-US" altLang="ja-JP" sz="1600" b="0" i="0" u="none" strike="noStrike">
                        <a:solidFill>
                          <a:srgbClr val="000000"/>
                        </a:solidFill>
                        <a:effectLst/>
                        <a:latin typeface="+mn-ea"/>
                        <a:ea typeface="+mn-ea"/>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l" rtl="0" fontAlgn="ctr"/>
                      <a:endParaRPr lang="ja-JP" altLang="en-US"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tc>
                <a:tc vMerge="1">
                  <a:txBody>
                    <a:bodyPr/>
                    <a:lstStyle/>
                    <a:p>
                      <a:pPr algn="ctr" rtl="0" fontAlgn="ctr"/>
                      <a:endParaRPr lang="en-US" altLang="ja-JP"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mn-ea"/>
                          <a:ea typeface="+mn-ea"/>
                        </a:rPr>
                        <a:t>結合テスト</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mn-ea"/>
                        </a:rPr>
                        <a:t>2,000,000</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92138994"/>
                  </a:ext>
                </a:extLst>
              </a:tr>
              <a:tr h="217776">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mn-ea"/>
                          <a:ea typeface="+mn-ea"/>
                        </a:rPr>
                        <a:t>プロジェクト管理</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mn-ea"/>
                        </a:rPr>
                        <a:t>1,000,000</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49424680"/>
                  </a:ext>
                </a:extLst>
              </a:tr>
              <a:tr h="217776">
                <a:tc vMerge="1">
                  <a:txBody>
                    <a:bodyPr/>
                    <a:lstStyle/>
                    <a:p>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tc>
                <a:tc vMerge="1">
                  <a:txBody>
                    <a:bodyPr/>
                    <a:lstStyle/>
                    <a:p>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r" rtl="0" fontAlgn="ctr"/>
                      <a:r>
                        <a:rPr lang="ja-JP" altLang="en-US" sz="1600" b="1" i="0" u="none" strike="noStrike">
                          <a:solidFill>
                            <a:srgbClr val="000000"/>
                          </a:solidFill>
                          <a:effectLst/>
                          <a:latin typeface="+mn-ea"/>
                          <a:ea typeface="+mn-ea"/>
                        </a:rPr>
                        <a:t>小計</a:t>
                      </a:r>
                    </a:p>
                  </a:txBody>
                  <a:tcPr marL="762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r" rtl="0" fontAlgn="ctr"/>
                      <a:r>
                        <a:rPr lang="en-US" altLang="ja-JP" sz="1600" b="1" i="0" u="none" strike="noStrike">
                          <a:solidFill>
                            <a:srgbClr val="000000"/>
                          </a:solidFill>
                          <a:effectLst/>
                          <a:latin typeface="游ゴシック" panose="020B0400000000000000" pitchFamily="50" charset="-128"/>
                          <a:ea typeface="+mn-ea"/>
                        </a:rPr>
                        <a:t>9,000,000</a:t>
                      </a:r>
                      <a:endParaRPr lang="en-US" altLang="ja-JP" sz="1600" b="1"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1753255510"/>
                  </a:ext>
                </a:extLst>
              </a:tr>
              <a:tr h="217776">
                <a:tc rowSpan="3">
                  <a:txBody>
                    <a:bodyPr/>
                    <a:lstStyle/>
                    <a:p>
                      <a:pPr algn="ctr" rtl="0" fontAlgn="ctr"/>
                      <a:r>
                        <a:rPr lang="en-US" altLang="ja-JP" sz="1600" b="0" i="0" u="none" strike="noStrike">
                          <a:solidFill>
                            <a:srgbClr val="000000"/>
                          </a:solidFill>
                          <a:effectLst/>
                          <a:latin typeface="+mn-ea"/>
                          <a:ea typeface="+mn-ea"/>
                        </a:rPr>
                        <a:t>3</a:t>
                      </a: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rowSpan="9">
                  <a:txBody>
                    <a:bodyPr/>
                    <a:lstStyle/>
                    <a:p>
                      <a:pPr algn="l" rtl="0" fontAlgn="ctr"/>
                      <a:r>
                        <a:rPr lang="ja-JP" altLang="en-US" sz="1600" b="0" i="0" u="none" strike="noStrike">
                          <a:solidFill>
                            <a:srgbClr val="000000"/>
                          </a:solidFill>
                          <a:effectLst/>
                          <a:latin typeface="+mn-ea"/>
                          <a:ea typeface="+mn-ea"/>
                        </a:rPr>
                        <a:t>準委任契約</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rowSpan="9">
                  <a:txBody>
                    <a:bodyPr/>
                    <a:lstStyle/>
                    <a:p>
                      <a:pPr algn="ctr" rtl="0" fontAlgn="ctr"/>
                      <a:r>
                        <a:rPr lang="ja-JP" altLang="en-US" sz="1600" b="0" i="0" u="none" strike="noStrike">
                          <a:solidFill>
                            <a:srgbClr val="000000"/>
                          </a:solidFill>
                          <a:effectLst/>
                          <a:latin typeface="+mn-ea"/>
                          <a:ea typeface="+mn-ea"/>
                        </a:rPr>
                        <a:t>導入</a:t>
                      </a:r>
                      <a:endParaRPr lang="en-US" altLang="ja-JP"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rowSpan="3">
                  <a:txBody>
                    <a:bodyPr/>
                    <a:lstStyle/>
                    <a:p>
                      <a:pPr algn="ctr" rtl="0" fontAlgn="ctr"/>
                      <a:r>
                        <a:rPr lang="ja-JP" altLang="en-US" sz="1600" b="0" i="0" u="none" strike="noStrike">
                          <a:solidFill>
                            <a:srgbClr val="000000"/>
                          </a:solidFill>
                          <a:effectLst/>
                          <a:latin typeface="+mn-ea"/>
                          <a:ea typeface="+mn-ea"/>
                        </a:rPr>
                        <a:t>システムテスト</a:t>
                      </a:r>
                      <a:endParaRPr lang="en-US" altLang="ja-JP"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rtl="0" fontAlgn="ctr"/>
                      <a:r>
                        <a:rPr lang="ja-JP" altLang="en-US" sz="1600" b="0" i="0" u="none" strike="noStrike">
                          <a:solidFill>
                            <a:srgbClr val="000000"/>
                          </a:solidFill>
                          <a:effectLst/>
                          <a:latin typeface="+mn-ea"/>
                          <a:ea typeface="+mn-ea"/>
                        </a:rPr>
                        <a:t>システムテスト</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mn-ea"/>
                        </a:rPr>
                        <a:t>1,500,000</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864554512"/>
                  </a:ext>
                </a:extLst>
              </a:tr>
              <a:tr h="217776">
                <a:tc vMerge="1">
                  <a:txBody>
                    <a:bodyPr/>
                    <a:lstStyle/>
                    <a:p>
                      <a:endParaRPr kumimoji="1" lang="ja-JP" altLang="en-US"/>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tc>
                <a:tc vMerge="1">
                  <a:txBody>
                    <a:bodyPr/>
                    <a:lstStyle/>
                    <a:p>
                      <a:endParaRPr kumimoji="1" lang="ja-JP" altLang="en-US"/>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mn-ea"/>
                          <a:ea typeface="+mn-ea"/>
                        </a:rPr>
                        <a:t>プロジェクト管理</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mn-ea"/>
                        </a:rPr>
                        <a:t>500,000</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59688465"/>
                  </a:ext>
                </a:extLst>
              </a:tr>
              <a:tr h="217776">
                <a:tc vMerge="1">
                  <a:txBody>
                    <a:bodyPr/>
                    <a:lstStyle/>
                    <a:p>
                      <a:endParaRPr kumimoji="1" lang="ja-JP" altLang="en-US"/>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tc>
                <a:tc vMerge="1">
                  <a:txBody>
                    <a:bodyPr/>
                    <a:lstStyle/>
                    <a:p>
                      <a:endParaRPr kumimoji="1" lang="ja-JP" altLang="en-US"/>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r" rtl="0" fontAlgn="ctr"/>
                      <a:r>
                        <a:rPr lang="ja-JP" altLang="en-US" sz="1600" b="1" i="0" u="none" strike="noStrike">
                          <a:solidFill>
                            <a:srgbClr val="000000"/>
                          </a:solidFill>
                          <a:effectLst/>
                          <a:latin typeface="+mn-ea"/>
                          <a:ea typeface="+mn-ea"/>
                        </a:rPr>
                        <a:t>小計</a:t>
                      </a:r>
                    </a:p>
                  </a:txBody>
                  <a:tcPr marL="762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r" rtl="0" fontAlgn="ctr"/>
                      <a:r>
                        <a:rPr lang="en-US" altLang="ja-JP" sz="1600" b="1" i="0" u="none" strike="noStrike">
                          <a:solidFill>
                            <a:srgbClr val="000000"/>
                          </a:solidFill>
                          <a:effectLst/>
                          <a:latin typeface="游ゴシック" panose="020B0400000000000000" pitchFamily="50" charset="-128"/>
                          <a:ea typeface="+mn-ea"/>
                        </a:rPr>
                        <a:t>2,000,000</a:t>
                      </a:r>
                      <a:endParaRPr lang="en-US" altLang="ja-JP" sz="1600" b="1"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3536363478"/>
                  </a:ext>
                </a:extLst>
              </a:tr>
              <a:tr h="217776">
                <a:tc rowSpan="3">
                  <a:txBody>
                    <a:bodyPr/>
                    <a:lstStyle/>
                    <a:p>
                      <a:pPr algn="ctr" rtl="0" fontAlgn="ctr"/>
                      <a:r>
                        <a:rPr lang="en-US" altLang="ja-JP" sz="1600" b="0" i="0" u="none" strike="noStrike">
                          <a:solidFill>
                            <a:srgbClr val="000000"/>
                          </a:solidFill>
                          <a:effectLst/>
                          <a:latin typeface="+mn-ea"/>
                          <a:ea typeface="+mn-ea"/>
                        </a:rPr>
                        <a:t>4</a:t>
                      </a: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vMerge="1">
                  <a:txBody>
                    <a:bodyPr/>
                    <a:lstStyle/>
                    <a:p>
                      <a:endParaRPr/>
                    </a:p>
                  </a:txBody>
                  <a:tcPr marL="72000" marR="7200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vMerge="1">
                  <a:txBody>
                    <a:bodyPr/>
                    <a:lstStyle/>
                    <a:p>
                      <a:pPr algn="ctr" rtl="0" fontAlgn="ctr"/>
                      <a:endParaRPr lang="en-US" altLang="ja-JP" sz="1600" b="0" i="0" u="none" strike="noStrike">
                        <a:solidFill>
                          <a:srgbClr val="000000"/>
                        </a:solidFill>
                        <a:effectLst/>
                        <a:latin typeface="+mn-ea"/>
                        <a:ea typeface="+mn-ea"/>
                      </a:endParaRPr>
                    </a:p>
                  </a:txBody>
                  <a:tcPr marL="72000" marR="7200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rowSpan="3">
                  <a:txBody>
                    <a:bodyPr/>
                    <a:lstStyle/>
                    <a:p>
                      <a:pPr algn="ctr" rtl="0" fontAlgn="ctr"/>
                      <a:r>
                        <a:rPr lang="ja-JP" altLang="en-US" sz="1600" b="0" i="0" u="none" strike="noStrike">
                          <a:solidFill>
                            <a:srgbClr val="000000"/>
                          </a:solidFill>
                          <a:effectLst/>
                          <a:latin typeface="+mn-ea"/>
                          <a:ea typeface="+mn-ea"/>
                        </a:rPr>
                        <a:t>受入テスト支援</a:t>
                      </a:r>
                      <a:endParaRPr lang="en-US" altLang="ja-JP"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rtl="0" fontAlgn="ctr"/>
                      <a:r>
                        <a:rPr lang="ja-JP" altLang="en-US" sz="1600" b="0" i="0" u="none" strike="noStrike">
                          <a:solidFill>
                            <a:srgbClr val="000000"/>
                          </a:solidFill>
                          <a:effectLst/>
                          <a:latin typeface="+mn-ea"/>
                          <a:ea typeface="+mn-ea"/>
                        </a:rPr>
                        <a:t>受入テスト支援</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mn-ea"/>
                        </a:rPr>
                        <a:t>1,000,000</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509536486"/>
                  </a:ext>
                </a:extLst>
              </a:tr>
              <a:tr h="217776">
                <a:tc vMerge="1">
                  <a:txBody>
                    <a:bodyPr/>
                    <a:lstStyle/>
                    <a:p>
                      <a:endParaRPr kumimoji="1" lang="ja-JP" altLang="en-US"/>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tc>
                <a:tc vMerge="1">
                  <a:txBody>
                    <a:bodyPr/>
                    <a:lstStyle/>
                    <a:p>
                      <a:endParaRPr kumimoji="1" lang="ja-JP" altLang="en-US"/>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mn-ea"/>
                          <a:ea typeface="+mn-ea"/>
                        </a:rPr>
                        <a:t>プロジェクト管理</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mn-ea"/>
                        </a:rPr>
                        <a:t>300,000</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03730907"/>
                  </a:ext>
                </a:extLst>
              </a:tr>
              <a:tr h="217776">
                <a:tc vMerge="1">
                  <a:txBody>
                    <a:bodyPr/>
                    <a:lstStyle/>
                    <a:p>
                      <a:endParaRPr kumimoji="1" lang="ja-JP" altLang="en-US"/>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tc>
                <a:tc vMerge="1">
                  <a:txBody>
                    <a:bodyPr/>
                    <a:lstStyle/>
                    <a:p>
                      <a:endParaRPr kumimoji="1" lang="ja-JP" altLang="en-US"/>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r" rtl="0" fontAlgn="ctr"/>
                      <a:r>
                        <a:rPr lang="ja-JP" altLang="en-US" sz="1600" b="1" i="0" u="none" strike="noStrike">
                          <a:solidFill>
                            <a:srgbClr val="000000"/>
                          </a:solidFill>
                          <a:effectLst/>
                          <a:latin typeface="+mn-ea"/>
                          <a:ea typeface="+mn-ea"/>
                        </a:rPr>
                        <a:t>小計</a:t>
                      </a:r>
                    </a:p>
                  </a:txBody>
                  <a:tcPr marL="762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lang="en-US" altLang="ja-JP" sz="1600" b="1" i="0" u="none" strike="noStrike">
                          <a:solidFill>
                            <a:srgbClr val="000000"/>
                          </a:solidFill>
                          <a:effectLst/>
                          <a:latin typeface="游ゴシック" panose="020B0400000000000000" pitchFamily="50" charset="-128"/>
                          <a:ea typeface="+mn-ea"/>
                        </a:rPr>
                        <a:t>1,300,000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2638431764"/>
                  </a:ext>
                </a:extLst>
              </a:tr>
              <a:tr h="217776">
                <a:tc rowSpan="3">
                  <a:txBody>
                    <a:bodyPr/>
                    <a:lstStyle/>
                    <a:p>
                      <a:pPr algn="ctr" rtl="0" fontAlgn="ctr"/>
                      <a:r>
                        <a:rPr lang="en-US" altLang="ja-JP" sz="1600" b="0" i="0" u="none" strike="noStrike">
                          <a:solidFill>
                            <a:srgbClr val="000000"/>
                          </a:solidFill>
                          <a:effectLst/>
                          <a:latin typeface="+mn-ea"/>
                          <a:ea typeface="+mn-ea"/>
                        </a:rPr>
                        <a:t>5</a:t>
                      </a: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vMerge="1">
                  <a:txBody>
                    <a:bodyPr/>
                    <a:lstStyle/>
                    <a:p>
                      <a:endParaRPr/>
                    </a:p>
                  </a:txBody>
                  <a:tcPr marL="72000" marR="7200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vMerge="1">
                  <a:txBody>
                    <a:bodyPr/>
                    <a:lstStyle/>
                    <a:p>
                      <a:pPr algn="ctr" rtl="0" fontAlgn="ctr"/>
                      <a:endParaRPr lang="en-US" altLang="ja-JP" sz="1600" b="0" i="0" u="none" strike="noStrike">
                        <a:solidFill>
                          <a:srgbClr val="000000"/>
                        </a:solidFill>
                        <a:effectLst/>
                        <a:latin typeface="+mn-ea"/>
                        <a:ea typeface="+mn-ea"/>
                      </a:endParaRPr>
                    </a:p>
                  </a:txBody>
                  <a:tcPr marL="72000" marR="7200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rowSpan="3">
                  <a:txBody>
                    <a:bodyPr/>
                    <a:lstStyle/>
                    <a:p>
                      <a:pPr algn="ctr" rtl="0" fontAlgn="ctr"/>
                      <a:r>
                        <a:rPr lang="ja-JP" altLang="en-US" sz="1600" b="0" i="0" u="none" strike="noStrike">
                          <a:solidFill>
                            <a:srgbClr val="000000"/>
                          </a:solidFill>
                          <a:effectLst/>
                          <a:latin typeface="+mn-ea"/>
                          <a:ea typeface="+mn-ea"/>
                        </a:rPr>
                        <a:t>初期流動</a:t>
                      </a:r>
                      <a:endParaRPr lang="en-US" altLang="ja-JP"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rtl="0" fontAlgn="ctr"/>
                      <a:r>
                        <a:rPr lang="ja-JP" altLang="en-US" sz="1600" b="0" i="0" u="none" strike="noStrike">
                          <a:solidFill>
                            <a:srgbClr val="000000"/>
                          </a:solidFill>
                          <a:effectLst/>
                          <a:latin typeface="+mn-ea"/>
                          <a:ea typeface="+mn-ea"/>
                        </a:rPr>
                        <a:t>初期流動</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mn-ea"/>
                        </a:rPr>
                        <a:t>1,000,000</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264034841"/>
                  </a:ext>
                </a:extLst>
              </a:tr>
              <a:tr h="217776">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tc>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T w="12700" cap="flat" cmpd="sng" algn="ctr">
                      <a:solidFill>
                        <a:schemeClr val="bg1">
                          <a:lumMod val="65000"/>
                        </a:schemeClr>
                      </a:solidFill>
                      <a:prstDash val="solid"/>
                      <a:round/>
                      <a:headEnd type="none" w="med" len="med"/>
                      <a:tailEnd type="none" w="med" len="med"/>
                    </a:lnT>
                  </a:tcPr>
                </a:tc>
                <a:tc>
                  <a:txBody>
                    <a:bodyPr/>
                    <a:lstStyle/>
                    <a:p>
                      <a:pPr algn="l" rtl="0" fontAlgn="ctr"/>
                      <a:r>
                        <a:rPr lang="ja-JP" altLang="en-US" sz="1600" b="0" i="0" u="none" strike="noStrike">
                          <a:solidFill>
                            <a:srgbClr val="000000"/>
                          </a:solidFill>
                          <a:effectLst/>
                          <a:latin typeface="+mn-ea"/>
                          <a:ea typeface="+mn-ea"/>
                        </a:rPr>
                        <a:t>プロジェクト管理</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mn-ea"/>
                        </a:rPr>
                        <a:t>300,000</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552556576"/>
                  </a:ext>
                </a:extLst>
              </a:tr>
              <a:tr h="217776">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tc>
                <a:tc vMerge="1">
                  <a:txBody>
                    <a:bodyPr/>
                    <a:lstStyle/>
                    <a:p>
                      <a:endParaRPr kumimoji="1" lang="ja-JP" altLang="en-US"/>
                    </a:p>
                  </a:txBody>
                  <a:tcPr/>
                </a:tc>
                <a:tc>
                  <a:txBody>
                    <a:bodyPr/>
                    <a:lstStyle/>
                    <a:p>
                      <a:pPr algn="r" rtl="0" fontAlgn="ctr"/>
                      <a:r>
                        <a:rPr lang="ja-JP" altLang="en-US" sz="1600" b="1" i="0" u="none" strike="noStrike">
                          <a:solidFill>
                            <a:srgbClr val="000000"/>
                          </a:solidFill>
                          <a:effectLst/>
                          <a:latin typeface="+mn-ea"/>
                          <a:ea typeface="+mn-ea"/>
                        </a:rPr>
                        <a:t>小計</a:t>
                      </a:r>
                    </a:p>
                  </a:txBody>
                  <a:tcPr marL="762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lang="en-US" altLang="ja-JP" sz="1600" b="1" i="0" u="none" strike="noStrike">
                          <a:solidFill>
                            <a:srgbClr val="000000"/>
                          </a:solidFill>
                          <a:effectLst/>
                          <a:latin typeface="游ゴシック" panose="020B0400000000000000" pitchFamily="50" charset="-128"/>
                          <a:ea typeface="+mn-ea"/>
                        </a:rPr>
                        <a:t>1,300,000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2037077344"/>
                  </a:ext>
                </a:extLst>
              </a:tr>
              <a:tr h="217776">
                <a:tc gridSpan="5">
                  <a:txBody>
                    <a:bodyPr/>
                    <a:lstStyle/>
                    <a:p>
                      <a:pPr algn="r" rtl="0" fontAlgn="ctr"/>
                      <a:r>
                        <a:rPr lang="ja-JP" altLang="en-US" sz="1600" b="1" i="0" u="none" strike="noStrike">
                          <a:solidFill>
                            <a:srgbClr val="000000"/>
                          </a:solidFill>
                          <a:effectLst/>
                          <a:latin typeface="+mn-ea"/>
                          <a:ea typeface="+mn-ea"/>
                        </a:rPr>
                        <a:t>合計</a:t>
                      </a:r>
                      <a:endParaRPr lang="en-US" altLang="ja-JP" sz="1600" b="1" i="0" u="none" strike="noStrike">
                        <a:solidFill>
                          <a:srgbClr val="000000"/>
                        </a:solidFill>
                        <a:effectLst/>
                        <a:latin typeface="+mn-ea"/>
                        <a:ea typeface="+mn-ea"/>
                      </a:endParaRPr>
                    </a:p>
                  </a:txBody>
                  <a:tcPr marL="762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tc hMerge="1">
                  <a:txBody>
                    <a:bodyPr/>
                    <a:lstStyle/>
                    <a:p>
                      <a:pPr algn="l" rtl="0" fontAlgn="ctr"/>
                      <a:endParaRPr lang="ja-JP" altLang="en-US" sz="1600" b="0" i="0" u="none" strike="noStrike">
                        <a:solidFill>
                          <a:srgbClr val="000000"/>
                        </a:solidFill>
                        <a:effectLst/>
                        <a:latin typeface="+mn-ea"/>
                        <a:ea typeface="+mn-ea"/>
                      </a:endParaRPr>
                    </a:p>
                  </a:txBody>
                  <a:tcPr marL="7200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hMerge="1">
                  <a:txBody>
                    <a:bodyPr/>
                    <a:lstStyle/>
                    <a:p>
                      <a:endParaRPr kumimoji="1" lang="ja-JP" altLang="en-US"/>
                    </a:p>
                  </a:txBody>
                  <a:tcPr/>
                </a:tc>
                <a:tc hMerge="1">
                  <a:txBody>
                    <a:bodyPr/>
                    <a:lstStyle/>
                    <a:p>
                      <a:endParaRPr kumimoji="1" lang="ja-JP" altLang="en-US"/>
                    </a:p>
                  </a:txBody>
                  <a:tcPr/>
                </a:tc>
                <a:tc hMerge="1">
                  <a:txBody>
                    <a:bodyPr/>
                    <a:lstStyle/>
                    <a:p>
                      <a:pPr algn="r" rtl="0" fontAlgn="ctr"/>
                      <a:endParaRPr lang="ja-JP" altLang="en-US" sz="1600" b="1" i="0" u="none" strike="noStrike">
                        <a:solidFill>
                          <a:srgbClr val="000000"/>
                        </a:solidFill>
                        <a:effectLst/>
                        <a:latin typeface="+mn-ea"/>
                        <a:ea typeface="+mn-ea"/>
                      </a:endParaRPr>
                    </a:p>
                  </a:txBody>
                  <a:tcPr marL="7620" marR="7620" marT="762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a:solidFill>
                            <a:srgbClr val="000000"/>
                          </a:solidFill>
                          <a:effectLst/>
                          <a:latin typeface="游ゴシック" panose="020B0400000000000000" pitchFamily="50" charset="-128"/>
                          <a:ea typeface="+mn-ea"/>
                        </a:rPr>
                        <a:t>19,700,000</a:t>
                      </a:r>
                      <a:endParaRPr lang="en-US" altLang="ja-JP" sz="1600" b="1"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extLst>
                  <a:ext uri="{0D108BD9-81ED-4DB2-BD59-A6C34878D82A}">
                    <a16:rowId xmlns:a16="http://schemas.microsoft.com/office/drawing/2014/main" val="3451803144"/>
                  </a:ext>
                </a:extLst>
              </a:tr>
            </a:tbl>
          </a:graphicData>
        </a:graphic>
      </p:graphicFrame>
    </p:spTree>
    <p:extLst>
      <p:ext uri="{BB962C8B-B14F-4D97-AF65-F5344CB8AC3E}">
        <p14:creationId xmlns:p14="http://schemas.microsoft.com/office/powerpoint/2010/main" val="96082289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11563E-73D9-7457-76D3-F4FF9D50118E}"/>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AAC1507F-D843-BA3F-D5B9-B45C79BD6154}"/>
              </a:ext>
            </a:extLst>
          </p:cNvPr>
          <p:cNvSpPr>
            <a:spLocks noGrp="1"/>
          </p:cNvSpPr>
          <p:nvPr>
            <p:ph type="title"/>
          </p:nvPr>
        </p:nvSpPr>
        <p:spPr/>
        <p:txBody>
          <a:bodyPr/>
          <a:lstStyle/>
          <a:p>
            <a:r>
              <a:rPr kumimoji="1" lang="ja-JP" altLang="en-US"/>
              <a:t>お見積もり前提条件</a:t>
            </a:r>
          </a:p>
        </p:txBody>
      </p:sp>
      <p:sp>
        <p:nvSpPr>
          <p:cNvPr id="4" name="フッター プレースホルダー 3">
            <a:extLst>
              <a:ext uri="{FF2B5EF4-FFF2-40B4-BE49-F238E27FC236}">
                <a16:creationId xmlns:a16="http://schemas.microsoft.com/office/drawing/2014/main" id="{B9A0B4E4-BDD5-929C-7738-7C7D2D817C1D}"/>
              </a:ext>
            </a:extLst>
          </p:cNvPr>
          <p:cNvSpPr>
            <a:spLocks noGrp="1"/>
          </p:cNvSpPr>
          <p:nvPr>
            <p:ph type="ftr" sz="quarter" idx="11"/>
          </p:nvPr>
        </p:nvSpPr>
        <p:spPr/>
        <p:txBody>
          <a:bodyPr/>
          <a:lstStyle/>
          <a:p>
            <a:r>
              <a:rPr lang="en-US"/>
              <a:t>Copyright © SystemEXE,Inc All Rights Reserved.</a:t>
            </a:r>
          </a:p>
        </p:txBody>
      </p:sp>
      <p:sp>
        <p:nvSpPr>
          <p:cNvPr id="8" name="コンテンツ プレースホルダー 2">
            <a:extLst>
              <a:ext uri="{FF2B5EF4-FFF2-40B4-BE49-F238E27FC236}">
                <a16:creationId xmlns:a16="http://schemas.microsoft.com/office/drawing/2014/main" id="{6AE8CC45-2A20-B6E7-E20B-802E66F6B3D5}"/>
              </a:ext>
            </a:extLst>
          </p:cNvPr>
          <p:cNvSpPr txBox="1">
            <a:spLocks/>
          </p:cNvSpPr>
          <p:nvPr/>
        </p:nvSpPr>
        <p:spPr>
          <a:xfrm>
            <a:off x="516000" y="728028"/>
            <a:ext cx="11554080" cy="5913027"/>
          </a:xfrm>
          <a:prstGeom prst="rect">
            <a:avLst/>
          </a:prstGeom>
        </p:spPr>
        <p:txBody>
          <a:bodyPr vert="horz" lIns="91440" tIns="45720" rIns="91440" bIns="45720" rtlCol="0">
            <a:noAutofit/>
          </a:bodyPr>
          <a:lstStyle>
            <a:lvl1pPr marL="228600" indent="-228600" algn="l" defTabSz="914400" rtl="0" eaLnBrk="1" latinLnBrk="0" hangingPunct="1">
              <a:lnSpc>
                <a:spcPct val="100000"/>
              </a:lnSpc>
              <a:spcBef>
                <a:spcPts val="1000"/>
              </a:spcBef>
              <a:buFont typeface="Arial" panose="020B0604020202020204" pitchFamily="34" charset="0"/>
              <a:buChar char="•"/>
              <a:defRPr kumimoji="1" sz="1600" kern="1200">
                <a:solidFill>
                  <a:schemeClr val="tx1"/>
                </a:solidFill>
                <a:latin typeface="游ゴシック" panose="020B0400000000000000" pitchFamily="50" charset="-128"/>
                <a:ea typeface="游ゴシック" panose="020B0400000000000000" pitchFamily="50" charset="-128"/>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kumimoji="1" sz="1600" kern="1200">
                <a:solidFill>
                  <a:schemeClr val="tx1"/>
                </a:solidFill>
                <a:latin typeface="游ゴシック" panose="020B0400000000000000" pitchFamily="50" charset="-128"/>
                <a:ea typeface="游ゴシック" panose="020B0400000000000000" pitchFamily="50" charset="-128"/>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kumimoji="1" sz="1600" kern="1200">
                <a:solidFill>
                  <a:schemeClr val="tx1"/>
                </a:solidFill>
                <a:latin typeface="游ゴシック" panose="020B0400000000000000" pitchFamily="50" charset="-128"/>
                <a:ea typeface="游ゴシック" panose="020B0400000000000000" pitchFamily="50" charset="-128"/>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kumimoji="1" sz="1600" kern="1200">
                <a:solidFill>
                  <a:schemeClr val="tx1"/>
                </a:solidFill>
                <a:latin typeface="游ゴシック" panose="020B0400000000000000" pitchFamily="50" charset="-128"/>
                <a:ea typeface="游ゴシック" panose="020B0400000000000000" pitchFamily="50" charset="-128"/>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kumimoji="1" sz="1600" kern="1200">
                <a:solidFill>
                  <a:schemeClr val="tx1"/>
                </a:solidFill>
                <a:latin typeface="游ゴシック" panose="020B0400000000000000" pitchFamily="50" charset="-128"/>
                <a:ea typeface="游ゴシック" panose="020B0400000000000000"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dirty="0"/>
              <a:t>お見積もり金額はすべて税抜きでの記載となります。</a:t>
            </a:r>
            <a:endParaRPr lang="en-US" altLang="ja-JP" dirty="0"/>
          </a:p>
          <a:p>
            <a:r>
              <a:rPr lang="ja-JP" altLang="en-US" b="1" dirty="0">
                <a:solidFill>
                  <a:srgbClr val="FF0000"/>
                </a:solidFill>
              </a:rPr>
              <a:t>受領資料から弊社で作成した</a:t>
            </a:r>
            <a:r>
              <a:rPr lang="ja-JP" altLang="en-US" b="1" dirty="0">
                <a:solidFill>
                  <a:srgbClr val="FF0000"/>
                </a:solidFill>
                <a:latin typeface="+mn-ea"/>
                <a:ea typeface="+mn-ea"/>
              </a:rPr>
              <a:t>「想定</a:t>
            </a:r>
            <a:r>
              <a:rPr kumimoji="1" lang="ja-JP" altLang="en-US" b="1" dirty="0">
                <a:solidFill>
                  <a:srgbClr val="FF0000"/>
                </a:solidFill>
                <a:latin typeface="+mn-ea"/>
                <a:ea typeface="+mn-ea"/>
              </a:rPr>
              <a:t>機能・</a:t>
            </a:r>
            <a:r>
              <a:rPr lang="ja-JP" altLang="en-US" b="1" dirty="0">
                <a:solidFill>
                  <a:srgbClr val="FF0000"/>
                </a:solidFill>
                <a:latin typeface="+mn-ea"/>
                <a:ea typeface="+mn-ea"/>
              </a:rPr>
              <a:t>画面</a:t>
            </a:r>
            <a:r>
              <a:rPr kumimoji="1" lang="ja-JP" altLang="en-US" b="1" dirty="0">
                <a:solidFill>
                  <a:srgbClr val="FF0000"/>
                </a:solidFill>
                <a:latin typeface="+mn-ea"/>
                <a:ea typeface="+mn-ea"/>
              </a:rPr>
              <a:t>一覧①～</a:t>
            </a:r>
            <a:r>
              <a:rPr lang="ja-JP" altLang="en-US" b="1" dirty="0">
                <a:solidFill>
                  <a:srgbClr val="FF0000"/>
                </a:solidFill>
                <a:latin typeface="+mn-ea"/>
                <a:ea typeface="+mn-ea"/>
              </a:rPr>
              <a:t>③」</a:t>
            </a:r>
            <a:r>
              <a:rPr lang="ja-JP" altLang="en-US" b="1" dirty="0">
                <a:solidFill>
                  <a:srgbClr val="FF0000"/>
                </a:solidFill>
              </a:rPr>
              <a:t>を前提とした概算見積となります。</a:t>
            </a:r>
            <a:br>
              <a:rPr lang="en-US" altLang="ja-JP" b="1" dirty="0">
                <a:solidFill>
                  <a:srgbClr val="FF0000"/>
                </a:solidFill>
              </a:rPr>
            </a:br>
            <a:r>
              <a:rPr lang="ja-JP" altLang="en-US" b="1" dirty="0">
                <a:solidFill>
                  <a:srgbClr val="FF0000"/>
                </a:solidFill>
              </a:rPr>
              <a:t>想定している機能から機能数や規模が変更になった場合は変更となります</a:t>
            </a:r>
            <a:r>
              <a:rPr lang="ja-JP" altLang="en-US" dirty="0"/>
              <a:t>。</a:t>
            </a:r>
            <a:endParaRPr lang="en-US" altLang="ja-JP" dirty="0"/>
          </a:p>
          <a:p>
            <a:r>
              <a:rPr lang="ja-JP" altLang="en-US" dirty="0"/>
              <a:t>下記については本お見積もりには含まれておりません。</a:t>
            </a:r>
            <a:endParaRPr lang="en-US" altLang="ja-JP" dirty="0"/>
          </a:p>
          <a:p>
            <a:pPr lvl="1">
              <a:buFont typeface="Wingdings" panose="05000000000000000000" pitchFamily="2" charset="2"/>
              <a:buChar char="ü"/>
            </a:pPr>
            <a:r>
              <a:rPr lang="ja-JP" altLang="en-US" sz="1400" dirty="0"/>
              <a:t>データ移行</a:t>
            </a:r>
            <a:endParaRPr lang="en-US" altLang="ja-JP" sz="1400" dirty="0"/>
          </a:p>
          <a:p>
            <a:pPr lvl="1">
              <a:buFont typeface="Wingdings" panose="05000000000000000000" pitchFamily="2" charset="2"/>
              <a:buChar char="ü"/>
            </a:pPr>
            <a:r>
              <a:rPr lang="ja-JP" altLang="en-US" sz="1400" dirty="0"/>
              <a:t>モバイル端末対応</a:t>
            </a:r>
            <a:endParaRPr lang="en-US" altLang="ja-JP" sz="1400" dirty="0"/>
          </a:p>
          <a:p>
            <a:pPr lvl="1">
              <a:buFont typeface="Wingdings" panose="05000000000000000000" pitchFamily="2" charset="2"/>
              <a:buChar char="ü"/>
            </a:pPr>
            <a:r>
              <a:rPr lang="ja-JP" altLang="en-US" sz="1400" dirty="0"/>
              <a:t>外部</a:t>
            </a:r>
            <a:r>
              <a:rPr lang="en-US" altLang="ja-JP" sz="1400" dirty="0"/>
              <a:t>IF</a:t>
            </a:r>
            <a:r>
              <a:rPr lang="ja-JP" altLang="en-US" sz="1400" dirty="0"/>
              <a:t>連携</a:t>
            </a:r>
            <a:endParaRPr lang="en-US" altLang="ja-JP" sz="1400" dirty="0"/>
          </a:p>
          <a:p>
            <a:pPr lvl="1">
              <a:buFont typeface="Wingdings" panose="05000000000000000000" pitchFamily="2" charset="2"/>
              <a:buChar char="ü"/>
            </a:pPr>
            <a:r>
              <a:rPr lang="ja-JP" altLang="en-US" sz="1400" dirty="0"/>
              <a:t>脆弱性診断の実施費用</a:t>
            </a:r>
            <a:endParaRPr lang="en-US" altLang="ja-JP" sz="1400" dirty="0"/>
          </a:p>
          <a:p>
            <a:pPr lvl="1">
              <a:buFont typeface="Wingdings" panose="05000000000000000000" pitchFamily="2" charset="2"/>
              <a:buChar char="ü"/>
            </a:pPr>
            <a:r>
              <a:rPr lang="ja-JP" altLang="en-US" sz="1400" dirty="0"/>
              <a:t>システムご利用ユーザーへの教育費用</a:t>
            </a:r>
            <a:endParaRPr lang="en-US" altLang="ja-JP" sz="1400" dirty="0"/>
          </a:p>
          <a:p>
            <a:pPr lvl="1">
              <a:buFont typeface="Wingdings" panose="05000000000000000000" pitchFamily="2" charset="2"/>
              <a:buChar char="ü"/>
            </a:pPr>
            <a:r>
              <a:rPr lang="ja-JP" altLang="en-US" sz="1400" dirty="0"/>
              <a:t>ハードウェア、ネットワーク、ミドルウェア、クラウド環境の調達費用および利用料、設定作業等</a:t>
            </a:r>
            <a:endParaRPr lang="en-US" altLang="ja-JP" sz="1400" dirty="0"/>
          </a:p>
          <a:p>
            <a:pPr lvl="1">
              <a:buFont typeface="Wingdings" panose="05000000000000000000" pitchFamily="2" charset="2"/>
              <a:buChar char="ü"/>
            </a:pPr>
            <a:r>
              <a:rPr lang="ja-JP" altLang="en-US" sz="1400" dirty="0"/>
              <a:t>運用・保守費用</a:t>
            </a:r>
            <a:endParaRPr lang="en-US" altLang="ja-JP" sz="1400" dirty="0"/>
          </a:p>
          <a:p>
            <a:r>
              <a:rPr lang="ja-JP" altLang="en-US" dirty="0"/>
              <a:t>ドキュメントは弊社フォーマットでの作成を前提とし、別フォーマットで作成する場合は別途協議といたします。</a:t>
            </a:r>
          </a:p>
          <a:p>
            <a:r>
              <a:rPr lang="ja-JP" altLang="en-US" dirty="0"/>
              <a:t>作業場所は、打合せを除き、原則弊社オフィス内（在宅勤務含む）といたします。</a:t>
            </a:r>
            <a:endParaRPr lang="en-US" altLang="ja-JP" dirty="0"/>
          </a:p>
          <a:p>
            <a:r>
              <a:rPr lang="ja-JP" altLang="en-US" dirty="0"/>
              <a:t>東京２３区以外でのオフィスや事業所等での作業につきましては、交通費・宿泊費を別途ご請求といたします。</a:t>
            </a:r>
            <a:endParaRPr lang="en-US" altLang="ja-JP" dirty="0"/>
          </a:p>
          <a:p>
            <a:r>
              <a:rPr lang="ja-JP" altLang="en-US" dirty="0"/>
              <a:t>瑕疵担保責任期間は検収日より１年間とします。（検収日より</a:t>
            </a:r>
            <a:r>
              <a:rPr lang="en-US" altLang="ja-JP" dirty="0"/>
              <a:t>1</a:t>
            </a:r>
            <a:r>
              <a:rPr lang="ja-JP" altLang="en-US" dirty="0"/>
              <a:t>年間に限り契約不適合責任を追及できることとします。）</a:t>
            </a:r>
            <a:endParaRPr lang="en-US" altLang="ja-JP" dirty="0"/>
          </a:p>
          <a:p>
            <a:r>
              <a:rPr lang="ja-JP" altLang="en-US" dirty="0"/>
              <a:t>作業の一部を弊社パートナー会社へ再委託させていただく場合がございます。再委託先は、弊社グループ会社であるシステムエグゼベトナムを含みます。</a:t>
            </a:r>
            <a:endParaRPr lang="en-US" altLang="ja-JP" dirty="0"/>
          </a:p>
          <a:p>
            <a:r>
              <a:rPr lang="ja-JP" altLang="en-US" dirty="0"/>
              <a:t>上記諸条件および本提案書に記載のない諸条件</a:t>
            </a:r>
            <a:r>
              <a:rPr lang="en-US" altLang="ja-JP" dirty="0"/>
              <a:t>/</a:t>
            </a:r>
            <a:r>
              <a:rPr lang="ja-JP" altLang="en-US" dirty="0"/>
              <a:t>作業内容につきましては、別途ご相談の上、決定させていただきます。</a:t>
            </a:r>
            <a:endParaRPr lang="en-US" altLang="ja-JP" dirty="0"/>
          </a:p>
        </p:txBody>
      </p:sp>
    </p:spTree>
    <p:extLst>
      <p:ext uri="{BB962C8B-B14F-4D97-AF65-F5344CB8AC3E}">
        <p14:creationId xmlns:p14="http://schemas.microsoft.com/office/powerpoint/2010/main" val="251325728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フッター プレースホルダー 2"/>
          <p:cNvSpPr>
            <a:spLocks noGrp="1"/>
          </p:cNvSpPr>
          <p:nvPr>
            <p:ph type="ftr" sz="quarter" idx="11"/>
          </p:nvPr>
        </p:nvSpPr>
        <p:spPr/>
        <p:txBody>
          <a:bodyPr/>
          <a:lstStyle/>
          <a:p>
            <a:r>
              <a:rPr lang="en-US"/>
              <a:t>Copyright © SystemEXE,Inc All Rights Reserved.</a:t>
            </a:r>
          </a:p>
        </p:txBody>
      </p:sp>
      <p:sp>
        <p:nvSpPr>
          <p:cNvPr id="5" name="テキスト プレースホルダー 4"/>
          <p:cNvSpPr>
            <a:spLocks noGrp="1"/>
          </p:cNvSpPr>
          <p:nvPr>
            <p:ph type="body" sz="quarter" idx="13"/>
          </p:nvPr>
        </p:nvSpPr>
        <p:spPr/>
        <p:txBody>
          <a:bodyPr/>
          <a:lstStyle/>
          <a:p>
            <a:r>
              <a:rPr lang="ja-JP" altLang="en-US"/>
              <a:t>株式会社システムエグゼ</a:t>
            </a:r>
          </a:p>
        </p:txBody>
      </p:sp>
      <p:sp>
        <p:nvSpPr>
          <p:cNvPr id="6" name="テキスト プレースホルダー 5"/>
          <p:cNvSpPr>
            <a:spLocks noGrp="1"/>
          </p:cNvSpPr>
          <p:nvPr>
            <p:ph type="body" sz="quarter" idx="14"/>
          </p:nvPr>
        </p:nvSpPr>
        <p:spPr/>
        <p:txBody>
          <a:bodyPr/>
          <a:lstStyle/>
          <a:p>
            <a:r>
              <a:rPr lang="ja-JP" altLang="en-US"/>
              <a:t>担当：髙浦祐朗</a:t>
            </a:r>
          </a:p>
        </p:txBody>
      </p:sp>
      <p:sp>
        <p:nvSpPr>
          <p:cNvPr id="7" name="テキスト プレースホルダー 6"/>
          <p:cNvSpPr>
            <a:spLocks noGrp="1"/>
          </p:cNvSpPr>
          <p:nvPr>
            <p:ph type="body" sz="quarter" idx="15"/>
          </p:nvPr>
        </p:nvSpPr>
        <p:spPr/>
        <p:txBody>
          <a:bodyPr/>
          <a:lstStyle/>
          <a:p>
            <a:r>
              <a:rPr lang="en-US" altLang="ja-JP"/>
              <a:t>TEL</a:t>
            </a:r>
            <a:r>
              <a:rPr lang="ja-JP" altLang="en-US"/>
              <a:t>：</a:t>
            </a:r>
            <a:r>
              <a:rPr lang="en-US" altLang="ja-JP"/>
              <a:t> 03-5299-5351</a:t>
            </a:r>
            <a:endParaRPr lang="ja-JP" altLang="en-US"/>
          </a:p>
        </p:txBody>
      </p:sp>
      <p:sp>
        <p:nvSpPr>
          <p:cNvPr id="8" name="テキスト プレースホルダー 7"/>
          <p:cNvSpPr>
            <a:spLocks noGrp="1"/>
          </p:cNvSpPr>
          <p:nvPr>
            <p:ph type="body" sz="quarter" idx="16"/>
          </p:nvPr>
        </p:nvSpPr>
        <p:spPr/>
        <p:txBody>
          <a:bodyPr/>
          <a:lstStyle/>
          <a:p>
            <a:r>
              <a:rPr lang="en-US" altLang="ja-JP"/>
              <a:t>Mail</a:t>
            </a:r>
            <a:r>
              <a:rPr lang="ja-JP" altLang="en-US"/>
              <a:t>：</a:t>
            </a:r>
            <a:r>
              <a:rPr lang="en-US" altLang="ja-JP"/>
              <a:t>masaaki.takaura@system-exe.jp</a:t>
            </a:r>
            <a:endParaRPr lang="ja-JP" altLang="en-US"/>
          </a:p>
        </p:txBody>
      </p:sp>
      <p:sp>
        <p:nvSpPr>
          <p:cNvPr id="9" name="テキスト プレースホルダー 8"/>
          <p:cNvSpPr>
            <a:spLocks noGrp="1"/>
          </p:cNvSpPr>
          <p:nvPr>
            <p:ph type="body" sz="quarter" idx="17"/>
          </p:nvPr>
        </p:nvSpPr>
        <p:spPr/>
        <p:txBody>
          <a:bodyPr/>
          <a:lstStyle/>
          <a:p>
            <a:r>
              <a:rPr kumimoji="1" lang="en-US" altLang="ja-JP"/>
              <a:t>URL</a:t>
            </a:r>
            <a:r>
              <a:rPr kumimoji="1" lang="ja-JP" altLang="en-US"/>
              <a:t>：</a:t>
            </a:r>
            <a:r>
              <a:rPr lang="en-US" altLang="ja-JP"/>
              <a:t>https://www.system-exe.co.jp</a:t>
            </a:r>
            <a:endParaRPr kumimoji="1" lang="ja-JP" altLang="en-US"/>
          </a:p>
        </p:txBody>
      </p:sp>
      <p:sp>
        <p:nvSpPr>
          <p:cNvPr id="10" name="テキスト プレースホルダー 9"/>
          <p:cNvSpPr>
            <a:spLocks noGrp="1"/>
          </p:cNvSpPr>
          <p:nvPr>
            <p:ph type="body" sz="quarter" idx="18"/>
          </p:nvPr>
        </p:nvSpPr>
        <p:spPr>
          <a:xfrm>
            <a:off x="1920000" y="4944000"/>
            <a:ext cx="3936000" cy="577569"/>
          </a:xfrm>
        </p:spPr>
        <p:txBody>
          <a:bodyPr/>
          <a:lstStyle/>
          <a:p>
            <a:r>
              <a:rPr lang="ja-JP" altLang="en-US"/>
              <a:t>〒</a:t>
            </a:r>
            <a:r>
              <a:rPr lang="en-US" altLang="ja-JP"/>
              <a:t>103-0022</a:t>
            </a:r>
          </a:p>
          <a:p>
            <a:r>
              <a:rPr lang="ja-JP" altLang="en-US"/>
              <a:t>東京都中央区日本橋室町三丁目４番４号</a:t>
            </a:r>
            <a:endParaRPr lang="en-US" altLang="ja-JP"/>
          </a:p>
          <a:p>
            <a:r>
              <a:rPr lang="ja-JP" altLang="en-US"/>
              <a:t>ＯＶＯＬ日本橋ビル７階</a:t>
            </a:r>
          </a:p>
        </p:txBody>
      </p:sp>
    </p:spTree>
    <p:extLst>
      <p:ext uri="{BB962C8B-B14F-4D97-AF65-F5344CB8AC3E}">
        <p14:creationId xmlns:p14="http://schemas.microsoft.com/office/powerpoint/2010/main" val="2405740042"/>
      </p:ext>
    </p:extLst>
  </p:cSld>
  <p:clrMapOvr>
    <a:masterClrMapping/>
  </p:clrMapOvr>
</p:sld>
</file>

<file path=ppt/theme/theme1.xml><?xml version="1.0" encoding="utf-8"?>
<a:theme xmlns:a="http://schemas.openxmlformats.org/drawingml/2006/main" name="Office テーマ">
  <a:themeElements>
    <a:clrScheme name="ペーパー">
      <a:dk1>
        <a:sysClr val="windowText" lastClr="000000"/>
      </a:dk1>
      <a:lt1>
        <a:sysClr val="window" lastClr="FFFFFF"/>
      </a:lt1>
      <a:dk2>
        <a:srgbClr val="444D26"/>
      </a:dk2>
      <a:lt2>
        <a:srgbClr val="FEFAC9"/>
      </a:lt2>
      <a:accent1>
        <a:srgbClr val="A5B592"/>
      </a:accent1>
      <a:accent2>
        <a:srgbClr val="F3A447"/>
      </a:accent2>
      <a:accent3>
        <a:srgbClr val="E7BC29"/>
      </a:accent3>
      <a:accent4>
        <a:srgbClr val="D092A7"/>
      </a:accent4>
      <a:accent5>
        <a:srgbClr val="9C85C0"/>
      </a:accent5>
      <a:accent6>
        <a:srgbClr val="809EC2"/>
      </a:accent6>
      <a:hlink>
        <a:srgbClr val="8E58B6"/>
      </a:hlink>
      <a:folHlink>
        <a:srgbClr val="7F6F6F"/>
      </a:folHlink>
    </a:clrScheme>
    <a:fontScheme name="Office テーマ">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none" rtlCol="0">
        <a:spAutoFit/>
      </a:bodyPr>
      <a:lstStyle>
        <a:defPPr>
          <a:defRPr kumimoji="1" sz="1600" dirty="0" smtClean="0">
            <a:latin typeface="游ゴシック" panose="020B0400000000000000" pitchFamily="50" charset="-128"/>
            <a:ea typeface="游ゴシック" panose="020B0400000000000000" pitchFamily="50" charset="-128"/>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ドキュメント" ma:contentTypeID="0x0101008B207C222D4A704392DD812ABE7F848A" ma:contentTypeVersion="10" ma:contentTypeDescription="新しいドキュメントを作成します。" ma:contentTypeScope="" ma:versionID="69aef985f427d6df22868eedf41448bf">
  <xsd:schema xmlns:xsd="http://www.w3.org/2001/XMLSchema" xmlns:xs="http://www.w3.org/2001/XMLSchema" xmlns:p="http://schemas.microsoft.com/office/2006/metadata/properties" xmlns:ns2="2fd442da-66a9-4fa6-ba31-eb0d54ad1381" targetNamespace="http://schemas.microsoft.com/office/2006/metadata/properties" ma:root="true" ma:fieldsID="5ea8d7fed5e91ecceba9cbd3c6ab47c3" ns2:_="">
    <xsd:import namespace="2fd442da-66a9-4fa6-ba31-eb0d54ad1381"/>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lcf76f155ced4ddcb4097134ff3c332f" minOccurs="0"/>
                <xsd:element ref="ns2:MediaServiceDateTaken"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fd442da-66a9-4fa6-ba31-eb0d54ad138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3" nillable="true" ma:taxonomy="true" ma:internalName="lcf76f155ced4ddcb4097134ff3c332f" ma:taxonomyFieldName="MediaServiceImageTags" ma:displayName="画像タグ" ma:readOnly="false" ma:fieldId="{5cf76f15-5ced-4ddc-b409-7134ff3c332f}" ma:taxonomyMulti="true" ma:sspId="a5fcdd6f-42ce-4fb7-9ce2-d9614ea932c1" ma:termSetId="09814cd3-568e-fe90-9814-8d621ff8fb84" ma:anchorId="fba54fb3-c3e1-fe81-a776-ca4b69148c4d" ma:open="true" ma:isKeyword="false">
      <xsd:complexType>
        <xsd:sequence>
          <xsd:element ref="pc:Terms" minOccurs="0" maxOccurs="1"/>
        </xsd:sequence>
      </xsd:complex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2fd442da-66a9-4fa6-ba31-eb0d54ad1381">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26B460F5-A58E-476A-A48E-BDB354E063CC}">
  <ds:schemaRefs>
    <ds:schemaRef ds:uri="http://schemas.microsoft.com/sharepoint/v3/contenttype/forms"/>
  </ds:schemaRefs>
</ds:datastoreItem>
</file>

<file path=customXml/itemProps2.xml><?xml version="1.0" encoding="utf-8"?>
<ds:datastoreItem xmlns:ds="http://schemas.openxmlformats.org/officeDocument/2006/customXml" ds:itemID="{5504F7AE-8940-481C-8FB6-399BB4B07044}">
  <ds:schemaRefs>
    <ds:schemaRef ds:uri="2fd442da-66a9-4fa6-ba31-eb0d54ad1381"/>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96D4756C-7B3C-4F66-935C-AB37B76449CD}">
  <ds:schemaRefs>
    <ds:schemaRef ds:uri="2fd442da-66a9-4fa6-ba31-eb0d54ad1381"/>
    <ds:schemaRef ds:uri="http://schemas.openxmlformats.org/package/2006/metadata/core-properties"/>
    <ds:schemaRef ds:uri="http://schemas.microsoft.com/office/infopath/2007/PartnerControls"/>
    <ds:schemaRef ds:uri="http://purl.org/dc/elements/1.1/"/>
    <ds:schemaRef ds:uri="http://www.w3.org/XML/1998/namespace"/>
    <ds:schemaRef ds:uri="http://schemas.microsoft.com/office/2006/documentManagement/types"/>
    <ds:schemaRef ds:uri="http://schemas.microsoft.com/office/2006/metadata/properties"/>
    <ds:schemaRef ds:uri="http://purl.org/dc/dcmitype/"/>
    <ds:schemaRef ds:uri="http://purl.org/dc/terms/"/>
  </ds:schemaRefs>
</ds:datastoreItem>
</file>

<file path=docProps/app.xml><?xml version="1.0" encoding="utf-8"?>
<Properties xmlns="http://schemas.openxmlformats.org/officeDocument/2006/extended-properties" xmlns:vt="http://schemas.openxmlformats.org/officeDocument/2006/docPropsVTypes">
  <Template>Office Theme</Template>
  <TotalTime>0</TotalTime>
  <Words>2381</Words>
  <Application>Microsoft Office PowerPoint</Application>
  <PresentationFormat>ワイド画面</PresentationFormat>
  <Paragraphs>447</Paragraphs>
  <Slides>22</Slides>
  <Notes>2</Notes>
  <HiddenSlides>0</HiddenSlides>
  <MMClips>0</MMClips>
  <ScaleCrop>false</ScaleCrop>
  <HeadingPairs>
    <vt:vector size="6" baseType="variant">
      <vt:variant>
        <vt:lpstr>使用されているフォント</vt:lpstr>
      </vt:variant>
      <vt:variant>
        <vt:i4>7</vt:i4>
      </vt:variant>
      <vt:variant>
        <vt:lpstr>テーマ</vt:lpstr>
      </vt:variant>
      <vt:variant>
        <vt:i4>1</vt:i4>
      </vt:variant>
      <vt:variant>
        <vt:lpstr>スライド タイトル</vt:lpstr>
      </vt:variant>
      <vt:variant>
        <vt:i4>22</vt:i4>
      </vt:variant>
    </vt:vector>
  </HeadingPairs>
  <TitlesOfParts>
    <vt:vector size="30" baseType="lpstr">
      <vt:lpstr>Yu Gothic</vt:lpstr>
      <vt:lpstr>Yu Gothic</vt:lpstr>
      <vt:lpstr>Yu Gothic Medium</vt:lpstr>
      <vt:lpstr>游明朝</vt:lpstr>
      <vt:lpstr>Arial</vt:lpstr>
      <vt:lpstr>Calibri</vt:lpstr>
      <vt:lpstr>Wingdings</vt:lpstr>
      <vt:lpstr>Office テーマ</vt:lpstr>
      <vt:lpstr>概算御見積書(第1.1版)</vt:lpstr>
      <vt:lpstr>PowerPoint プレゼンテーション</vt:lpstr>
      <vt:lpstr>ご提案範囲</vt:lpstr>
      <vt:lpstr>想定されている業務概要</vt:lpstr>
      <vt:lpstr>システムの構築範囲（全体イメージ）</vt:lpstr>
      <vt:lpstr>想定されている受注業務フロー（① 発注）</vt:lpstr>
      <vt:lpstr>想定されている受注業務フロー（② 出荷確認）</vt:lpstr>
      <vt:lpstr>想定されている受注業務フロー（③ 運送手配）</vt:lpstr>
      <vt:lpstr>想定されている受注業務フロー（④ 最終合意）</vt:lpstr>
      <vt:lpstr>想定機能・画面一覧①</vt:lpstr>
      <vt:lpstr>想定機能・画面一覧②</vt:lpstr>
      <vt:lpstr>想定機能・画面一覧③</vt:lpstr>
      <vt:lpstr>プロジェクト体制・スケジュール等</vt:lpstr>
      <vt:lpstr>体制（案）</vt:lpstr>
      <vt:lpstr>スケジュール案</vt:lpstr>
      <vt:lpstr>会議体</vt:lpstr>
      <vt:lpstr>工程と作業概要</vt:lpstr>
      <vt:lpstr>納品物</vt:lpstr>
      <vt:lpstr>お見積もり</vt:lpstr>
      <vt:lpstr>概算お見積もり</vt:lpstr>
      <vt:lpstr>お見積もり前提条件</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田村 晃</dc:creator>
  <cp:lastModifiedBy>髙浦祐朗</cp:lastModifiedBy>
  <cp:revision>1</cp:revision>
  <dcterms:created xsi:type="dcterms:W3CDTF">2021-02-05T06:36:21Z</dcterms:created>
  <dcterms:modified xsi:type="dcterms:W3CDTF">2025-05-07T09:01:33Z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0x0101008B207C222D4A704392DD812ABE7F848A</vt:lpwstr>
  </property>
  <property fmtid="{D5CDD505-2E9C-101B-9397-08002B2CF9AE}" pid="3" name="MediaServiceImageTags">
    <vt:lpwstr/>
  </property>
</Properties>
</file>