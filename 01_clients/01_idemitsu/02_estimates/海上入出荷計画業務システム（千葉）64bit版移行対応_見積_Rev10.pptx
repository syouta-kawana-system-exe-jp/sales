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58" r:id="rId4"/>
  </p:sldMasterIdLst>
  <p:notesMasterIdLst>
    <p:notesMasterId r:id="rId24"/>
  </p:notesMasterIdLst>
  <p:handoutMasterIdLst>
    <p:handoutMasterId r:id="rId25"/>
  </p:handoutMasterIdLst>
  <p:sldIdLst>
    <p:sldId id="615" r:id="rId5"/>
    <p:sldId id="838" r:id="rId6"/>
    <p:sldId id="727" r:id="rId7"/>
    <p:sldId id="784" r:id="rId8"/>
    <p:sldId id="826" r:id="rId9"/>
    <p:sldId id="804" r:id="rId10"/>
    <p:sldId id="800" r:id="rId11"/>
    <p:sldId id="839" r:id="rId12"/>
    <p:sldId id="820" r:id="rId13"/>
    <p:sldId id="828" r:id="rId14"/>
    <p:sldId id="827" r:id="rId15"/>
    <p:sldId id="829" r:id="rId16"/>
    <p:sldId id="830" r:id="rId17"/>
    <p:sldId id="831" r:id="rId18"/>
    <p:sldId id="832" r:id="rId19"/>
    <p:sldId id="833" r:id="rId20"/>
    <p:sldId id="835" r:id="rId21"/>
    <p:sldId id="836" r:id="rId22"/>
    <p:sldId id="780" r:id="rId23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7" userDrawn="1">
          <p15:clr>
            <a:srgbClr val="A4A3A4"/>
          </p15:clr>
        </p15:guide>
        <p15:guide id="2" orient="horz" pos="1162" userDrawn="1">
          <p15:clr>
            <a:srgbClr val="A4A3A4"/>
          </p15:clr>
        </p15:guide>
        <p15:guide id="3" orient="horz" pos="3135">
          <p15:clr>
            <a:srgbClr val="A4A3A4"/>
          </p15:clr>
        </p15:guide>
        <p15:guide id="4" orient="horz" pos="3838" userDrawn="1">
          <p15:clr>
            <a:srgbClr val="A4A3A4"/>
          </p15:clr>
        </p15:guide>
        <p15:guide id="5" orient="horz" pos="414">
          <p15:clr>
            <a:srgbClr val="A4A3A4"/>
          </p15:clr>
        </p15:guide>
        <p15:guide id="6" pos="512">
          <p15:clr>
            <a:srgbClr val="A4A3A4"/>
          </p15:clr>
        </p15:guide>
        <p15:guide id="7" pos="5751" userDrawn="1">
          <p15:clr>
            <a:srgbClr val="A4A3A4"/>
          </p15:clr>
        </p15:guide>
        <p15:guide id="8" pos="3143" userDrawn="1">
          <p15:clr>
            <a:srgbClr val="A4A3A4"/>
          </p15:clr>
        </p15:guide>
        <p15:guide id="9" pos="2145">
          <p15:clr>
            <a:srgbClr val="A4A3A4"/>
          </p15:clr>
        </p15:guide>
        <p15:guide id="10" pos="4095">
          <p15:clr>
            <a:srgbClr val="A4A3A4"/>
          </p15:clr>
        </p15:guide>
        <p15:guide id="11" pos="3279" userDrawn="1">
          <p15:clr>
            <a:srgbClr val="A4A3A4"/>
          </p15:clr>
        </p15:guide>
        <p15:guide id="12" pos="29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EAEA"/>
    <a:srgbClr val="FFFFFF"/>
    <a:srgbClr val="000000"/>
    <a:srgbClr val="FFFF00"/>
    <a:srgbClr val="E4007F"/>
    <a:srgbClr val="00FF00"/>
    <a:srgbClr val="0000FF"/>
    <a:srgbClr val="00FFFF"/>
    <a:srgbClr val="0071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F2CC61-408C-4E7A-84EF-2ABE4749003C}" v="109" dt="2025-12-12T04:50:58.5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269D01E-BC32-4049-B463-5C60D7B0CCD2}" styleName="テーマ スタイル 2 - アクセント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テーマ スタイル 2 - アクセント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5758FB7-9AC5-4552-8A53-C91805E547FA}" styleName="テーマ スタイル 1 - アクセント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中間スタイル 4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457" autoAdjust="0"/>
  </p:normalViewPr>
  <p:slideViewPr>
    <p:cSldViewPr snapToGrid="0">
      <p:cViewPr varScale="1">
        <p:scale>
          <a:sx n="118" d="100"/>
          <a:sy n="118" d="100"/>
        </p:scale>
        <p:origin x="2756" y="84"/>
      </p:cViewPr>
      <p:guideLst>
        <p:guide orient="horz" pos="2047"/>
        <p:guide orient="horz" pos="1162"/>
        <p:guide orient="horz" pos="3135"/>
        <p:guide orient="horz" pos="3838"/>
        <p:guide orient="horz" pos="414"/>
        <p:guide pos="512"/>
        <p:guide pos="5751"/>
        <p:guide pos="3143"/>
        <p:guide pos="2145"/>
        <p:guide pos="4095"/>
        <p:guide pos="3279"/>
        <p:guide pos="296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井上 ゆき" userId="9a4db8be-3331-4665-be8a-3d7f16d5f375" providerId="ADAL" clId="{3B98244C-AD1C-4DB8-A1CE-0D7CDA09C107}"/>
    <pc:docChg chg="undo custSel addSld delSld modSld">
      <pc:chgData name="井上 ゆき" userId="9a4db8be-3331-4665-be8a-3d7f16d5f375" providerId="ADAL" clId="{3B98244C-AD1C-4DB8-A1CE-0D7CDA09C107}" dt="2025-12-12T04:55:43.852" v="7818" actId="20577"/>
      <pc:docMkLst>
        <pc:docMk/>
      </pc:docMkLst>
      <pc:sldChg chg="modSp mod">
        <pc:chgData name="井上 ゆき" userId="9a4db8be-3331-4665-be8a-3d7f16d5f375" providerId="ADAL" clId="{3B98244C-AD1C-4DB8-A1CE-0D7CDA09C107}" dt="2025-12-12T00:21:33.431" v="7638" actId="6549"/>
        <pc:sldMkLst>
          <pc:docMk/>
          <pc:sldMk cId="4123226770" sldId="615"/>
        </pc:sldMkLst>
        <pc:spChg chg="mod">
          <ac:chgData name="井上 ゆき" userId="9a4db8be-3331-4665-be8a-3d7f16d5f375" providerId="ADAL" clId="{3B98244C-AD1C-4DB8-A1CE-0D7CDA09C107}" dt="2025-12-12T00:21:33.431" v="7638" actId="6549"/>
          <ac:spMkLst>
            <pc:docMk/>
            <pc:sldMk cId="4123226770" sldId="615"/>
            <ac:spMk id="2" creationId="{00000000-0000-0000-0000-000000000000}"/>
          </ac:spMkLst>
        </pc:spChg>
      </pc:sldChg>
      <pc:sldChg chg="modSp mod">
        <pc:chgData name="井上 ゆき" userId="9a4db8be-3331-4665-be8a-3d7f16d5f375" providerId="ADAL" clId="{3B98244C-AD1C-4DB8-A1CE-0D7CDA09C107}" dt="2025-12-12T04:47:19.434" v="7639" actId="6549"/>
        <pc:sldMkLst>
          <pc:docMk/>
          <pc:sldMk cId="2480111393" sldId="727"/>
        </pc:sldMkLst>
        <pc:spChg chg="mod">
          <ac:chgData name="井上 ゆき" userId="9a4db8be-3331-4665-be8a-3d7f16d5f375" providerId="ADAL" clId="{3B98244C-AD1C-4DB8-A1CE-0D7CDA09C107}" dt="2025-12-05T08:18:09.507" v="6561"/>
          <ac:spMkLst>
            <pc:docMk/>
            <pc:sldMk cId="2480111393" sldId="727"/>
            <ac:spMk id="2" creationId="{00000000-0000-0000-0000-000000000000}"/>
          </ac:spMkLst>
        </pc:spChg>
        <pc:spChg chg="mod">
          <ac:chgData name="井上 ゆき" userId="9a4db8be-3331-4665-be8a-3d7f16d5f375" providerId="ADAL" clId="{3B98244C-AD1C-4DB8-A1CE-0D7CDA09C107}" dt="2025-12-12T04:47:19.434" v="7639" actId="6549"/>
          <ac:spMkLst>
            <pc:docMk/>
            <pc:sldMk cId="2480111393" sldId="727"/>
            <ac:spMk id="265" creationId="{00000000-0000-0000-0000-000000000000}"/>
          </ac:spMkLst>
        </pc:spChg>
      </pc:sldChg>
      <pc:sldChg chg="modSp add mod">
        <pc:chgData name="井上 ゆき" userId="9a4db8be-3331-4665-be8a-3d7f16d5f375" providerId="ADAL" clId="{3B98244C-AD1C-4DB8-A1CE-0D7CDA09C107}" dt="2025-12-12T04:55:43.852" v="7818" actId="20577"/>
        <pc:sldMkLst>
          <pc:docMk/>
          <pc:sldMk cId="1915320807" sldId="784"/>
        </pc:sldMkLst>
        <pc:spChg chg="mod">
          <ac:chgData name="井上 ゆき" userId="9a4db8be-3331-4665-be8a-3d7f16d5f375" providerId="ADAL" clId="{3B98244C-AD1C-4DB8-A1CE-0D7CDA09C107}" dt="2025-12-05T08:18:43.032" v="6566" actId="20577"/>
          <ac:spMkLst>
            <pc:docMk/>
            <pc:sldMk cId="1915320807" sldId="784"/>
            <ac:spMk id="2" creationId="{45853975-0037-4EAD-89FC-ACF106CFBF75}"/>
          </ac:spMkLst>
        </pc:spChg>
        <pc:spChg chg="mod">
          <ac:chgData name="井上 ゆき" userId="9a4db8be-3331-4665-be8a-3d7f16d5f375" providerId="ADAL" clId="{3B98244C-AD1C-4DB8-A1CE-0D7CDA09C107}" dt="2025-12-12T04:55:43.852" v="7818" actId="20577"/>
          <ac:spMkLst>
            <pc:docMk/>
            <pc:sldMk cId="1915320807" sldId="784"/>
            <ac:spMk id="6" creationId="{508CF40E-739E-490D-ADE4-2B5FD8A68122}"/>
          </ac:spMkLst>
        </pc:spChg>
      </pc:sldChg>
      <pc:sldChg chg="addSp delSp modSp mod modNotesTx">
        <pc:chgData name="井上 ゆき" userId="9a4db8be-3331-4665-be8a-3d7f16d5f375" providerId="ADAL" clId="{3B98244C-AD1C-4DB8-A1CE-0D7CDA09C107}" dt="2025-12-12T04:51:31.581" v="7814" actId="1076"/>
        <pc:sldMkLst>
          <pc:docMk/>
          <pc:sldMk cId="1062443767" sldId="800"/>
        </pc:sldMkLst>
        <pc:spChg chg="mod">
          <ac:chgData name="井上 ゆき" userId="9a4db8be-3331-4665-be8a-3d7f16d5f375" providerId="ADAL" clId="{3B98244C-AD1C-4DB8-A1CE-0D7CDA09C107}" dt="2025-12-12T04:51:31.581" v="7814" actId="1076"/>
          <ac:spMkLst>
            <pc:docMk/>
            <pc:sldMk cId="1062443767" sldId="800"/>
            <ac:spMk id="2" creationId="{53F16C87-0DBE-83A7-6000-38600E74C26A}"/>
          </ac:spMkLst>
        </pc:spChg>
        <pc:spChg chg="mod">
          <ac:chgData name="井上 ゆき" userId="9a4db8be-3331-4665-be8a-3d7f16d5f375" providerId="ADAL" clId="{3B98244C-AD1C-4DB8-A1CE-0D7CDA09C107}" dt="2025-12-11T05:03:05.426" v="7614" actId="20577"/>
          <ac:spMkLst>
            <pc:docMk/>
            <pc:sldMk cId="1062443767" sldId="800"/>
            <ac:spMk id="7" creationId="{D52D7312-8BDE-85D6-8481-6D67CB9FD405}"/>
          </ac:spMkLst>
        </pc:spChg>
        <pc:graphicFrameChg chg="add mod">
          <ac:chgData name="井上 ゆき" userId="9a4db8be-3331-4665-be8a-3d7f16d5f375" providerId="ADAL" clId="{3B98244C-AD1C-4DB8-A1CE-0D7CDA09C107}" dt="2025-12-12T04:50:58.588" v="7813"/>
          <ac:graphicFrameMkLst>
            <pc:docMk/>
            <pc:sldMk cId="1062443767" sldId="800"/>
            <ac:graphicFrameMk id="4" creationId="{1D4681CE-0944-F908-AB76-BF1682873EF8}"/>
          </ac:graphicFrameMkLst>
        </pc:graphicFrameChg>
      </pc:sldChg>
      <pc:sldChg chg="modSp add mod">
        <pc:chgData name="井上 ゆき" userId="9a4db8be-3331-4665-be8a-3d7f16d5f375" providerId="ADAL" clId="{3B98244C-AD1C-4DB8-A1CE-0D7CDA09C107}" dt="2025-12-12T04:50:10.527" v="7811" actId="6549"/>
        <pc:sldMkLst>
          <pc:docMk/>
          <pc:sldMk cId="3512243403" sldId="804"/>
        </pc:sldMkLst>
        <pc:spChg chg="mod">
          <ac:chgData name="井上 ゆき" userId="9a4db8be-3331-4665-be8a-3d7f16d5f375" providerId="ADAL" clId="{3B98244C-AD1C-4DB8-A1CE-0D7CDA09C107}" dt="2025-12-11T05:03:02.095" v="7612" actId="20577"/>
          <ac:spMkLst>
            <pc:docMk/>
            <pc:sldMk cId="3512243403" sldId="804"/>
            <ac:spMk id="7" creationId="{D52D7312-8BDE-85D6-8481-6D67CB9FD405}"/>
          </ac:spMkLst>
        </pc:spChg>
        <pc:graphicFrameChg chg="mod modGraphic">
          <ac:chgData name="井上 ゆき" userId="9a4db8be-3331-4665-be8a-3d7f16d5f375" providerId="ADAL" clId="{3B98244C-AD1C-4DB8-A1CE-0D7CDA09C107}" dt="2025-12-12T04:50:10.527" v="7811" actId="6549"/>
          <ac:graphicFrameMkLst>
            <pc:docMk/>
            <pc:sldMk cId="3512243403" sldId="804"/>
            <ac:graphicFrameMk id="4" creationId="{AD480C12-824A-E1C5-2095-9A17E80DADC9}"/>
          </ac:graphicFrameMkLst>
        </pc:graphicFrameChg>
      </pc:sldChg>
      <pc:sldChg chg="addSp delSp modSp del mod">
        <pc:chgData name="井上 ゆき" userId="9a4db8be-3331-4665-be8a-3d7f16d5f375" providerId="ADAL" clId="{3B98244C-AD1C-4DB8-A1CE-0D7CDA09C107}" dt="2025-12-11T05:02:57.892" v="7610" actId="47"/>
        <pc:sldMkLst>
          <pc:docMk/>
          <pc:sldMk cId="1979357613" sldId="813"/>
        </pc:sldMkLst>
        <pc:spChg chg="add mod">
          <ac:chgData name="井上 ゆき" userId="9a4db8be-3331-4665-be8a-3d7f16d5f375" providerId="ADAL" clId="{3B98244C-AD1C-4DB8-A1CE-0D7CDA09C107}" dt="2025-12-11T01:25:05.964" v="7609" actId="14100"/>
          <ac:spMkLst>
            <pc:docMk/>
            <pc:sldMk cId="1979357613" sldId="813"/>
            <ac:spMk id="11" creationId="{E7F5BCEF-183E-64E7-BBEF-CBFC29CE857E}"/>
          </ac:spMkLst>
        </pc:spChg>
      </pc:sldChg>
      <pc:sldChg chg="addSp delSp modSp mod">
        <pc:chgData name="井上 ゆき" userId="9a4db8be-3331-4665-be8a-3d7f16d5f375" providerId="ADAL" clId="{3B98244C-AD1C-4DB8-A1CE-0D7CDA09C107}" dt="2025-12-05T08:20:59.346" v="6619" actId="20577"/>
        <pc:sldMkLst>
          <pc:docMk/>
          <pc:sldMk cId="916512906" sldId="820"/>
        </pc:sldMkLst>
        <pc:spChg chg="add mod">
          <ac:chgData name="井上 ゆき" userId="9a4db8be-3331-4665-be8a-3d7f16d5f375" providerId="ADAL" clId="{3B98244C-AD1C-4DB8-A1CE-0D7CDA09C107}" dt="2025-12-05T01:20:00.841" v="5666" actId="1076"/>
          <ac:spMkLst>
            <pc:docMk/>
            <pc:sldMk cId="916512906" sldId="820"/>
            <ac:spMk id="2" creationId="{1E1370B6-3C69-E954-B6CF-BA48F7587E81}"/>
          </ac:spMkLst>
        </pc:spChg>
        <pc:spChg chg="mod">
          <ac:chgData name="井上 ゆき" userId="9a4db8be-3331-4665-be8a-3d7f16d5f375" providerId="ADAL" clId="{3B98244C-AD1C-4DB8-A1CE-0D7CDA09C107}" dt="2025-12-05T08:20:59.346" v="6619" actId="20577"/>
          <ac:spMkLst>
            <pc:docMk/>
            <pc:sldMk cId="916512906" sldId="820"/>
            <ac:spMk id="8" creationId="{BD8094A5-43A1-1712-E120-D88384F2628D}"/>
          </ac:spMkLst>
        </pc:spChg>
        <pc:spChg chg="mod">
          <ac:chgData name="井上 ゆき" userId="9a4db8be-3331-4665-be8a-3d7f16d5f375" providerId="ADAL" clId="{3B98244C-AD1C-4DB8-A1CE-0D7CDA09C107}" dt="2025-12-04T06:48:02.850" v="448" actId="6549"/>
          <ac:spMkLst>
            <pc:docMk/>
            <pc:sldMk cId="916512906" sldId="820"/>
            <ac:spMk id="9" creationId="{9464ABA1-B854-35EA-37B9-F23395F42DA7}"/>
          </ac:spMkLst>
        </pc:spChg>
        <pc:graphicFrameChg chg="add del mod modGraphic">
          <ac:chgData name="井上 ゆき" userId="9a4db8be-3331-4665-be8a-3d7f16d5f375" providerId="ADAL" clId="{3B98244C-AD1C-4DB8-A1CE-0D7CDA09C107}" dt="2025-12-05T01:19:56.550" v="5665" actId="20577"/>
          <ac:graphicFrameMkLst>
            <pc:docMk/>
            <pc:sldMk cId="916512906" sldId="820"/>
            <ac:graphicFrameMk id="10" creationId="{CB657041-54EB-C4AE-B259-3BC74D9629A5}"/>
          </ac:graphicFrameMkLst>
        </pc:graphicFrameChg>
      </pc:sldChg>
      <pc:sldChg chg="addSp delSp modSp mod modNotesTx">
        <pc:chgData name="井上 ゆき" userId="9a4db8be-3331-4665-be8a-3d7f16d5f375" providerId="ADAL" clId="{3B98244C-AD1C-4DB8-A1CE-0D7CDA09C107}" dt="2025-12-09T05:03:54.027" v="7604" actId="6549"/>
        <pc:sldMkLst>
          <pc:docMk/>
          <pc:sldMk cId="2392081291" sldId="826"/>
        </pc:sldMkLst>
        <pc:spChg chg="add mod">
          <ac:chgData name="井上 ゆき" userId="9a4db8be-3331-4665-be8a-3d7f16d5f375" providerId="ADAL" clId="{3B98244C-AD1C-4DB8-A1CE-0D7CDA09C107}" dt="2025-12-04T05:40:54.797" v="56" actId="1076"/>
          <ac:spMkLst>
            <pc:docMk/>
            <pc:sldMk cId="2392081291" sldId="826"/>
            <ac:spMk id="2" creationId="{5EF32C04-D75F-C0D4-0B56-685E40B66A93}"/>
          </ac:spMkLst>
        </pc:spChg>
        <pc:spChg chg="mod">
          <ac:chgData name="井上 ゆき" userId="9a4db8be-3331-4665-be8a-3d7f16d5f375" providerId="ADAL" clId="{3B98244C-AD1C-4DB8-A1CE-0D7CDA09C107}" dt="2025-12-08T09:01:50.255" v="7388" actId="20577"/>
          <ac:spMkLst>
            <pc:docMk/>
            <pc:sldMk cId="2392081291" sldId="826"/>
            <ac:spMk id="5" creationId="{0ACCFF4C-CED7-1654-5AA4-083C3BF5F9EF}"/>
          </ac:spMkLst>
        </pc:spChg>
        <pc:spChg chg="add mod">
          <ac:chgData name="井上 ゆき" userId="9a4db8be-3331-4665-be8a-3d7f16d5f375" providerId="ADAL" clId="{3B98244C-AD1C-4DB8-A1CE-0D7CDA09C107}" dt="2025-12-04T05:41:00.472" v="77" actId="20577"/>
          <ac:spMkLst>
            <pc:docMk/>
            <pc:sldMk cId="2392081291" sldId="826"/>
            <ac:spMk id="6" creationId="{85775944-2F60-D8B9-080C-DA1976122CAA}"/>
          </ac:spMkLst>
        </pc:spChg>
        <pc:spChg chg="add mod">
          <ac:chgData name="井上 ゆき" userId="9a4db8be-3331-4665-be8a-3d7f16d5f375" providerId="ADAL" clId="{3B98244C-AD1C-4DB8-A1CE-0D7CDA09C107}" dt="2025-12-04T05:42:00.852" v="138" actId="20577"/>
          <ac:spMkLst>
            <pc:docMk/>
            <pc:sldMk cId="2392081291" sldId="826"/>
            <ac:spMk id="7" creationId="{D052513D-1A4A-4B59-BF66-67D91169A5F6}"/>
          </ac:spMkLst>
        </pc:spChg>
        <pc:spChg chg="mod">
          <ac:chgData name="井上 ゆき" userId="9a4db8be-3331-4665-be8a-3d7f16d5f375" providerId="ADAL" clId="{3B98244C-AD1C-4DB8-A1CE-0D7CDA09C107}" dt="2025-12-08T09:01:46.593" v="7386" actId="14100"/>
          <ac:spMkLst>
            <pc:docMk/>
            <pc:sldMk cId="2392081291" sldId="826"/>
            <ac:spMk id="11" creationId="{6EA61FAD-56B0-F4CE-3E84-C54642117278}"/>
          </ac:spMkLst>
        </pc:spChg>
        <pc:spChg chg="mod">
          <ac:chgData name="井上 ゆき" userId="9a4db8be-3331-4665-be8a-3d7f16d5f375" providerId="ADAL" clId="{3B98244C-AD1C-4DB8-A1CE-0D7CDA09C107}" dt="2025-12-05T01:05:57.227" v="5118" actId="1076"/>
          <ac:spMkLst>
            <pc:docMk/>
            <pc:sldMk cId="2392081291" sldId="826"/>
            <ac:spMk id="22" creationId="{1BD3CFAE-11BE-F18A-A588-FF263B8FACDD}"/>
          </ac:spMkLst>
        </pc:spChg>
        <pc:spChg chg="mod">
          <ac:chgData name="井上 ゆき" userId="9a4db8be-3331-4665-be8a-3d7f16d5f375" providerId="ADAL" clId="{3B98244C-AD1C-4DB8-A1CE-0D7CDA09C107}" dt="2025-12-08T09:01:43.531" v="7385" actId="6549"/>
          <ac:spMkLst>
            <pc:docMk/>
            <pc:sldMk cId="2392081291" sldId="826"/>
            <ac:spMk id="26" creationId="{4D42E1C9-93DB-D67E-A8C7-7209723242E1}"/>
          </ac:spMkLst>
        </pc:spChg>
        <pc:spChg chg="mod">
          <ac:chgData name="井上 ゆき" userId="9a4db8be-3331-4665-be8a-3d7f16d5f375" providerId="ADAL" clId="{3B98244C-AD1C-4DB8-A1CE-0D7CDA09C107}" dt="2025-12-03T09:26:23.887" v="23" actId="20577"/>
          <ac:spMkLst>
            <pc:docMk/>
            <pc:sldMk cId="2392081291" sldId="826"/>
            <ac:spMk id="35" creationId="{A45089F4-0AAE-3AAF-66B6-2B9BBA5BE732}"/>
          </ac:spMkLst>
        </pc:spChg>
        <pc:spChg chg="mod">
          <ac:chgData name="井上 ゆき" userId="9a4db8be-3331-4665-be8a-3d7f16d5f375" providerId="ADAL" clId="{3B98244C-AD1C-4DB8-A1CE-0D7CDA09C107}" dt="2025-12-04T05:41:48.802" v="126" actId="14100"/>
          <ac:spMkLst>
            <pc:docMk/>
            <pc:sldMk cId="2392081291" sldId="826"/>
            <ac:spMk id="58" creationId="{7F8C78B3-2CDC-95B2-28C3-B4E8A52344EF}"/>
          </ac:spMkLst>
        </pc:spChg>
        <pc:grpChg chg="mod">
          <ac:chgData name="井上 ゆき" userId="9a4db8be-3331-4665-be8a-3d7f16d5f375" providerId="ADAL" clId="{3B98244C-AD1C-4DB8-A1CE-0D7CDA09C107}" dt="2025-12-08T09:01:48.244" v="7387" actId="1076"/>
          <ac:grpSpMkLst>
            <pc:docMk/>
            <pc:sldMk cId="2392081291" sldId="826"/>
            <ac:grpSpMk id="20" creationId="{E8F963AF-EB95-ED0B-F5AC-1899B168DE6A}"/>
          </ac:grpSpMkLst>
        </pc:grpChg>
        <pc:picChg chg="add mod">
          <ac:chgData name="井上 ゆき" userId="9a4db8be-3331-4665-be8a-3d7f16d5f375" providerId="ADAL" clId="{3B98244C-AD1C-4DB8-A1CE-0D7CDA09C107}" dt="2025-12-04T05:40:54.797" v="56" actId="1076"/>
          <ac:picMkLst>
            <pc:docMk/>
            <pc:sldMk cId="2392081291" sldId="826"/>
            <ac:picMk id="4" creationId="{554EBB22-750C-6701-4196-7D6CF9F75255}"/>
          </ac:picMkLst>
        </pc:picChg>
        <pc:picChg chg="mod">
          <ac:chgData name="井上 ゆき" userId="9a4db8be-3331-4665-be8a-3d7f16d5f375" providerId="ADAL" clId="{3B98244C-AD1C-4DB8-A1CE-0D7CDA09C107}" dt="2025-12-05T01:05:50.403" v="5117" actId="1076"/>
          <ac:picMkLst>
            <pc:docMk/>
            <pc:sldMk cId="2392081291" sldId="826"/>
            <ac:picMk id="21" creationId="{962D88AC-C0E0-5242-41B6-18B23548F748}"/>
          </ac:picMkLst>
        </pc:picChg>
        <pc:cxnChg chg="add mod ord">
          <ac:chgData name="井上 ゆき" userId="9a4db8be-3331-4665-be8a-3d7f16d5f375" providerId="ADAL" clId="{3B98244C-AD1C-4DB8-A1CE-0D7CDA09C107}" dt="2025-12-08T02:00:34.748" v="6655" actId="167"/>
          <ac:cxnSpMkLst>
            <pc:docMk/>
            <pc:sldMk cId="2392081291" sldId="826"/>
            <ac:cxnSpMk id="8" creationId="{B9D221D6-B973-FA23-91FB-0F6CCEE07CDE}"/>
          </ac:cxnSpMkLst>
        </pc:cxnChg>
        <pc:cxnChg chg="mod">
          <ac:chgData name="井上 ゆき" userId="9a4db8be-3331-4665-be8a-3d7f16d5f375" providerId="ADAL" clId="{3B98244C-AD1C-4DB8-A1CE-0D7CDA09C107}" dt="2025-12-08T02:00:25.362" v="6653" actId="692"/>
          <ac:cxnSpMkLst>
            <pc:docMk/>
            <pc:sldMk cId="2392081291" sldId="826"/>
            <ac:cxnSpMk id="45" creationId="{7803259D-CA07-E5B1-6656-FCF7BC26715B}"/>
          </ac:cxnSpMkLst>
        </pc:cxnChg>
      </pc:sldChg>
      <pc:sldChg chg="modSp add mod">
        <pc:chgData name="井上 ゆき" userId="9a4db8be-3331-4665-be8a-3d7f16d5f375" providerId="ADAL" clId="{3B98244C-AD1C-4DB8-A1CE-0D7CDA09C107}" dt="2025-12-05T08:21:10.152" v="6627" actId="20577"/>
        <pc:sldMkLst>
          <pc:docMk/>
          <pc:sldMk cId="3436160261" sldId="827"/>
        </pc:sldMkLst>
        <pc:spChg chg="mod">
          <ac:chgData name="井上 ゆき" userId="9a4db8be-3331-4665-be8a-3d7f16d5f375" providerId="ADAL" clId="{3B98244C-AD1C-4DB8-A1CE-0D7CDA09C107}" dt="2025-12-05T08:21:10.152" v="6627" actId="20577"/>
          <ac:spMkLst>
            <pc:docMk/>
            <pc:sldMk cId="3436160261" sldId="827"/>
            <ac:spMk id="8" creationId="{BD6AE3DB-7F23-B82F-CEB5-6798279AAC50}"/>
          </ac:spMkLst>
        </pc:spChg>
        <pc:spChg chg="mod">
          <ac:chgData name="井上 ゆき" userId="9a4db8be-3331-4665-be8a-3d7f16d5f375" providerId="ADAL" clId="{3B98244C-AD1C-4DB8-A1CE-0D7CDA09C107}" dt="2025-12-04T08:03:40.320" v="2316" actId="20577"/>
          <ac:spMkLst>
            <pc:docMk/>
            <pc:sldMk cId="3436160261" sldId="827"/>
            <ac:spMk id="9" creationId="{64119F4E-3FB2-6562-4060-44BAEB149CD3}"/>
          </ac:spMkLst>
        </pc:spChg>
        <pc:graphicFrameChg chg="mod modGraphic">
          <ac:chgData name="井上 ゆき" userId="9a4db8be-3331-4665-be8a-3d7f16d5f375" providerId="ADAL" clId="{3B98244C-AD1C-4DB8-A1CE-0D7CDA09C107}" dt="2025-12-05T01:22:57.317" v="5725" actId="20577"/>
          <ac:graphicFrameMkLst>
            <pc:docMk/>
            <pc:sldMk cId="3436160261" sldId="827"/>
            <ac:graphicFrameMk id="10" creationId="{8C4A563B-F95D-5DE1-518A-0F7D5F804A30}"/>
          </ac:graphicFrameMkLst>
        </pc:graphicFrameChg>
      </pc:sldChg>
      <pc:sldChg chg="modSp add mod">
        <pc:chgData name="井上 ゆき" userId="9a4db8be-3331-4665-be8a-3d7f16d5f375" providerId="ADAL" clId="{3B98244C-AD1C-4DB8-A1CE-0D7CDA09C107}" dt="2025-12-05T08:21:05.041" v="6624" actId="6549"/>
        <pc:sldMkLst>
          <pc:docMk/>
          <pc:sldMk cId="3306393064" sldId="828"/>
        </pc:sldMkLst>
        <pc:spChg chg="mod">
          <ac:chgData name="井上 ゆき" userId="9a4db8be-3331-4665-be8a-3d7f16d5f375" providerId="ADAL" clId="{3B98244C-AD1C-4DB8-A1CE-0D7CDA09C107}" dt="2025-12-05T08:21:05.041" v="6624" actId="6549"/>
          <ac:spMkLst>
            <pc:docMk/>
            <pc:sldMk cId="3306393064" sldId="828"/>
            <ac:spMk id="8" creationId="{5C970080-812E-E697-9BAB-E1149EB38710}"/>
          </ac:spMkLst>
        </pc:spChg>
        <pc:spChg chg="mod">
          <ac:chgData name="井上 ゆき" userId="9a4db8be-3331-4665-be8a-3d7f16d5f375" providerId="ADAL" clId="{3B98244C-AD1C-4DB8-A1CE-0D7CDA09C107}" dt="2025-12-04T07:16:51.688" v="1237" actId="20577"/>
          <ac:spMkLst>
            <pc:docMk/>
            <pc:sldMk cId="3306393064" sldId="828"/>
            <ac:spMk id="9" creationId="{803A6D26-A99A-EB09-880E-24978B05FB11}"/>
          </ac:spMkLst>
        </pc:spChg>
        <pc:graphicFrameChg chg="mod modGraphic">
          <ac:chgData name="井上 ゆき" userId="9a4db8be-3331-4665-be8a-3d7f16d5f375" providerId="ADAL" clId="{3B98244C-AD1C-4DB8-A1CE-0D7CDA09C107}" dt="2025-12-05T01:24:36.598" v="5745" actId="20577"/>
          <ac:graphicFrameMkLst>
            <pc:docMk/>
            <pc:sldMk cId="3306393064" sldId="828"/>
            <ac:graphicFrameMk id="10" creationId="{D3A6151C-B86F-B75A-D490-EC05DF81AC28}"/>
          </ac:graphicFrameMkLst>
        </pc:graphicFrameChg>
      </pc:sldChg>
      <pc:sldChg chg="modSp add mod">
        <pc:chgData name="井上 ゆき" userId="9a4db8be-3331-4665-be8a-3d7f16d5f375" providerId="ADAL" clId="{3B98244C-AD1C-4DB8-A1CE-0D7CDA09C107}" dt="2025-12-05T08:21:14.148" v="6630" actId="20577"/>
        <pc:sldMkLst>
          <pc:docMk/>
          <pc:sldMk cId="345935406" sldId="829"/>
        </pc:sldMkLst>
        <pc:spChg chg="mod">
          <ac:chgData name="井上 ゆき" userId="9a4db8be-3331-4665-be8a-3d7f16d5f375" providerId="ADAL" clId="{3B98244C-AD1C-4DB8-A1CE-0D7CDA09C107}" dt="2025-12-05T08:21:14.148" v="6630" actId="20577"/>
          <ac:spMkLst>
            <pc:docMk/>
            <pc:sldMk cId="345935406" sldId="829"/>
            <ac:spMk id="8" creationId="{F84DCF8A-9FFD-2903-EEDF-F44BFA1E6885}"/>
          </ac:spMkLst>
        </pc:spChg>
        <pc:spChg chg="mod">
          <ac:chgData name="井上 ゆき" userId="9a4db8be-3331-4665-be8a-3d7f16d5f375" providerId="ADAL" clId="{3B98244C-AD1C-4DB8-A1CE-0D7CDA09C107}" dt="2025-12-04T08:07:34.416" v="2747" actId="20577"/>
          <ac:spMkLst>
            <pc:docMk/>
            <pc:sldMk cId="345935406" sldId="829"/>
            <ac:spMk id="9" creationId="{83E51DBD-0EEA-601B-29ED-C43FD61D4C7A}"/>
          </ac:spMkLst>
        </pc:spChg>
        <pc:graphicFrameChg chg="mod modGraphic">
          <ac:chgData name="井上 ゆき" userId="9a4db8be-3331-4665-be8a-3d7f16d5f375" providerId="ADAL" clId="{3B98244C-AD1C-4DB8-A1CE-0D7CDA09C107}" dt="2025-12-05T01:23:47.866" v="5738" actId="20577"/>
          <ac:graphicFrameMkLst>
            <pc:docMk/>
            <pc:sldMk cId="345935406" sldId="829"/>
            <ac:graphicFrameMk id="10" creationId="{92451C6D-723B-0D05-748D-95E872E5907E}"/>
          </ac:graphicFrameMkLst>
        </pc:graphicFrameChg>
      </pc:sldChg>
      <pc:sldChg chg="modSp add mod">
        <pc:chgData name="井上 ゆき" userId="9a4db8be-3331-4665-be8a-3d7f16d5f375" providerId="ADAL" clId="{3B98244C-AD1C-4DB8-A1CE-0D7CDA09C107}" dt="2025-12-05T08:21:17.711" v="6633" actId="20577"/>
        <pc:sldMkLst>
          <pc:docMk/>
          <pc:sldMk cId="3681430456" sldId="830"/>
        </pc:sldMkLst>
        <pc:spChg chg="mod">
          <ac:chgData name="井上 ゆき" userId="9a4db8be-3331-4665-be8a-3d7f16d5f375" providerId="ADAL" clId="{3B98244C-AD1C-4DB8-A1CE-0D7CDA09C107}" dt="2025-12-05T08:21:17.711" v="6633" actId="20577"/>
          <ac:spMkLst>
            <pc:docMk/>
            <pc:sldMk cId="3681430456" sldId="830"/>
            <ac:spMk id="8" creationId="{39820B34-C464-3A39-F14C-2AEC06FD31AC}"/>
          </ac:spMkLst>
        </pc:spChg>
        <pc:spChg chg="mod">
          <ac:chgData name="井上 ゆき" userId="9a4db8be-3331-4665-be8a-3d7f16d5f375" providerId="ADAL" clId="{3B98244C-AD1C-4DB8-A1CE-0D7CDA09C107}" dt="2025-12-04T08:34:11.201" v="3204" actId="6549"/>
          <ac:spMkLst>
            <pc:docMk/>
            <pc:sldMk cId="3681430456" sldId="830"/>
            <ac:spMk id="9" creationId="{FF30BD86-87FE-C9F5-F176-3719829169B0}"/>
          </ac:spMkLst>
        </pc:spChg>
        <pc:graphicFrameChg chg="mod modGraphic">
          <ac:chgData name="井上 ゆき" userId="9a4db8be-3331-4665-be8a-3d7f16d5f375" providerId="ADAL" clId="{3B98244C-AD1C-4DB8-A1CE-0D7CDA09C107}" dt="2025-12-05T07:22:15.963" v="6077" actId="20577"/>
          <ac:graphicFrameMkLst>
            <pc:docMk/>
            <pc:sldMk cId="3681430456" sldId="830"/>
            <ac:graphicFrameMk id="10" creationId="{8E28A582-56B7-0AA7-D02F-0F02DDE592AD}"/>
          </ac:graphicFrameMkLst>
        </pc:graphicFrameChg>
      </pc:sldChg>
      <pc:sldChg chg="addSp delSp modSp add mod">
        <pc:chgData name="井上 ゆき" userId="9a4db8be-3331-4665-be8a-3d7f16d5f375" providerId="ADAL" clId="{3B98244C-AD1C-4DB8-A1CE-0D7CDA09C107}" dt="2025-12-05T08:21:21.113" v="6636" actId="20577"/>
        <pc:sldMkLst>
          <pc:docMk/>
          <pc:sldMk cId="2549660569" sldId="831"/>
        </pc:sldMkLst>
        <pc:spChg chg="mod">
          <ac:chgData name="井上 ゆき" userId="9a4db8be-3331-4665-be8a-3d7f16d5f375" providerId="ADAL" clId="{3B98244C-AD1C-4DB8-A1CE-0D7CDA09C107}" dt="2025-12-05T08:21:21.113" v="6636" actId="20577"/>
          <ac:spMkLst>
            <pc:docMk/>
            <pc:sldMk cId="2549660569" sldId="831"/>
            <ac:spMk id="8" creationId="{6465C715-0727-229B-ABE6-E538C41A4B6F}"/>
          </ac:spMkLst>
        </pc:spChg>
        <pc:spChg chg="mod">
          <ac:chgData name="井上 ゆき" userId="9a4db8be-3331-4665-be8a-3d7f16d5f375" providerId="ADAL" clId="{3B98244C-AD1C-4DB8-A1CE-0D7CDA09C107}" dt="2025-12-04T08:47:27.419" v="3625" actId="6549"/>
          <ac:spMkLst>
            <pc:docMk/>
            <pc:sldMk cId="2549660569" sldId="831"/>
            <ac:spMk id="9" creationId="{A3F7F2E4-CBEA-50A7-432B-DFDC14B5F5AC}"/>
          </ac:spMkLst>
        </pc:spChg>
        <pc:graphicFrameChg chg="mod modGraphic">
          <ac:chgData name="井上 ゆき" userId="9a4db8be-3331-4665-be8a-3d7f16d5f375" providerId="ADAL" clId="{3B98244C-AD1C-4DB8-A1CE-0D7CDA09C107}" dt="2025-12-05T01:26:29.962" v="5821" actId="20577"/>
          <ac:graphicFrameMkLst>
            <pc:docMk/>
            <pc:sldMk cId="2549660569" sldId="831"/>
            <ac:graphicFrameMk id="10" creationId="{1B503436-7627-AFC1-E47C-78C23850CAF9}"/>
          </ac:graphicFrameMkLst>
        </pc:graphicFrameChg>
      </pc:sldChg>
      <pc:sldChg chg="modSp add mod">
        <pc:chgData name="井上 ゆき" userId="9a4db8be-3331-4665-be8a-3d7f16d5f375" providerId="ADAL" clId="{3B98244C-AD1C-4DB8-A1CE-0D7CDA09C107}" dt="2025-12-05T08:21:24.628" v="6639" actId="20577"/>
        <pc:sldMkLst>
          <pc:docMk/>
          <pc:sldMk cId="55558317" sldId="832"/>
        </pc:sldMkLst>
        <pc:spChg chg="mod">
          <ac:chgData name="井上 ゆき" userId="9a4db8be-3331-4665-be8a-3d7f16d5f375" providerId="ADAL" clId="{3B98244C-AD1C-4DB8-A1CE-0D7CDA09C107}" dt="2025-12-05T08:21:24.628" v="6639" actId="20577"/>
          <ac:spMkLst>
            <pc:docMk/>
            <pc:sldMk cId="55558317" sldId="832"/>
            <ac:spMk id="8" creationId="{087CF64A-5064-7ED2-705A-A43F28238F2B}"/>
          </ac:spMkLst>
        </pc:spChg>
        <pc:spChg chg="mod">
          <ac:chgData name="井上 ゆき" userId="9a4db8be-3331-4665-be8a-3d7f16d5f375" providerId="ADAL" clId="{3B98244C-AD1C-4DB8-A1CE-0D7CDA09C107}" dt="2025-12-04T10:18:54.375" v="3785" actId="20577"/>
          <ac:spMkLst>
            <pc:docMk/>
            <pc:sldMk cId="55558317" sldId="832"/>
            <ac:spMk id="9" creationId="{1A4B2660-3A50-3D32-2B69-D367327C706E}"/>
          </ac:spMkLst>
        </pc:spChg>
        <pc:graphicFrameChg chg="modGraphic">
          <ac:chgData name="井上 ゆき" userId="9a4db8be-3331-4665-be8a-3d7f16d5f375" providerId="ADAL" clId="{3B98244C-AD1C-4DB8-A1CE-0D7CDA09C107}" dt="2025-12-05T01:27:27.071" v="5888" actId="20577"/>
          <ac:graphicFrameMkLst>
            <pc:docMk/>
            <pc:sldMk cId="55558317" sldId="832"/>
            <ac:graphicFrameMk id="10" creationId="{B0822950-A633-E7A8-025F-D379884BFB9B}"/>
          </ac:graphicFrameMkLst>
        </pc:graphicFrameChg>
      </pc:sldChg>
      <pc:sldChg chg="modSp add mod">
        <pc:chgData name="井上 ゆき" userId="9a4db8be-3331-4665-be8a-3d7f16d5f375" providerId="ADAL" clId="{3B98244C-AD1C-4DB8-A1CE-0D7CDA09C107}" dt="2025-12-05T08:21:28.333" v="6642" actId="20577"/>
        <pc:sldMkLst>
          <pc:docMk/>
          <pc:sldMk cId="612099102" sldId="833"/>
        </pc:sldMkLst>
        <pc:spChg chg="mod">
          <ac:chgData name="井上 ゆき" userId="9a4db8be-3331-4665-be8a-3d7f16d5f375" providerId="ADAL" clId="{3B98244C-AD1C-4DB8-A1CE-0D7CDA09C107}" dt="2025-12-05T08:21:28.333" v="6642" actId="20577"/>
          <ac:spMkLst>
            <pc:docMk/>
            <pc:sldMk cId="612099102" sldId="833"/>
            <ac:spMk id="8" creationId="{D465264E-5B2C-6FC4-0517-4F4939001133}"/>
          </ac:spMkLst>
        </pc:spChg>
        <pc:spChg chg="mod">
          <ac:chgData name="井上 ゆき" userId="9a4db8be-3331-4665-be8a-3d7f16d5f375" providerId="ADAL" clId="{3B98244C-AD1C-4DB8-A1CE-0D7CDA09C107}" dt="2025-12-05T00:54:48.303" v="4135" actId="20577"/>
          <ac:spMkLst>
            <pc:docMk/>
            <pc:sldMk cId="612099102" sldId="833"/>
            <ac:spMk id="9" creationId="{30BE4855-8DDB-A308-E33B-7B174CC3606E}"/>
          </ac:spMkLst>
        </pc:spChg>
        <pc:graphicFrameChg chg="modGraphic">
          <ac:chgData name="井上 ゆき" userId="9a4db8be-3331-4665-be8a-3d7f16d5f375" providerId="ADAL" clId="{3B98244C-AD1C-4DB8-A1CE-0D7CDA09C107}" dt="2025-12-05T01:27:57.640" v="5927" actId="20577"/>
          <ac:graphicFrameMkLst>
            <pc:docMk/>
            <pc:sldMk cId="612099102" sldId="833"/>
            <ac:graphicFrameMk id="10" creationId="{7575784B-4409-25A7-9A5B-8EB6B7460573}"/>
          </ac:graphicFrameMkLst>
        </pc:graphicFrameChg>
      </pc:sldChg>
      <pc:sldChg chg="addSp delSp modSp add mod">
        <pc:chgData name="井上 ゆき" userId="9a4db8be-3331-4665-be8a-3d7f16d5f375" providerId="ADAL" clId="{3B98244C-AD1C-4DB8-A1CE-0D7CDA09C107}" dt="2025-12-08T09:06:14.053" v="7498" actId="207"/>
        <pc:sldMkLst>
          <pc:docMk/>
          <pc:sldMk cId="2044214213" sldId="835"/>
        </pc:sldMkLst>
        <pc:spChg chg="mod">
          <ac:chgData name="井上 ゆき" userId="9a4db8be-3331-4665-be8a-3d7f16d5f375" providerId="ADAL" clId="{3B98244C-AD1C-4DB8-A1CE-0D7CDA09C107}" dt="2025-12-05T08:21:33.511" v="6645" actId="20577"/>
          <ac:spMkLst>
            <pc:docMk/>
            <pc:sldMk cId="2044214213" sldId="835"/>
            <ac:spMk id="8" creationId="{3DE80FF8-8399-9BF2-4BFC-C885EE02DE66}"/>
          </ac:spMkLst>
        </pc:spChg>
        <pc:spChg chg="mod">
          <ac:chgData name="井上 ゆき" userId="9a4db8be-3331-4665-be8a-3d7f16d5f375" providerId="ADAL" clId="{3B98244C-AD1C-4DB8-A1CE-0D7CDA09C107}" dt="2025-12-08T02:09:33.044" v="6840" actId="6549"/>
          <ac:spMkLst>
            <pc:docMk/>
            <pc:sldMk cId="2044214213" sldId="835"/>
            <ac:spMk id="9" creationId="{E2A1E41E-432C-06D4-9C6C-24CBF2391D92}"/>
          </ac:spMkLst>
        </pc:spChg>
        <pc:graphicFrameChg chg="add del mod modGraphic">
          <ac:chgData name="井上 ゆき" userId="9a4db8be-3331-4665-be8a-3d7f16d5f375" providerId="ADAL" clId="{3B98244C-AD1C-4DB8-A1CE-0D7CDA09C107}" dt="2025-12-08T09:06:14.053" v="7498" actId="207"/>
          <ac:graphicFrameMkLst>
            <pc:docMk/>
            <pc:sldMk cId="2044214213" sldId="835"/>
            <ac:graphicFrameMk id="10" creationId="{5A71D68F-98B2-10FC-90A4-AB5D7A9012DF}"/>
          </ac:graphicFrameMkLst>
        </pc:graphicFrameChg>
      </pc:sldChg>
      <pc:sldChg chg="modSp add mod">
        <pc:chgData name="井上 ゆき" userId="9a4db8be-3331-4665-be8a-3d7f16d5f375" providerId="ADAL" clId="{3B98244C-AD1C-4DB8-A1CE-0D7CDA09C107}" dt="2025-12-05T08:21:38.120" v="6648" actId="20577"/>
        <pc:sldMkLst>
          <pc:docMk/>
          <pc:sldMk cId="1819111634" sldId="836"/>
        </pc:sldMkLst>
        <pc:spChg chg="mod">
          <ac:chgData name="井上 ゆき" userId="9a4db8be-3331-4665-be8a-3d7f16d5f375" providerId="ADAL" clId="{3B98244C-AD1C-4DB8-A1CE-0D7CDA09C107}" dt="2025-12-05T08:21:38.120" v="6648" actId="20577"/>
          <ac:spMkLst>
            <pc:docMk/>
            <pc:sldMk cId="1819111634" sldId="836"/>
            <ac:spMk id="8" creationId="{5B0910EA-9F13-7E05-AB80-0D3E9055B294}"/>
          </ac:spMkLst>
        </pc:spChg>
        <pc:spChg chg="mod">
          <ac:chgData name="井上 ゆき" userId="9a4db8be-3331-4665-be8a-3d7f16d5f375" providerId="ADAL" clId="{3B98244C-AD1C-4DB8-A1CE-0D7CDA09C107}" dt="2025-12-05T01:01:58.637" v="4840" actId="20577"/>
          <ac:spMkLst>
            <pc:docMk/>
            <pc:sldMk cId="1819111634" sldId="836"/>
            <ac:spMk id="9" creationId="{223D621A-0C7B-1763-CAF3-D13D62F54F4E}"/>
          </ac:spMkLst>
        </pc:spChg>
        <pc:graphicFrameChg chg="modGraphic">
          <ac:chgData name="井上 ゆき" userId="9a4db8be-3331-4665-be8a-3d7f16d5f375" providerId="ADAL" clId="{3B98244C-AD1C-4DB8-A1CE-0D7CDA09C107}" dt="2025-12-05T01:02:33.096" v="4944" actId="2165"/>
          <ac:graphicFrameMkLst>
            <pc:docMk/>
            <pc:sldMk cId="1819111634" sldId="836"/>
            <ac:graphicFrameMk id="10" creationId="{997180FA-4D50-7BBE-2C3C-034819D843DE}"/>
          </ac:graphicFrameMkLst>
        </pc:graphicFrameChg>
      </pc:sldChg>
      <pc:sldChg chg="add">
        <pc:chgData name="井上 ゆき" userId="9a4db8be-3331-4665-be8a-3d7f16d5f375" providerId="ADAL" clId="{3B98244C-AD1C-4DB8-A1CE-0D7CDA09C107}" dt="2025-12-05T08:18:01.396" v="6560"/>
        <pc:sldMkLst>
          <pc:docMk/>
          <pc:sldMk cId="4173247399" sldId="838"/>
        </pc:sldMkLst>
      </pc:sldChg>
      <pc:sldChg chg="modSp add mod">
        <pc:chgData name="井上 ゆき" userId="9a4db8be-3331-4665-be8a-3d7f16d5f375" providerId="ADAL" clId="{3B98244C-AD1C-4DB8-A1CE-0D7CDA09C107}" dt="2025-12-05T08:20:47.782" v="6616" actId="20577"/>
        <pc:sldMkLst>
          <pc:docMk/>
          <pc:sldMk cId="4048392057" sldId="839"/>
        </pc:sldMkLst>
        <pc:spChg chg="mod">
          <ac:chgData name="井上 ゆき" userId="9a4db8be-3331-4665-be8a-3d7f16d5f375" providerId="ADAL" clId="{3B98244C-AD1C-4DB8-A1CE-0D7CDA09C107}" dt="2025-12-05T08:20:47.782" v="6616" actId="20577"/>
          <ac:spMkLst>
            <pc:docMk/>
            <pc:sldMk cId="4048392057" sldId="839"/>
            <ac:spMk id="4" creationId="{85436464-EBBC-90C5-8510-869395CC0AA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CA9A1-49A5-4813-BE73-64411D697E83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E35D2-4F1F-4BDF-88EC-2B2C6B4495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01498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218005-AB2E-4230-9CBF-EC876F8C3946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E3972-898B-454C-95F2-E930BA80A4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0730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6E3972-898B-454C-95F2-E930BA80A49A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2109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E3972-898B-454C-95F2-E930BA80A49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2618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E3972-898B-454C-95F2-E930BA80A49A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6912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12800" y="3096601"/>
            <a:ext cx="8280400" cy="664797"/>
          </a:xfrm>
        </p:spPr>
        <p:txBody>
          <a:bodyPr wrap="square">
            <a:spAutoFit/>
          </a:bodyPr>
          <a:lstStyle>
            <a:lvl1pPr algn="ctr">
              <a:lnSpc>
                <a:spcPct val="120000"/>
              </a:lnSpc>
              <a:defRPr sz="3600" b="1"/>
            </a:lvl1pPr>
          </a:lstStyle>
          <a:p>
            <a:endParaRPr kumimoji="1" lang="ja-JP" altLang="en-US"/>
          </a:p>
        </p:txBody>
      </p:sp>
      <p:sp>
        <p:nvSpPr>
          <p:cNvPr id="8" name="フッター プレースホルダー 3"/>
          <p:cNvSpPr>
            <a:spLocks noGrp="1"/>
          </p:cNvSpPr>
          <p:nvPr>
            <p:ph type="ftr" sz="quarter" idx="3"/>
          </p:nvPr>
        </p:nvSpPr>
        <p:spPr>
          <a:xfrm>
            <a:off x="92460" y="6575112"/>
            <a:ext cx="632346" cy="2022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36000" rIns="0" bIns="18000" anchor="ctr" anchorCtr="0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chemeClr val="tx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tx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34353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ChangeArrowheads="1"/>
          </p:cNvSpPr>
          <p:nvPr userDrawn="1"/>
        </p:nvSpPr>
        <p:spPr bwMode="gray">
          <a:xfrm>
            <a:off x="0" y="0"/>
            <a:ext cx="18923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lIns="0" tIns="0" rIns="0" bIns="0" anchor="ctr">
            <a:noAutofit/>
          </a:bodyPr>
          <a:lstStyle/>
          <a:p>
            <a:endParaRPr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 bwMode="gray">
          <a:xfrm>
            <a:off x="2361600" y="1051200"/>
            <a:ext cx="6731600" cy="39604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tx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3"/>
          </p:nvPr>
        </p:nvSpPr>
        <p:spPr bwMode="white">
          <a:xfrm>
            <a:off x="92460" y="6575112"/>
            <a:ext cx="632346" cy="202260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lIns="0" tIns="36000" rIns="0" bIns="18000" anchor="ctr" anchorCtr="0"/>
          <a:lstStyle>
            <a:lvl1pPr algn="ctr">
              <a:lnSpc>
                <a:spcPct val="120000"/>
              </a:lnSpc>
              <a:defRPr sz="800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93928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中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 userDrawn="1"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0" tIns="0" rIns="0" bIns="0" anchor="ctr">
            <a:noAutofit/>
          </a:bodyPr>
          <a:lstStyle/>
          <a:p>
            <a:endParaRPr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2520" y="2988884"/>
            <a:ext cx="8640960" cy="844229"/>
          </a:xfrm>
          <a:ln w="6350">
            <a:solidFill>
              <a:schemeClr val="tx2"/>
            </a:solidFill>
          </a:ln>
        </p:spPr>
        <p:txBody>
          <a:bodyPr wrap="square" lIns="180000" tIns="180000" rIns="180000" bIns="144000">
            <a:sp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3"/>
          </p:nvPr>
        </p:nvSpPr>
        <p:spPr>
          <a:xfrm>
            <a:off x="92460" y="6575112"/>
            <a:ext cx="632346" cy="202260"/>
          </a:xfrm>
          <a:prstGeom prst="rect">
            <a:avLst/>
          </a:prstGeom>
          <a:solidFill>
            <a:schemeClr val="bg1"/>
          </a:solidFill>
        </p:spPr>
        <p:txBody>
          <a:bodyPr lIns="0" tIns="36000" rIns="0" bIns="18000" anchor="ctr" anchorCtr="0"/>
          <a:lstStyle>
            <a:lvl1pPr algn="ctr">
              <a:lnSpc>
                <a:spcPct val="120000"/>
              </a:lnSpc>
              <a:defRPr sz="800">
                <a:solidFill>
                  <a:schemeClr val="tx2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tx2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69886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10000"/>
              </a:lnSpc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Rectangle 10"/>
          <p:cNvSpPr>
            <a:spLocks noChangeArrowheads="1"/>
          </p:cNvSpPr>
          <p:nvPr userDrawn="1"/>
        </p:nvSpPr>
        <p:spPr bwMode="auto">
          <a:xfrm>
            <a:off x="0" y="639763"/>
            <a:ext cx="9906000" cy="365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endParaRPr lang="ja-JP" altLang="en-US"/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rgbClr val="4D4D4D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フッター プレースホルダー 3"/>
          <p:cNvSpPr>
            <a:spLocks noGrp="1"/>
          </p:cNvSpPr>
          <p:nvPr>
            <p:ph type="ftr" sz="quarter" idx="3"/>
          </p:nvPr>
        </p:nvSpPr>
        <p:spPr>
          <a:xfrm>
            <a:off x="92460" y="6575112"/>
            <a:ext cx="632346" cy="2022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36000" rIns="0" bIns="18000" anchor="ctr" anchorCtr="0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chemeClr val="tx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60100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補足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角丸四角形 7"/>
          <p:cNvSpPr/>
          <p:nvPr userDrawn="1"/>
        </p:nvSpPr>
        <p:spPr bwMode="auto">
          <a:xfrm>
            <a:off x="0" y="1"/>
            <a:ext cx="9906000" cy="656692"/>
          </a:xfrm>
          <a:prstGeom prst="roundRect">
            <a:avLst>
              <a:gd name="adj" fmla="val 0"/>
            </a:avLst>
          </a:prstGeom>
          <a:solidFill>
            <a:schemeClr val="tx1">
              <a:alpha val="80000"/>
            </a:schemeClr>
          </a:solidFill>
          <a:ln>
            <a:noFill/>
          </a:ln>
          <a:effectLst/>
        </p:spPr>
        <p:txBody>
          <a:bodyPr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rgbClr val="4D4D4D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タイトル 1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>
            <p:ph type="ftr" sz="quarter" idx="3"/>
          </p:nvPr>
        </p:nvSpPr>
        <p:spPr>
          <a:xfrm>
            <a:off x="92460" y="6575112"/>
            <a:ext cx="632346" cy="2022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36000" rIns="0" bIns="18000" anchor="ctr" anchorCtr="0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rgbClr val="4D4D4D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61829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補足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08484" y="404664"/>
            <a:ext cx="9253028" cy="396044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3" name="フッター プレースホルダー 3"/>
          <p:cNvSpPr>
            <a:spLocks noGrp="1"/>
          </p:cNvSpPr>
          <p:nvPr>
            <p:ph type="ftr" sz="quarter" idx="3"/>
          </p:nvPr>
        </p:nvSpPr>
        <p:spPr>
          <a:xfrm>
            <a:off x="272480" y="6381328"/>
            <a:ext cx="632346" cy="2022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36000" rIns="0" bIns="18000" anchor="ctr" anchorCtr="0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rgbClr val="4D4D4D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329264" y="641224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tx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1" name="角丸四角形 6"/>
          <p:cNvSpPr/>
          <p:nvPr userDrawn="1"/>
        </p:nvSpPr>
        <p:spPr bwMode="auto">
          <a:xfrm>
            <a:off x="0" y="0"/>
            <a:ext cx="9912016" cy="6858000"/>
          </a:xfrm>
          <a:custGeom>
            <a:avLst/>
            <a:gdLst/>
            <a:ahLst/>
            <a:cxnLst/>
            <a:rect l="l" t="t" r="r" b="b"/>
            <a:pathLst>
              <a:path w="9903600" h="6858000">
                <a:moveTo>
                  <a:pt x="183240" y="144000"/>
                </a:moveTo>
                <a:cubicBezTo>
                  <a:pt x="162231" y="144000"/>
                  <a:pt x="145200" y="161031"/>
                  <a:pt x="145200" y="182040"/>
                </a:cubicBezTo>
                <a:lnTo>
                  <a:pt x="145200" y="6675960"/>
                </a:lnTo>
                <a:cubicBezTo>
                  <a:pt x="145200" y="6696969"/>
                  <a:pt x="162231" y="6714000"/>
                  <a:pt x="183240" y="6714000"/>
                </a:cubicBezTo>
                <a:lnTo>
                  <a:pt x="9722760" y="6714000"/>
                </a:lnTo>
                <a:cubicBezTo>
                  <a:pt x="9743769" y="6714000"/>
                  <a:pt x="9760800" y="6696969"/>
                  <a:pt x="9760800" y="6675960"/>
                </a:cubicBezTo>
                <a:lnTo>
                  <a:pt x="9760800" y="182040"/>
                </a:lnTo>
                <a:cubicBezTo>
                  <a:pt x="9760800" y="161031"/>
                  <a:pt x="9743769" y="144000"/>
                  <a:pt x="9722760" y="144000"/>
                </a:cubicBezTo>
                <a:close/>
                <a:moveTo>
                  <a:pt x="0" y="0"/>
                </a:moveTo>
                <a:lnTo>
                  <a:pt x="9903600" y="0"/>
                </a:lnTo>
                <a:lnTo>
                  <a:pt x="99036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lang="ja-JP" altLang="en-US" sz="160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30265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ブランク（ベースカラー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3"/>
          </p:nvPr>
        </p:nvSpPr>
        <p:spPr>
          <a:xfrm>
            <a:off x="92460" y="6575112"/>
            <a:ext cx="632346" cy="2022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36000" rIns="0" bIns="18000" anchor="ctr" anchorCtr="0"/>
          <a:lstStyle>
            <a:lvl1pPr algn="ctr">
              <a:lnSpc>
                <a:spcPct val="120000"/>
              </a:lnSpc>
              <a:defRPr sz="8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66344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ブランク（メインカラー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 userDrawn="1"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lIns="0" tIns="0" rIns="0" bIns="0" anchor="ctr">
            <a:noAutofit/>
          </a:bodyPr>
          <a:lstStyle/>
          <a:p>
            <a:endParaRPr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3"/>
          </p:nvPr>
        </p:nvSpPr>
        <p:spPr bwMode="white">
          <a:xfrm>
            <a:off x="92460" y="6575112"/>
            <a:ext cx="632346" cy="202260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lIns="0" tIns="36000" rIns="0" bIns="18000" anchor="ctr" anchorCtr="0"/>
          <a:lstStyle>
            <a:lvl1pPr algn="ctr">
              <a:lnSpc>
                <a:spcPct val="120000"/>
              </a:lnSpc>
              <a:defRPr sz="800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 bwMode="white"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626743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ブランク（ブラック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 userDrawn="1"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lIns="0" tIns="0" rIns="0" bIns="0" anchor="ctr">
            <a:noAutofit/>
          </a:bodyPr>
          <a:lstStyle/>
          <a:p>
            <a:endParaRPr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3"/>
          </p:nvPr>
        </p:nvSpPr>
        <p:spPr bwMode="white">
          <a:xfrm>
            <a:off x="92460" y="6575112"/>
            <a:ext cx="632346" cy="202260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lIns="0" tIns="36000" rIns="0" bIns="18000" anchor="ctr" anchorCtr="0"/>
          <a:lstStyle>
            <a:lvl1pPr algn="ctr">
              <a:lnSpc>
                <a:spcPct val="120000"/>
              </a:lnSpc>
              <a:defRPr sz="800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 bwMode="white"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06986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ガイド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直線コネクタ 26"/>
          <p:cNvCxnSpPr/>
          <p:nvPr userDrawn="1"/>
        </p:nvCxnSpPr>
        <p:spPr>
          <a:xfrm flipV="1">
            <a:off x="812800" y="0"/>
            <a:ext cx="0" cy="6858000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/>
          <p:cNvCxnSpPr/>
          <p:nvPr userDrawn="1"/>
        </p:nvCxnSpPr>
        <p:spPr>
          <a:xfrm flipV="1">
            <a:off x="4953000" y="0"/>
            <a:ext cx="0" cy="6858000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/>
          <p:cNvCxnSpPr/>
          <p:nvPr userDrawn="1"/>
        </p:nvCxnSpPr>
        <p:spPr>
          <a:xfrm flipV="1">
            <a:off x="3405188" y="-1"/>
            <a:ext cx="0" cy="6858000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/>
          <p:cNvCxnSpPr/>
          <p:nvPr userDrawn="1"/>
        </p:nvCxnSpPr>
        <p:spPr>
          <a:xfrm flipV="1">
            <a:off x="6491288" y="0"/>
            <a:ext cx="0" cy="6858000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/>
          <p:cNvCxnSpPr/>
          <p:nvPr userDrawn="1"/>
        </p:nvCxnSpPr>
        <p:spPr>
          <a:xfrm flipV="1">
            <a:off x="9093200" y="0"/>
            <a:ext cx="0" cy="6858000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/>
          <p:cNvCxnSpPr/>
          <p:nvPr userDrawn="1"/>
        </p:nvCxnSpPr>
        <p:spPr>
          <a:xfrm flipH="1">
            <a:off x="0" y="656691"/>
            <a:ext cx="9906000" cy="1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/>
          <p:cNvCxnSpPr/>
          <p:nvPr userDrawn="1"/>
        </p:nvCxnSpPr>
        <p:spPr>
          <a:xfrm flipH="1">
            <a:off x="0" y="1881187"/>
            <a:ext cx="9906000" cy="1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/>
          <p:cNvCxnSpPr/>
          <p:nvPr userDrawn="1"/>
        </p:nvCxnSpPr>
        <p:spPr>
          <a:xfrm flipH="1">
            <a:off x="0" y="3428999"/>
            <a:ext cx="9906000" cy="1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/>
          <p:cNvCxnSpPr/>
          <p:nvPr userDrawn="1"/>
        </p:nvCxnSpPr>
        <p:spPr>
          <a:xfrm flipH="1">
            <a:off x="-13109" y="4976812"/>
            <a:ext cx="9906000" cy="1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 userDrawn="1"/>
        </p:nvCxnSpPr>
        <p:spPr>
          <a:xfrm flipH="1">
            <a:off x="0" y="6201308"/>
            <a:ext cx="9906000" cy="1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utoShape 33"/>
          <p:cNvSpPr>
            <a:spLocks noChangeArrowheads="1"/>
          </p:cNvSpPr>
          <p:nvPr userDrawn="1"/>
        </p:nvSpPr>
        <p:spPr bwMode="gray">
          <a:xfrm>
            <a:off x="4988942" y="3248980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メイリオ" pitchFamily="50" charset="-128"/>
              </a:rPr>
              <a:t>0cm</a:t>
            </a:r>
          </a:p>
        </p:txBody>
      </p:sp>
      <p:sp>
        <p:nvSpPr>
          <p:cNvPr id="38" name="AutoShape 33"/>
          <p:cNvSpPr>
            <a:spLocks noChangeArrowheads="1"/>
          </p:cNvSpPr>
          <p:nvPr userDrawn="1"/>
        </p:nvSpPr>
        <p:spPr bwMode="gray">
          <a:xfrm>
            <a:off x="4989004" y="1715278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4.30cm</a:t>
            </a:r>
          </a:p>
        </p:txBody>
      </p:sp>
      <p:sp>
        <p:nvSpPr>
          <p:cNvPr id="39" name="AutoShape 33"/>
          <p:cNvSpPr>
            <a:spLocks noChangeArrowheads="1"/>
          </p:cNvSpPr>
          <p:nvPr userDrawn="1"/>
        </p:nvSpPr>
        <p:spPr bwMode="gray">
          <a:xfrm>
            <a:off x="236476" y="3563938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11.50cm</a:t>
            </a:r>
          </a:p>
        </p:txBody>
      </p:sp>
      <p:sp>
        <p:nvSpPr>
          <p:cNvPr id="40" name="AutoShape 33"/>
          <p:cNvSpPr>
            <a:spLocks noChangeArrowheads="1"/>
          </p:cNvSpPr>
          <p:nvPr userDrawn="1"/>
        </p:nvSpPr>
        <p:spPr bwMode="gray">
          <a:xfrm>
            <a:off x="4989004" y="6021288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7.70cm</a:t>
            </a:r>
          </a:p>
        </p:txBody>
      </p:sp>
      <p:sp>
        <p:nvSpPr>
          <p:cNvPr id="41" name="AutoShape 33"/>
          <p:cNvSpPr>
            <a:spLocks noChangeArrowheads="1"/>
          </p:cNvSpPr>
          <p:nvPr userDrawn="1"/>
        </p:nvSpPr>
        <p:spPr bwMode="gray">
          <a:xfrm>
            <a:off x="4989004" y="468891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7.70cm</a:t>
            </a:r>
          </a:p>
        </p:txBody>
      </p:sp>
      <p:sp>
        <p:nvSpPr>
          <p:cNvPr id="42" name="AutoShape 33"/>
          <p:cNvSpPr>
            <a:spLocks noChangeArrowheads="1"/>
          </p:cNvSpPr>
          <p:nvPr userDrawn="1"/>
        </p:nvSpPr>
        <p:spPr bwMode="gray">
          <a:xfrm>
            <a:off x="2828764" y="3573016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4.30cm</a:t>
            </a:r>
          </a:p>
        </p:txBody>
      </p:sp>
      <p:sp>
        <p:nvSpPr>
          <p:cNvPr id="43" name="AutoShape 33"/>
          <p:cNvSpPr>
            <a:spLocks noChangeArrowheads="1"/>
          </p:cNvSpPr>
          <p:nvPr userDrawn="1"/>
        </p:nvSpPr>
        <p:spPr bwMode="gray">
          <a:xfrm>
            <a:off x="4376936" y="3565235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0cm</a:t>
            </a:r>
          </a:p>
        </p:txBody>
      </p:sp>
      <p:sp>
        <p:nvSpPr>
          <p:cNvPr id="44" name="AutoShape 33"/>
          <p:cNvSpPr>
            <a:spLocks noChangeArrowheads="1"/>
          </p:cNvSpPr>
          <p:nvPr userDrawn="1"/>
        </p:nvSpPr>
        <p:spPr bwMode="gray">
          <a:xfrm>
            <a:off x="5925108" y="3565235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4.30cm</a:t>
            </a:r>
          </a:p>
        </p:txBody>
      </p:sp>
      <p:sp>
        <p:nvSpPr>
          <p:cNvPr id="45" name="AutoShape 33"/>
          <p:cNvSpPr>
            <a:spLocks noChangeArrowheads="1"/>
          </p:cNvSpPr>
          <p:nvPr userDrawn="1"/>
        </p:nvSpPr>
        <p:spPr bwMode="gray">
          <a:xfrm>
            <a:off x="8517396" y="3565235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11.50cm</a:t>
            </a:r>
          </a:p>
        </p:txBody>
      </p:sp>
      <p:sp>
        <p:nvSpPr>
          <p:cNvPr id="46" name="AutoShape 33"/>
          <p:cNvSpPr>
            <a:spLocks noChangeArrowheads="1"/>
          </p:cNvSpPr>
          <p:nvPr userDrawn="1"/>
        </p:nvSpPr>
        <p:spPr bwMode="gray">
          <a:xfrm>
            <a:off x="4989004" y="4825375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4.30cm</a:t>
            </a:r>
          </a:p>
        </p:txBody>
      </p:sp>
      <p:sp>
        <p:nvSpPr>
          <p:cNvPr id="48" name="タイトル 1"/>
          <p:cNvSpPr>
            <a:spLocks noGrp="1"/>
          </p:cNvSpPr>
          <p:nvPr>
            <p:ph type="title"/>
          </p:nvPr>
        </p:nvSpPr>
        <p:spPr bwMode="gray">
          <a:xfrm>
            <a:off x="272480" y="152636"/>
            <a:ext cx="9361040" cy="3960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9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rgbClr val="4D4D4D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6" name="フッター プレースホルダー 2"/>
          <p:cNvSpPr>
            <a:spLocks noGrp="1"/>
          </p:cNvSpPr>
          <p:nvPr>
            <p:ph type="ftr" sz="quarter" idx="3"/>
          </p:nvPr>
        </p:nvSpPr>
        <p:spPr>
          <a:xfrm>
            <a:off x="92460" y="6575112"/>
            <a:ext cx="632346" cy="2022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36000" rIns="0" bIns="18000" anchor="ctr" anchorCtr="0"/>
          <a:lstStyle>
            <a:lvl1pPr algn="ctr">
              <a:lnSpc>
                <a:spcPct val="120000"/>
              </a:lnSpc>
              <a:defRPr sz="8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44655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tif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pic>
        <p:nvPicPr>
          <p:cNvPr id="2050" name="Picture 2" descr="\\ts01\disk8\サイプレス\サイプレスロゴ\TIFFファイル\cypress_mono1.tif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8576" y="6633356"/>
            <a:ext cx="688848" cy="161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3298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663" r:id="rId2"/>
    <p:sldLayoutId id="2147483712" r:id="rId3"/>
    <p:sldLayoutId id="2147483725" r:id="rId4"/>
    <p:sldLayoutId id="2147483698" r:id="rId5"/>
    <p:sldLayoutId id="2147483714" r:id="rId6"/>
    <p:sldLayoutId id="2147483699" r:id="rId7"/>
    <p:sldLayoutId id="2147483700" r:id="rId8"/>
    <p:sldLayoutId id="2147483726" r:id="rId9"/>
    <p:sldLayoutId id="2147483716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ea"/>
          <a:ea typeface="+mj-ea"/>
          <a:cs typeface="メイリオ" pitchFamily="50" charset="-12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12800" y="1204180"/>
            <a:ext cx="8280400" cy="3250121"/>
          </a:xfrm>
        </p:spPr>
        <p:txBody>
          <a:bodyPr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ja-JP" altLang="en-US" sz="4000" dirty="0"/>
              <a:t>御見積書</a:t>
            </a:r>
            <a:br>
              <a:rPr lang="en-US" altLang="ja-JP" sz="4000" dirty="0"/>
            </a:br>
            <a:br>
              <a:rPr lang="en-US" altLang="ja-JP" sz="2400" b="0" dirty="0"/>
            </a:br>
            <a:r>
              <a:rPr lang="ja-JP" altLang="ja-JP" dirty="0"/>
              <a:t>海上入出荷計画業務システム</a:t>
            </a:r>
            <a:br>
              <a:rPr lang="en-US" altLang="ja-JP" dirty="0"/>
            </a:br>
            <a:r>
              <a:rPr lang="ja-JP" altLang="ja-JP" dirty="0"/>
              <a:t>（千葉）</a:t>
            </a:r>
            <a:br>
              <a:rPr lang="en-US" altLang="ja-JP"/>
            </a:br>
            <a:r>
              <a:rPr lang="en-US" altLang="ja-JP"/>
              <a:t>64bit</a:t>
            </a:r>
            <a:r>
              <a:rPr lang="ja-JP" altLang="ja-JP" dirty="0"/>
              <a:t>版移行対応</a:t>
            </a:r>
            <a:br>
              <a:rPr lang="en-US" altLang="ja-JP" sz="2000" b="0" dirty="0"/>
            </a:br>
            <a:r>
              <a:rPr lang="en-US" altLang="ja-JP" sz="2000" dirty="0"/>
              <a:t>2025.12.03 Rev.1.0</a:t>
            </a:r>
            <a:endParaRPr kumimoji="1" lang="ja-JP" altLang="en-US" sz="1200" b="0" dirty="0"/>
          </a:p>
        </p:txBody>
      </p:sp>
      <p:sp>
        <p:nvSpPr>
          <p:cNvPr id="8" name="AutoShape 3"/>
          <p:cNvSpPr>
            <a:spLocks noChangeArrowheads="1"/>
          </p:cNvSpPr>
          <p:nvPr/>
        </p:nvSpPr>
        <p:spPr bwMode="auto">
          <a:xfrm>
            <a:off x="812800" y="1016732"/>
            <a:ext cx="8280399" cy="32008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just">
              <a:lnSpc>
                <a:spcPct val="140000"/>
              </a:lnSpc>
              <a:spcAft>
                <a:spcPts val="1200"/>
              </a:spcAft>
            </a:pPr>
            <a:r>
              <a:rPr lang="ja-JP" altLang="en-US" sz="160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　</a:t>
            </a:r>
            <a:endParaRPr lang="en-US" altLang="ja-JP" sz="160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49" name="直角三角形 48"/>
          <p:cNvSpPr/>
          <p:nvPr/>
        </p:nvSpPr>
        <p:spPr bwMode="auto">
          <a:xfrm flipH="1">
            <a:off x="9285287" y="6237288"/>
            <a:ext cx="620713" cy="620713"/>
          </a:xfrm>
          <a:prstGeom prst="rtTriangle">
            <a:avLst/>
          </a:prstGeom>
          <a:solidFill>
            <a:schemeClr val="tx2"/>
          </a:solidFill>
          <a:ln>
            <a:noFill/>
          </a:ln>
          <a:effectLst/>
        </p:spPr>
        <p:txBody>
          <a:bodyPr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0" name="直角三角形 49"/>
          <p:cNvSpPr/>
          <p:nvPr/>
        </p:nvSpPr>
        <p:spPr bwMode="auto">
          <a:xfrm flipV="1">
            <a:off x="0" y="0"/>
            <a:ext cx="620713" cy="620713"/>
          </a:xfrm>
          <a:prstGeom prst="rtTriangle">
            <a:avLst/>
          </a:prstGeom>
          <a:solidFill>
            <a:schemeClr val="tx2"/>
          </a:solidFill>
          <a:ln>
            <a:noFill/>
          </a:ln>
          <a:effectLst/>
        </p:spPr>
        <p:txBody>
          <a:bodyPr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1029" name="Picture 5" descr="\\ts01\disk8\サイプレス\サイプレスロゴ\TIFFファイル\cypress_mono2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256" y="5339172"/>
            <a:ext cx="2755900" cy="646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3226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A7AE4085-41C5-741D-CB44-8E53C2182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１．見積概要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225652E-C259-B150-10F9-88E4B3AA6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73247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1-1.</a:t>
            </a:r>
            <a:r>
              <a:rPr lang="ja-JP" altLang="en-US" dirty="0"/>
              <a:t>本書の内容（見積範囲）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265" name="AutoShape 3"/>
          <p:cNvSpPr>
            <a:spLocks noChangeArrowheads="1"/>
          </p:cNvSpPr>
          <p:nvPr/>
        </p:nvSpPr>
        <p:spPr bwMode="auto">
          <a:xfrm>
            <a:off x="488504" y="908720"/>
            <a:ext cx="8784976" cy="2050561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just">
              <a:lnSpc>
                <a:spcPts val="3000"/>
              </a:lnSpc>
              <a:spcAft>
                <a:spcPts val="1200"/>
              </a:spcAft>
            </a:pPr>
            <a:r>
              <a:rPr lang="ja-JP" altLang="en-US" b="1" dirty="0">
                <a:latin typeface="+mn-ea"/>
                <a:cs typeface="メイリオ" pitchFamily="50" charset="-128"/>
              </a:rPr>
              <a:t>本見積は、千葉拠点にて稼働中の「海上入出荷計画業務システム」を、北海道および愛知版（</a:t>
            </a:r>
            <a:r>
              <a:rPr lang="en-US" altLang="ja-JP" b="1" dirty="0">
                <a:latin typeface="+mn-ea"/>
                <a:cs typeface="メイリオ" pitchFamily="50" charset="-128"/>
              </a:rPr>
              <a:t>64bit</a:t>
            </a:r>
            <a:r>
              <a:rPr lang="ja-JP" altLang="en-US" b="1" dirty="0">
                <a:latin typeface="+mn-ea"/>
                <a:cs typeface="メイリオ" pitchFamily="50" charset="-128"/>
              </a:rPr>
              <a:t>版）のシステムへ移行・展開するための対応一式を対象としたものです。</a:t>
            </a:r>
            <a:endParaRPr lang="en-US" altLang="ja-JP" b="1" dirty="0">
              <a:latin typeface="+mn-ea"/>
              <a:cs typeface="メイリオ" pitchFamily="50" charset="-128"/>
            </a:endParaRPr>
          </a:p>
          <a:p>
            <a:pPr lvl="0" algn="just">
              <a:lnSpc>
                <a:spcPts val="3000"/>
              </a:lnSpc>
              <a:spcAft>
                <a:spcPts val="1200"/>
              </a:spcAft>
            </a:pPr>
            <a:r>
              <a:rPr lang="ja-JP" altLang="en-US" b="1" dirty="0">
                <a:latin typeface="+mn-ea"/>
                <a:cs typeface="メイリオ" pitchFamily="50" charset="-128"/>
              </a:rPr>
              <a:t>拠点ごとの業務要件やネットワーク構成に応じた改修・設定変更、および拠点別データ環境への対応を含みます。</a:t>
            </a:r>
            <a:endParaRPr lang="en-US" altLang="ja-JP" sz="1100" b="1" dirty="0">
              <a:latin typeface="+mn-ea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80111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853975-0037-4EAD-89FC-ACF106CFB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1-2.</a:t>
            </a:r>
            <a:r>
              <a:rPr lang="ja-JP" altLang="en-US" dirty="0"/>
              <a:t>見積条件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E7FACA3-8421-4ABC-B438-7457AFCEA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508CF40E-739E-490D-ADE4-2B5FD8A68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323" y="1016732"/>
            <a:ext cx="8535441" cy="387413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marL="228600" indent="-228600" algn="just">
              <a:lnSpc>
                <a:spcPts val="1400"/>
              </a:lnSpc>
              <a:spcAft>
                <a:spcPts val="600"/>
              </a:spcAft>
              <a:buFont typeface="+mj-ea"/>
              <a:buAutoNum type="arabicPeriod"/>
            </a:pPr>
            <a:r>
              <a:rPr lang="ja-JP" altLang="en-US" sz="1200" dirty="0">
                <a:latin typeface="+mn-ea"/>
                <a:cs typeface="メイリオ" pitchFamily="50" charset="-128"/>
              </a:rPr>
              <a:t>作業場所</a:t>
            </a: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marL="685800" lvl="1" indent="-228600" algn="just">
              <a:lnSpc>
                <a:spcPts val="1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latin typeface="+mn-ea"/>
                <a:cs typeface="メイリオ" pitchFamily="50" charset="-128"/>
              </a:rPr>
              <a:t>原則的に弊社姉崎事務所とさせて頂きます。</a:t>
            </a: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marL="685800" lvl="1" indent="-228600" algn="just">
              <a:lnSpc>
                <a:spcPts val="1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latin typeface="+mn-ea"/>
                <a:cs typeface="メイリオ" pitchFamily="50" charset="-128"/>
              </a:rPr>
              <a:t>現地常駐は行わず、弊社姉崎事務所からのリモート接続対応とさせて頂きます。</a:t>
            </a: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marL="685800" lvl="1" indent="-228600" algn="just">
              <a:lnSpc>
                <a:spcPts val="1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marL="228600" indent="-228600" algn="just">
              <a:lnSpc>
                <a:spcPts val="1400"/>
              </a:lnSpc>
              <a:spcAft>
                <a:spcPts val="600"/>
              </a:spcAft>
              <a:buFont typeface="+mj-ea"/>
              <a:buAutoNum type="arabicPeriod"/>
            </a:pPr>
            <a:r>
              <a:rPr lang="ja-JP" altLang="en-US" sz="1200" dirty="0">
                <a:latin typeface="+mn-ea"/>
                <a:cs typeface="メイリオ" pitchFamily="50" charset="-128"/>
              </a:rPr>
              <a:t>作業期間</a:t>
            </a: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marL="685800" lvl="1" indent="-228600" algn="just">
              <a:lnSpc>
                <a:spcPts val="1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ja-JP" sz="1200" dirty="0">
                <a:latin typeface="+mn-ea"/>
                <a:cs typeface="メイリオ" pitchFamily="50" charset="-128"/>
              </a:rPr>
              <a:t>2026</a:t>
            </a:r>
            <a:r>
              <a:rPr lang="ja-JP" altLang="en-US" sz="1200" dirty="0">
                <a:latin typeface="+mn-ea"/>
                <a:cs typeface="メイリオ" pitchFamily="50" charset="-128"/>
              </a:rPr>
              <a:t>年</a:t>
            </a:r>
            <a:r>
              <a:rPr lang="en-US" altLang="ja-JP" sz="1200" dirty="0">
                <a:latin typeface="+mn-ea"/>
                <a:cs typeface="メイリオ" pitchFamily="50" charset="-128"/>
              </a:rPr>
              <a:t>4</a:t>
            </a:r>
            <a:r>
              <a:rPr lang="ja-JP" altLang="en-US" sz="1200" dirty="0">
                <a:latin typeface="+mn-ea"/>
                <a:cs typeface="メイリオ" pitchFamily="50" charset="-128"/>
              </a:rPr>
              <a:t>月～</a:t>
            </a:r>
            <a:r>
              <a:rPr lang="en-US" altLang="ja-JP" sz="1200" dirty="0">
                <a:latin typeface="+mn-ea"/>
                <a:cs typeface="メイリオ" pitchFamily="50" charset="-128"/>
              </a:rPr>
              <a:t>2027</a:t>
            </a:r>
            <a:r>
              <a:rPr lang="ja-JP" altLang="en-US" sz="1200" dirty="0">
                <a:latin typeface="+mn-ea"/>
                <a:cs typeface="メイリオ" pitchFamily="50" charset="-128"/>
              </a:rPr>
              <a:t>年</a:t>
            </a:r>
            <a:r>
              <a:rPr lang="en-US" altLang="ja-JP" sz="1200">
                <a:latin typeface="+mn-ea"/>
                <a:cs typeface="メイリオ" pitchFamily="50" charset="-128"/>
              </a:rPr>
              <a:t>12</a:t>
            </a:r>
            <a:r>
              <a:rPr lang="ja-JP" altLang="en-US" sz="1200">
                <a:latin typeface="+mn-ea"/>
                <a:cs typeface="メイリオ" pitchFamily="50" charset="-128"/>
              </a:rPr>
              <a:t>月</a:t>
            </a:r>
            <a:r>
              <a:rPr lang="ja-JP" altLang="en-US" sz="1200" dirty="0">
                <a:latin typeface="+mn-ea"/>
                <a:cs typeface="メイリオ" pitchFamily="50" charset="-128"/>
              </a:rPr>
              <a:t>を想定としています。</a:t>
            </a: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marL="228600" indent="-228600" algn="just">
              <a:lnSpc>
                <a:spcPts val="1400"/>
              </a:lnSpc>
              <a:spcAft>
                <a:spcPts val="600"/>
              </a:spcAft>
              <a:buFont typeface="+mj-lt"/>
              <a:buAutoNum type="arabicPeriod"/>
            </a:pP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marL="228600" indent="-228600" algn="just">
              <a:lnSpc>
                <a:spcPts val="1400"/>
              </a:lnSpc>
              <a:spcAft>
                <a:spcPts val="600"/>
              </a:spcAft>
              <a:buFont typeface="+mj-lt"/>
              <a:buAutoNum type="arabicPeriod"/>
            </a:pPr>
            <a:r>
              <a:rPr lang="ja-JP" altLang="en-US" sz="1200" dirty="0">
                <a:latin typeface="+mn-ea"/>
                <a:cs typeface="メイリオ" pitchFamily="50" charset="-128"/>
              </a:rPr>
              <a:t>見積条件</a:t>
            </a: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marL="685800" lvl="1" indent="-228600" algn="just">
              <a:lnSpc>
                <a:spcPts val="1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latin typeface="+mn-ea"/>
                <a:cs typeface="メイリオ" pitchFamily="50" charset="-128"/>
              </a:rPr>
              <a:t>マスタの整備による遅延で、作業期間を超える場合は、</a:t>
            </a:r>
            <a:r>
              <a:rPr lang="en-US" altLang="ja-JP" sz="1200" dirty="0">
                <a:latin typeface="+mn-ea"/>
                <a:cs typeface="メイリオ" pitchFamily="50" charset="-128"/>
              </a:rPr>
              <a:t>EXE</a:t>
            </a:r>
            <a:r>
              <a:rPr lang="ja-JP" altLang="en-US" sz="1200" dirty="0">
                <a:latin typeface="+mn-ea"/>
                <a:cs typeface="メイリオ" pitchFamily="50" charset="-128"/>
              </a:rPr>
              <a:t>様と対応可否について協議致します。</a:t>
            </a: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marL="685800" lvl="1" indent="-228600" algn="just">
              <a:lnSpc>
                <a:spcPts val="1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latin typeface="+mn-ea"/>
                <a:cs typeface="メイリオ" pitchFamily="50" charset="-128"/>
              </a:rPr>
              <a:t>エンジン側のスケジュール</a:t>
            </a:r>
            <a:r>
              <a:rPr lang="en-US" altLang="ja-JP" sz="1200" dirty="0">
                <a:latin typeface="+mn-ea"/>
                <a:cs typeface="メイリオ" pitchFamily="50" charset="-128"/>
              </a:rPr>
              <a:t>/</a:t>
            </a:r>
            <a:r>
              <a:rPr lang="ja-JP" altLang="en-US" sz="1200" dirty="0">
                <a:latin typeface="+mn-ea"/>
                <a:cs typeface="メイリオ" pitchFamily="50" charset="-128"/>
              </a:rPr>
              <a:t>インフラの構築遅延で、作業期間を超える場合は、</a:t>
            </a:r>
            <a:r>
              <a:rPr lang="en-US" altLang="ja-JP" sz="1200" dirty="0">
                <a:latin typeface="+mn-ea"/>
                <a:cs typeface="メイリオ" pitchFamily="50" charset="-128"/>
              </a:rPr>
              <a:t>EXE</a:t>
            </a:r>
            <a:r>
              <a:rPr lang="ja-JP" altLang="en-US" sz="1200" dirty="0">
                <a:latin typeface="+mn-ea"/>
                <a:cs typeface="メイリオ" pitchFamily="50" charset="-128"/>
              </a:rPr>
              <a:t>様と対応可否について協議致します。</a:t>
            </a: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marL="685800" lvl="1" indent="-228600" algn="just">
              <a:lnSpc>
                <a:spcPts val="1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latin typeface="+mn-ea"/>
                <a:cs typeface="メイリオ" pitchFamily="50" charset="-128"/>
              </a:rPr>
              <a:t>エンジン側の要件で大幅に改造が生じ、作業期間を超える場合は、</a:t>
            </a:r>
            <a:r>
              <a:rPr lang="en-US" altLang="ja-JP" sz="1200" dirty="0">
                <a:latin typeface="+mn-ea"/>
                <a:cs typeface="メイリオ" pitchFamily="50" charset="-128"/>
              </a:rPr>
              <a:t> EXE</a:t>
            </a:r>
            <a:r>
              <a:rPr lang="ja-JP" altLang="en-US" sz="1200" dirty="0">
                <a:latin typeface="+mn-ea"/>
                <a:cs typeface="メイリオ" pitchFamily="50" charset="-128"/>
              </a:rPr>
              <a:t>様と対応可否について協議致します。</a:t>
            </a: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marL="628650" lvl="1" indent="-171450" algn="just">
              <a:lnSpc>
                <a:spcPts val="1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latin typeface="+mn-ea"/>
                <a:cs typeface="メイリオ" pitchFamily="50" charset="-128"/>
              </a:rPr>
              <a:t>アプリケーションの改造については</a:t>
            </a:r>
            <a:r>
              <a:rPr lang="en-US" altLang="ja-JP" sz="1200" dirty="0">
                <a:latin typeface="+mn-ea"/>
                <a:cs typeface="メイリオ" pitchFamily="50" charset="-128"/>
              </a:rPr>
              <a:t>1</a:t>
            </a:r>
            <a:r>
              <a:rPr lang="ja-JP" altLang="en-US" sz="1200" dirty="0">
                <a:latin typeface="+mn-ea"/>
                <a:cs typeface="メイリオ" pitchFamily="50" charset="-128"/>
              </a:rPr>
              <a:t>人月を想定しています。これを超える改造が発生した場合は、</a:t>
            </a:r>
            <a:r>
              <a:rPr lang="en-US" altLang="ja-JP" sz="1200" dirty="0">
                <a:latin typeface="+mn-ea"/>
                <a:cs typeface="メイリオ" pitchFamily="50" charset="-128"/>
              </a:rPr>
              <a:t>EXE</a:t>
            </a:r>
            <a:r>
              <a:rPr lang="ja-JP" altLang="en-US" sz="1200" dirty="0">
                <a:latin typeface="+mn-ea"/>
                <a:cs typeface="メイリオ" pitchFamily="50" charset="-128"/>
              </a:rPr>
              <a:t>様と対応可否について協議致します。</a:t>
            </a: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marL="628650" lvl="1" indent="-171450" algn="just">
              <a:lnSpc>
                <a:spcPts val="1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lvl="1" algn="just">
              <a:lnSpc>
                <a:spcPts val="1400"/>
              </a:lnSpc>
              <a:spcAft>
                <a:spcPts val="600"/>
              </a:spcAft>
            </a:pPr>
            <a:endParaRPr lang="en-US" altLang="ja-JP" sz="1200" dirty="0">
              <a:latin typeface="+mn-ea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15320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四角形: 角を丸くする 51">
            <a:extLst>
              <a:ext uri="{FF2B5EF4-FFF2-40B4-BE49-F238E27FC236}">
                <a16:creationId xmlns:a16="http://schemas.microsoft.com/office/drawing/2014/main" id="{1B07D447-8F90-18AA-D6C5-D9E948F758A5}"/>
              </a:ext>
            </a:extLst>
          </p:cNvPr>
          <p:cNvSpPr/>
          <p:nvPr/>
        </p:nvSpPr>
        <p:spPr bwMode="auto">
          <a:xfrm>
            <a:off x="565788" y="2901591"/>
            <a:ext cx="4068452" cy="1440930"/>
          </a:xfrm>
          <a:prstGeom prst="roundRect">
            <a:avLst>
              <a:gd name="adj" fmla="val 3813"/>
            </a:avLst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en-US" altLang="ja-JP" sz="160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A184CCA-516A-68D3-42BF-38AAB297A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0ACCFF4C-CED7-1654-5AA4-083C3BF5F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144090"/>
            <a:ext cx="9361040" cy="396044"/>
          </a:xfrm>
        </p:spPr>
        <p:txBody>
          <a:bodyPr/>
          <a:lstStyle/>
          <a:p>
            <a:r>
              <a:rPr lang="en-US" altLang="ja-JP" dirty="0"/>
              <a:t>1-3.</a:t>
            </a:r>
            <a:r>
              <a:rPr lang="ja-JP" altLang="en-US" dirty="0"/>
              <a:t>サーバ構成</a:t>
            </a:r>
            <a:endParaRPr kumimoji="1" lang="ja-JP" altLang="en-US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00A53F8F-7C4E-13B2-3128-D405B26A79E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68791" y="3266875"/>
            <a:ext cx="465610" cy="774000"/>
          </a:xfrm>
          <a:prstGeom prst="rect">
            <a:avLst/>
          </a:prstGeom>
        </p:spPr>
      </p:pic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6EA61FAD-56B0-F4CE-3E84-C54642117278}"/>
              </a:ext>
            </a:extLst>
          </p:cNvPr>
          <p:cNvSpPr/>
          <p:nvPr/>
        </p:nvSpPr>
        <p:spPr bwMode="auto">
          <a:xfrm>
            <a:off x="6069124" y="1643165"/>
            <a:ext cx="3271088" cy="2847675"/>
          </a:xfrm>
          <a:prstGeom prst="roundRect">
            <a:avLst>
              <a:gd name="adj" fmla="val 3813"/>
            </a:avLst>
          </a:prstGeom>
          <a:solidFill>
            <a:schemeClr val="bg1"/>
          </a:solidFill>
          <a:ln w="53975">
            <a:solidFill>
              <a:schemeClr val="bg1">
                <a:lumMod val="85000"/>
              </a:schemeClr>
            </a:solidFill>
          </a:ln>
          <a:effectLst/>
        </p:spPr>
        <p:txBody>
          <a:bodyPr rot="0" spcFirstLastPara="0" vertOverflow="overflow" horzOverflow="overflow" vert="horz" wrap="square" lIns="108000" tIns="108000" rIns="108000" bIns="9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en-US" altLang="ja-JP" sz="160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E8F963AF-EB95-ED0B-F5AC-1899B168DE6A}"/>
              </a:ext>
            </a:extLst>
          </p:cNvPr>
          <p:cNvGrpSpPr/>
          <p:nvPr/>
        </p:nvGrpSpPr>
        <p:grpSpPr>
          <a:xfrm>
            <a:off x="5623882" y="3932779"/>
            <a:ext cx="1026721" cy="1116124"/>
            <a:chOff x="753683" y="4979253"/>
            <a:chExt cx="1476698" cy="1811620"/>
          </a:xfrm>
        </p:grpSpPr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962D88AC-C0E0-5242-41B6-18B23548F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3683" y="5091519"/>
              <a:ext cx="1476698" cy="1476697"/>
            </a:xfrm>
            <a:prstGeom prst="rect">
              <a:avLst/>
            </a:prstGeom>
          </p:spPr>
        </p:pic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1BD3CFAE-11BE-F18A-A588-FF263B8FACDD}"/>
                </a:ext>
              </a:extLst>
            </p:cNvPr>
            <p:cNvSpPr/>
            <p:nvPr/>
          </p:nvSpPr>
          <p:spPr bwMode="auto">
            <a:xfrm>
              <a:off x="1089517" y="4979253"/>
              <a:ext cx="805028" cy="1811620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kumimoji="1" lang="en-US" altLang="ja-JP" sz="700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AZURE</a:t>
              </a:r>
              <a:endParaRPr kumimoji="1" lang="ja-JP" altLang="en-US" sz="700" dirty="0">
                <a:solidFill>
                  <a:schemeClr val="accent1">
                    <a:lumMod val="75000"/>
                    <a:lumOff val="25000"/>
                  </a:schemeClr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</p:grp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D42E1C9-93DB-D67E-A8C7-7209723242E1}"/>
              </a:ext>
            </a:extLst>
          </p:cNvPr>
          <p:cNvSpPr/>
          <p:nvPr/>
        </p:nvSpPr>
        <p:spPr bwMode="auto">
          <a:xfrm>
            <a:off x="7283039" y="3322919"/>
            <a:ext cx="1741543" cy="844725"/>
          </a:xfrm>
          <a:prstGeom prst="rect">
            <a:avLst/>
          </a:prstGeom>
          <a:noFill/>
          <a:ln w="9525">
            <a:solidFill>
              <a:schemeClr val="tx1">
                <a:lumMod val="20000"/>
                <a:lumOff val="80000"/>
              </a:schemeClr>
            </a:solidFill>
            <a:prstDash val="sysDot"/>
          </a:ln>
          <a:effectLst/>
        </p:spPr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海上入出荷計画業務システム</a:t>
            </a:r>
            <a:endParaRPr kumimoji="1" lang="en-US" altLang="ja-JP" sz="900" b="1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本番</a:t>
            </a:r>
            <a:r>
              <a:rPr kumimoji="1" lang="en-US" altLang="ja-JP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AP</a:t>
            </a:r>
            <a:r>
              <a:rPr kumimoji="1" lang="ja-JP" altLang="en-US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サーバ</a:t>
            </a:r>
            <a:r>
              <a:rPr lang="ja-JP" altLang="en-US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（</a:t>
            </a:r>
            <a:r>
              <a:rPr lang="en-US" altLang="ja-JP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10.180.0.150)</a:t>
            </a:r>
            <a:endParaRPr kumimoji="1" lang="ja-JP" altLang="en-US" sz="1050" b="1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A45089F4-0AAE-3AAF-66B6-2B9BBA5BE732}"/>
              </a:ext>
            </a:extLst>
          </p:cNvPr>
          <p:cNvSpPr/>
          <p:nvPr/>
        </p:nvSpPr>
        <p:spPr bwMode="auto">
          <a:xfrm>
            <a:off x="7279384" y="1836585"/>
            <a:ext cx="1741543" cy="921670"/>
          </a:xfrm>
          <a:prstGeom prst="rect">
            <a:avLst/>
          </a:prstGeom>
          <a:noFill/>
          <a:ln w="9525">
            <a:solidFill>
              <a:schemeClr val="tx1">
                <a:lumMod val="20000"/>
                <a:lumOff val="80000"/>
              </a:schemeClr>
            </a:solidFill>
            <a:prstDash val="sysDot"/>
          </a:ln>
          <a:effectLst/>
        </p:spPr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海上入出荷計画業務システム</a:t>
            </a:r>
            <a:endParaRPr kumimoji="1" lang="en-US" altLang="ja-JP" sz="900" b="1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本番</a:t>
            </a:r>
            <a:r>
              <a:rPr kumimoji="1" lang="en-US" altLang="ja-JP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DB</a:t>
            </a:r>
            <a:r>
              <a:rPr kumimoji="1" lang="ja-JP" altLang="en-US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サーバ（千葉）</a:t>
            </a:r>
            <a:endParaRPr kumimoji="1" lang="en-US" altLang="ja-JP" sz="900" b="1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（</a:t>
            </a:r>
            <a:r>
              <a:rPr lang="en-US" altLang="ja-JP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10.180.2.38)</a:t>
            </a:r>
            <a:endParaRPr kumimoji="1" lang="en-US" altLang="ja-JP" sz="900" b="1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38" name="図 37">
            <a:extLst>
              <a:ext uri="{FF2B5EF4-FFF2-40B4-BE49-F238E27FC236}">
                <a16:creationId xmlns:a16="http://schemas.microsoft.com/office/drawing/2014/main" id="{37DA359E-07A8-09B6-E854-57699AAE41B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336392" y="3284538"/>
            <a:ext cx="443810" cy="737762"/>
          </a:xfrm>
          <a:prstGeom prst="rect">
            <a:avLst/>
          </a:prstGeom>
        </p:spPr>
      </p:pic>
      <p:pic>
        <p:nvPicPr>
          <p:cNvPr id="39" name="図 38">
            <a:extLst>
              <a:ext uri="{FF2B5EF4-FFF2-40B4-BE49-F238E27FC236}">
                <a16:creationId xmlns:a16="http://schemas.microsoft.com/office/drawing/2014/main" id="{241E139D-7B4E-0722-47D3-1B882B18647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26099" y="1961200"/>
            <a:ext cx="465610" cy="774000"/>
          </a:xfrm>
          <a:prstGeom prst="rect">
            <a:avLst/>
          </a:prstGeom>
        </p:spPr>
      </p:pic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7803259D-CA07-E5B1-6656-FCF7BC26715B}"/>
              </a:ext>
            </a:extLst>
          </p:cNvPr>
          <p:cNvCxnSpPr>
            <a:cxnSpLocks/>
            <a:stCxn id="38" idx="1"/>
            <a:endCxn id="10" idx="3"/>
          </p:cNvCxnSpPr>
          <p:nvPr/>
        </p:nvCxnSpPr>
        <p:spPr>
          <a:xfrm rot="10800000" flipV="1">
            <a:off x="2534402" y="3653419"/>
            <a:ext cx="3801991" cy="456"/>
          </a:xfrm>
          <a:prstGeom prst="bentConnector3">
            <a:avLst>
              <a:gd name="adj1" fmla="val 50000"/>
            </a:avLst>
          </a:prstGeom>
          <a:ln w="38100"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DC8EE3E3-3F86-27B6-BAC3-BD250EC9DA82}"/>
              </a:ext>
            </a:extLst>
          </p:cNvPr>
          <p:cNvSpPr/>
          <p:nvPr/>
        </p:nvSpPr>
        <p:spPr bwMode="auto">
          <a:xfrm>
            <a:off x="181570" y="3832620"/>
            <a:ext cx="1152128" cy="520021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16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オフラス</a:t>
            </a:r>
            <a:endParaRPr kumimoji="1" lang="ja-JP" altLang="en-US" sz="16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7F8C78B3-2CDC-95B2-28C3-B4E8A52344EF}"/>
              </a:ext>
            </a:extLst>
          </p:cNvPr>
          <p:cNvSpPr/>
          <p:nvPr/>
        </p:nvSpPr>
        <p:spPr bwMode="auto">
          <a:xfrm>
            <a:off x="2676258" y="3728978"/>
            <a:ext cx="1891469" cy="573882"/>
          </a:xfrm>
          <a:prstGeom prst="rect">
            <a:avLst/>
          </a:prstGeom>
          <a:noFill/>
          <a:ln w="9525">
            <a:solidFill>
              <a:schemeClr val="tx1">
                <a:lumMod val="20000"/>
                <a:lumOff val="80000"/>
              </a:schemeClr>
            </a:solidFill>
            <a:prstDash val="sysDot"/>
          </a:ln>
          <a:effectLst/>
        </p:spPr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オフラス（千葉）</a:t>
            </a:r>
            <a:r>
              <a:rPr kumimoji="1" lang="en-US" altLang="ja-JP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DMZ</a:t>
            </a:r>
            <a:r>
              <a:rPr kumimoji="1" lang="ja-JP" altLang="en-US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サーバー</a:t>
            </a:r>
            <a:r>
              <a:rPr kumimoji="1" lang="en-US" altLang="ja-JP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(10.178.128.137)</a:t>
            </a:r>
            <a:endParaRPr kumimoji="1" lang="ja-JP" altLang="en-US" sz="1050" b="1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cxnSp>
        <p:nvCxnSpPr>
          <p:cNvPr id="63" name="直線コネクタ 36">
            <a:extLst>
              <a:ext uri="{FF2B5EF4-FFF2-40B4-BE49-F238E27FC236}">
                <a16:creationId xmlns:a16="http://schemas.microsoft.com/office/drawing/2014/main" id="{2FF4C716-887F-281E-7331-1BE7707AAF80}"/>
              </a:ext>
            </a:extLst>
          </p:cNvPr>
          <p:cNvCxnSpPr>
            <a:cxnSpLocks/>
            <a:stCxn id="39" idx="2"/>
            <a:endCxn id="38" idx="0"/>
          </p:cNvCxnSpPr>
          <p:nvPr/>
        </p:nvCxnSpPr>
        <p:spPr>
          <a:xfrm rot="5400000">
            <a:off x="6283932" y="3009566"/>
            <a:ext cx="549338" cy="607"/>
          </a:xfrm>
          <a:prstGeom prst="bentConnector3">
            <a:avLst>
              <a:gd name="adj1" fmla="val 50000"/>
            </a:avLst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7084F07-44F2-8A64-E012-8A94B3F91871}"/>
              </a:ext>
            </a:extLst>
          </p:cNvPr>
          <p:cNvSpPr/>
          <p:nvPr/>
        </p:nvSpPr>
        <p:spPr bwMode="auto">
          <a:xfrm>
            <a:off x="6017778" y="1161508"/>
            <a:ext cx="2955305" cy="520021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海上入出荷計画業務システム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5EF32C04-D75F-C0D4-0B56-685E40B66A93}"/>
              </a:ext>
            </a:extLst>
          </p:cNvPr>
          <p:cNvSpPr/>
          <p:nvPr/>
        </p:nvSpPr>
        <p:spPr bwMode="auto">
          <a:xfrm>
            <a:off x="565788" y="1240735"/>
            <a:ext cx="4068452" cy="1440930"/>
          </a:xfrm>
          <a:prstGeom prst="roundRect">
            <a:avLst>
              <a:gd name="adj" fmla="val 3813"/>
            </a:avLst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en-US" altLang="ja-JP" sz="160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54EBB22-750C-6701-4196-7D6CF9F7525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68791" y="1606019"/>
            <a:ext cx="465610" cy="774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5775944-2F60-D8B9-080C-DA1976122CAA}"/>
              </a:ext>
            </a:extLst>
          </p:cNvPr>
          <p:cNvSpPr/>
          <p:nvPr/>
        </p:nvSpPr>
        <p:spPr bwMode="auto">
          <a:xfrm>
            <a:off x="181570" y="2171764"/>
            <a:ext cx="1152128" cy="520021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16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需給調整</a:t>
            </a:r>
            <a:endParaRPr kumimoji="1" lang="ja-JP" altLang="en-US" sz="16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052513D-1A4A-4B59-BF66-67D91169A5F6}"/>
              </a:ext>
            </a:extLst>
          </p:cNvPr>
          <p:cNvSpPr/>
          <p:nvPr/>
        </p:nvSpPr>
        <p:spPr bwMode="auto">
          <a:xfrm>
            <a:off x="2676258" y="2068122"/>
            <a:ext cx="1464179" cy="573882"/>
          </a:xfrm>
          <a:prstGeom prst="rect">
            <a:avLst/>
          </a:prstGeom>
          <a:noFill/>
          <a:ln w="9525">
            <a:solidFill>
              <a:schemeClr val="tx1">
                <a:lumMod val="20000"/>
                <a:lumOff val="80000"/>
              </a:schemeClr>
            </a:solidFill>
            <a:prstDash val="sysDot"/>
          </a:ln>
          <a:effectLst/>
        </p:spPr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需給調整</a:t>
            </a:r>
            <a:r>
              <a:rPr lang="en-US" altLang="ja-JP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DB</a:t>
            </a:r>
            <a:r>
              <a:rPr lang="ja-JP" altLang="en-US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サーバー</a:t>
            </a:r>
            <a:r>
              <a:rPr kumimoji="1" lang="en-US" altLang="ja-JP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(10.200.5.39)</a:t>
            </a:r>
            <a:endParaRPr kumimoji="1" lang="ja-JP" altLang="en-US" sz="1050" b="1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cxnSp>
        <p:nvCxnSpPr>
          <p:cNvPr id="8" name="コネクタ: カギ線 7">
            <a:extLst>
              <a:ext uri="{FF2B5EF4-FFF2-40B4-BE49-F238E27FC236}">
                <a16:creationId xmlns:a16="http://schemas.microsoft.com/office/drawing/2014/main" id="{B9D221D6-B973-FA23-91FB-0F6CCEE07CDE}"/>
              </a:ext>
            </a:extLst>
          </p:cNvPr>
          <p:cNvCxnSpPr>
            <a:cxnSpLocks/>
            <a:stCxn id="38" idx="1"/>
            <a:endCxn id="4" idx="3"/>
          </p:cNvCxnSpPr>
          <p:nvPr/>
        </p:nvCxnSpPr>
        <p:spPr>
          <a:xfrm rot="10800000">
            <a:off x="2534402" y="1993019"/>
            <a:ext cx="3801991" cy="1660400"/>
          </a:xfrm>
          <a:prstGeom prst="bentConnector3">
            <a:avLst>
              <a:gd name="adj1" fmla="val 50000"/>
            </a:avLst>
          </a:prstGeom>
          <a:ln w="38100"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081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D900244-57AE-5CC0-1F6F-0217BCA11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5</a:t>
            </a:fld>
            <a:endParaRPr lang="ja-JP" altLang="en-US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AD480C12-824A-E1C5-2095-9A17E80DA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875164"/>
              </p:ext>
            </p:extLst>
          </p:nvPr>
        </p:nvGraphicFramePr>
        <p:xfrm>
          <a:off x="623746" y="1038533"/>
          <a:ext cx="8505968" cy="2293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988">
                  <a:extLst>
                    <a:ext uri="{9D8B030D-6E8A-4147-A177-3AD203B41FA5}">
                      <a16:colId xmlns:a16="http://schemas.microsoft.com/office/drawing/2014/main" val="3794791739"/>
                    </a:ext>
                  </a:extLst>
                </a:gridCol>
                <a:gridCol w="2000531">
                  <a:extLst>
                    <a:ext uri="{9D8B030D-6E8A-4147-A177-3AD203B41FA5}">
                      <a16:colId xmlns:a16="http://schemas.microsoft.com/office/drawing/2014/main" val="1340540472"/>
                    </a:ext>
                  </a:extLst>
                </a:gridCol>
                <a:gridCol w="2828310">
                  <a:extLst>
                    <a:ext uri="{9D8B030D-6E8A-4147-A177-3AD203B41FA5}">
                      <a16:colId xmlns:a16="http://schemas.microsoft.com/office/drawing/2014/main" val="3698622732"/>
                    </a:ext>
                  </a:extLst>
                </a:gridCol>
                <a:gridCol w="3348139">
                  <a:extLst>
                    <a:ext uri="{9D8B030D-6E8A-4147-A177-3AD203B41FA5}">
                      <a16:colId xmlns:a16="http://schemas.microsoft.com/office/drawing/2014/main" val="2213560828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No.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納品物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納品方法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説明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43934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切替要領書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BOX</a:t>
                      </a:r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の指定フォルダに格納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8344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２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ソース及びファイル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BOX</a:t>
                      </a:r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の指定フォルダに格納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34384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３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基本設計書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ja-JP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メイリオ"/>
                          <a:ea typeface="メイリオ"/>
                          <a:cs typeface="+mn-cs"/>
                        </a:rPr>
                        <a:t>BOX</a:t>
                      </a:r>
                      <a:r>
                        <a:rPr kumimoji="1" lang="ja-JP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メイリオ"/>
                          <a:ea typeface="メイリオ"/>
                          <a:cs typeface="+mn-cs"/>
                        </a:rPr>
                        <a:t>の指定フォルダに格納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58612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４</a:t>
                      </a:r>
                      <a:endParaRPr lang="en-US" altLang="ja-JP" sz="12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詳細設計書</a:t>
                      </a:r>
                      <a:endParaRPr lang="en-US" altLang="ja-JP" sz="12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ja-JP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メイリオ"/>
                          <a:ea typeface="メイリオ"/>
                          <a:cs typeface="+mn-cs"/>
                        </a:rPr>
                        <a:t>BOX</a:t>
                      </a:r>
                      <a:r>
                        <a:rPr kumimoji="1" lang="ja-JP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メイリオ"/>
                          <a:ea typeface="メイリオ"/>
                          <a:cs typeface="+mn-cs"/>
                        </a:rPr>
                        <a:t>の指定フォルダに格納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06914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５</a:t>
                      </a:r>
                      <a:endParaRPr lang="en-US" altLang="ja-JP" sz="12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単体テスト</a:t>
                      </a:r>
                      <a:endParaRPr lang="en-US" altLang="ja-JP" sz="12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ja-JP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メイリオ"/>
                          <a:ea typeface="メイリオ"/>
                          <a:cs typeface="+mn-cs"/>
                        </a:rPr>
                        <a:t>BOX</a:t>
                      </a:r>
                      <a:r>
                        <a:rPr kumimoji="1" lang="ja-JP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メイリオ"/>
                          <a:ea typeface="メイリオ"/>
                          <a:cs typeface="+mn-cs"/>
                        </a:rPr>
                        <a:t>の指定フォルダに格納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03023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６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結合テスト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ja-JP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メイリオ"/>
                          <a:ea typeface="メイリオ"/>
                          <a:cs typeface="+mn-cs"/>
                        </a:rPr>
                        <a:t>BOX</a:t>
                      </a:r>
                      <a:r>
                        <a:rPr kumimoji="1" lang="ja-JP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メイリオ"/>
                          <a:ea typeface="メイリオ"/>
                          <a:cs typeface="+mn-cs"/>
                        </a:rPr>
                        <a:t>の指定フォルダに格納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40801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７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シナリオテスト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ja-JP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メイリオ"/>
                          <a:ea typeface="メイリオ"/>
                          <a:cs typeface="+mn-cs"/>
                        </a:rPr>
                        <a:t>BOX</a:t>
                      </a:r>
                      <a:r>
                        <a:rPr kumimoji="1" lang="ja-JP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メイリオ"/>
                          <a:ea typeface="メイリオ"/>
                          <a:cs typeface="+mn-cs"/>
                        </a:rPr>
                        <a:t>の指定フォルダに格納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46499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８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初期流動管理表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ja-JP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メイリオ"/>
                          <a:ea typeface="メイリオ"/>
                          <a:cs typeface="+mn-cs"/>
                        </a:rPr>
                        <a:t>BOX</a:t>
                      </a:r>
                      <a:r>
                        <a:rPr kumimoji="1" lang="ja-JP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メイリオ"/>
                          <a:ea typeface="メイリオ"/>
                          <a:cs typeface="+mn-cs"/>
                        </a:rPr>
                        <a:t>の指定フォルダに格納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51126"/>
                  </a:ext>
                </a:extLst>
              </a:tr>
            </a:tbl>
          </a:graphicData>
        </a:graphic>
      </p:graphicFrame>
      <p:sp>
        <p:nvSpPr>
          <p:cNvPr id="7" name="タイトル 1">
            <a:extLst>
              <a:ext uri="{FF2B5EF4-FFF2-40B4-BE49-F238E27FC236}">
                <a16:creationId xmlns:a16="http://schemas.microsoft.com/office/drawing/2014/main" id="{D52D7312-8BDE-85D6-8481-6D67CB9FD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</p:spPr>
        <p:txBody>
          <a:bodyPr/>
          <a:lstStyle/>
          <a:p>
            <a:r>
              <a:rPr lang="en-US" altLang="ja-JP" dirty="0"/>
              <a:t>1-4.</a:t>
            </a:r>
            <a:r>
              <a:rPr lang="ja-JP" altLang="en-US" dirty="0"/>
              <a:t>納品物件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12243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D900244-57AE-5CC0-1F6F-0217BCA11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05220F8-2B1D-ED43-34AB-480DA28294F3}"/>
              </a:ext>
            </a:extLst>
          </p:cNvPr>
          <p:cNvSpPr txBox="1"/>
          <p:nvPr/>
        </p:nvSpPr>
        <p:spPr>
          <a:xfrm>
            <a:off x="8193360" y="675463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/>
              <a:t>　工数の単位は人月</a:t>
            </a:r>
            <a:endParaRPr lang="en-US" altLang="ja-JP" sz="1000"/>
          </a:p>
          <a:p>
            <a:r>
              <a:rPr lang="ja-JP" altLang="en-US" sz="1000"/>
              <a:t>　金額の単位は千円</a:t>
            </a:r>
            <a:endParaRPr lang="en-US" altLang="ja-JP" sz="1000"/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D52D7312-8BDE-85D6-8481-6D67CB9FD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</p:spPr>
        <p:txBody>
          <a:bodyPr/>
          <a:lstStyle/>
          <a:p>
            <a:r>
              <a:rPr lang="en-US" altLang="ja-JP" dirty="0"/>
              <a:t>1-5.</a:t>
            </a:r>
            <a:r>
              <a:rPr lang="ja-JP" altLang="en-US" dirty="0"/>
              <a:t>見積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3F16C87-0DBE-83A7-6000-38600E74C26A}"/>
              </a:ext>
            </a:extLst>
          </p:cNvPr>
          <p:cNvSpPr txBox="1"/>
          <p:nvPr/>
        </p:nvSpPr>
        <p:spPr>
          <a:xfrm>
            <a:off x="388524" y="6109265"/>
            <a:ext cx="9300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ja-JP" sz="1000" b="1" dirty="0">
              <a:solidFill>
                <a:schemeClr val="accent3"/>
              </a:solidFill>
            </a:endParaRPr>
          </a:p>
          <a:p>
            <a:r>
              <a:rPr kumimoji="1" lang="en-US" altLang="ja-JP" sz="1000" dirty="0"/>
              <a:t>※</a:t>
            </a:r>
            <a:r>
              <a:rPr kumimoji="1" lang="ja-JP" altLang="en-US" sz="1000" dirty="0"/>
              <a:t>お客様からの要請指示による移動、出張にかかる費用（交通費・宿泊費）は別途実費請求いたします。</a:t>
            </a:r>
            <a:endParaRPr kumimoji="1" lang="en-US" altLang="ja-JP" sz="1000" dirty="0"/>
          </a:p>
        </p:txBody>
      </p:sp>
      <p:graphicFrame>
        <p:nvGraphicFramePr>
          <p:cNvPr id="4" name="オブジェクト 3">
            <a:extLst>
              <a:ext uri="{FF2B5EF4-FFF2-40B4-BE49-F238E27FC236}">
                <a16:creationId xmlns:a16="http://schemas.microsoft.com/office/drawing/2014/main" id="{1D4681CE-0944-F908-AB76-BF1682873E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281377"/>
              </p:ext>
            </p:extLst>
          </p:nvPr>
        </p:nvGraphicFramePr>
        <p:xfrm>
          <a:off x="346075" y="873125"/>
          <a:ext cx="9213850" cy="511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213868" imgH="5111915" progId="Excel.Sheet.12">
                  <p:embed/>
                </p:oleObj>
              </mc:Choice>
              <mc:Fallback>
                <p:oleObj name="Worksheet" r:id="rId3" imgW="9213868" imgH="5111915" progId="Excel.Sheet.12">
                  <p:embed/>
                  <p:pic>
                    <p:nvPicPr>
                      <p:cNvPr id="4" name="オブジェクト 3">
                        <a:extLst>
                          <a:ext uri="{FF2B5EF4-FFF2-40B4-BE49-F238E27FC236}">
                            <a16:creationId xmlns:a16="http://schemas.microsoft.com/office/drawing/2014/main" id="{1D4681CE-0944-F908-AB76-BF1682873E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6075" y="873125"/>
                        <a:ext cx="9213850" cy="5111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62443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5B6F1-7A76-7CA1-3A2B-36B42689C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85436464-EBBC-90C5-8510-869395CC0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</a:t>
            </a:r>
            <a:r>
              <a:rPr lang="ja-JP" altLang="en-US" dirty="0"/>
              <a:t>．移行内容詳細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CF7599B-9B71-55CF-6B72-DDD588CE7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48392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7652D8C-DFDA-36B3-9C76-712D40066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8</a:t>
            </a:fld>
            <a:endParaRPr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BD8094A5-43A1-1712-E120-D88384F26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</p:spPr>
        <p:txBody>
          <a:bodyPr/>
          <a:lstStyle/>
          <a:p>
            <a:r>
              <a:rPr lang="en-US" altLang="ja-JP" dirty="0">
                <a:latin typeface="+mn-ea"/>
              </a:rPr>
              <a:t>2-1.</a:t>
            </a:r>
            <a:r>
              <a:rPr lang="ja-JP" altLang="en-US" dirty="0">
                <a:latin typeface="+mn-ea"/>
              </a:rPr>
              <a:t> 移行計画</a:t>
            </a:r>
            <a:endParaRPr kumimoji="1" lang="ja-JP" altLang="en-US" dirty="0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9464ABA1-B854-35EA-37B9-F23395F42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04" y="908720"/>
            <a:ext cx="8784976" cy="36548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just">
              <a:lnSpc>
                <a:spcPts val="3000"/>
              </a:lnSpc>
              <a:spcAft>
                <a:spcPts val="1200"/>
              </a:spcAft>
            </a:pPr>
            <a:r>
              <a:rPr lang="ja-JP" altLang="en-US" sz="2000" b="1" dirty="0">
                <a:latin typeface="+mn-ea"/>
                <a:cs typeface="メイリオ" pitchFamily="50" charset="-128"/>
              </a:rPr>
              <a:t>「移行計画」作業内容は、下表の通り。</a:t>
            </a:r>
            <a:endParaRPr lang="en-US" altLang="ja-JP" sz="2000" b="1" dirty="0">
              <a:latin typeface="+mn-ea"/>
              <a:cs typeface="メイリオ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CB657041-54EB-C4AE-B259-3BC74D962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125824"/>
              </p:ext>
            </p:extLst>
          </p:nvPr>
        </p:nvGraphicFramePr>
        <p:xfrm>
          <a:off x="632520" y="1376771"/>
          <a:ext cx="8640960" cy="25222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5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9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5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5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作業内容</a:t>
                      </a:r>
                      <a:endParaRPr lang="ja-JP" alt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詳細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移行方針策定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検証機に展開し確認し、本番機へ反映するなど移行方針を打合せで確認（２人日）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488038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２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現行調査・差分分析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32bit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千葉版と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64bit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北海道・愛知版の差分調査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マスタ構造・設定ファイル差分調査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外部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IF/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ジョブ設定の確認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改造必要箇所の洗い出し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297052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３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対象モジュール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/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データ範囲検討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・北海道・愛知版での製油所差異はどちらを採用するか確認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（２人日）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703346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４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千葉固有機能の移行方針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・ポンプ能力対応等（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24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５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マスタ移行方式（マッピング・補完方式）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・補完方式の検討等サポートを行う。（１人日）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E1370B6-3C69-E954-B6CF-BA48F7587E81}"/>
              </a:ext>
            </a:extLst>
          </p:cNvPr>
          <p:cNvSpPr txBox="1"/>
          <p:nvPr/>
        </p:nvSpPr>
        <p:spPr>
          <a:xfrm>
            <a:off x="589791" y="3898991"/>
            <a:ext cx="48924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※</a:t>
            </a:r>
            <a:r>
              <a:rPr lang="ja-JP" altLang="en-US" sz="1200" dirty="0"/>
              <a:t>一部保守で実施済み。最終調整として調整する。</a:t>
            </a:r>
            <a:endParaRPr lang="en-US" altLang="ja-JP" sz="1200" dirty="0"/>
          </a:p>
        </p:txBody>
      </p:sp>
    </p:spTree>
    <p:extLst>
      <p:ext uri="{BB962C8B-B14F-4D97-AF65-F5344CB8AC3E}">
        <p14:creationId xmlns:p14="http://schemas.microsoft.com/office/powerpoint/2010/main" val="916512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4F5D1-2A22-72C6-DB20-C00AA371E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9F3C32E-5FFC-88D2-BC5E-730DF69EB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9</a:t>
            </a:fld>
            <a:endParaRPr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5C970080-812E-E697-9BAB-E1149EB38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</p:spPr>
        <p:txBody>
          <a:bodyPr/>
          <a:lstStyle/>
          <a:p>
            <a:r>
              <a:rPr lang="en-US" altLang="ja-JP" dirty="0">
                <a:latin typeface="+mn-ea"/>
              </a:rPr>
              <a:t>2-2.</a:t>
            </a:r>
            <a:r>
              <a:rPr lang="ja-JP" altLang="en-US" dirty="0">
                <a:latin typeface="+mn-ea"/>
              </a:rPr>
              <a:t> 検証環境構築</a:t>
            </a:r>
            <a:endParaRPr kumimoji="1" lang="ja-JP" altLang="en-US" dirty="0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803A6D26-A99A-EB09-880E-24978B05F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04" y="908720"/>
            <a:ext cx="8784976" cy="36548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just">
              <a:lnSpc>
                <a:spcPts val="3000"/>
              </a:lnSpc>
              <a:spcAft>
                <a:spcPts val="1200"/>
              </a:spcAft>
            </a:pPr>
            <a:r>
              <a:rPr lang="ja-JP" altLang="en-US" sz="2000" b="1" dirty="0">
                <a:latin typeface="+mn-ea"/>
                <a:cs typeface="メイリオ" pitchFamily="50" charset="-128"/>
              </a:rPr>
              <a:t>「検証環境構築」作業内容は、下表の通り。</a:t>
            </a:r>
            <a:endParaRPr lang="en-US" altLang="ja-JP" sz="2000" b="1" dirty="0">
              <a:latin typeface="+mn-ea"/>
              <a:cs typeface="メイリオ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D3A6151C-B86F-B75A-D490-EC05DF81A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563981"/>
              </p:ext>
            </p:extLst>
          </p:nvPr>
        </p:nvGraphicFramePr>
        <p:xfrm>
          <a:off x="632520" y="1376771"/>
          <a:ext cx="8640960" cy="1630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5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9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5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5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作業内容</a:t>
                      </a:r>
                      <a:endParaRPr lang="ja-JP" alt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詳細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64bit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版モジュールの配置・設定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PHP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や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Oracle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、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ODBC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設定等を再設定　　（２人日）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b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※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エンジン関連は別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488038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２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千葉版設定変更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・北海道・愛知版の定義内容を千葉用に変更　　　　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297052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３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DB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設定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新しいスキーマー（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BRSS_CHIBA)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を作成し、北海道・愛知版の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DB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定義（テーブル）を作成する　（２人日）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703346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４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動作確認（基本動作）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（１人日）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6393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991EB-0060-A0C0-C7FD-804874E71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799C6DC-8391-5BAD-B920-8F577B04C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10</a:t>
            </a:fld>
            <a:endParaRPr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BD6AE3DB-7F23-B82F-CEB5-6798279AA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</p:spPr>
        <p:txBody>
          <a:bodyPr/>
          <a:lstStyle/>
          <a:p>
            <a:r>
              <a:rPr lang="en-US" altLang="ja-JP" dirty="0">
                <a:latin typeface="+mn-ea"/>
              </a:rPr>
              <a:t>2-3.</a:t>
            </a:r>
            <a:r>
              <a:rPr lang="ja-JP" altLang="en-US" dirty="0">
                <a:latin typeface="+mn-ea"/>
              </a:rPr>
              <a:t> マスタ移行</a:t>
            </a:r>
            <a:endParaRPr kumimoji="1" lang="ja-JP" altLang="en-US" dirty="0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64119F4E-3FB2-6562-4060-44BAEB149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04" y="908720"/>
            <a:ext cx="8784976" cy="36548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just">
              <a:lnSpc>
                <a:spcPts val="3000"/>
              </a:lnSpc>
              <a:spcAft>
                <a:spcPts val="1200"/>
              </a:spcAft>
            </a:pPr>
            <a:r>
              <a:rPr lang="ja-JP" altLang="en-US" sz="2000" b="1" dirty="0">
                <a:latin typeface="+mn-ea"/>
                <a:cs typeface="メイリオ" pitchFamily="50" charset="-128"/>
              </a:rPr>
              <a:t>「マスタ移行」作業内容は、下表の通り。</a:t>
            </a:r>
            <a:endParaRPr lang="en-US" altLang="ja-JP" sz="2000" b="1" dirty="0">
              <a:latin typeface="+mn-ea"/>
              <a:cs typeface="メイリオ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8C4A563B-F95D-5DE1-518A-0F7D5F804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571485"/>
              </p:ext>
            </p:extLst>
          </p:nvPr>
        </p:nvGraphicFramePr>
        <p:xfrm>
          <a:off x="632520" y="1376771"/>
          <a:ext cx="8640960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5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9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5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5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作業内容</a:t>
                      </a:r>
                      <a:endParaRPr lang="ja-JP" alt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詳細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初期移行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現行マスタを北海道・愛知版に反映（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488038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２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過不足変換・補完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過不足に対してダミーデータで変換・補完設定（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703346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最終調整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ダミーデータの正常化（出光・エンジン側と協議した結果を反映）（２人日）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411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6160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C9646-6372-CCD4-FA61-15BB0C922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586B457-C6F7-9C96-D26C-F4DAB2E74B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11</a:t>
            </a:fld>
            <a:endParaRPr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F84DCF8A-9FFD-2903-EEDF-F44BFA1E6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</p:spPr>
        <p:txBody>
          <a:bodyPr/>
          <a:lstStyle/>
          <a:p>
            <a:r>
              <a:rPr lang="en-US" altLang="ja-JP" dirty="0">
                <a:latin typeface="+mn-ea"/>
              </a:rPr>
              <a:t>2-4.</a:t>
            </a:r>
            <a:r>
              <a:rPr lang="ja-JP" altLang="en-US" dirty="0">
                <a:latin typeface="+mn-ea"/>
              </a:rPr>
              <a:t>データ移行</a:t>
            </a:r>
            <a:endParaRPr kumimoji="1" lang="ja-JP" altLang="en-US" dirty="0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83E51DBD-0EEA-601B-29ED-C43FD61D4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04" y="908720"/>
            <a:ext cx="8784976" cy="36548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just">
              <a:lnSpc>
                <a:spcPts val="3000"/>
              </a:lnSpc>
              <a:spcAft>
                <a:spcPts val="1200"/>
              </a:spcAft>
            </a:pPr>
            <a:r>
              <a:rPr lang="ja-JP" altLang="en-US" sz="2000" b="1" dirty="0">
                <a:latin typeface="+mn-ea"/>
                <a:cs typeface="メイリオ" pitchFamily="50" charset="-128"/>
              </a:rPr>
              <a:t>「データ移行」作業内容は、下表の通り。</a:t>
            </a:r>
            <a:endParaRPr lang="en-US" altLang="ja-JP" sz="2000" b="1" dirty="0">
              <a:latin typeface="+mn-ea"/>
              <a:cs typeface="メイリオ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92451C6D-723B-0D05-748D-95E872E59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09699"/>
              </p:ext>
            </p:extLst>
          </p:nvPr>
        </p:nvGraphicFramePr>
        <p:xfrm>
          <a:off x="632520" y="1376771"/>
          <a:ext cx="8640960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5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9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5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5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作業内容</a:t>
                      </a:r>
                      <a:endParaRPr lang="ja-JP" alt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詳細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初期移行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現行データを北海道・愛知版に反映（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488038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２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過不足変換・補完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過不足に対してダミーデータ等で変換・補完設定（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703346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最終調整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過去のダミーデータに対してどこまで保証するか調整。（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必要に応じて過去データに対して再最適化実行も検討する。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411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935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EE432-0F6B-889D-0D50-DBA90136F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F81594A-E133-E537-3A6D-A78250E4C7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12</a:t>
            </a:fld>
            <a:endParaRPr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39820B34-C464-3A39-F14C-2AEC06FD3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</p:spPr>
        <p:txBody>
          <a:bodyPr/>
          <a:lstStyle/>
          <a:p>
            <a:r>
              <a:rPr lang="en-US" altLang="ja-JP" dirty="0">
                <a:latin typeface="+mn-ea"/>
              </a:rPr>
              <a:t>2-5.</a:t>
            </a:r>
            <a:r>
              <a:rPr lang="ja-JP" altLang="en-US" dirty="0">
                <a:latin typeface="+mn-ea"/>
              </a:rPr>
              <a:t>アプリケーション改造</a:t>
            </a:r>
            <a:endParaRPr kumimoji="1" lang="ja-JP" altLang="en-US" dirty="0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FF30BD86-87FE-C9F5-F176-371982916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04" y="908720"/>
            <a:ext cx="8784976" cy="36548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just">
              <a:lnSpc>
                <a:spcPts val="3000"/>
              </a:lnSpc>
              <a:spcAft>
                <a:spcPts val="1200"/>
              </a:spcAft>
            </a:pPr>
            <a:r>
              <a:rPr lang="ja-JP" altLang="en-US" sz="2000" b="1" dirty="0">
                <a:latin typeface="+mn-ea"/>
                <a:cs typeface="メイリオ" pitchFamily="50" charset="-128"/>
              </a:rPr>
              <a:t>「アプリケーション改造」作業内容は、下表の通り。</a:t>
            </a:r>
            <a:endParaRPr lang="en-US" altLang="ja-JP" sz="2000" b="1" dirty="0">
              <a:latin typeface="+mn-ea"/>
              <a:cs typeface="メイリオ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8E28A582-56B7-0AA7-D02F-0F02DDE59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009847"/>
              </p:ext>
            </p:extLst>
          </p:nvPr>
        </p:nvGraphicFramePr>
        <p:xfrm>
          <a:off x="632520" y="1376771"/>
          <a:ext cx="8640960" cy="12877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5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9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5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5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作業内容</a:t>
                      </a:r>
                      <a:endParaRPr lang="ja-JP" alt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詳細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千葉固有機能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・ポンプ能力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b"/>
                      <a:r>
                        <a:rPr lang="ja-JP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・帳票出力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・千葉の桟橋座標軸の変更、位置指定　等　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20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488038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２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北海道・愛知版の製油所差異反映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・北海道・愛知版の製油所差異のどちらを千葉に反映するか。または差異を反映しない等　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10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703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430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922AB-D118-54A7-04CF-0F3C41C2E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02F9DB3-6195-2C4E-2A69-E722E12BD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13</a:t>
            </a:fld>
            <a:endParaRPr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6465C715-0727-229B-ABE6-E538C41A4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</p:spPr>
        <p:txBody>
          <a:bodyPr/>
          <a:lstStyle/>
          <a:p>
            <a:r>
              <a:rPr lang="en-US" altLang="ja-JP" dirty="0">
                <a:latin typeface="+mn-ea"/>
              </a:rPr>
              <a:t>2-6.</a:t>
            </a:r>
            <a:r>
              <a:rPr lang="ja-JP" altLang="en-US" dirty="0">
                <a:latin typeface="+mn-ea"/>
              </a:rPr>
              <a:t>システムテスト</a:t>
            </a:r>
            <a:endParaRPr kumimoji="1" lang="ja-JP" altLang="en-US" dirty="0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A3F7F2E4-CBEA-50A7-432B-DFDC14B5F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04" y="908720"/>
            <a:ext cx="8784976" cy="36548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just">
              <a:lnSpc>
                <a:spcPts val="3000"/>
              </a:lnSpc>
              <a:spcAft>
                <a:spcPts val="1200"/>
              </a:spcAft>
            </a:pPr>
            <a:r>
              <a:rPr lang="ja-JP" altLang="en-US" sz="2000" b="1" dirty="0">
                <a:latin typeface="+mn-ea"/>
                <a:cs typeface="メイリオ" pitchFamily="50" charset="-128"/>
              </a:rPr>
              <a:t>「システムテスト」作業内容は、下表の通り。</a:t>
            </a:r>
            <a:endParaRPr lang="en-US" altLang="ja-JP" sz="2000" b="1" dirty="0">
              <a:latin typeface="+mn-ea"/>
              <a:cs typeface="メイリオ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1B503436-7627-AFC1-E47C-78C23850CA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242958"/>
              </p:ext>
            </p:extLst>
          </p:nvPr>
        </p:nvGraphicFramePr>
        <p:xfrm>
          <a:off x="632520" y="1376771"/>
          <a:ext cx="8640960" cy="10591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5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9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5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5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作業内容</a:t>
                      </a:r>
                      <a:endParaRPr lang="ja-JP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詳細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システムテスト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50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機能＋千葉固有機能　　　　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20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488038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結合テスト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86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ケース＋千葉固有機能　　　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10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837935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シナリオテスト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25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ケース＋千葉固有機能　　　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040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9660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F3A0E-5F3E-4A42-E3D1-5A56AD3A7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3BADE40-252C-ECB4-1250-F7D3DA4AD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14</a:t>
            </a:fld>
            <a:endParaRPr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087CF64A-5064-7ED2-705A-A43F28238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</p:spPr>
        <p:txBody>
          <a:bodyPr/>
          <a:lstStyle/>
          <a:p>
            <a:r>
              <a:rPr lang="en-US" altLang="ja-JP" dirty="0">
                <a:latin typeface="+mn-ea"/>
              </a:rPr>
              <a:t>2-7.</a:t>
            </a:r>
            <a:r>
              <a:rPr lang="ja-JP" altLang="en-US" dirty="0">
                <a:latin typeface="+mn-ea"/>
              </a:rPr>
              <a:t>ユーザテスト</a:t>
            </a:r>
            <a:endParaRPr kumimoji="1" lang="ja-JP" altLang="en-US" dirty="0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1A4B2660-3A50-3D32-2B69-D367327C7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04" y="908720"/>
            <a:ext cx="8784976" cy="36548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just">
              <a:lnSpc>
                <a:spcPts val="3000"/>
              </a:lnSpc>
              <a:spcAft>
                <a:spcPts val="1200"/>
              </a:spcAft>
            </a:pPr>
            <a:r>
              <a:rPr lang="ja-JP" altLang="en-US" sz="2000" b="1" dirty="0">
                <a:latin typeface="+mn-ea"/>
                <a:cs typeface="メイリオ" pitchFamily="50" charset="-128"/>
              </a:rPr>
              <a:t>「ユーザテスト」作業内容は、下表の通り。</a:t>
            </a:r>
            <a:endParaRPr lang="en-US" altLang="ja-JP" sz="2000" b="1" dirty="0">
              <a:latin typeface="+mn-ea"/>
              <a:cs typeface="メイリオ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B0822950-A633-E7A8-025F-D379884BF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091445"/>
              </p:ext>
            </p:extLst>
          </p:nvPr>
        </p:nvGraphicFramePr>
        <p:xfrm>
          <a:off x="632520" y="1376771"/>
          <a:ext cx="8640960" cy="807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5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9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5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5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作業内容</a:t>
                      </a:r>
                      <a:endParaRPr lang="ja-JP" alt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詳細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ユーザテスト環境準備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データ準備等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488038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ユーザテストサポート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２週間のユーザテストのサポート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837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558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86617-A3CC-1320-9A4C-A648A6270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E9936E8-EE2A-38B8-0ECA-9089C4195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15</a:t>
            </a:fld>
            <a:endParaRPr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D465264E-5B2C-6FC4-0517-4F4939001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</p:spPr>
        <p:txBody>
          <a:bodyPr/>
          <a:lstStyle/>
          <a:p>
            <a:r>
              <a:rPr lang="en-US" altLang="ja-JP" dirty="0">
                <a:latin typeface="+mn-ea"/>
              </a:rPr>
              <a:t>2-8.</a:t>
            </a:r>
            <a:r>
              <a:rPr lang="ja-JP" altLang="en-US" dirty="0">
                <a:latin typeface="+mn-ea"/>
              </a:rPr>
              <a:t>切替準備</a:t>
            </a:r>
            <a:endParaRPr kumimoji="1" lang="ja-JP" altLang="en-US" dirty="0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30BE4855-8DDB-A308-E33B-7B174CC36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04" y="908720"/>
            <a:ext cx="8784976" cy="36548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just">
              <a:lnSpc>
                <a:spcPts val="3000"/>
              </a:lnSpc>
              <a:spcAft>
                <a:spcPts val="1200"/>
              </a:spcAft>
            </a:pPr>
            <a:r>
              <a:rPr lang="ja-JP" altLang="en-US" sz="2000" b="1" dirty="0">
                <a:latin typeface="+mn-ea"/>
                <a:cs typeface="メイリオ" pitchFamily="50" charset="-128"/>
              </a:rPr>
              <a:t>「切替準備」作業内容は、下表の通り。</a:t>
            </a:r>
            <a:endParaRPr lang="en-US" altLang="ja-JP" sz="2000" b="1" dirty="0">
              <a:latin typeface="+mn-ea"/>
              <a:cs typeface="メイリオ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7575784B-4409-25A7-9A5B-8EB6B7460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68583"/>
              </p:ext>
            </p:extLst>
          </p:nvPr>
        </p:nvGraphicFramePr>
        <p:xfrm>
          <a:off x="632520" y="1376771"/>
          <a:ext cx="8640960" cy="807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5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9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5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5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作業内容</a:t>
                      </a:r>
                      <a:endParaRPr lang="ja-JP" alt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詳細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切替要領書作成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（５人日）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488038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関係者との打合せ及び調整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（５人日）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837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2099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27CDC-2E3F-DEC4-9AB0-9E25E825E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91020D5-CF33-EBF9-7F09-8851BD566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16</a:t>
            </a:fld>
            <a:endParaRPr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3DE80FF8-8399-9BF2-4BFC-C885EE02D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</p:spPr>
        <p:txBody>
          <a:bodyPr/>
          <a:lstStyle/>
          <a:p>
            <a:r>
              <a:rPr lang="en-US" altLang="ja-JP" dirty="0">
                <a:latin typeface="+mn-ea"/>
              </a:rPr>
              <a:t>2-9.</a:t>
            </a:r>
            <a:r>
              <a:rPr lang="ja-JP" altLang="en-US" dirty="0">
                <a:latin typeface="+mn-ea"/>
              </a:rPr>
              <a:t>切替</a:t>
            </a:r>
            <a:endParaRPr kumimoji="1" lang="ja-JP" altLang="en-US" dirty="0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E2A1E41E-432C-06D4-9C6C-24CBF2391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04" y="908720"/>
            <a:ext cx="8784976" cy="36548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just">
              <a:lnSpc>
                <a:spcPts val="3000"/>
              </a:lnSpc>
              <a:spcAft>
                <a:spcPts val="1200"/>
              </a:spcAft>
            </a:pPr>
            <a:r>
              <a:rPr lang="ja-JP" altLang="en-US" sz="2000" b="1" dirty="0">
                <a:latin typeface="+mn-ea"/>
                <a:cs typeface="メイリオ" pitchFamily="50" charset="-128"/>
              </a:rPr>
              <a:t>「切替」作業内容は、下表の通り。</a:t>
            </a:r>
            <a:endParaRPr lang="en-US" altLang="ja-JP" sz="2000" b="1" dirty="0">
              <a:latin typeface="+mn-ea"/>
              <a:cs typeface="メイリオ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5A71D68F-98B2-10FC-90A4-AB5D7A901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051145"/>
              </p:ext>
            </p:extLst>
          </p:nvPr>
        </p:nvGraphicFramePr>
        <p:xfrm>
          <a:off x="632520" y="1376771"/>
          <a:ext cx="8640960" cy="2087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5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9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5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5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作業内容</a:t>
                      </a:r>
                      <a:endParaRPr lang="ja-JP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詳細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切替前準備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データバックアップ　（２人日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×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２人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=4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488038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切替作業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＜切替作業＞　（</a:t>
                      </a:r>
                      <a:r>
                        <a:rPr lang="en-US" altLang="ja-JP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</a:t>
                      </a:r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</a:t>
                      </a:r>
                      <a:r>
                        <a:rPr lang="en-US" altLang="ja-JP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×</a:t>
                      </a:r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２人</a:t>
                      </a:r>
                      <a:r>
                        <a:rPr lang="en-US" altLang="ja-JP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=8</a:t>
                      </a:r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  <a:endParaRPr lang="en-US" altLang="ja-JP" sz="105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en-US" altLang="ja-JP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32bit</a:t>
                      </a:r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→</a:t>
                      </a:r>
                      <a:r>
                        <a:rPr lang="en-US" altLang="ja-JP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64bit</a:t>
                      </a:r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環境に変更（</a:t>
                      </a:r>
                      <a:r>
                        <a:rPr lang="en-US" altLang="ja-JP" sz="1050" b="0" i="0" u="none" strike="noStrik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Oracle,PHP</a:t>
                      </a:r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等）</a:t>
                      </a:r>
                      <a:endParaRPr lang="en-US" altLang="ja-JP" sz="105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・モジュールリリース</a:t>
                      </a:r>
                      <a:endParaRPr lang="en-US" altLang="ja-JP" sz="105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・マスタデータ移行</a:t>
                      </a:r>
                      <a:endParaRPr lang="en-US" altLang="ja-JP" sz="105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・トランザクションデータ移行（補完・変換）</a:t>
                      </a:r>
                      <a:endParaRPr lang="en-US" altLang="ja-JP" sz="105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・切替作業は２人で実施</a:t>
                      </a:r>
                      <a:endParaRPr lang="en-US" altLang="ja-JP" sz="105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＜切り戻し作業＞</a:t>
                      </a:r>
                    </a:p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発生した場合は、切替作業に変わって実施</a:t>
                      </a:r>
                    </a:p>
                    <a:p>
                      <a:pPr algn="l" fontAlgn="b"/>
                      <a:r>
                        <a:rPr lang="en-US" altLang="ja-JP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※</a:t>
                      </a:r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再切替の場合は再見積もり</a:t>
                      </a:r>
                      <a:endParaRPr lang="en-US" altLang="ja-JP" sz="105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837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4214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A6825-67AC-4D15-A3BE-D44413FB7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1961142-DD65-EF6D-54C1-C48B6AE60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17</a:t>
            </a:fld>
            <a:endParaRPr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5B0910EA-9F13-7E05-AB80-0D3E9055B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</p:spPr>
        <p:txBody>
          <a:bodyPr/>
          <a:lstStyle/>
          <a:p>
            <a:r>
              <a:rPr lang="en-US" altLang="ja-JP">
                <a:latin typeface="+mn-ea"/>
              </a:rPr>
              <a:t>2-10</a:t>
            </a:r>
            <a:r>
              <a:rPr lang="en-US" altLang="ja-JP" dirty="0">
                <a:latin typeface="+mn-ea"/>
              </a:rPr>
              <a:t>.</a:t>
            </a:r>
            <a:r>
              <a:rPr lang="ja-JP" altLang="en-US" dirty="0">
                <a:latin typeface="+mn-ea"/>
              </a:rPr>
              <a:t>初期流動</a:t>
            </a:r>
            <a:endParaRPr kumimoji="1" lang="ja-JP" altLang="en-US" dirty="0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223D621A-0C7B-1763-CAF3-D13D62F54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04" y="908720"/>
            <a:ext cx="8784976" cy="36548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just">
              <a:lnSpc>
                <a:spcPts val="3000"/>
              </a:lnSpc>
              <a:spcAft>
                <a:spcPts val="1200"/>
              </a:spcAft>
            </a:pPr>
            <a:r>
              <a:rPr lang="ja-JP" altLang="en-US" sz="2000" b="1" dirty="0">
                <a:latin typeface="+mn-ea"/>
                <a:cs typeface="メイリオ" pitchFamily="50" charset="-128"/>
              </a:rPr>
              <a:t>「初期流動」作業内容は、下表の通り。</a:t>
            </a:r>
            <a:endParaRPr lang="en-US" altLang="ja-JP" sz="2000" b="1" dirty="0">
              <a:latin typeface="+mn-ea"/>
              <a:cs typeface="メイリオ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997180FA-4D50-7BBE-2C3C-034819D84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799722"/>
              </p:ext>
            </p:extLst>
          </p:nvPr>
        </p:nvGraphicFramePr>
        <p:xfrm>
          <a:off x="632520" y="1376771"/>
          <a:ext cx="8640960" cy="556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5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9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5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5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作業内容</a:t>
                      </a:r>
                      <a:endParaRPr lang="ja-JP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詳細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初期流動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切替後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日間初期流動とする。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488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9111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7946D17F-D2B9-41BC-87BE-A6CE962A5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800" y="3110451"/>
            <a:ext cx="8280400" cy="637097"/>
          </a:xfrm>
        </p:spPr>
        <p:txBody>
          <a:bodyPr/>
          <a:lstStyle/>
          <a:p>
            <a:r>
              <a:rPr kumimoji="1" lang="ja-JP" altLang="en-US"/>
              <a:t>以上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7A12E27-06DC-4856-BD62-EC88A535B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8332205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 Design">
  <a:themeElements>
    <a:clrScheme name="PowerPoint Design 2017">
      <a:dk1>
        <a:srgbClr val="4D4D4D"/>
      </a:dk1>
      <a:lt1>
        <a:srgbClr val="FFFFFF"/>
      </a:lt1>
      <a:dk2>
        <a:srgbClr val="0071BC"/>
      </a:dk2>
      <a:lt2>
        <a:srgbClr val="E2F1FA"/>
      </a:lt2>
      <a:accent1>
        <a:srgbClr val="00395E"/>
      </a:accent1>
      <a:accent2>
        <a:srgbClr val="0071BC"/>
      </a:accent2>
      <a:accent3>
        <a:srgbClr val="FF5050"/>
      </a:accent3>
      <a:accent4>
        <a:srgbClr val="FF9596"/>
      </a:accent4>
      <a:accent5>
        <a:srgbClr val="EAEAEA"/>
      </a:accent5>
      <a:accent6>
        <a:srgbClr val="AFAFAF"/>
      </a:accent6>
      <a:hlink>
        <a:srgbClr val="2FADFF"/>
      </a:hlink>
      <a:folHlink>
        <a:srgbClr val="00395E"/>
      </a:folHlink>
    </a:clrScheme>
    <a:fontScheme name="PowerPoint Design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6350">
          <a:solidFill>
            <a:schemeClr val="tx1"/>
          </a:solidFill>
        </a:ln>
        <a:effectLst/>
      </a:spPr>
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<a:prstTxWarp prst="textNoShape">
          <a:avLst/>
        </a:prstTxWarp>
        <a:spAutoFit/>
      </a:bodyPr>
      <a:lstStyle>
        <a:defPPr algn="just">
          <a:lnSpc>
            <a:spcPct val="140000"/>
          </a:lnSpc>
          <a:spcBef>
            <a:spcPct val="0"/>
          </a:spcBef>
          <a:spcAft>
            <a:spcPts val="600"/>
          </a:spcAft>
          <a:defRPr kumimoji="1" sz="1600" dirty="0" smtClean="0">
            <a:solidFill>
              <a:srgbClr val="4D4D4D"/>
            </a:solidFill>
            <a:latin typeface="メイリオ" pitchFamily="50" charset="-128"/>
            <a:ea typeface="メイリオ" pitchFamily="50" charset="-128"/>
            <a:cs typeface="メイリオ" pitchFamily="50" charset="-128"/>
          </a:defRPr>
        </a:defPPr>
      </a:lst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B207C222D4A704392DD812ABE7F848A" ma:contentTypeVersion="10" ma:contentTypeDescription="新しいドキュメントを作成します。" ma:contentTypeScope="" ma:versionID="b7644d4de02ded20394603be2720d07a">
  <xsd:schema xmlns:xsd="http://www.w3.org/2001/XMLSchema" xmlns:xs="http://www.w3.org/2001/XMLSchema" xmlns:p="http://schemas.microsoft.com/office/2006/metadata/properties" xmlns:ns2="2fd442da-66a9-4fa6-ba31-eb0d54ad1381" targetNamespace="http://schemas.microsoft.com/office/2006/metadata/properties" ma:root="true" ma:fieldsID="2cb02ba061cb2e2c8687b06261905403" ns2:_="">
    <xsd:import namespace="2fd442da-66a9-4fa6-ba31-eb0d54ad13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442da-66a9-4fa6-ba31-eb0d54ad13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a5fcdd6f-42ce-4fb7-9ce2-d9614ea932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fd442da-66a9-4fa6-ba31-eb0d54ad138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945C6B8-EF64-4DF5-BA80-0097938A722A}"/>
</file>

<file path=customXml/itemProps2.xml><?xml version="1.0" encoding="utf-8"?>
<ds:datastoreItem xmlns:ds="http://schemas.openxmlformats.org/officeDocument/2006/customXml" ds:itemID="{67E8DEEE-DDFF-47D5-A930-B9D3D7C246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63890BE-2534-4BC3-B2B9-472646B4C2F4}">
  <ds:schemaRefs>
    <ds:schemaRef ds:uri="9b706657-abf8-4c5a-8f3a-fbe1d0d02aba"/>
    <ds:schemaRef ds:uri="b18a18ac-cd84-4b43-ba64-64797f15643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</TotalTime>
  <Words>1263</Words>
  <Application>Microsoft Office PowerPoint</Application>
  <PresentationFormat>A4 210 x 297 mm</PresentationFormat>
  <Paragraphs>237</Paragraphs>
  <Slides>19</Slides>
  <Notes>3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4" baseType="lpstr">
      <vt:lpstr>メイリオ</vt:lpstr>
      <vt:lpstr>Arial</vt:lpstr>
      <vt:lpstr>Calibri</vt:lpstr>
      <vt:lpstr>PowerPoint Design</vt:lpstr>
      <vt:lpstr>Worksheet</vt:lpstr>
      <vt:lpstr>御見積書  海上入出荷計画業務システム （千葉） 64bit版移行対応 2025.12.03 Rev.1.0</vt:lpstr>
      <vt:lpstr>１．見積概要</vt:lpstr>
      <vt:lpstr>1-1.本書の内容（見積範囲）</vt:lpstr>
      <vt:lpstr>1-2.見積条件</vt:lpstr>
      <vt:lpstr>1-3.サーバ構成</vt:lpstr>
      <vt:lpstr>1-4.納品物件</vt:lpstr>
      <vt:lpstr>1-5.見積</vt:lpstr>
      <vt:lpstr>2．移行内容詳細</vt:lpstr>
      <vt:lpstr>2-1. 移行計画</vt:lpstr>
      <vt:lpstr>2-2. 検証環境構築</vt:lpstr>
      <vt:lpstr>2-3. マスタ移行</vt:lpstr>
      <vt:lpstr>2-4.データ移行</vt:lpstr>
      <vt:lpstr>2-5.アプリケーション改造</vt:lpstr>
      <vt:lpstr>2-6.システムテスト</vt:lpstr>
      <vt:lpstr>2-7.ユーザテスト</vt:lpstr>
      <vt:lpstr>2-8.切替準備</vt:lpstr>
      <vt:lpstr>2-9.切替</vt:lpstr>
      <vt:lpstr>2-10.初期流動</vt:lpstr>
      <vt:lpstr>以上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Design デザイン・テンプレート</dc:title>
  <dc:creator>鈴木　春人</dc:creator>
  <cp:lastModifiedBy>井上 ゆき</cp:lastModifiedBy>
  <cp:revision>8</cp:revision>
  <dcterms:created xsi:type="dcterms:W3CDTF">2013-06-19T15:30:58Z</dcterms:created>
  <dcterms:modified xsi:type="dcterms:W3CDTF">2025-12-12T04:55:45Z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0x0101008B207C222D4A704392DD812ABE7F848A</vt:lpwstr>
  </property>
  <property fmtid="{D5CDD505-2E9C-101B-9397-08002B2CF9AE}" pid="3" name="MediaServiceImageTags">
    <vt:lpwstr/>
  </property>
</Properties>
</file>