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1"/>
  </p:notesMasterIdLst>
  <p:handoutMasterIdLst>
    <p:handoutMasterId r:id="rId22"/>
  </p:handoutMasterIdLst>
  <p:sldIdLst>
    <p:sldId id="714" r:id="rId5"/>
    <p:sldId id="757" r:id="rId6"/>
    <p:sldId id="943" r:id="rId7"/>
    <p:sldId id="939" r:id="rId8"/>
    <p:sldId id="940" r:id="rId9"/>
    <p:sldId id="945" r:id="rId10"/>
    <p:sldId id="946" r:id="rId11"/>
    <p:sldId id="765" r:id="rId12"/>
    <p:sldId id="766" r:id="rId13"/>
    <p:sldId id="930" r:id="rId14"/>
    <p:sldId id="932" r:id="rId15"/>
    <p:sldId id="944" r:id="rId16"/>
    <p:sldId id="923" r:id="rId17"/>
    <p:sldId id="941" r:id="rId18"/>
    <p:sldId id="767" r:id="rId19"/>
    <p:sldId id="74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67A74B-CC78-4415-B9FB-DB72DD921C69}" v="39" dt="2025-08-08T06:17:26.492"/>
    <p1510:client id="{D9E54145-40D9-42CA-B616-3C7F79DA4BF6}" v="17" dt="2025-08-08T04:39:52.39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54" y="18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桝井雄太" userId="fac6ac76-73f7-4e10-8160-1091c64a25e6" providerId="ADAL" clId="{89ACD246-D8A2-4416-8B0E-DE37180678D6}"/>
    <pc:docChg chg="undo custSel addSld delSld modSld">
      <pc:chgData name="桝井雄太" userId="fac6ac76-73f7-4e10-8160-1091c64a25e6" providerId="ADAL" clId="{89ACD246-D8A2-4416-8B0E-DE37180678D6}" dt="2025-07-29T05:30:00.638" v="1992" actId="20577"/>
      <pc:docMkLst>
        <pc:docMk/>
      </pc:docMkLst>
      <pc:sldChg chg="modSp mod">
        <pc:chgData name="桝井雄太" userId="fac6ac76-73f7-4e10-8160-1091c64a25e6" providerId="ADAL" clId="{89ACD246-D8A2-4416-8B0E-DE37180678D6}" dt="2025-07-29T05:30:00.638" v="1992" actId="20577"/>
        <pc:sldMkLst>
          <pc:docMk/>
          <pc:sldMk cId="3201888243" sldId="714"/>
        </pc:sldMkLst>
        <pc:spChg chg="mod">
          <ac:chgData name="桝井雄太" userId="fac6ac76-73f7-4e10-8160-1091c64a25e6" providerId="ADAL" clId="{89ACD246-D8A2-4416-8B0E-DE37180678D6}" dt="2025-07-29T05:30:00.638" v="1992" actId="20577"/>
          <ac:spMkLst>
            <pc:docMk/>
            <pc:sldMk cId="3201888243" sldId="714"/>
            <ac:spMk id="3" creationId="{00000000-0000-0000-0000-000000000000}"/>
          </ac:spMkLst>
        </pc:spChg>
      </pc:sldChg>
      <pc:sldChg chg="modSp mod">
        <pc:chgData name="桝井雄太" userId="fac6ac76-73f7-4e10-8160-1091c64a25e6" providerId="ADAL" clId="{89ACD246-D8A2-4416-8B0E-DE37180678D6}" dt="2025-07-29T05:29:51.849" v="1986" actId="20577"/>
        <pc:sldMkLst>
          <pc:docMk/>
          <pc:sldMk cId="3660799615" sldId="757"/>
        </pc:sldMkLst>
        <pc:spChg chg="mod">
          <ac:chgData name="桝井雄太" userId="fac6ac76-73f7-4e10-8160-1091c64a25e6" providerId="ADAL" clId="{89ACD246-D8A2-4416-8B0E-DE37180678D6}" dt="2025-07-29T05:29:51.849" v="1986" actId="20577"/>
          <ac:spMkLst>
            <pc:docMk/>
            <pc:sldMk cId="3660799615" sldId="757"/>
            <ac:spMk id="5" creationId="{DDA0903F-BB0E-DF11-6A92-90C8A835A221}"/>
          </ac:spMkLst>
        </pc:spChg>
      </pc:sldChg>
      <pc:sldChg chg="modSp mod">
        <pc:chgData name="桝井雄太" userId="fac6ac76-73f7-4e10-8160-1091c64a25e6" providerId="ADAL" clId="{89ACD246-D8A2-4416-8B0E-DE37180678D6}" dt="2025-07-29T04:52:02.548" v="135" actId="14734"/>
        <pc:sldMkLst>
          <pc:docMk/>
          <pc:sldMk cId="1395438993" sldId="765"/>
        </pc:sldMkLst>
        <pc:graphicFrameChg chg="modGraphic">
          <ac:chgData name="桝井雄太" userId="fac6ac76-73f7-4e10-8160-1091c64a25e6" providerId="ADAL" clId="{89ACD246-D8A2-4416-8B0E-DE37180678D6}" dt="2025-07-29T04:52:02.548" v="135" actId="14734"/>
          <ac:graphicFrameMkLst>
            <pc:docMk/>
            <pc:sldMk cId="1395438993" sldId="765"/>
            <ac:graphicFrameMk id="7" creationId="{2864E947-18B0-4839-AED3-D416F628DDF0}"/>
          </ac:graphicFrameMkLst>
        </pc:graphicFrameChg>
      </pc:sldChg>
      <pc:sldChg chg="modSp mod">
        <pc:chgData name="桝井雄太" userId="fac6ac76-73f7-4e10-8160-1091c64a25e6" providerId="ADAL" clId="{89ACD246-D8A2-4416-8B0E-DE37180678D6}" dt="2025-07-29T05:23:48.888" v="1793" actId="20577"/>
        <pc:sldMkLst>
          <pc:docMk/>
          <pc:sldMk cId="2453405637" sldId="923"/>
        </pc:sldMkLst>
        <pc:graphicFrameChg chg="modGraphic">
          <ac:chgData name="桝井雄太" userId="fac6ac76-73f7-4e10-8160-1091c64a25e6" providerId="ADAL" clId="{89ACD246-D8A2-4416-8B0E-DE37180678D6}" dt="2025-07-29T05:23:48.888" v="1793" actId="20577"/>
          <ac:graphicFrameMkLst>
            <pc:docMk/>
            <pc:sldMk cId="2453405637" sldId="923"/>
            <ac:graphicFrameMk id="9" creationId="{BBA8B256-12B2-6E8C-50F9-31564ECC0266}"/>
          </ac:graphicFrameMkLst>
        </pc:graphicFrameChg>
      </pc:sldChg>
      <pc:sldChg chg="addSp delSp modSp mod">
        <pc:chgData name="桝井雄太" userId="fac6ac76-73f7-4e10-8160-1091c64a25e6" providerId="ADAL" clId="{89ACD246-D8A2-4416-8B0E-DE37180678D6}" dt="2025-07-29T05:20:51.292" v="1542" actId="1038"/>
        <pc:sldMkLst>
          <pc:docMk/>
          <pc:sldMk cId="3261265475" sldId="932"/>
        </pc:sldMkLst>
        <pc:spChg chg="mod">
          <ac:chgData name="桝井雄太" userId="fac6ac76-73f7-4e10-8160-1091c64a25e6" providerId="ADAL" clId="{89ACD246-D8A2-4416-8B0E-DE37180678D6}" dt="2025-07-29T05:20:46.203" v="1521" actId="1037"/>
          <ac:spMkLst>
            <pc:docMk/>
            <pc:sldMk cId="3261265475" sldId="932"/>
            <ac:spMk id="4" creationId="{A1B67386-AD83-3967-5D45-C866A13904CF}"/>
          </ac:spMkLst>
        </pc:spChg>
        <pc:spChg chg="mod">
          <ac:chgData name="桝井雄太" userId="fac6ac76-73f7-4e10-8160-1091c64a25e6" providerId="ADAL" clId="{89ACD246-D8A2-4416-8B0E-DE37180678D6}" dt="2025-07-29T05:18:28.572" v="1356" actId="14100"/>
          <ac:spMkLst>
            <pc:docMk/>
            <pc:sldMk cId="3261265475" sldId="932"/>
            <ac:spMk id="7" creationId="{8969BC41-4F95-468B-E1B4-4B9034915CB9}"/>
          </ac:spMkLst>
        </pc:spChg>
        <pc:spChg chg="mod">
          <ac:chgData name="桝井雄太" userId="fac6ac76-73f7-4e10-8160-1091c64a25e6" providerId="ADAL" clId="{89ACD246-D8A2-4416-8B0E-DE37180678D6}" dt="2025-07-29T05:09:04.299" v="868" actId="14100"/>
          <ac:spMkLst>
            <pc:docMk/>
            <pc:sldMk cId="3261265475" sldId="932"/>
            <ac:spMk id="8" creationId="{9508B268-9D3E-E5C9-9EEE-0E5443FDAF01}"/>
          </ac:spMkLst>
        </pc:spChg>
        <pc:spChg chg="mod">
          <ac:chgData name="桝井雄太" userId="fac6ac76-73f7-4e10-8160-1091c64a25e6" providerId="ADAL" clId="{89ACD246-D8A2-4416-8B0E-DE37180678D6}" dt="2025-07-29T05:09:29.025" v="901" actId="14100"/>
          <ac:spMkLst>
            <pc:docMk/>
            <pc:sldMk cId="3261265475" sldId="932"/>
            <ac:spMk id="9" creationId="{96EB1D0F-0723-7545-46A5-B8284B713DA6}"/>
          </ac:spMkLst>
        </pc:spChg>
        <pc:spChg chg="mod">
          <ac:chgData name="桝井雄太" userId="fac6ac76-73f7-4e10-8160-1091c64a25e6" providerId="ADAL" clId="{89ACD246-D8A2-4416-8B0E-DE37180678D6}" dt="2025-07-29T05:09:34.238" v="933" actId="1037"/>
          <ac:spMkLst>
            <pc:docMk/>
            <pc:sldMk cId="3261265475" sldId="932"/>
            <ac:spMk id="15" creationId="{B34FFB96-E484-9F37-F5DF-229E630E5232}"/>
          </ac:spMkLst>
        </pc:spChg>
        <pc:spChg chg="mod">
          <ac:chgData name="桝井雄太" userId="fac6ac76-73f7-4e10-8160-1091c64a25e6" providerId="ADAL" clId="{89ACD246-D8A2-4416-8B0E-DE37180678D6}" dt="2025-07-29T05:20:51.292" v="1542" actId="1038"/>
          <ac:spMkLst>
            <pc:docMk/>
            <pc:sldMk cId="3261265475" sldId="932"/>
            <ac:spMk id="16" creationId="{5C58B4E0-435A-97E7-B757-B0DE17C1F398}"/>
          </ac:spMkLst>
        </pc:spChg>
        <pc:spChg chg="add mod">
          <ac:chgData name="桝井雄太" userId="fac6ac76-73f7-4e10-8160-1091c64a25e6" providerId="ADAL" clId="{89ACD246-D8A2-4416-8B0E-DE37180678D6}" dt="2025-07-29T05:16:17.450" v="1103" actId="1076"/>
          <ac:spMkLst>
            <pc:docMk/>
            <pc:sldMk cId="3261265475" sldId="932"/>
            <ac:spMk id="17" creationId="{1C314633-FA3C-CD45-A467-F0DAAB07E6A7}"/>
          </ac:spMkLst>
        </pc:spChg>
        <pc:spChg chg="mod">
          <ac:chgData name="桝井雄太" userId="fac6ac76-73f7-4e10-8160-1091c64a25e6" providerId="ADAL" clId="{89ACD246-D8A2-4416-8B0E-DE37180678D6}" dt="2025-07-29T05:07:37.083" v="804" actId="14100"/>
          <ac:spMkLst>
            <pc:docMk/>
            <pc:sldMk cId="3261265475" sldId="932"/>
            <ac:spMk id="20" creationId="{F552483D-B47E-4672-AAB8-B1378D36B674}"/>
          </ac:spMkLst>
        </pc:spChg>
        <pc:spChg chg="mod">
          <ac:chgData name="桝井雄太" userId="fac6ac76-73f7-4e10-8160-1091c64a25e6" providerId="ADAL" clId="{89ACD246-D8A2-4416-8B0E-DE37180678D6}" dt="2025-07-29T05:20:28.447" v="1483" actId="14100"/>
          <ac:spMkLst>
            <pc:docMk/>
            <pc:sldMk cId="3261265475" sldId="932"/>
            <ac:spMk id="21" creationId="{D288673B-1B1E-4C6E-BA69-E5F1FEDB27ED}"/>
          </ac:spMkLst>
        </pc:spChg>
        <pc:spChg chg="mod">
          <ac:chgData name="桝井雄太" userId="fac6ac76-73f7-4e10-8160-1091c64a25e6" providerId="ADAL" clId="{89ACD246-D8A2-4416-8B0E-DE37180678D6}" dt="2025-07-29T05:01:13.645" v="290" actId="14100"/>
          <ac:spMkLst>
            <pc:docMk/>
            <pc:sldMk cId="3261265475" sldId="932"/>
            <ac:spMk id="22" creationId="{BF31360D-FAB3-4C87-B7AB-B502DDFDA9EC}"/>
          </ac:spMkLst>
        </pc:spChg>
        <pc:spChg chg="mod">
          <ac:chgData name="桝井雄太" userId="fac6ac76-73f7-4e10-8160-1091c64a25e6" providerId="ADAL" clId="{89ACD246-D8A2-4416-8B0E-DE37180678D6}" dt="2025-07-29T05:20:46.203" v="1521" actId="1037"/>
          <ac:spMkLst>
            <pc:docMk/>
            <pc:sldMk cId="3261265475" sldId="932"/>
            <ac:spMk id="24" creationId="{D2FFFA7C-8485-4FB5-B3FC-30EC4188DB9D}"/>
          </ac:spMkLst>
        </pc:spChg>
        <pc:graphicFrameChg chg="mod modGraphic">
          <ac:chgData name="桝井雄太" userId="fac6ac76-73f7-4e10-8160-1091c64a25e6" providerId="ADAL" clId="{89ACD246-D8A2-4416-8B0E-DE37180678D6}" dt="2025-07-29T04:54:44.784" v="223" actId="1037"/>
          <ac:graphicFrameMkLst>
            <pc:docMk/>
            <pc:sldMk cId="3261265475" sldId="932"/>
            <ac:graphicFrameMk id="10" creationId="{1B9651D0-1C8B-452E-8B2F-91E497A82D84}"/>
          </ac:graphicFrameMkLst>
        </pc:graphicFrameChg>
      </pc:sldChg>
      <pc:sldChg chg="modSp mod">
        <pc:chgData name="桝井雄太" userId="fac6ac76-73f7-4e10-8160-1091c64a25e6" providerId="ADAL" clId="{89ACD246-D8A2-4416-8B0E-DE37180678D6}" dt="2025-07-29T04:51:33.313" v="133" actId="20577"/>
        <pc:sldMkLst>
          <pc:docMk/>
          <pc:sldMk cId="495271551" sldId="939"/>
        </pc:sldMkLst>
        <pc:spChg chg="mod">
          <ac:chgData name="桝井雄太" userId="fac6ac76-73f7-4e10-8160-1091c64a25e6" providerId="ADAL" clId="{89ACD246-D8A2-4416-8B0E-DE37180678D6}" dt="2025-07-29T04:51:33.313" v="133" actId="20577"/>
          <ac:spMkLst>
            <pc:docMk/>
            <pc:sldMk cId="495271551" sldId="939"/>
            <ac:spMk id="5" creationId="{DDA0903F-BB0E-DF11-6A92-90C8A835A221}"/>
          </ac:spMkLst>
        </pc:spChg>
      </pc:sldChg>
      <pc:sldChg chg="modSp mod">
        <pc:chgData name="桝井雄太" userId="fac6ac76-73f7-4e10-8160-1091c64a25e6" providerId="ADAL" clId="{89ACD246-D8A2-4416-8B0E-DE37180678D6}" dt="2025-07-29T05:29:16.611" v="1980" actId="20577"/>
        <pc:sldMkLst>
          <pc:docMk/>
          <pc:sldMk cId="4227299507" sldId="941"/>
        </pc:sldMkLst>
        <pc:graphicFrameChg chg="modGraphic">
          <ac:chgData name="桝井雄太" userId="fac6ac76-73f7-4e10-8160-1091c64a25e6" providerId="ADAL" clId="{89ACD246-D8A2-4416-8B0E-DE37180678D6}" dt="2025-07-29T05:29:16.611" v="1980" actId="20577"/>
          <ac:graphicFrameMkLst>
            <pc:docMk/>
            <pc:sldMk cId="4227299507" sldId="941"/>
            <ac:graphicFrameMk id="9" creationId="{C94B5F74-D759-23B8-F36C-AEF7190A2F9D}"/>
          </ac:graphicFrameMkLst>
        </pc:graphicFrameChg>
      </pc:sldChg>
      <pc:sldChg chg="del">
        <pc:chgData name="桝井雄太" userId="fac6ac76-73f7-4e10-8160-1091c64a25e6" providerId="ADAL" clId="{89ACD246-D8A2-4416-8B0E-DE37180678D6}" dt="2025-07-29T05:22:12.821" v="1756" actId="2696"/>
        <pc:sldMkLst>
          <pc:docMk/>
          <pc:sldMk cId="1892919187" sldId="942"/>
        </pc:sldMkLst>
      </pc:sldChg>
      <pc:sldChg chg="modSp add mod">
        <pc:chgData name="桝井雄太" userId="fac6ac76-73f7-4e10-8160-1091c64a25e6" providerId="ADAL" clId="{89ACD246-D8A2-4416-8B0E-DE37180678D6}" dt="2025-07-29T05:27:42.858" v="1918" actId="1038"/>
        <pc:sldMkLst>
          <pc:docMk/>
          <pc:sldMk cId="3059969206" sldId="944"/>
        </pc:sldMkLst>
        <pc:spChg chg="mod">
          <ac:chgData name="桝井雄太" userId="fac6ac76-73f7-4e10-8160-1091c64a25e6" providerId="ADAL" clId="{89ACD246-D8A2-4416-8B0E-DE37180678D6}" dt="2025-07-29T05:17:04.886" v="1159" actId="20577"/>
          <ac:spMkLst>
            <pc:docMk/>
            <pc:sldMk cId="3059969206" sldId="944"/>
            <ac:spMk id="2" creationId="{A6C6E2AD-3A1A-8D99-B503-AB494699D567}"/>
          </ac:spMkLst>
        </pc:spChg>
        <pc:spChg chg="mod">
          <ac:chgData name="桝井雄太" userId="fac6ac76-73f7-4e10-8160-1091c64a25e6" providerId="ADAL" clId="{89ACD246-D8A2-4416-8B0E-DE37180678D6}" dt="2025-07-29T05:27:25.026" v="1866" actId="1037"/>
          <ac:spMkLst>
            <pc:docMk/>
            <pc:sldMk cId="3059969206" sldId="944"/>
            <ac:spMk id="4" creationId="{15CECB5B-C57A-04E2-925F-FA5F819B306F}"/>
          </ac:spMkLst>
        </pc:spChg>
        <pc:spChg chg="mod">
          <ac:chgData name="桝井雄太" userId="fac6ac76-73f7-4e10-8160-1091c64a25e6" providerId="ADAL" clId="{89ACD246-D8A2-4416-8B0E-DE37180678D6}" dt="2025-07-29T05:27:25.026" v="1866" actId="1037"/>
          <ac:spMkLst>
            <pc:docMk/>
            <pc:sldMk cId="3059969206" sldId="944"/>
            <ac:spMk id="7" creationId="{C28CCBBB-1097-461E-9D31-D471C24C995C}"/>
          </ac:spMkLst>
        </pc:spChg>
        <pc:spChg chg="mod">
          <ac:chgData name="桝井雄太" userId="fac6ac76-73f7-4e10-8160-1091c64a25e6" providerId="ADAL" clId="{89ACD246-D8A2-4416-8B0E-DE37180678D6}" dt="2025-07-29T05:27:42.858" v="1918" actId="1038"/>
          <ac:spMkLst>
            <pc:docMk/>
            <pc:sldMk cId="3059969206" sldId="944"/>
            <ac:spMk id="16" creationId="{37342520-1C89-6947-3C04-F4082AFDF707}"/>
          </ac:spMkLst>
        </pc:spChg>
        <pc:spChg chg="mod">
          <ac:chgData name="桝井雄太" userId="fac6ac76-73f7-4e10-8160-1091c64a25e6" providerId="ADAL" clId="{89ACD246-D8A2-4416-8B0E-DE37180678D6}" dt="2025-07-29T05:27:33.649" v="1876" actId="1036"/>
          <ac:spMkLst>
            <pc:docMk/>
            <pc:sldMk cId="3059969206" sldId="944"/>
            <ac:spMk id="17" creationId="{02764D18-1A82-4BB2-9B15-C027C489FD9F}"/>
          </ac:spMkLst>
        </pc:spChg>
        <pc:spChg chg="mod">
          <ac:chgData name="桝井雄太" userId="fac6ac76-73f7-4e10-8160-1091c64a25e6" providerId="ADAL" clId="{89ACD246-D8A2-4416-8B0E-DE37180678D6}" dt="2025-07-29T05:27:19.927" v="1865" actId="14100"/>
          <ac:spMkLst>
            <pc:docMk/>
            <pc:sldMk cId="3059969206" sldId="944"/>
            <ac:spMk id="20" creationId="{FCF08BC5-955B-B35E-FB29-98761921C5E1}"/>
          </ac:spMkLst>
        </pc:spChg>
        <pc:spChg chg="mod">
          <ac:chgData name="桝井雄太" userId="fac6ac76-73f7-4e10-8160-1091c64a25e6" providerId="ADAL" clId="{89ACD246-D8A2-4416-8B0E-DE37180678D6}" dt="2025-07-29T05:27:25.026" v="1866" actId="1037"/>
          <ac:spMkLst>
            <pc:docMk/>
            <pc:sldMk cId="3059969206" sldId="944"/>
            <ac:spMk id="21" creationId="{BFED2E1C-F72A-98D8-344E-F7F41A2235D8}"/>
          </ac:spMkLst>
        </pc:spChg>
        <pc:spChg chg="mod">
          <ac:chgData name="桝井雄太" userId="fac6ac76-73f7-4e10-8160-1091c64a25e6" providerId="ADAL" clId="{89ACD246-D8A2-4416-8B0E-DE37180678D6}" dt="2025-07-29T05:27:04.063" v="1850" actId="14100"/>
          <ac:spMkLst>
            <pc:docMk/>
            <pc:sldMk cId="3059969206" sldId="944"/>
            <ac:spMk id="22" creationId="{F289BA28-33A0-D91A-C14A-7AB1294A9AF5}"/>
          </ac:spMkLst>
        </pc:spChg>
        <pc:spChg chg="mod">
          <ac:chgData name="桝井雄太" userId="fac6ac76-73f7-4e10-8160-1091c64a25e6" providerId="ADAL" clId="{89ACD246-D8A2-4416-8B0E-DE37180678D6}" dt="2025-07-29T05:27:25.026" v="1866" actId="1037"/>
          <ac:spMkLst>
            <pc:docMk/>
            <pc:sldMk cId="3059969206" sldId="944"/>
            <ac:spMk id="24" creationId="{9B5AF116-1E1D-5534-00CB-7F3E102F099C}"/>
          </ac:spMkLst>
        </pc:spChg>
      </pc:sldChg>
    </pc:docChg>
  </pc:docChgLst>
  <pc:docChgLst>
    <pc:chgData name="野村康二" userId="S::kouji.nomura@system-exe.jp::acaa808a-f809-4ef9-8028-a2ce14b82415" providerId="AD" clId="Web-{EBFC62BB-5855-2397-51C7-5301BC705507}"/>
    <pc:docChg chg="modSld">
      <pc:chgData name="野村康二" userId="S::kouji.nomura@system-exe.jp::acaa808a-f809-4ef9-8028-a2ce14b82415" providerId="AD" clId="Web-{EBFC62BB-5855-2397-51C7-5301BC705507}" dt="2025-06-18T04:38:27.580" v="30" actId="20577"/>
      <pc:docMkLst>
        <pc:docMk/>
      </pc:docMkLst>
      <pc:sldChg chg="modSp">
        <pc:chgData name="野村康二" userId="S::kouji.nomura@system-exe.jp::acaa808a-f809-4ef9-8028-a2ce14b82415" providerId="AD" clId="Web-{EBFC62BB-5855-2397-51C7-5301BC705507}" dt="2025-06-18T04:38:27.580" v="30" actId="20577"/>
        <pc:sldMkLst>
          <pc:docMk/>
          <pc:sldMk cId="1851614100" sldId="930"/>
        </pc:sldMkLst>
      </pc:sldChg>
      <pc:sldChg chg="modSp">
        <pc:chgData name="野村康二" userId="S::kouji.nomura@system-exe.jp::acaa808a-f809-4ef9-8028-a2ce14b82415" providerId="AD" clId="Web-{EBFC62BB-5855-2397-51C7-5301BC705507}" dt="2025-06-18T04:29:30.379" v="23" actId="20577"/>
        <pc:sldMkLst>
          <pc:docMk/>
          <pc:sldMk cId="495271551" sldId="939"/>
        </pc:sldMkLst>
      </pc:sldChg>
      <pc:sldChg chg="modSp">
        <pc:chgData name="野村康二" userId="S::kouji.nomura@system-exe.jp::acaa808a-f809-4ef9-8028-a2ce14b82415" providerId="AD" clId="Web-{EBFC62BB-5855-2397-51C7-5301BC705507}" dt="2025-06-18T04:25:01.450" v="17"/>
        <pc:sldMkLst>
          <pc:docMk/>
          <pc:sldMk cId="4036987457" sldId="943"/>
        </pc:sldMkLst>
      </pc:sldChg>
    </pc:docChg>
  </pc:docChgLst>
  <pc:docChgLst>
    <pc:chgData name="石井徹" userId="bd567184-c19d-4717-9194-a1e548d2dddf" providerId="ADAL" clId="{F6C8B86E-AFFA-44AD-A502-27246546595A}"/>
    <pc:docChg chg="custSel modSld">
      <pc:chgData name="石井徹" userId="bd567184-c19d-4717-9194-a1e548d2dddf" providerId="ADAL" clId="{F6C8B86E-AFFA-44AD-A502-27246546595A}" dt="2025-06-19T04:41:35.502" v="1" actId="27636"/>
      <pc:docMkLst>
        <pc:docMk/>
      </pc:docMkLst>
      <pc:sldChg chg="modSp mod">
        <pc:chgData name="石井徹" userId="bd567184-c19d-4717-9194-a1e548d2dddf" providerId="ADAL" clId="{F6C8B86E-AFFA-44AD-A502-27246546595A}" dt="2025-06-19T04:41:35.502" v="1" actId="27636"/>
        <pc:sldMkLst>
          <pc:docMk/>
          <pc:sldMk cId="2410374903" sldId="767"/>
        </pc:sldMkLst>
      </pc:sldChg>
    </pc:docChg>
  </pc:docChgLst>
  <pc:docChgLst>
    <pc:chgData name="川名翔太" userId="902a1c22-1104-4fc2-ba41-1ee47f89ed5e" providerId="ADAL" clId="{D9E54145-40D9-42CA-B616-3C7F79DA4BF6}"/>
    <pc:docChg chg="undo custSel modSld">
      <pc:chgData name="川名翔太" userId="902a1c22-1104-4fc2-ba41-1ee47f89ed5e" providerId="ADAL" clId="{D9E54145-40D9-42CA-B616-3C7F79DA4BF6}" dt="2025-08-08T04:39:52.392" v="1782"/>
      <pc:docMkLst>
        <pc:docMk/>
      </pc:docMkLst>
      <pc:sldChg chg="modSp mod">
        <pc:chgData name="川名翔太" userId="902a1c22-1104-4fc2-ba41-1ee47f89ed5e" providerId="ADAL" clId="{D9E54145-40D9-42CA-B616-3C7F79DA4BF6}" dt="2025-08-08T04:37:12.648" v="1745" actId="20577"/>
        <pc:sldMkLst>
          <pc:docMk/>
          <pc:sldMk cId="3201888243" sldId="714"/>
        </pc:sldMkLst>
        <pc:spChg chg="mod">
          <ac:chgData name="川名翔太" userId="902a1c22-1104-4fc2-ba41-1ee47f89ed5e" providerId="ADAL" clId="{D9E54145-40D9-42CA-B616-3C7F79DA4BF6}" dt="2025-08-08T04:12:17.217" v="1" actId="20577"/>
          <ac:spMkLst>
            <pc:docMk/>
            <pc:sldMk cId="3201888243" sldId="714"/>
            <ac:spMk id="2" creationId="{B808C4E1-CAC4-709D-39C2-7E63198F1A78}"/>
          </ac:spMkLst>
        </pc:spChg>
        <pc:spChg chg="mod">
          <ac:chgData name="川名翔太" userId="902a1c22-1104-4fc2-ba41-1ee47f89ed5e" providerId="ADAL" clId="{D9E54145-40D9-42CA-B616-3C7F79DA4BF6}" dt="2025-08-08T04:37:12.648" v="1745" actId="20577"/>
          <ac:spMkLst>
            <pc:docMk/>
            <pc:sldMk cId="3201888243" sldId="714"/>
            <ac:spMk id="10" creationId="{24A1B6FF-4F95-C178-9DEA-567571794C2A}"/>
          </ac:spMkLst>
        </pc:spChg>
      </pc:sldChg>
      <pc:sldChg chg="modSp mod">
        <pc:chgData name="川名翔太" userId="902a1c22-1104-4fc2-ba41-1ee47f89ed5e" providerId="ADAL" clId="{D9E54145-40D9-42CA-B616-3C7F79DA4BF6}" dt="2025-08-08T04:35:20.209" v="1736" actId="207"/>
        <pc:sldMkLst>
          <pc:docMk/>
          <pc:sldMk cId="1395438993" sldId="765"/>
        </pc:sldMkLst>
        <pc:graphicFrameChg chg="modGraphic">
          <ac:chgData name="川名翔太" userId="902a1c22-1104-4fc2-ba41-1ee47f89ed5e" providerId="ADAL" clId="{D9E54145-40D9-42CA-B616-3C7F79DA4BF6}" dt="2025-08-08T04:35:20.209" v="1736" actId="207"/>
          <ac:graphicFrameMkLst>
            <pc:docMk/>
            <pc:sldMk cId="1395438993" sldId="765"/>
            <ac:graphicFrameMk id="7" creationId="{2864E947-18B0-4839-AED3-D416F628DDF0}"/>
          </ac:graphicFrameMkLst>
        </pc:graphicFrameChg>
      </pc:sldChg>
      <pc:sldChg chg="modSp mod">
        <pc:chgData name="川名翔太" userId="902a1c22-1104-4fc2-ba41-1ee47f89ed5e" providerId="ADAL" clId="{D9E54145-40D9-42CA-B616-3C7F79DA4BF6}" dt="2025-08-08T04:13:28.554" v="13" actId="20577"/>
        <pc:sldMkLst>
          <pc:docMk/>
          <pc:sldMk cId="2453405637" sldId="923"/>
        </pc:sldMkLst>
        <pc:graphicFrameChg chg="modGraphic">
          <ac:chgData name="川名翔太" userId="902a1c22-1104-4fc2-ba41-1ee47f89ed5e" providerId="ADAL" clId="{D9E54145-40D9-42CA-B616-3C7F79DA4BF6}" dt="2025-08-08T04:13:28.554" v="13" actId="20577"/>
          <ac:graphicFrameMkLst>
            <pc:docMk/>
            <pc:sldMk cId="2453405637" sldId="923"/>
            <ac:graphicFrameMk id="9" creationId="{BBA8B256-12B2-6E8C-50F9-31564ECC0266}"/>
          </ac:graphicFrameMkLst>
        </pc:graphicFrameChg>
      </pc:sldChg>
      <pc:sldChg chg="modSp mod">
        <pc:chgData name="川名翔太" userId="902a1c22-1104-4fc2-ba41-1ee47f89ed5e" providerId="ADAL" clId="{D9E54145-40D9-42CA-B616-3C7F79DA4BF6}" dt="2025-08-08T04:39:52.392" v="1782"/>
        <pc:sldMkLst>
          <pc:docMk/>
          <pc:sldMk cId="495271551" sldId="939"/>
        </pc:sldMkLst>
        <pc:spChg chg="mod">
          <ac:chgData name="川名翔太" userId="902a1c22-1104-4fc2-ba41-1ee47f89ed5e" providerId="ADAL" clId="{D9E54145-40D9-42CA-B616-3C7F79DA4BF6}" dt="2025-08-08T04:39:52.392" v="1782"/>
          <ac:spMkLst>
            <pc:docMk/>
            <pc:sldMk cId="495271551" sldId="939"/>
            <ac:spMk id="5" creationId="{DDA0903F-BB0E-DF11-6A92-90C8A835A221}"/>
          </ac:spMkLst>
        </pc:spChg>
      </pc:sldChg>
      <pc:sldChg chg="modSp">
        <pc:chgData name="川名翔太" userId="902a1c22-1104-4fc2-ba41-1ee47f89ed5e" providerId="ADAL" clId="{D9E54145-40D9-42CA-B616-3C7F79DA4BF6}" dt="2025-08-08T04:39:32.375" v="1781"/>
        <pc:sldMkLst>
          <pc:docMk/>
          <pc:sldMk cId="573126175" sldId="940"/>
        </pc:sldMkLst>
        <pc:spChg chg="mod">
          <ac:chgData name="川名翔太" userId="902a1c22-1104-4fc2-ba41-1ee47f89ed5e" providerId="ADAL" clId="{D9E54145-40D9-42CA-B616-3C7F79DA4BF6}" dt="2025-08-08T04:39:32.375" v="1781"/>
          <ac:spMkLst>
            <pc:docMk/>
            <pc:sldMk cId="573126175" sldId="940"/>
            <ac:spMk id="5" creationId="{B5E2C664-FDD7-E09E-D9B6-750C217AA94F}"/>
          </ac:spMkLst>
        </pc:spChg>
      </pc:sldChg>
      <pc:sldChg chg="addSp delSp modSp mod">
        <pc:chgData name="川名翔太" userId="902a1c22-1104-4fc2-ba41-1ee47f89ed5e" providerId="ADAL" clId="{D9E54145-40D9-42CA-B616-3C7F79DA4BF6}" dt="2025-08-08T04:38:40.890" v="1779" actId="255"/>
        <pc:sldMkLst>
          <pc:docMk/>
          <pc:sldMk cId="60385300" sldId="943"/>
        </pc:sldMkLst>
        <pc:spChg chg="mod">
          <ac:chgData name="川名翔太" userId="902a1c22-1104-4fc2-ba41-1ee47f89ed5e" providerId="ADAL" clId="{D9E54145-40D9-42CA-B616-3C7F79DA4BF6}" dt="2025-08-08T04:38:40.890" v="1779" actId="255"/>
          <ac:spMkLst>
            <pc:docMk/>
            <pc:sldMk cId="60385300" sldId="943"/>
            <ac:spMk id="5" creationId="{267A4D97-9567-D34A-0671-38F99B200DE4}"/>
          </ac:spMkLst>
        </pc:spChg>
        <pc:spChg chg="del">
          <ac:chgData name="川名翔太" userId="902a1c22-1104-4fc2-ba41-1ee47f89ed5e" providerId="ADAL" clId="{D9E54145-40D9-42CA-B616-3C7F79DA4BF6}" dt="2025-08-08T04:15:16.821" v="14" actId="21"/>
          <ac:spMkLst>
            <pc:docMk/>
            <pc:sldMk cId="60385300" sldId="943"/>
            <ac:spMk id="6" creationId="{00D31E0C-5DC9-51C9-2A2B-90BFABA3663E}"/>
          </ac:spMkLst>
        </pc:spChg>
        <pc:spChg chg="add del">
          <ac:chgData name="川名翔太" userId="902a1c22-1104-4fc2-ba41-1ee47f89ed5e" providerId="ADAL" clId="{D9E54145-40D9-42CA-B616-3C7F79DA4BF6}" dt="2025-08-08T04:15:32.192" v="22" actId="22"/>
          <ac:spMkLst>
            <pc:docMk/>
            <pc:sldMk cId="60385300" sldId="943"/>
            <ac:spMk id="8" creationId="{B6D9D349-D523-CF81-F8AC-7FF6AC5075D1}"/>
          </ac:spMkLst>
        </pc:spChg>
      </pc:sldChg>
    </pc:docChg>
  </pc:docChgLst>
  <pc:docChgLst>
    <pc:chgData name="野村康二" userId="S::kouji.nomura@system-exe.jp::acaa808a-f809-4ef9-8028-a2ce14b82415" providerId="AD" clId="Web-{052674BE-8292-1D27-8F4B-916C67006FCA}"/>
    <pc:docChg chg="modSld">
      <pc:chgData name="野村康二" userId="S::kouji.nomura@system-exe.jp::acaa808a-f809-4ef9-8028-a2ce14b82415" providerId="AD" clId="Web-{052674BE-8292-1D27-8F4B-916C67006FCA}" dt="2025-06-18T04:44:36.600" v="20" actId="20577"/>
      <pc:docMkLst>
        <pc:docMk/>
      </pc:docMkLst>
      <pc:sldChg chg="modSp">
        <pc:chgData name="野村康二" userId="S::kouji.nomura@system-exe.jp::acaa808a-f809-4ef9-8028-a2ce14b82415" providerId="AD" clId="Web-{052674BE-8292-1D27-8F4B-916C67006FCA}" dt="2025-06-18T04:44:36.600" v="20" actId="20577"/>
        <pc:sldMkLst>
          <pc:docMk/>
          <pc:sldMk cId="2410374903" sldId="767"/>
        </pc:sldMkLst>
      </pc:sldChg>
      <pc:sldChg chg="modSp">
        <pc:chgData name="野村康二" userId="S::kouji.nomura@system-exe.jp::acaa808a-f809-4ef9-8028-a2ce14b82415" providerId="AD" clId="Web-{052674BE-8292-1D27-8F4B-916C67006FCA}" dt="2025-06-18T04:43:50.286" v="17" actId="20577"/>
        <pc:sldMkLst>
          <pc:docMk/>
          <pc:sldMk cId="1471803207" sldId="929"/>
        </pc:sldMkLst>
      </pc:sldChg>
      <pc:sldChg chg="delSp modSp">
        <pc:chgData name="野村康二" userId="S::kouji.nomura@system-exe.jp::acaa808a-f809-4ef9-8028-a2ce14b82415" providerId="AD" clId="Web-{052674BE-8292-1D27-8F4B-916C67006FCA}" dt="2025-06-18T04:43:32.457" v="14"/>
        <pc:sldMkLst>
          <pc:docMk/>
          <pc:sldMk cId="3261265475" sldId="932"/>
        </pc:sldMkLst>
      </pc:sldChg>
      <pc:sldChg chg="modSp">
        <pc:chgData name="野村康二" userId="S::kouji.nomura@system-exe.jp::acaa808a-f809-4ef9-8028-a2ce14b82415" providerId="AD" clId="Web-{052674BE-8292-1D27-8F4B-916C67006FCA}" dt="2025-06-18T04:43:00.784" v="4" actId="20577"/>
        <pc:sldMkLst>
          <pc:docMk/>
          <pc:sldMk cId="495271551" sldId="939"/>
        </pc:sldMkLst>
      </pc:sldChg>
    </pc:docChg>
  </pc:docChgLst>
  <pc:docChgLst>
    <pc:chgData name="髙浦祐朗" userId="d6d860fe-bc64-411b-9605-a16d1ba875f6" providerId="ADAL" clId="{D867A74B-CC78-4415-B9FB-DB72DD921C69}"/>
    <pc:docChg chg="modSld">
      <pc:chgData name="髙浦祐朗" userId="d6d860fe-bc64-411b-9605-a16d1ba875f6" providerId="ADAL" clId="{D867A74B-CC78-4415-B9FB-DB72DD921C69}" dt="2025-08-08T06:17:26.492" v="221"/>
      <pc:docMkLst>
        <pc:docMk/>
      </pc:docMkLst>
      <pc:sldChg chg="modSp mod">
        <pc:chgData name="髙浦祐朗" userId="d6d860fe-bc64-411b-9605-a16d1ba875f6" providerId="ADAL" clId="{D867A74B-CC78-4415-B9FB-DB72DD921C69}" dt="2025-08-08T06:17:14.594" v="178"/>
        <pc:sldMkLst>
          <pc:docMk/>
          <pc:sldMk cId="2453405637" sldId="923"/>
        </pc:sldMkLst>
        <pc:spChg chg="mod">
          <ac:chgData name="髙浦祐朗" userId="d6d860fe-bc64-411b-9605-a16d1ba875f6" providerId="ADAL" clId="{D867A74B-CC78-4415-B9FB-DB72DD921C69}" dt="2025-08-08T06:17:14.594" v="178"/>
          <ac:spMkLst>
            <pc:docMk/>
            <pc:sldMk cId="2453405637" sldId="923"/>
            <ac:spMk id="2" creationId="{DF1B3D1D-7E85-617E-AC69-3C98014F1C6D}"/>
          </ac:spMkLst>
        </pc:spChg>
        <pc:graphicFrameChg chg="mod">
          <ac:chgData name="髙浦祐朗" userId="d6d860fe-bc64-411b-9605-a16d1ba875f6" providerId="ADAL" clId="{D867A74B-CC78-4415-B9FB-DB72DD921C69}" dt="2025-08-08T06:12:54.601" v="1" actId="1076"/>
          <ac:graphicFrameMkLst>
            <pc:docMk/>
            <pc:sldMk cId="2453405637" sldId="923"/>
            <ac:graphicFrameMk id="9" creationId="{BBA8B256-12B2-6E8C-50F9-31564ECC0266}"/>
          </ac:graphicFrameMkLst>
        </pc:graphicFrameChg>
      </pc:sldChg>
      <pc:sldChg chg="modSp mod">
        <pc:chgData name="髙浦祐朗" userId="d6d860fe-bc64-411b-9605-a16d1ba875f6" providerId="ADAL" clId="{D867A74B-CC78-4415-B9FB-DB72DD921C69}" dt="2025-08-08T06:16:51.947" v="175" actId="1076"/>
        <pc:sldMkLst>
          <pc:docMk/>
          <pc:sldMk cId="3261265475" sldId="932"/>
        </pc:sldMkLst>
        <pc:spChg chg="mod">
          <ac:chgData name="髙浦祐朗" userId="d6d860fe-bc64-411b-9605-a16d1ba875f6" providerId="ADAL" clId="{D867A74B-CC78-4415-B9FB-DB72DD921C69}" dt="2025-08-08T06:15:15.951" v="84"/>
          <ac:spMkLst>
            <pc:docMk/>
            <pc:sldMk cId="3261265475" sldId="932"/>
            <ac:spMk id="2" creationId="{E83321EC-2147-45BB-B770-D5BC2C3DDA15}"/>
          </ac:spMkLst>
        </pc:spChg>
        <pc:spChg chg="mod">
          <ac:chgData name="髙浦祐朗" userId="d6d860fe-bc64-411b-9605-a16d1ba875f6" providerId="ADAL" clId="{D867A74B-CC78-4415-B9FB-DB72DD921C69}" dt="2025-08-08T06:15:52.801" v="173" actId="1035"/>
          <ac:spMkLst>
            <pc:docMk/>
            <pc:sldMk cId="3261265475" sldId="932"/>
            <ac:spMk id="4" creationId="{A1B67386-AD83-3967-5D45-C866A13904CF}"/>
          </ac:spMkLst>
        </pc:spChg>
        <pc:spChg chg="mod">
          <ac:chgData name="髙浦祐朗" userId="d6d860fe-bc64-411b-9605-a16d1ba875f6" providerId="ADAL" clId="{D867A74B-CC78-4415-B9FB-DB72DD921C69}" dt="2025-08-08T06:15:52.801" v="173" actId="1035"/>
          <ac:spMkLst>
            <pc:docMk/>
            <pc:sldMk cId="3261265475" sldId="932"/>
            <ac:spMk id="8" creationId="{9508B268-9D3E-E5C9-9EEE-0E5443FDAF01}"/>
          </ac:spMkLst>
        </pc:spChg>
        <pc:spChg chg="mod">
          <ac:chgData name="髙浦祐朗" userId="d6d860fe-bc64-411b-9605-a16d1ba875f6" providerId="ADAL" clId="{D867A74B-CC78-4415-B9FB-DB72DD921C69}" dt="2025-08-08T06:15:52.801" v="173" actId="1035"/>
          <ac:spMkLst>
            <pc:docMk/>
            <pc:sldMk cId="3261265475" sldId="932"/>
            <ac:spMk id="9" creationId="{96EB1D0F-0723-7545-46A5-B8284B713DA6}"/>
          </ac:spMkLst>
        </pc:spChg>
        <pc:spChg chg="mod">
          <ac:chgData name="髙浦祐朗" userId="d6d860fe-bc64-411b-9605-a16d1ba875f6" providerId="ADAL" clId="{D867A74B-CC78-4415-B9FB-DB72DD921C69}" dt="2025-08-08T06:15:52.801" v="173" actId="1035"/>
          <ac:spMkLst>
            <pc:docMk/>
            <pc:sldMk cId="3261265475" sldId="932"/>
            <ac:spMk id="15" creationId="{B34FFB96-E484-9F37-F5DF-229E630E5232}"/>
          </ac:spMkLst>
        </pc:spChg>
        <pc:spChg chg="mod">
          <ac:chgData name="髙浦祐朗" userId="d6d860fe-bc64-411b-9605-a16d1ba875f6" providerId="ADAL" clId="{D867A74B-CC78-4415-B9FB-DB72DD921C69}" dt="2025-08-08T06:15:52.801" v="173" actId="1035"/>
          <ac:spMkLst>
            <pc:docMk/>
            <pc:sldMk cId="3261265475" sldId="932"/>
            <ac:spMk id="16" creationId="{5C58B4E0-435A-97E7-B757-B0DE17C1F398}"/>
          </ac:spMkLst>
        </pc:spChg>
        <pc:spChg chg="mod">
          <ac:chgData name="髙浦祐朗" userId="d6d860fe-bc64-411b-9605-a16d1ba875f6" providerId="ADAL" clId="{D867A74B-CC78-4415-B9FB-DB72DD921C69}" dt="2025-08-08T06:15:52.801" v="173" actId="1035"/>
          <ac:spMkLst>
            <pc:docMk/>
            <pc:sldMk cId="3261265475" sldId="932"/>
            <ac:spMk id="17" creationId="{1C314633-FA3C-CD45-A467-F0DAAB07E6A7}"/>
          </ac:spMkLst>
        </pc:spChg>
        <pc:spChg chg="mod">
          <ac:chgData name="髙浦祐朗" userId="d6d860fe-bc64-411b-9605-a16d1ba875f6" providerId="ADAL" clId="{D867A74B-CC78-4415-B9FB-DB72DD921C69}" dt="2025-08-08T06:15:52.801" v="173" actId="1035"/>
          <ac:spMkLst>
            <pc:docMk/>
            <pc:sldMk cId="3261265475" sldId="932"/>
            <ac:spMk id="20" creationId="{F552483D-B47E-4672-AAB8-B1378D36B674}"/>
          </ac:spMkLst>
        </pc:spChg>
        <pc:spChg chg="mod">
          <ac:chgData name="髙浦祐朗" userId="d6d860fe-bc64-411b-9605-a16d1ba875f6" providerId="ADAL" clId="{D867A74B-CC78-4415-B9FB-DB72DD921C69}" dt="2025-08-08T06:15:52.801" v="173" actId="1035"/>
          <ac:spMkLst>
            <pc:docMk/>
            <pc:sldMk cId="3261265475" sldId="932"/>
            <ac:spMk id="21" creationId="{D288673B-1B1E-4C6E-BA69-E5F1FEDB27ED}"/>
          </ac:spMkLst>
        </pc:spChg>
        <pc:spChg chg="mod">
          <ac:chgData name="髙浦祐朗" userId="d6d860fe-bc64-411b-9605-a16d1ba875f6" providerId="ADAL" clId="{D867A74B-CC78-4415-B9FB-DB72DD921C69}" dt="2025-08-08T06:15:52.801" v="173" actId="1035"/>
          <ac:spMkLst>
            <pc:docMk/>
            <pc:sldMk cId="3261265475" sldId="932"/>
            <ac:spMk id="22" creationId="{BF31360D-FAB3-4C87-B7AB-B502DDFDA9EC}"/>
          </ac:spMkLst>
        </pc:spChg>
        <pc:spChg chg="mod">
          <ac:chgData name="髙浦祐朗" userId="d6d860fe-bc64-411b-9605-a16d1ba875f6" providerId="ADAL" clId="{D867A74B-CC78-4415-B9FB-DB72DD921C69}" dt="2025-08-08T06:15:52.801" v="173" actId="1035"/>
          <ac:spMkLst>
            <pc:docMk/>
            <pc:sldMk cId="3261265475" sldId="932"/>
            <ac:spMk id="24" creationId="{D2FFFA7C-8485-4FB5-B3FC-30EC4188DB9D}"/>
          </ac:spMkLst>
        </pc:spChg>
        <pc:graphicFrameChg chg="mod">
          <ac:chgData name="髙浦祐朗" userId="d6d860fe-bc64-411b-9605-a16d1ba875f6" providerId="ADAL" clId="{D867A74B-CC78-4415-B9FB-DB72DD921C69}" dt="2025-08-08T06:16:51.947" v="175" actId="1076"/>
          <ac:graphicFrameMkLst>
            <pc:docMk/>
            <pc:sldMk cId="3261265475" sldId="932"/>
            <ac:graphicFrameMk id="10" creationId="{1B9651D0-1C8B-452E-8B2F-91E497A82D84}"/>
          </ac:graphicFrameMkLst>
        </pc:graphicFrameChg>
      </pc:sldChg>
      <pc:sldChg chg="modSp mod">
        <pc:chgData name="髙浦祐朗" userId="d6d860fe-bc64-411b-9605-a16d1ba875f6" providerId="ADAL" clId="{D867A74B-CC78-4415-B9FB-DB72DD921C69}" dt="2025-08-08T06:14:45.259" v="43"/>
        <pc:sldMkLst>
          <pc:docMk/>
          <pc:sldMk cId="573126175" sldId="940"/>
        </pc:sldMkLst>
        <pc:spChg chg="mod">
          <ac:chgData name="髙浦祐朗" userId="d6d860fe-bc64-411b-9605-a16d1ba875f6" providerId="ADAL" clId="{D867A74B-CC78-4415-B9FB-DB72DD921C69}" dt="2025-08-08T06:14:45.259" v="43"/>
          <ac:spMkLst>
            <pc:docMk/>
            <pc:sldMk cId="573126175" sldId="940"/>
            <ac:spMk id="2" creationId="{E9D37FA1-2164-EA86-A432-BB2B3E600775}"/>
          </ac:spMkLst>
        </pc:spChg>
      </pc:sldChg>
      <pc:sldChg chg="modSp mod">
        <pc:chgData name="髙浦祐朗" userId="d6d860fe-bc64-411b-9605-a16d1ba875f6" providerId="ADAL" clId="{D867A74B-CC78-4415-B9FB-DB72DD921C69}" dt="2025-08-08T06:17:26.492" v="221"/>
        <pc:sldMkLst>
          <pc:docMk/>
          <pc:sldMk cId="4227299507" sldId="941"/>
        </pc:sldMkLst>
        <pc:spChg chg="mod">
          <ac:chgData name="髙浦祐朗" userId="d6d860fe-bc64-411b-9605-a16d1ba875f6" providerId="ADAL" clId="{D867A74B-CC78-4415-B9FB-DB72DD921C69}" dt="2025-08-08T06:17:26.492" v="221"/>
          <ac:spMkLst>
            <pc:docMk/>
            <pc:sldMk cId="4227299507" sldId="941"/>
            <ac:spMk id="2" creationId="{2B097B71-60F0-A031-E4D2-3066F6DF9F48}"/>
          </ac:spMkLst>
        </pc:spChg>
        <pc:graphicFrameChg chg="mod">
          <ac:chgData name="髙浦祐朗" userId="d6d860fe-bc64-411b-9605-a16d1ba875f6" providerId="ADAL" clId="{D867A74B-CC78-4415-B9FB-DB72DD921C69}" dt="2025-08-08T06:13:03.856" v="3" actId="1076"/>
          <ac:graphicFrameMkLst>
            <pc:docMk/>
            <pc:sldMk cId="4227299507" sldId="941"/>
            <ac:graphicFrameMk id="9" creationId="{C94B5F74-D759-23B8-F36C-AEF7190A2F9D}"/>
          </ac:graphicFrameMkLst>
        </pc:graphicFrameChg>
      </pc:sldChg>
      <pc:sldChg chg="modSp mod">
        <pc:chgData name="髙浦祐朗" userId="d6d860fe-bc64-411b-9605-a16d1ba875f6" providerId="ADAL" clId="{D867A74B-CC78-4415-B9FB-DB72DD921C69}" dt="2025-08-08T06:16:58.295" v="177" actId="1076"/>
        <pc:sldMkLst>
          <pc:docMk/>
          <pc:sldMk cId="3059969206" sldId="944"/>
        </pc:sldMkLst>
        <pc:spChg chg="mod">
          <ac:chgData name="髙浦祐朗" userId="d6d860fe-bc64-411b-9605-a16d1ba875f6" providerId="ADAL" clId="{D867A74B-CC78-4415-B9FB-DB72DD921C69}" dt="2025-08-08T06:15:34.934" v="133"/>
          <ac:spMkLst>
            <pc:docMk/>
            <pc:sldMk cId="3059969206" sldId="944"/>
            <ac:spMk id="2" creationId="{A6C6E2AD-3A1A-8D99-B503-AB494699D567}"/>
          </ac:spMkLst>
        </pc:spChg>
        <pc:spChg chg="mod">
          <ac:chgData name="髙浦祐朗" userId="d6d860fe-bc64-411b-9605-a16d1ba875f6" providerId="ADAL" clId="{D867A74B-CC78-4415-B9FB-DB72DD921C69}" dt="2025-08-08T06:15:43.451" v="156" actId="1035"/>
          <ac:spMkLst>
            <pc:docMk/>
            <pc:sldMk cId="3059969206" sldId="944"/>
            <ac:spMk id="4" creationId="{15CECB5B-C57A-04E2-925F-FA5F819B306F}"/>
          </ac:spMkLst>
        </pc:spChg>
        <pc:spChg chg="mod">
          <ac:chgData name="髙浦祐朗" userId="d6d860fe-bc64-411b-9605-a16d1ba875f6" providerId="ADAL" clId="{D867A74B-CC78-4415-B9FB-DB72DD921C69}" dt="2025-08-08T06:15:43.451" v="156" actId="1035"/>
          <ac:spMkLst>
            <pc:docMk/>
            <pc:sldMk cId="3059969206" sldId="944"/>
            <ac:spMk id="7" creationId="{C28CCBBB-1097-461E-9D31-D471C24C995C}"/>
          </ac:spMkLst>
        </pc:spChg>
        <pc:spChg chg="mod">
          <ac:chgData name="髙浦祐朗" userId="d6d860fe-bc64-411b-9605-a16d1ba875f6" providerId="ADAL" clId="{D867A74B-CC78-4415-B9FB-DB72DD921C69}" dt="2025-08-08T06:15:43.451" v="156" actId="1035"/>
          <ac:spMkLst>
            <pc:docMk/>
            <pc:sldMk cId="3059969206" sldId="944"/>
            <ac:spMk id="8" creationId="{716D3BCC-F260-907A-0B23-EC97944BB58A}"/>
          </ac:spMkLst>
        </pc:spChg>
        <pc:spChg chg="mod">
          <ac:chgData name="髙浦祐朗" userId="d6d860fe-bc64-411b-9605-a16d1ba875f6" providerId="ADAL" clId="{D867A74B-CC78-4415-B9FB-DB72DD921C69}" dt="2025-08-08T06:15:43.451" v="156" actId="1035"/>
          <ac:spMkLst>
            <pc:docMk/>
            <pc:sldMk cId="3059969206" sldId="944"/>
            <ac:spMk id="9" creationId="{39C83D1C-5355-8542-FC20-86180C5C1F2F}"/>
          </ac:spMkLst>
        </pc:spChg>
        <pc:spChg chg="mod">
          <ac:chgData name="髙浦祐朗" userId="d6d860fe-bc64-411b-9605-a16d1ba875f6" providerId="ADAL" clId="{D867A74B-CC78-4415-B9FB-DB72DD921C69}" dt="2025-08-08T06:15:43.451" v="156" actId="1035"/>
          <ac:spMkLst>
            <pc:docMk/>
            <pc:sldMk cId="3059969206" sldId="944"/>
            <ac:spMk id="15" creationId="{2B017589-4C67-65F9-0D3C-DD1D4EC56A77}"/>
          </ac:spMkLst>
        </pc:spChg>
        <pc:spChg chg="mod">
          <ac:chgData name="髙浦祐朗" userId="d6d860fe-bc64-411b-9605-a16d1ba875f6" providerId="ADAL" clId="{D867A74B-CC78-4415-B9FB-DB72DD921C69}" dt="2025-08-08T06:15:43.451" v="156" actId="1035"/>
          <ac:spMkLst>
            <pc:docMk/>
            <pc:sldMk cId="3059969206" sldId="944"/>
            <ac:spMk id="16" creationId="{37342520-1C89-6947-3C04-F4082AFDF707}"/>
          </ac:spMkLst>
        </pc:spChg>
        <pc:spChg chg="mod">
          <ac:chgData name="髙浦祐朗" userId="d6d860fe-bc64-411b-9605-a16d1ba875f6" providerId="ADAL" clId="{D867A74B-CC78-4415-B9FB-DB72DD921C69}" dt="2025-08-08T06:15:43.451" v="156" actId="1035"/>
          <ac:spMkLst>
            <pc:docMk/>
            <pc:sldMk cId="3059969206" sldId="944"/>
            <ac:spMk id="17" creationId="{02764D18-1A82-4BB2-9B15-C027C489FD9F}"/>
          </ac:spMkLst>
        </pc:spChg>
        <pc:spChg chg="mod">
          <ac:chgData name="髙浦祐朗" userId="d6d860fe-bc64-411b-9605-a16d1ba875f6" providerId="ADAL" clId="{D867A74B-CC78-4415-B9FB-DB72DD921C69}" dt="2025-08-08T06:15:43.451" v="156" actId="1035"/>
          <ac:spMkLst>
            <pc:docMk/>
            <pc:sldMk cId="3059969206" sldId="944"/>
            <ac:spMk id="20" creationId="{FCF08BC5-955B-B35E-FB29-98761921C5E1}"/>
          </ac:spMkLst>
        </pc:spChg>
        <pc:spChg chg="mod">
          <ac:chgData name="髙浦祐朗" userId="d6d860fe-bc64-411b-9605-a16d1ba875f6" providerId="ADAL" clId="{D867A74B-CC78-4415-B9FB-DB72DD921C69}" dt="2025-08-08T06:15:43.451" v="156" actId="1035"/>
          <ac:spMkLst>
            <pc:docMk/>
            <pc:sldMk cId="3059969206" sldId="944"/>
            <ac:spMk id="21" creationId="{BFED2E1C-F72A-98D8-344E-F7F41A2235D8}"/>
          </ac:spMkLst>
        </pc:spChg>
        <pc:spChg chg="mod">
          <ac:chgData name="髙浦祐朗" userId="d6d860fe-bc64-411b-9605-a16d1ba875f6" providerId="ADAL" clId="{D867A74B-CC78-4415-B9FB-DB72DD921C69}" dt="2025-08-08T06:15:43.451" v="156" actId="1035"/>
          <ac:spMkLst>
            <pc:docMk/>
            <pc:sldMk cId="3059969206" sldId="944"/>
            <ac:spMk id="24" creationId="{9B5AF116-1E1D-5534-00CB-7F3E102F099C}"/>
          </ac:spMkLst>
        </pc:spChg>
        <pc:graphicFrameChg chg="mod">
          <ac:chgData name="髙浦祐朗" userId="d6d860fe-bc64-411b-9605-a16d1ba875f6" providerId="ADAL" clId="{D867A74B-CC78-4415-B9FB-DB72DD921C69}" dt="2025-08-08T06:16:58.295" v="177" actId="1076"/>
          <ac:graphicFrameMkLst>
            <pc:docMk/>
            <pc:sldMk cId="3059969206" sldId="944"/>
            <ac:graphicFrameMk id="10" creationId="{8218B084-3274-7C4C-1010-FD23C7573B6F}"/>
          </ac:graphicFrameMkLst>
        </pc:graphicFrameChg>
      </pc:sldChg>
    </pc:docChg>
  </pc:docChgLst>
  <pc:docChgLst>
    <pc:chgData name="野村康二" userId="S::kouji.nomura@system-exe.jp::acaa808a-f809-4ef9-8028-a2ce14b82415" providerId="AD" clId="Web-{1A405461-596D-B3AE-9C2E-5CF125B3B781}"/>
    <pc:docChg chg="modSld">
      <pc:chgData name="野村康二" userId="S::kouji.nomura@system-exe.jp::acaa808a-f809-4ef9-8028-a2ce14b82415" providerId="AD" clId="Web-{1A405461-596D-B3AE-9C2E-5CF125B3B781}" dt="2025-06-19T04:27:02.359" v="3" actId="20577"/>
      <pc:docMkLst>
        <pc:docMk/>
      </pc:docMkLst>
      <pc:sldChg chg="modSp">
        <pc:chgData name="野村康二" userId="S::kouji.nomura@system-exe.jp::acaa808a-f809-4ef9-8028-a2ce14b82415" providerId="AD" clId="Web-{1A405461-596D-B3AE-9C2E-5CF125B3B781}" dt="2025-06-19T04:27:02.359" v="3" actId="20577"/>
        <pc:sldMkLst>
          <pc:docMk/>
          <pc:sldMk cId="1851614100" sldId="930"/>
        </pc:sldMkLst>
      </pc:sldChg>
    </pc:docChg>
  </pc:docChgLst>
  <pc:docChgLst>
    <pc:chgData name="野村康二" userId="S::kouji.nomura@system-exe.jp::acaa808a-f809-4ef9-8028-a2ce14b82415" providerId="AD" clId="Web-{89A7381F-AD42-FB9B-D689-20E04CB6AA74}"/>
    <pc:docChg chg="modSld modMainMaster">
      <pc:chgData name="野村康二" userId="S::kouji.nomura@system-exe.jp::acaa808a-f809-4ef9-8028-a2ce14b82415" providerId="AD" clId="Web-{89A7381F-AD42-FB9B-D689-20E04CB6AA74}" dt="2025-06-16T09:03:16.367" v="44"/>
      <pc:docMkLst>
        <pc:docMk/>
      </pc:docMkLst>
      <pc:sldChg chg="addSp modSp">
        <pc:chgData name="野村康二" userId="S::kouji.nomura@system-exe.jp::acaa808a-f809-4ef9-8028-a2ce14b82415" providerId="AD" clId="Web-{89A7381F-AD42-FB9B-D689-20E04CB6AA74}" dt="2025-06-16T09:03:11.133" v="41"/>
        <pc:sldMkLst>
          <pc:docMk/>
          <pc:sldMk cId="3201888243" sldId="714"/>
        </pc:sldMkLst>
      </pc:sldChg>
      <pc:sldChg chg="modSp">
        <pc:chgData name="野村康二" userId="S::kouji.nomura@system-exe.jp::acaa808a-f809-4ef9-8028-a2ce14b82415" providerId="AD" clId="Web-{89A7381F-AD42-FB9B-D689-20E04CB6AA74}" dt="2025-06-16T09:03:11.133" v="41"/>
        <pc:sldMkLst>
          <pc:docMk/>
          <pc:sldMk cId="3325638293" sldId="749"/>
        </pc:sldMkLst>
      </pc:sldChg>
      <pc:sldChg chg="modSp">
        <pc:chgData name="野村康二" userId="S::kouji.nomura@system-exe.jp::acaa808a-f809-4ef9-8028-a2ce14b82415" providerId="AD" clId="Web-{89A7381F-AD42-FB9B-D689-20E04CB6AA74}" dt="2025-06-16T09:03:06.320" v="40"/>
        <pc:sldMkLst>
          <pc:docMk/>
          <pc:sldMk cId="3773316736" sldId="756"/>
        </pc:sldMkLst>
      </pc:sldChg>
      <pc:sldChg chg="modSp">
        <pc:chgData name="野村康二" userId="S::kouji.nomura@system-exe.jp::acaa808a-f809-4ef9-8028-a2ce14b82415" providerId="AD" clId="Web-{89A7381F-AD42-FB9B-D689-20E04CB6AA74}" dt="2025-06-16T09:03:11.133" v="41"/>
        <pc:sldMkLst>
          <pc:docMk/>
          <pc:sldMk cId="3660799615" sldId="757"/>
        </pc:sldMkLst>
      </pc:sldChg>
      <pc:sldChg chg="modSp">
        <pc:chgData name="野村康二" userId="S::kouji.nomura@system-exe.jp::acaa808a-f809-4ef9-8028-a2ce14b82415" providerId="AD" clId="Web-{89A7381F-AD42-FB9B-D689-20E04CB6AA74}" dt="2025-06-16T09:03:11.133" v="41"/>
        <pc:sldMkLst>
          <pc:docMk/>
          <pc:sldMk cId="1395438993" sldId="765"/>
        </pc:sldMkLst>
      </pc:sldChg>
      <pc:sldChg chg="modSp">
        <pc:chgData name="野村康二" userId="S::kouji.nomura@system-exe.jp::acaa808a-f809-4ef9-8028-a2ce14b82415" providerId="AD" clId="Web-{89A7381F-AD42-FB9B-D689-20E04CB6AA74}" dt="2025-06-16T09:03:11.133" v="41"/>
        <pc:sldMkLst>
          <pc:docMk/>
          <pc:sldMk cId="3560606343" sldId="766"/>
        </pc:sldMkLst>
      </pc:sldChg>
      <pc:sldChg chg="modSp">
        <pc:chgData name="野村康二" userId="S::kouji.nomura@system-exe.jp::acaa808a-f809-4ef9-8028-a2ce14b82415" providerId="AD" clId="Web-{89A7381F-AD42-FB9B-D689-20E04CB6AA74}" dt="2025-06-16T09:03:11.133" v="41"/>
        <pc:sldMkLst>
          <pc:docMk/>
          <pc:sldMk cId="2410374903" sldId="767"/>
        </pc:sldMkLst>
      </pc:sldChg>
      <pc:sldChg chg="modSp">
        <pc:chgData name="野村康二" userId="S::kouji.nomura@system-exe.jp::acaa808a-f809-4ef9-8028-a2ce14b82415" providerId="AD" clId="Web-{89A7381F-AD42-FB9B-D689-20E04CB6AA74}" dt="2025-06-16T09:03:11.133" v="41"/>
        <pc:sldMkLst>
          <pc:docMk/>
          <pc:sldMk cId="2453405637" sldId="923"/>
        </pc:sldMkLst>
      </pc:sldChg>
      <pc:sldChg chg="modSp">
        <pc:chgData name="野村康二" userId="S::kouji.nomura@system-exe.jp::acaa808a-f809-4ef9-8028-a2ce14b82415" providerId="AD" clId="Web-{89A7381F-AD42-FB9B-D689-20E04CB6AA74}" dt="2025-06-16T09:03:11.133" v="41"/>
        <pc:sldMkLst>
          <pc:docMk/>
          <pc:sldMk cId="1471803207" sldId="929"/>
        </pc:sldMkLst>
      </pc:sldChg>
      <pc:sldChg chg="modSp">
        <pc:chgData name="野村康二" userId="S::kouji.nomura@system-exe.jp::acaa808a-f809-4ef9-8028-a2ce14b82415" providerId="AD" clId="Web-{89A7381F-AD42-FB9B-D689-20E04CB6AA74}" dt="2025-06-16T09:03:11.133" v="41"/>
        <pc:sldMkLst>
          <pc:docMk/>
          <pc:sldMk cId="1851614100" sldId="930"/>
        </pc:sldMkLst>
      </pc:sldChg>
      <pc:sldChg chg="addSp modSp">
        <pc:chgData name="野村康二" userId="S::kouji.nomura@system-exe.jp::acaa808a-f809-4ef9-8028-a2ce14b82415" providerId="AD" clId="Web-{89A7381F-AD42-FB9B-D689-20E04CB6AA74}" dt="2025-06-16T09:03:11.133" v="41"/>
        <pc:sldMkLst>
          <pc:docMk/>
          <pc:sldMk cId="3261265475" sldId="932"/>
        </pc:sldMkLst>
      </pc:sldChg>
      <pc:sldChg chg="addSp modSp">
        <pc:chgData name="野村康二" userId="S::kouji.nomura@system-exe.jp::acaa808a-f809-4ef9-8028-a2ce14b82415" providerId="AD" clId="Web-{89A7381F-AD42-FB9B-D689-20E04CB6AA74}" dt="2025-06-16T09:03:11.133" v="41"/>
        <pc:sldMkLst>
          <pc:docMk/>
          <pc:sldMk cId="8076422" sldId="934"/>
        </pc:sldMkLst>
      </pc:sldChg>
      <pc:sldChg chg="addSp modSp">
        <pc:chgData name="野村康二" userId="S::kouji.nomura@system-exe.jp::acaa808a-f809-4ef9-8028-a2ce14b82415" providerId="AD" clId="Web-{89A7381F-AD42-FB9B-D689-20E04CB6AA74}" dt="2025-06-16T09:03:11.133" v="41"/>
        <pc:sldMkLst>
          <pc:docMk/>
          <pc:sldMk cId="525159286" sldId="935"/>
        </pc:sldMkLst>
      </pc:sldChg>
      <pc:sldChg chg="addSp modSp">
        <pc:chgData name="野村康二" userId="S::kouji.nomura@system-exe.jp::acaa808a-f809-4ef9-8028-a2ce14b82415" providerId="AD" clId="Web-{89A7381F-AD42-FB9B-D689-20E04CB6AA74}" dt="2025-06-16T09:03:11.133" v="41"/>
        <pc:sldMkLst>
          <pc:docMk/>
          <pc:sldMk cId="1589412292" sldId="936"/>
        </pc:sldMkLst>
      </pc:sldChg>
      <pc:sldChg chg="modSp mod modShow">
        <pc:chgData name="野村康二" userId="S::kouji.nomura@system-exe.jp::acaa808a-f809-4ef9-8028-a2ce14b82415" providerId="AD" clId="Web-{89A7381F-AD42-FB9B-D689-20E04CB6AA74}" dt="2025-06-16T09:03:11.133" v="41"/>
        <pc:sldMkLst>
          <pc:docMk/>
          <pc:sldMk cId="1440214791" sldId="937"/>
        </pc:sldMkLst>
      </pc:sldChg>
      <pc:sldMasterChg chg="modSp mod modSldLayout">
        <pc:chgData name="野村康二" userId="S::kouji.nomura@system-exe.jp::acaa808a-f809-4ef9-8028-a2ce14b82415" providerId="AD" clId="Web-{89A7381F-AD42-FB9B-D689-20E04CB6AA74}" dt="2025-06-16T09:03:16.367" v="44"/>
        <pc:sldMasterMkLst>
          <pc:docMk/>
          <pc:sldMasterMk cId="428617888" sldId="2147483770"/>
        </pc:sldMasterMkLst>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009772322" sldId="214748375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92455557" sldId="214748377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077788738" sldId="214748377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256518594" sldId="214748378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88321043" sldId="2147483797"/>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66285894" sldId="2147483798"/>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56154140" sldId="2147483799"/>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46036308" sldId="2147483800"/>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31486092" sldId="2147483801"/>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28327026" sldId="214748380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974318002" sldId="2147483803"/>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013026471" sldId="2147483804"/>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37540560" sldId="2147483805"/>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296515059" sldId="2147483806"/>
          </pc:sldLayoutMkLst>
        </pc:sldLayoutChg>
      </pc:sldMasterChg>
    </pc:docChg>
  </pc:docChgLst>
  <pc:docChgLst>
    <pc:chgData name="康二 野村" userId="acaa808a-f809-4ef9-8028-a2ce14b82415" providerId="ADAL" clId="{2788F80A-9C8F-4080-8DF0-58F209B3635D}"/>
    <pc:docChg chg="undo custSel addSld delSld modSld sldOrd modMainMaster">
      <pc:chgData name="康二 野村" userId="acaa808a-f809-4ef9-8028-a2ce14b82415" providerId="ADAL" clId="{2788F80A-9C8F-4080-8DF0-58F209B3635D}" dt="2025-06-16T09:53:42.054" v="575" actId="20577"/>
      <pc:docMkLst>
        <pc:docMk/>
      </pc:docMkLst>
      <pc:sldChg chg="addSp modSp">
        <pc:chgData name="康二 野村" userId="acaa808a-f809-4ef9-8028-a2ce14b82415" providerId="ADAL" clId="{2788F80A-9C8F-4080-8DF0-58F209B3635D}" dt="2025-06-16T09:53:42.054" v="575" actId="20577"/>
        <pc:sldMkLst>
          <pc:docMk/>
          <pc:sldMk cId="3201888243" sldId="714"/>
        </pc:sldMkLst>
      </pc:sldChg>
      <pc:sldChg chg="addSp modSp">
        <pc:chgData name="康二 野村" userId="acaa808a-f809-4ef9-8028-a2ce14b82415" providerId="ADAL" clId="{2788F80A-9C8F-4080-8DF0-58F209B3635D}" dt="2025-06-16T09:12:31.019" v="11"/>
        <pc:sldMkLst>
          <pc:docMk/>
          <pc:sldMk cId="3325638293" sldId="749"/>
        </pc:sldMkLst>
      </pc:sldChg>
      <pc:sldChg chg="addSp modSp del">
        <pc:chgData name="康二 野村" userId="acaa808a-f809-4ef9-8028-a2ce14b82415" providerId="ADAL" clId="{2788F80A-9C8F-4080-8DF0-58F209B3635D}" dt="2025-06-16T09:46:25.590" v="352" actId="2696"/>
        <pc:sldMkLst>
          <pc:docMk/>
          <pc:sldMk cId="3773316736" sldId="756"/>
        </pc:sldMkLst>
      </pc:sldChg>
      <pc:sldChg chg="addSp modSp">
        <pc:chgData name="康二 野村" userId="acaa808a-f809-4ef9-8028-a2ce14b82415" providerId="ADAL" clId="{2788F80A-9C8F-4080-8DF0-58F209B3635D}" dt="2025-06-16T09:47:22.262" v="359" actId="6549"/>
        <pc:sldMkLst>
          <pc:docMk/>
          <pc:sldMk cId="3660799615" sldId="757"/>
        </pc:sldMkLst>
      </pc:sldChg>
      <pc:sldChg chg="addSp modSp">
        <pc:chgData name="康二 野村" userId="acaa808a-f809-4ef9-8028-a2ce14b82415" providerId="ADAL" clId="{2788F80A-9C8F-4080-8DF0-58F209B3635D}" dt="2025-06-16T09:12:31.019" v="11"/>
        <pc:sldMkLst>
          <pc:docMk/>
          <pc:sldMk cId="1395438993" sldId="765"/>
        </pc:sldMkLst>
      </pc:sldChg>
      <pc:sldChg chg="addSp modSp">
        <pc:chgData name="康二 野村" userId="acaa808a-f809-4ef9-8028-a2ce14b82415" providerId="ADAL" clId="{2788F80A-9C8F-4080-8DF0-58F209B3635D}" dt="2025-06-16T09:12:31.019" v="11"/>
        <pc:sldMkLst>
          <pc:docMk/>
          <pc:sldMk cId="3560606343" sldId="766"/>
        </pc:sldMkLst>
      </pc:sldChg>
      <pc:sldChg chg="addSp modSp">
        <pc:chgData name="康二 野村" userId="acaa808a-f809-4ef9-8028-a2ce14b82415" providerId="ADAL" clId="{2788F80A-9C8F-4080-8DF0-58F209B3635D}" dt="2025-06-16T09:53:09.051" v="560" actId="20577"/>
        <pc:sldMkLst>
          <pc:docMk/>
          <pc:sldMk cId="2410374903" sldId="767"/>
        </pc:sldMkLst>
      </pc:sldChg>
      <pc:sldChg chg="addSp modSp">
        <pc:chgData name="康二 野村" userId="acaa808a-f809-4ef9-8028-a2ce14b82415" providerId="ADAL" clId="{2788F80A-9C8F-4080-8DF0-58F209B3635D}" dt="2025-06-16T09:52:56.651" v="555" actId="20577"/>
        <pc:sldMkLst>
          <pc:docMk/>
          <pc:sldMk cId="2453405637" sldId="923"/>
        </pc:sldMkLst>
      </pc:sldChg>
      <pc:sldChg chg="addSp modSp">
        <pc:chgData name="康二 野村" userId="acaa808a-f809-4ef9-8028-a2ce14b82415" providerId="ADAL" clId="{2788F80A-9C8F-4080-8DF0-58F209B3635D}" dt="2025-06-16T09:53:00.630" v="557" actId="20577"/>
        <pc:sldMkLst>
          <pc:docMk/>
          <pc:sldMk cId="1471803207" sldId="929"/>
        </pc:sldMkLst>
      </pc:sldChg>
      <pc:sldChg chg="addSp modSp">
        <pc:chgData name="康二 野村" userId="acaa808a-f809-4ef9-8028-a2ce14b82415" providerId="ADAL" clId="{2788F80A-9C8F-4080-8DF0-58F209B3635D}" dt="2025-06-16T09:12:31.019" v="11"/>
        <pc:sldMkLst>
          <pc:docMk/>
          <pc:sldMk cId="1851614100" sldId="930"/>
        </pc:sldMkLst>
      </pc:sldChg>
      <pc:sldChg chg="addSp modSp">
        <pc:chgData name="康二 野村" userId="acaa808a-f809-4ef9-8028-a2ce14b82415" providerId="ADAL" clId="{2788F80A-9C8F-4080-8DF0-58F209B3635D}" dt="2025-06-16T09:12:31.019" v="11"/>
        <pc:sldMkLst>
          <pc:docMk/>
          <pc:sldMk cId="3261265475" sldId="932"/>
        </pc:sldMkLst>
      </pc:sldChg>
      <pc:sldChg chg="addSp modSp">
        <pc:chgData name="康二 野村" userId="acaa808a-f809-4ef9-8028-a2ce14b82415" providerId="ADAL" clId="{2788F80A-9C8F-4080-8DF0-58F209B3635D}" dt="2025-06-16T09:12:31.019" v="11"/>
        <pc:sldMkLst>
          <pc:docMk/>
          <pc:sldMk cId="8076422" sldId="934"/>
        </pc:sldMkLst>
      </pc:sldChg>
      <pc:sldChg chg="addSp modSp">
        <pc:chgData name="康二 野村" userId="acaa808a-f809-4ef9-8028-a2ce14b82415" providerId="ADAL" clId="{2788F80A-9C8F-4080-8DF0-58F209B3635D}" dt="2025-06-16T09:12:31.019" v="11"/>
        <pc:sldMkLst>
          <pc:docMk/>
          <pc:sldMk cId="525159286" sldId="935"/>
        </pc:sldMkLst>
      </pc:sldChg>
      <pc:sldChg chg="addSp modSp">
        <pc:chgData name="康二 野村" userId="acaa808a-f809-4ef9-8028-a2ce14b82415" providerId="ADAL" clId="{2788F80A-9C8F-4080-8DF0-58F209B3635D}" dt="2025-06-16T09:12:31.019" v="11"/>
        <pc:sldMkLst>
          <pc:docMk/>
          <pc:sldMk cId="1589412292" sldId="936"/>
        </pc:sldMkLst>
      </pc:sldChg>
      <pc:sldChg chg="addSp modSp">
        <pc:chgData name="康二 野村" userId="acaa808a-f809-4ef9-8028-a2ce14b82415" providerId="ADAL" clId="{2788F80A-9C8F-4080-8DF0-58F209B3635D}" dt="2025-06-16T09:12:31.019" v="11"/>
        <pc:sldMkLst>
          <pc:docMk/>
          <pc:sldMk cId="1440214791" sldId="937"/>
        </pc:sldMkLst>
      </pc:sldChg>
      <pc:sldChg chg="modSp add del">
        <pc:chgData name="康二 野村" userId="acaa808a-f809-4ef9-8028-a2ce14b82415" providerId="ADAL" clId="{2788F80A-9C8F-4080-8DF0-58F209B3635D}" dt="2025-06-16T09:47:07.376" v="358" actId="2696"/>
        <pc:sldMkLst>
          <pc:docMk/>
          <pc:sldMk cId="792472682" sldId="938"/>
        </pc:sldMkLst>
      </pc:sldChg>
      <pc:sldChg chg="add">
        <pc:chgData name="康二 野村" userId="acaa808a-f809-4ef9-8028-a2ce14b82415" providerId="ADAL" clId="{2788F80A-9C8F-4080-8DF0-58F209B3635D}" dt="2025-06-16T09:46:36.893" v="353"/>
        <pc:sldMkLst>
          <pc:docMk/>
          <pc:sldMk cId="495271551" sldId="939"/>
        </pc:sldMkLst>
      </pc:sldChg>
      <pc:sldChg chg="delSp add del">
        <pc:chgData name="康二 野村" userId="acaa808a-f809-4ef9-8028-a2ce14b82415" providerId="ADAL" clId="{2788F80A-9C8F-4080-8DF0-58F209B3635D}" dt="2025-06-16T09:49:13.677" v="366" actId="2696"/>
        <pc:sldMkLst>
          <pc:docMk/>
          <pc:sldMk cId="1134005045" sldId="942"/>
        </pc:sldMkLst>
      </pc:sldChg>
      <pc:sldChg chg="addSp delSp modSp add ord">
        <pc:chgData name="康二 野村" userId="acaa808a-f809-4ef9-8028-a2ce14b82415" providerId="ADAL" clId="{2788F80A-9C8F-4080-8DF0-58F209B3635D}" dt="2025-06-16T09:52:50.372" v="553" actId="20577"/>
        <pc:sldMkLst>
          <pc:docMk/>
          <pc:sldMk cId="4036987457" sldId="943"/>
        </pc:sldMkLst>
      </pc:sldChg>
      <pc:sldMasterChg chg="delSp modSldLayout">
        <pc:chgData name="康二 野村" userId="acaa808a-f809-4ef9-8028-a2ce14b82415" providerId="ADAL" clId="{2788F80A-9C8F-4080-8DF0-58F209B3635D}" dt="2025-06-16T09:11:32.918" v="10"/>
        <pc:sldMasterMkLst>
          <pc:docMk/>
          <pc:sldMasterMk cId="428617888" sldId="2147483770"/>
        </pc:sldMasterMkLst>
        <pc:sldLayoutChg chg="addSp delSp modSp">
          <pc:chgData name="康二 野村" userId="acaa808a-f809-4ef9-8028-a2ce14b82415" providerId="ADAL" clId="{2788F80A-9C8F-4080-8DF0-58F209B3635D}" dt="2025-06-16T09:10:55.038" v="2"/>
          <pc:sldLayoutMkLst>
            <pc:docMk/>
            <pc:sldMasterMk cId="428617888" sldId="2147483770"/>
            <pc:sldLayoutMk cId="2492455557" sldId="2147483772"/>
          </pc:sldLayoutMkLst>
        </pc:sldLayoutChg>
        <pc:sldLayoutChg chg="addSp delSp modSp">
          <pc:chgData name="康二 野村" userId="acaa808a-f809-4ef9-8028-a2ce14b82415" providerId="ADAL" clId="{2788F80A-9C8F-4080-8DF0-58F209B3635D}" dt="2025-06-16T09:11:14.831" v="4"/>
          <pc:sldLayoutMkLst>
            <pc:docMk/>
            <pc:sldMasterMk cId="428617888" sldId="2147483770"/>
            <pc:sldLayoutMk cId="2077788738" sldId="2147483776"/>
          </pc:sldLayoutMkLst>
        </pc:sldLayoutChg>
        <pc:sldLayoutChg chg="addSp delSp modSp">
          <pc:chgData name="康二 野村" userId="acaa808a-f809-4ef9-8028-a2ce14b82415" providerId="ADAL" clId="{2788F80A-9C8F-4080-8DF0-58F209B3635D}" dt="2025-06-16T09:11:22.548" v="6"/>
          <pc:sldLayoutMkLst>
            <pc:docMk/>
            <pc:sldMasterMk cId="428617888" sldId="2147483770"/>
            <pc:sldLayoutMk cId="3288321043" sldId="2147483797"/>
          </pc:sldLayoutMkLst>
        </pc:sldLayoutChg>
        <pc:sldLayoutChg chg="addSp delSp modSp">
          <pc:chgData name="康二 野村" userId="acaa808a-f809-4ef9-8028-a2ce14b82415" providerId="ADAL" clId="{2788F80A-9C8F-4080-8DF0-58F209B3635D}" dt="2025-06-16T09:11:26.024" v="8"/>
          <pc:sldLayoutMkLst>
            <pc:docMk/>
            <pc:sldMasterMk cId="428617888" sldId="2147483770"/>
            <pc:sldLayoutMk cId="4066285894" sldId="2147483798"/>
          </pc:sldLayoutMkLst>
        </pc:sldLayoutChg>
        <pc:sldLayoutChg chg="addSp delSp modSp">
          <pc:chgData name="康二 野村" userId="acaa808a-f809-4ef9-8028-a2ce14b82415" providerId="ADAL" clId="{2788F80A-9C8F-4080-8DF0-58F209B3635D}" dt="2025-06-16T09:11:32.918" v="10"/>
          <pc:sldLayoutMkLst>
            <pc:docMk/>
            <pc:sldMasterMk cId="428617888" sldId="2147483770"/>
            <pc:sldLayoutMk cId="1296515059" sldId="214748380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2025/9/12</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2025/9/12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986ED-9216-AA4B-018B-A39F448107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294FC5-44B0-59C1-DF6F-49DAC16988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7269D2-0F24-72A5-75B4-1DE5C2B4ACA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6E7D4C2-8164-A637-47B2-A7CFDE773C3E}"/>
              </a:ext>
            </a:extLst>
          </p:cNvPr>
          <p:cNvSpPr>
            <a:spLocks noGrp="1"/>
          </p:cNvSpPr>
          <p:nvPr>
            <p:ph type="sldNum" sz="quarter" idx="5"/>
          </p:nvPr>
        </p:nvSpPr>
        <p:spPr/>
        <p:txBody>
          <a:bodyPr/>
          <a:lstStyle/>
          <a:p>
            <a:fld id="{BC57080C-E8FE-C146-B769-6100616B65A7}" type="slidenum">
              <a:rPr kumimoji="1" lang="ja-JP" altLang="en-US" smtClean="0"/>
              <a:t>11</a:t>
            </a:fld>
            <a:endParaRPr kumimoji="1" lang="ja-JP" altLang="en-US"/>
          </a:p>
        </p:txBody>
      </p:sp>
    </p:spTree>
    <p:extLst>
      <p:ext uri="{BB962C8B-B14F-4D97-AF65-F5344CB8AC3E}">
        <p14:creationId xmlns:p14="http://schemas.microsoft.com/office/powerpoint/2010/main" val="2865045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14</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2024/11/27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DDA67EA7-4BCD-4C0C-8448-F19CAB106370}"/>
              </a:ext>
            </a:extLst>
          </p:cNvPr>
          <p:cNvSpPr>
            <a:spLocks noGrp="1"/>
          </p:cNvSpPr>
          <p:nvPr>
            <p:ph type="ftr" sz="quarter" idx="14"/>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6EDC3200-90DF-4FAF-9DF6-C96E3DB12228}"/>
              </a:ext>
            </a:extLst>
          </p:cNvPr>
          <p:cNvSpPr>
            <a:spLocks noGrp="1"/>
          </p:cNvSpPr>
          <p:nvPr>
            <p:ph type="sldNum" sz="quarter" idx="15"/>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7" name="フッター プレースホルダー 6">
            <a:extLst>
              <a:ext uri="{FF2B5EF4-FFF2-40B4-BE49-F238E27FC236}">
                <a16:creationId xmlns:a16="http://schemas.microsoft.com/office/drawing/2014/main" id="{331AF37A-54CF-452F-BA97-AC316FA062DE}"/>
              </a:ext>
            </a:extLst>
          </p:cNvPr>
          <p:cNvSpPr>
            <a:spLocks noGrp="1"/>
          </p:cNvSpPr>
          <p:nvPr>
            <p:ph type="ftr" sz="quarter" idx="10"/>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5BE7DD17-AADE-4C84-BF50-F59943E57AF8}"/>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3" name="フッター プレースホルダー 2">
            <a:extLst>
              <a:ext uri="{FF2B5EF4-FFF2-40B4-BE49-F238E27FC236}">
                <a16:creationId xmlns:a16="http://schemas.microsoft.com/office/drawing/2014/main" id="{2E76925C-D4AE-4099-B9B2-38D1E0398CB2}"/>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D23860A5-C4A4-44F1-98F6-71168D128A70}"/>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3" name="フッター プレースホルダー 2">
            <a:extLst>
              <a:ext uri="{FF2B5EF4-FFF2-40B4-BE49-F238E27FC236}">
                <a16:creationId xmlns:a16="http://schemas.microsoft.com/office/drawing/2014/main" id="{E3E4985B-41C3-4B81-B162-0843B3F4E797}"/>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6DC42A23-ABF4-4B0B-B677-7D0A5261D1F6}"/>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idemitsu.ent.box.com/folder/303904078837"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573795"/>
            <a:ext cx="8640000" cy="768000"/>
          </a:xfrm>
        </p:spPr>
        <p:txBody>
          <a:bodyPr>
            <a:noAutofit/>
          </a:bodyPr>
          <a:lstStyle/>
          <a:p>
            <a:r>
              <a:rPr kumimoji="1" lang="ja-JP" altLang="en-US" sz="4400" dirty="0"/>
              <a:t>概算お見積もり</a:t>
            </a:r>
            <a:r>
              <a:rPr kumimoji="1" lang="en-US" altLang="ja-JP" sz="2800" dirty="0"/>
              <a:t>(</a:t>
            </a:r>
            <a:r>
              <a:rPr kumimoji="1" lang="ja-JP" altLang="en-US" sz="2800" dirty="0"/>
              <a:t>第</a:t>
            </a:r>
            <a:r>
              <a:rPr kumimoji="1" lang="en-US" altLang="ja-JP" sz="2800"/>
              <a:t>1.3</a:t>
            </a:r>
            <a:r>
              <a:rPr kumimoji="1" lang="ja-JP" altLang="en-US" sz="2800"/>
              <a:t>版</a:t>
            </a:r>
            <a:r>
              <a:rPr kumimoji="1" lang="ja-JP" altLang="en-US" sz="2800" dirty="0"/>
              <a:t>）</a:t>
            </a:r>
            <a:endParaRPr kumimoji="1" lang="ja-JP" altLang="en-US" sz="4400" dirty="0"/>
          </a:p>
        </p:txBody>
      </p:sp>
      <p:sp>
        <p:nvSpPr>
          <p:cNvPr id="4" name="サブタイトル 3"/>
          <p:cNvSpPr>
            <a:spLocks noGrp="1"/>
          </p:cNvSpPr>
          <p:nvPr>
            <p:ph type="subTitle" idx="1"/>
          </p:nvPr>
        </p:nvSpPr>
        <p:spPr>
          <a:xfrm>
            <a:off x="575999" y="2303365"/>
            <a:ext cx="9634800" cy="1392635"/>
          </a:xfrm>
        </p:spPr>
        <p:txBody>
          <a:bodyPr>
            <a:normAutofit fontScale="92500"/>
          </a:bodyPr>
          <a:lstStyle/>
          <a:p>
            <a:r>
              <a:rPr lang="en-US" altLang="ja-JP" sz="4000" dirty="0"/>
              <a:t>D&amp;B Direct+</a:t>
            </a:r>
          </a:p>
          <a:p>
            <a:r>
              <a:rPr lang="ja-JP" altLang="en-US" sz="4000" dirty="0"/>
              <a:t>次期アーキ基盤へのシステム資産移行対応</a:t>
            </a:r>
            <a:endParaRPr kumimoji="1" lang="ja-JP" altLang="en-US" sz="40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dirty="0"/>
              <a:t>システムソリューション本部</a:t>
            </a:r>
            <a:endParaRPr kumimoji="1" lang="en-US" altLang="ja-JP" dirty="0"/>
          </a:p>
          <a:p>
            <a:pPr algn="r"/>
            <a:r>
              <a:rPr lang="ja-JP" altLang="en-US" dirty="0"/>
              <a:t>営業部</a:t>
            </a:r>
            <a:endParaRPr kumimoji="1" lang="ja-JP" altLang="en-US" dirty="0"/>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2025/9/16</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en-US" altLang="ja-JP" dirty="0">
                <a:solidFill>
                  <a:srgbClr val="000000"/>
                </a:solidFill>
              </a:rPr>
              <a:t>D&amp;B</a:t>
            </a:r>
            <a:r>
              <a:rPr lang="ja-JP" altLang="en-US" dirty="0">
                <a:solidFill>
                  <a:srgbClr val="000000"/>
                </a:solidFill>
              </a:rPr>
              <a:t> </a:t>
            </a:r>
            <a:r>
              <a:rPr lang="en-US" altLang="ja-JP" dirty="0">
                <a:solidFill>
                  <a:srgbClr val="000000"/>
                </a:solidFill>
              </a:rPr>
              <a:t>Direct+</a:t>
            </a:r>
            <a:r>
              <a:rPr lang="ja-JP" altLang="en-US" dirty="0">
                <a:solidFill>
                  <a:srgbClr val="000000"/>
                </a:solidFill>
              </a:rPr>
              <a:t>」は、館林データセンター内の共通基盤上に構築されており、</a:t>
            </a:r>
            <a:r>
              <a:rPr lang="en-US" altLang="ja-JP" dirty="0">
                <a:solidFill>
                  <a:srgbClr val="000000"/>
                </a:solidFill>
              </a:rPr>
              <a:t>2026</a:t>
            </a:r>
            <a:r>
              <a:rPr lang="ja-JP" altLang="en-US" dirty="0">
                <a:solidFill>
                  <a:srgbClr val="000000"/>
                </a:solidFill>
              </a:rPr>
              <a:t>年</a:t>
            </a:r>
            <a:r>
              <a:rPr lang="en-US" altLang="ja-JP" dirty="0">
                <a:solidFill>
                  <a:srgbClr val="000000"/>
                </a:solidFill>
              </a:rPr>
              <a:t>3</a:t>
            </a:r>
            <a:r>
              <a:rPr lang="ja-JP" altLang="en-US" dirty="0">
                <a:solidFill>
                  <a:srgbClr val="000000"/>
                </a:solidFill>
              </a:rPr>
              <a:t>月までに次期アーキ基盤への移行が必要となっている。</a:t>
            </a:r>
            <a:br>
              <a:rPr lang="ja-JP" altLang="en-US" dirty="0">
                <a:solidFill>
                  <a:srgbClr val="000000"/>
                </a:solidFill>
              </a:rPr>
            </a:br>
            <a:r>
              <a:rPr lang="ja-JP" altLang="en-US" dirty="0">
                <a:solidFill>
                  <a:srgbClr val="000000"/>
                </a:solidFill>
              </a:rPr>
              <a:t>そのため、</a:t>
            </a:r>
            <a:r>
              <a:rPr lang="en-US" altLang="ja-JP" dirty="0">
                <a:solidFill>
                  <a:srgbClr val="000000"/>
                </a:solidFill>
              </a:rPr>
              <a:t>D&amp;B</a:t>
            </a:r>
            <a:r>
              <a:rPr lang="ja-JP" altLang="en-US" dirty="0">
                <a:solidFill>
                  <a:srgbClr val="000000"/>
                </a:solidFill>
              </a:rPr>
              <a:t> </a:t>
            </a:r>
            <a:r>
              <a:rPr lang="en-US" altLang="ja-JP" dirty="0">
                <a:solidFill>
                  <a:srgbClr val="000000"/>
                </a:solidFill>
              </a:rPr>
              <a:t>Direct+</a:t>
            </a:r>
            <a:r>
              <a:rPr lang="ja-JP" altLang="en-US" dirty="0">
                <a:solidFill>
                  <a:srgbClr val="000000"/>
                </a:solidFill>
              </a:rPr>
              <a:t>を次期アーキ基盤へ移行し、今後も継続してシステムの利用が行えるように　</a:t>
            </a:r>
            <a:br>
              <a:rPr lang="ja-JP" altLang="en-US" dirty="0">
                <a:solidFill>
                  <a:srgbClr val="000000"/>
                </a:solidFill>
              </a:rPr>
            </a:br>
            <a:r>
              <a:rPr lang="ja-JP" altLang="en-US" dirty="0">
                <a:solidFill>
                  <a:srgbClr val="000000"/>
                </a:solidFill>
              </a:rPr>
              <a:t>する。</a:t>
            </a:r>
            <a:endParaRPr lang="en-US" altLang="ja-JP" dirty="0">
              <a:solidFill>
                <a:srgbClr val="000000"/>
              </a:solidFill>
            </a:endParaRPr>
          </a:p>
          <a:p>
            <a:endParaRPr lang="en-US" altLang="ja-JP" dirty="0">
              <a:solidFill>
                <a:srgbClr val="000000"/>
              </a:solidFill>
            </a:endParaRPr>
          </a:p>
          <a:p>
            <a:r>
              <a:rPr lang="ja-JP" altLang="en-US" dirty="0"/>
              <a:t>なお、下記資料の方針に従って検討を実施。</a:t>
            </a:r>
            <a:endParaRPr lang="en-US" altLang="ja-JP" dirty="0"/>
          </a:p>
          <a:p>
            <a:r>
              <a:rPr lang="en-US" altLang="ja-JP" dirty="0">
                <a:hlinkClick r:id="rId2">
                  <a:extLst>
                    <a:ext uri="{A12FA001-AC4F-418D-AE19-62706E023703}">
                      <ahyp:hlinkClr xmlns:ahyp="http://schemas.microsoft.com/office/drawing/2018/hyperlinkcolor" val="tx"/>
                    </a:ext>
                  </a:extLst>
                </a:hlinkClick>
              </a:rPr>
              <a:t>https://idemitsu.ent.box.com/folder/303904078837</a:t>
            </a:r>
            <a:endParaRPr lang="en-US" altLang="ja-JP" dirty="0"/>
          </a:p>
          <a:p>
            <a:r>
              <a:rPr lang="ja-JP" altLang="en-US" dirty="0"/>
              <a:t>・共通基盤から次期アーキに移行する場合の変化点</a:t>
            </a:r>
            <a:r>
              <a:rPr lang="en-US" altLang="ja-JP" dirty="0"/>
              <a:t>_202507</a:t>
            </a:r>
            <a:r>
              <a:rPr lang="ja-JP" altLang="en-US" dirty="0"/>
              <a:t>改</a:t>
            </a:r>
            <a:r>
              <a:rPr lang="en-US" altLang="ja-JP" dirty="0"/>
              <a:t>.pptx</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1B061-58D8-0A49-3032-DE981FA682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ECCF59-FE56-ED31-4812-4BAF544DF97C}"/>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２</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お見積り方針</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C4CAC190-692E-12A6-AEB1-D7295EDDDB45}"/>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267A4D97-9567-D34A-0671-38F99B200DE4}"/>
              </a:ext>
            </a:extLst>
          </p:cNvPr>
          <p:cNvSpPr txBox="1">
            <a:spLocks/>
          </p:cNvSpPr>
          <p:nvPr/>
        </p:nvSpPr>
        <p:spPr>
          <a:xfrm>
            <a:off x="606000" y="936000"/>
            <a:ext cx="10980000" cy="537243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solidFill>
                  <a:srgbClr val="000000"/>
                </a:solidFill>
              </a:rPr>
              <a:t>■アプリ</a:t>
            </a:r>
          </a:p>
          <a:p>
            <a:r>
              <a:rPr lang="ja-JP" altLang="en-US" sz="1600" dirty="0">
                <a:solidFill>
                  <a:srgbClr val="000000"/>
                </a:solidFill>
              </a:rPr>
              <a:t>　</a:t>
            </a:r>
            <a:r>
              <a:rPr lang="en-US" altLang="ja-JP" sz="1600" dirty="0">
                <a:solidFill>
                  <a:srgbClr val="000000"/>
                </a:solidFill>
              </a:rPr>
              <a:t>WebLogic</a:t>
            </a:r>
            <a:r>
              <a:rPr lang="ja-JP" altLang="en-US" sz="1600" dirty="0">
                <a:solidFill>
                  <a:srgbClr val="000000"/>
                </a:solidFill>
              </a:rPr>
              <a:t>から</a:t>
            </a:r>
            <a:r>
              <a:rPr lang="en-US" altLang="ja-JP" sz="1600" dirty="0">
                <a:solidFill>
                  <a:srgbClr val="000000"/>
                </a:solidFill>
              </a:rPr>
              <a:t>Azure App Service</a:t>
            </a:r>
            <a:r>
              <a:rPr lang="ja-JP" altLang="en-US" sz="1600" dirty="0">
                <a:solidFill>
                  <a:srgbClr val="000000"/>
                </a:solidFill>
              </a:rPr>
              <a:t>へ移行し、問題となる箇所を中心に修正を行います。</a:t>
            </a:r>
          </a:p>
          <a:p>
            <a:r>
              <a:rPr lang="ja-JP" altLang="en-US" sz="1600" dirty="0">
                <a:solidFill>
                  <a:srgbClr val="000000"/>
                </a:solidFill>
              </a:rPr>
              <a:t>　テストについては、全画面の動作確認を実施し、既存機能が問題なく動作することを確認します。</a:t>
            </a:r>
          </a:p>
          <a:p>
            <a:r>
              <a:rPr lang="ja-JP" altLang="en-US" b="1" dirty="0">
                <a:solidFill>
                  <a:srgbClr val="000000"/>
                </a:solidFill>
              </a:rPr>
              <a:t>■データベース</a:t>
            </a:r>
          </a:p>
          <a:p>
            <a:r>
              <a:rPr lang="ja-JP" altLang="en-US" dirty="0">
                <a:solidFill>
                  <a:srgbClr val="000000"/>
                </a:solidFill>
              </a:rPr>
              <a:t>　</a:t>
            </a:r>
            <a:r>
              <a:rPr lang="en-US" altLang="ja-JP" sz="1600" dirty="0">
                <a:solidFill>
                  <a:srgbClr val="000000"/>
                </a:solidFill>
              </a:rPr>
              <a:t>Oracle</a:t>
            </a:r>
            <a:r>
              <a:rPr lang="ja-JP" altLang="en-US" sz="1600" dirty="0">
                <a:solidFill>
                  <a:srgbClr val="000000"/>
                </a:solidFill>
              </a:rPr>
              <a:t>と</a:t>
            </a:r>
            <a:r>
              <a:rPr lang="en-US" altLang="ja-JP" sz="1600" dirty="0">
                <a:solidFill>
                  <a:srgbClr val="000000"/>
                </a:solidFill>
              </a:rPr>
              <a:t>MySQL</a:t>
            </a:r>
            <a:r>
              <a:rPr lang="ja-JP" altLang="en-US" sz="1600" dirty="0">
                <a:solidFill>
                  <a:srgbClr val="000000"/>
                </a:solidFill>
              </a:rPr>
              <a:t>で見積りを実施しました。</a:t>
            </a:r>
          </a:p>
          <a:p>
            <a:r>
              <a:rPr lang="ja-JP" altLang="en-US" sz="1600" dirty="0">
                <a:solidFill>
                  <a:srgbClr val="000000"/>
                </a:solidFill>
              </a:rPr>
              <a:t>　システムエグゼとしては、スケジュールや影響範囲を考慮し、</a:t>
            </a:r>
            <a:r>
              <a:rPr lang="en-US" altLang="ja-JP" sz="1600" dirty="0">
                <a:solidFill>
                  <a:srgbClr val="000000"/>
                </a:solidFill>
              </a:rPr>
              <a:t>Oracle</a:t>
            </a:r>
            <a:r>
              <a:rPr lang="ja-JP" altLang="en-US" sz="1600" dirty="0">
                <a:solidFill>
                  <a:srgbClr val="000000"/>
                </a:solidFill>
              </a:rPr>
              <a:t>への移行を推奨します。</a:t>
            </a:r>
          </a:p>
          <a:p>
            <a:r>
              <a:rPr lang="ja-JP" altLang="en-US" sz="1600" dirty="0">
                <a:solidFill>
                  <a:srgbClr val="000000"/>
                </a:solidFill>
              </a:rPr>
              <a:t>　ただし、債権管理統合システムの構築時に海外企業情報の修正も行うため、</a:t>
            </a:r>
            <a:br>
              <a:rPr lang="en-US" altLang="ja-JP" sz="1600" dirty="0">
                <a:solidFill>
                  <a:srgbClr val="000000"/>
                </a:solidFill>
              </a:rPr>
            </a:br>
            <a:r>
              <a:rPr lang="ja-JP" altLang="en-US" sz="1600" dirty="0">
                <a:solidFill>
                  <a:srgbClr val="000000"/>
                </a:solidFill>
              </a:rPr>
              <a:t>　その際に</a:t>
            </a:r>
            <a:r>
              <a:rPr lang="en-US" altLang="ja-JP" sz="1600" dirty="0">
                <a:solidFill>
                  <a:srgbClr val="000000"/>
                </a:solidFill>
              </a:rPr>
              <a:t>MySQL</a:t>
            </a:r>
            <a:r>
              <a:rPr lang="ja-JP" altLang="en-US" sz="1600" dirty="0">
                <a:solidFill>
                  <a:srgbClr val="000000"/>
                </a:solidFill>
              </a:rPr>
              <a:t>へ統一することで、より効率的な開発が可能と考えています。</a:t>
            </a:r>
          </a:p>
          <a:p>
            <a:r>
              <a:rPr lang="ja-JP" altLang="en-US" sz="1600" dirty="0">
                <a:solidFill>
                  <a:srgbClr val="000000"/>
                </a:solidFill>
              </a:rPr>
              <a:t>　</a:t>
            </a:r>
            <a:r>
              <a:rPr lang="en-US" altLang="ja-JP" sz="1600" dirty="0">
                <a:solidFill>
                  <a:srgbClr val="000000"/>
                </a:solidFill>
              </a:rPr>
              <a:t>《Oracle》</a:t>
            </a:r>
          </a:p>
          <a:p>
            <a:r>
              <a:rPr lang="ja-JP" altLang="en-US" sz="1600" dirty="0">
                <a:solidFill>
                  <a:srgbClr val="000000"/>
                </a:solidFill>
              </a:rPr>
              <a:t>　　・バージョン変更がないため、アプリケーションへの影響は想定されません。</a:t>
            </a:r>
          </a:p>
          <a:p>
            <a:r>
              <a:rPr lang="ja-JP" altLang="en-US" sz="1600" dirty="0">
                <a:solidFill>
                  <a:srgbClr val="000000"/>
                </a:solidFill>
              </a:rPr>
              <a:t>　　・移行作業はほぼ発生しない見込みです。</a:t>
            </a:r>
            <a:r>
              <a:rPr lang="en-US" altLang="ja-JP" sz="1600" dirty="0">
                <a:solidFill>
                  <a:srgbClr val="000000"/>
                </a:solidFill>
              </a:rPr>
              <a:t>※</a:t>
            </a:r>
            <a:r>
              <a:rPr lang="ja-JP" altLang="en-US" sz="1600" dirty="0">
                <a:solidFill>
                  <a:srgbClr val="000000"/>
                </a:solidFill>
              </a:rPr>
              <a:t>データ移行作業は</a:t>
            </a:r>
            <a:r>
              <a:rPr lang="en-US" altLang="ja-JP" sz="1600" dirty="0">
                <a:solidFill>
                  <a:srgbClr val="000000"/>
                </a:solidFill>
              </a:rPr>
              <a:t>DP</a:t>
            </a:r>
            <a:r>
              <a:rPr lang="ja-JP" altLang="en-US" sz="1600" dirty="0">
                <a:solidFill>
                  <a:srgbClr val="000000"/>
                </a:solidFill>
              </a:rPr>
              <a:t>に依頼予定</a:t>
            </a:r>
          </a:p>
          <a:p>
            <a:r>
              <a:rPr lang="ja-JP" altLang="en-US" sz="1600" dirty="0">
                <a:solidFill>
                  <a:srgbClr val="000000"/>
                </a:solidFill>
              </a:rPr>
              <a:t>　</a:t>
            </a:r>
            <a:r>
              <a:rPr lang="en-US" altLang="ja-JP" sz="1600" dirty="0">
                <a:solidFill>
                  <a:srgbClr val="000000"/>
                </a:solidFill>
              </a:rPr>
              <a:t>《MySQL》</a:t>
            </a:r>
          </a:p>
          <a:p>
            <a:r>
              <a:rPr lang="ja-JP" altLang="en-US" sz="1600" dirty="0">
                <a:solidFill>
                  <a:srgbClr val="000000"/>
                </a:solidFill>
              </a:rPr>
              <a:t>　　・データベース方言の差異により、アプリケーションの修正が必要です。</a:t>
            </a:r>
          </a:p>
          <a:p>
            <a:r>
              <a:rPr lang="ja-JP" altLang="en-US" sz="1600" dirty="0">
                <a:solidFill>
                  <a:srgbClr val="000000"/>
                </a:solidFill>
              </a:rPr>
              <a:t>　　・データ移行作業も弊社で実施する想定です。</a:t>
            </a:r>
          </a:p>
          <a:p>
            <a:r>
              <a:rPr lang="ja-JP" altLang="en-US" b="1" dirty="0">
                <a:solidFill>
                  <a:srgbClr val="000000"/>
                </a:solidFill>
              </a:rPr>
              <a:t>■ジョブ管理</a:t>
            </a:r>
          </a:p>
          <a:p>
            <a:r>
              <a:rPr lang="ja-JP" altLang="en-US" sz="1600" dirty="0">
                <a:solidFill>
                  <a:srgbClr val="000000"/>
                </a:solidFill>
              </a:rPr>
              <a:t>　</a:t>
            </a:r>
            <a:r>
              <a:rPr lang="en-US" altLang="ja-JP" sz="1600" dirty="0" err="1">
                <a:solidFill>
                  <a:srgbClr val="000000"/>
                </a:solidFill>
              </a:rPr>
              <a:t>Systemwalker</a:t>
            </a:r>
            <a:r>
              <a:rPr lang="en-US" altLang="ja-JP" sz="1600" dirty="0">
                <a:solidFill>
                  <a:srgbClr val="000000"/>
                </a:solidFill>
              </a:rPr>
              <a:t> Operation Manager</a:t>
            </a:r>
            <a:r>
              <a:rPr lang="ja-JP" altLang="en-US" sz="1600" dirty="0">
                <a:solidFill>
                  <a:srgbClr val="000000"/>
                </a:solidFill>
              </a:rPr>
              <a:t>から</a:t>
            </a:r>
            <a:r>
              <a:rPr lang="en-US" altLang="ja-JP" sz="1600" dirty="0">
                <a:solidFill>
                  <a:srgbClr val="000000"/>
                </a:solidFill>
              </a:rPr>
              <a:t>A-Auto</a:t>
            </a:r>
            <a:r>
              <a:rPr lang="ja-JP" altLang="en-US" sz="1600" dirty="0">
                <a:solidFill>
                  <a:srgbClr val="000000"/>
                </a:solidFill>
              </a:rPr>
              <a:t>へジョブを移行します。</a:t>
            </a:r>
          </a:p>
          <a:p>
            <a:r>
              <a:rPr lang="ja-JP" altLang="en-US" sz="1600" dirty="0">
                <a:solidFill>
                  <a:srgbClr val="000000"/>
                </a:solidFill>
              </a:rPr>
              <a:t>　テストについては、全ジョブの動作確認を実施し、既存機能が問題なく動作することを確認します。</a:t>
            </a:r>
            <a:endParaRPr lang="en-US" altLang="ja-JP" sz="1600" dirty="0">
              <a:solidFill>
                <a:srgbClr val="000000"/>
              </a:solidFill>
            </a:endParaRPr>
          </a:p>
        </p:txBody>
      </p:sp>
      <p:sp>
        <p:nvSpPr>
          <p:cNvPr id="4" name="スライド番号プレースホルダー 3">
            <a:extLst>
              <a:ext uri="{FF2B5EF4-FFF2-40B4-BE49-F238E27FC236}">
                <a16:creationId xmlns:a16="http://schemas.microsoft.com/office/drawing/2014/main" id="{6D435EEB-54BC-1D61-DD37-F5C7C3B38F7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60385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お見積り範囲</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5999"/>
            <a:ext cx="10980000" cy="5328613"/>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ja-JP" altLang="en-US" b="1" dirty="0">
                <a:solidFill>
                  <a:srgbClr val="000000"/>
                </a:solidFill>
              </a:rPr>
              <a:t>次期アーキ基盤への移行</a:t>
            </a:r>
            <a:endParaRPr lang="en-US" altLang="ja-JP" b="1" dirty="0">
              <a:solidFill>
                <a:srgbClr val="000000"/>
              </a:solidFill>
              <a:latin typeface="游ゴシック" panose="020B0400000000000000" pitchFamily="50" charset="-128"/>
              <a:ea typeface="游ゴシック" panose="020B0400000000000000" pitchFamily="50" charset="-128"/>
            </a:endParaRPr>
          </a:p>
          <a:p>
            <a:r>
              <a:rPr lang="ja-JP" altLang="en-US" dirty="0">
                <a:solidFill>
                  <a:srgbClr val="000000"/>
                </a:solidFill>
                <a:latin typeface="游ゴシック" panose="020B0400000000000000" pitchFamily="50" charset="-128"/>
                <a:ea typeface="游ゴシック" panose="020B0400000000000000" pitchFamily="50" charset="-128"/>
              </a:rPr>
              <a:t>　</a:t>
            </a:r>
            <a:r>
              <a:rPr lang="ja-JP" altLang="en-US" dirty="0">
                <a:solidFill>
                  <a:srgbClr val="000000"/>
                </a:solidFill>
              </a:rPr>
              <a:t>次期アーキ基盤への</a:t>
            </a:r>
            <a:r>
              <a:rPr lang="en-US" altLang="ja-JP" dirty="0">
                <a:solidFill>
                  <a:srgbClr val="000000"/>
                </a:solidFill>
              </a:rPr>
              <a:t>D&amp;B Direct+</a:t>
            </a:r>
            <a:r>
              <a:rPr lang="ja-JP" altLang="en-US" dirty="0">
                <a:solidFill>
                  <a:srgbClr val="000000"/>
                </a:solidFill>
              </a:rPr>
              <a:t>移行及びアプリケーション構築、動作検証の実施</a:t>
            </a:r>
            <a:endParaRPr lang="en-US" altLang="ja-JP" dirty="0">
              <a:solidFill>
                <a:srgbClr val="000000"/>
              </a:solidFill>
            </a:endParaRPr>
          </a:p>
          <a:p>
            <a:pPr marL="703262" lvl="1" indent="-342900">
              <a:buFont typeface="+mj-lt"/>
              <a:buAutoNum type="arabicPeriod"/>
            </a:pPr>
            <a:r>
              <a:rPr lang="ja-JP" altLang="en-US" dirty="0">
                <a:solidFill>
                  <a:srgbClr val="000000"/>
                </a:solidFill>
                <a:latin typeface="游ゴシック" panose="020B0400000000000000" pitchFamily="50" charset="-128"/>
                <a:ea typeface="游ゴシック" panose="020B0400000000000000" pitchFamily="50" charset="-128"/>
              </a:rPr>
              <a:t>アプリ：</a:t>
            </a:r>
            <a:r>
              <a:rPr lang="en-US" altLang="ja-JP" dirty="0">
                <a:solidFill>
                  <a:srgbClr val="000000"/>
                </a:solidFill>
                <a:latin typeface="游ゴシック" panose="020B0400000000000000" pitchFamily="50" charset="-128"/>
                <a:ea typeface="游ゴシック" panose="020B0400000000000000" pitchFamily="50" charset="-128"/>
              </a:rPr>
              <a:t>A</a:t>
            </a:r>
            <a:r>
              <a:rPr lang="en-US" altLang="ja-JP" dirty="0">
                <a:latin typeface="游ゴシック" panose="020B0400000000000000" pitchFamily="50" charset="-128"/>
                <a:ea typeface="游ゴシック" panose="020B0400000000000000" pitchFamily="50" charset="-128"/>
              </a:rPr>
              <a:t>P</a:t>
            </a:r>
            <a:r>
              <a:rPr lang="ja-JP" altLang="en-US" dirty="0">
                <a:latin typeface="游ゴシック" panose="020B0400000000000000" pitchFamily="50" charset="-128"/>
                <a:ea typeface="游ゴシック" panose="020B0400000000000000" pitchFamily="50" charset="-128"/>
              </a:rPr>
              <a:t>基盤（</a:t>
            </a:r>
            <a:r>
              <a:rPr lang="en-US" altLang="ja-JP" dirty="0">
                <a:latin typeface="游ゴシック" panose="020B0400000000000000" pitchFamily="50" charset="-128"/>
                <a:ea typeface="游ゴシック" panose="020B0400000000000000" pitchFamily="50" charset="-128"/>
              </a:rPr>
              <a:t>Oracle WebLogic</a:t>
            </a:r>
            <a:r>
              <a:rPr lang="ja-JP" altLang="en-US" dirty="0">
                <a:latin typeface="游ゴシック" panose="020B0400000000000000" pitchFamily="50" charset="-128"/>
                <a:ea typeface="游ゴシック" panose="020B0400000000000000" pitchFamily="50" charset="-128"/>
              </a:rPr>
              <a:t>）</a:t>
            </a:r>
            <a:r>
              <a:rPr lang="ja-JP" altLang="en-US" dirty="0"/>
              <a:t> ⇒ </a:t>
            </a:r>
            <a:r>
              <a:rPr lang="en-US" altLang="ja-JP" dirty="0"/>
              <a:t>Azure App Service</a:t>
            </a:r>
            <a:r>
              <a:rPr lang="ja-JP" altLang="en-US" dirty="0"/>
              <a:t>（</a:t>
            </a:r>
            <a:r>
              <a:rPr lang="en-US" altLang="ja-JP" dirty="0"/>
              <a:t>Apache Tomcat</a:t>
            </a:r>
            <a:r>
              <a:rPr lang="ja-JP" altLang="en-US" dirty="0"/>
              <a:t>）</a:t>
            </a:r>
            <a:endParaRPr lang="en-US" altLang="ja-JP" dirty="0"/>
          </a:p>
          <a:p>
            <a:pPr marL="1063625" lvl="2" indent="-342900">
              <a:buFont typeface="+mj-lt"/>
              <a:buAutoNum type="arabicPeriod"/>
            </a:pPr>
            <a:r>
              <a:rPr lang="ja-JP" altLang="en-US" dirty="0"/>
              <a:t>開発</a:t>
            </a:r>
            <a:r>
              <a:rPr lang="en-US" altLang="ja-JP" dirty="0"/>
              <a:t>/</a:t>
            </a:r>
            <a:r>
              <a:rPr lang="ja-JP" altLang="en-US" dirty="0"/>
              <a:t>検証</a:t>
            </a:r>
            <a:r>
              <a:rPr lang="en-US" altLang="ja-JP" dirty="0"/>
              <a:t>/</a:t>
            </a:r>
            <a:r>
              <a:rPr lang="ja-JP" altLang="en-US" dirty="0"/>
              <a:t>本番環境の構築（</a:t>
            </a:r>
            <a:r>
              <a:rPr lang="en-US" altLang="ja-JP" dirty="0"/>
              <a:t>Oracle WebLogic </a:t>
            </a:r>
            <a:r>
              <a:rPr lang="ja-JP" altLang="en-US" dirty="0"/>
              <a:t>⇒ </a:t>
            </a:r>
            <a:r>
              <a:rPr lang="en-US" altLang="ja-JP" dirty="0"/>
              <a:t>Apache Tomcat</a:t>
            </a:r>
            <a:r>
              <a:rPr lang="ja-JP" altLang="en-US" dirty="0"/>
              <a:t>）</a:t>
            </a:r>
            <a:endParaRPr lang="en-US" altLang="ja-JP" dirty="0"/>
          </a:p>
          <a:p>
            <a:pPr marL="1063625" lvl="2" indent="-342900">
              <a:buFont typeface="+mj-lt"/>
              <a:buAutoNum type="arabicPeriod"/>
            </a:pPr>
            <a:r>
              <a:rPr lang="en-US" altLang="ja-JP" dirty="0"/>
              <a:t>AP</a:t>
            </a:r>
            <a:r>
              <a:rPr lang="ja-JP" altLang="en-US" dirty="0"/>
              <a:t>基盤（</a:t>
            </a:r>
            <a:r>
              <a:rPr lang="en-US" altLang="ja-JP" dirty="0"/>
              <a:t>Azure App Service</a:t>
            </a:r>
            <a:r>
              <a:rPr lang="ja-JP" altLang="en-US" dirty="0"/>
              <a:t>）の変更によるリリース方法、及び手順の変更（</a:t>
            </a:r>
            <a:r>
              <a:rPr lang="en-US" altLang="ja-JP" dirty="0"/>
              <a:t>ear</a:t>
            </a:r>
            <a:r>
              <a:rPr lang="ja-JP" altLang="en-US" dirty="0"/>
              <a:t>形式 ⇒ </a:t>
            </a:r>
            <a:r>
              <a:rPr lang="en-US" altLang="ja-JP" dirty="0"/>
              <a:t>war</a:t>
            </a:r>
            <a:r>
              <a:rPr lang="ja-JP" altLang="en-US" dirty="0"/>
              <a:t>形式へ変更）</a:t>
            </a:r>
            <a:endParaRPr lang="en-US" altLang="ja-JP" dirty="0"/>
          </a:p>
          <a:p>
            <a:pPr marL="1063625" lvl="2" indent="-342900">
              <a:buFont typeface="+mj-lt"/>
              <a:buAutoNum type="arabicPeriod"/>
            </a:pPr>
            <a:r>
              <a:rPr lang="ja-JP" altLang="en-US" dirty="0"/>
              <a:t>実行環境（</a:t>
            </a:r>
            <a:r>
              <a:rPr lang="en-US" altLang="ja-JP" dirty="0"/>
              <a:t>Apache Tomcat</a:t>
            </a:r>
            <a:r>
              <a:rPr lang="ja-JP" altLang="en-US" dirty="0"/>
              <a:t>）の変更によるプログラムの影響調査、及び修正</a:t>
            </a:r>
            <a:endParaRPr lang="en-US" altLang="ja-JP" dirty="0"/>
          </a:p>
          <a:p>
            <a:pPr marL="1063625" lvl="2" indent="-342900">
              <a:buFont typeface="+mj-lt"/>
              <a:buAutoNum type="arabicPeriod"/>
            </a:pPr>
            <a:r>
              <a:rPr lang="ja-JP" altLang="en-US" dirty="0"/>
              <a:t>認証基盤（</a:t>
            </a:r>
            <a:r>
              <a:rPr lang="en-US" altLang="ja-JP" dirty="0"/>
              <a:t>Azure Entra ID</a:t>
            </a:r>
            <a:r>
              <a:rPr lang="ja-JP" altLang="en-US" dirty="0"/>
              <a:t>）の変更によるプログラムの修正</a:t>
            </a:r>
            <a:endParaRPr lang="en-US" altLang="ja-JP" dirty="0"/>
          </a:p>
          <a:p>
            <a:pPr marL="1063625" lvl="2" indent="-342900">
              <a:buFont typeface="+mj-lt"/>
              <a:buAutoNum type="arabicPeriod"/>
            </a:pPr>
            <a:r>
              <a:rPr lang="ja-JP" altLang="en-US" dirty="0">
                <a:solidFill>
                  <a:srgbClr val="FF0000"/>
                </a:solidFill>
              </a:rPr>
              <a:t>組織情報の取得方法変更（</a:t>
            </a:r>
            <a:r>
              <a:rPr lang="en-US" altLang="ja-JP" dirty="0">
                <a:solidFill>
                  <a:srgbClr val="FF0000"/>
                </a:solidFill>
              </a:rPr>
              <a:t>IDM</a:t>
            </a:r>
            <a:r>
              <a:rPr lang="ja-JP" altLang="en-US" dirty="0">
                <a:solidFill>
                  <a:srgbClr val="FF0000"/>
                </a:solidFill>
              </a:rPr>
              <a:t>から取得）</a:t>
            </a:r>
            <a:r>
              <a:rPr lang="en-US" altLang="ja-JP" dirty="0">
                <a:solidFill>
                  <a:srgbClr val="FF0000"/>
                </a:solidFill>
              </a:rPr>
              <a:t>※</a:t>
            </a:r>
            <a:r>
              <a:rPr lang="ja-JP" altLang="en-US" dirty="0">
                <a:solidFill>
                  <a:srgbClr val="FF0000"/>
                </a:solidFill>
              </a:rPr>
              <a:t>現状は認証基盤から取得しているため変更の必要がある認識</a:t>
            </a:r>
            <a:br>
              <a:rPr lang="en-US" altLang="ja-JP" dirty="0">
                <a:solidFill>
                  <a:srgbClr val="FF0000"/>
                </a:solidFill>
              </a:rPr>
            </a:br>
            <a:r>
              <a:rPr lang="ja-JP" altLang="en-US" dirty="0">
                <a:solidFill>
                  <a:srgbClr val="FF0000"/>
                </a:solidFill>
              </a:rPr>
              <a:t>⇒</a:t>
            </a:r>
            <a:r>
              <a:rPr lang="en-US" altLang="ja-JP" dirty="0">
                <a:solidFill>
                  <a:srgbClr val="FF0000"/>
                </a:solidFill>
              </a:rPr>
              <a:t>DP</a:t>
            </a:r>
            <a:r>
              <a:rPr lang="ja-JP" altLang="en-US" dirty="0">
                <a:solidFill>
                  <a:srgbClr val="FF0000"/>
                </a:solidFill>
              </a:rPr>
              <a:t>課様への新規連携追加依頼有</a:t>
            </a:r>
            <a:endParaRPr lang="en-US" altLang="ja-JP" dirty="0">
              <a:solidFill>
                <a:srgbClr val="FF0000"/>
              </a:solidFill>
            </a:endParaRPr>
          </a:p>
          <a:p>
            <a:pPr marL="1063625" lvl="2" indent="-342900">
              <a:buFont typeface="+mj-lt"/>
              <a:buAutoNum type="arabicPeriod"/>
            </a:pPr>
            <a:r>
              <a:rPr lang="en-US" altLang="ja-JP" dirty="0">
                <a:solidFill>
                  <a:srgbClr val="FF0000"/>
                </a:solidFill>
              </a:rPr>
              <a:t>Direct+</a:t>
            </a:r>
            <a:r>
              <a:rPr lang="ja-JP" altLang="en-US" dirty="0">
                <a:solidFill>
                  <a:srgbClr val="FF0000"/>
                </a:solidFill>
              </a:rPr>
              <a:t>の</a:t>
            </a:r>
            <a:r>
              <a:rPr lang="en-US" altLang="ja-JP" dirty="0">
                <a:solidFill>
                  <a:srgbClr val="FF0000"/>
                </a:solidFill>
              </a:rPr>
              <a:t>API</a:t>
            </a:r>
            <a:r>
              <a:rPr lang="ja-JP" altLang="en-US" dirty="0">
                <a:solidFill>
                  <a:srgbClr val="FF0000"/>
                </a:solidFill>
              </a:rPr>
              <a:t>を</a:t>
            </a:r>
            <a:r>
              <a:rPr lang="en-US" altLang="ja-JP" dirty="0">
                <a:solidFill>
                  <a:srgbClr val="FF0000"/>
                </a:solidFill>
              </a:rPr>
              <a:t>API Management</a:t>
            </a:r>
            <a:r>
              <a:rPr lang="ja-JP" altLang="en-US" dirty="0">
                <a:solidFill>
                  <a:srgbClr val="FF0000"/>
                </a:solidFill>
              </a:rPr>
              <a:t>を経由して実行するように変更 </a:t>
            </a:r>
            <a:r>
              <a:rPr lang="en-US" altLang="ja-JP" dirty="0">
                <a:solidFill>
                  <a:srgbClr val="FF0000"/>
                </a:solidFill>
              </a:rPr>
              <a:t>※DP</a:t>
            </a:r>
            <a:r>
              <a:rPr lang="ja-JP" altLang="en-US" dirty="0">
                <a:solidFill>
                  <a:srgbClr val="FF0000"/>
                </a:solidFill>
              </a:rPr>
              <a:t>課様へ依頼予定</a:t>
            </a:r>
            <a:endParaRPr lang="en-US" altLang="ja-JP" dirty="0"/>
          </a:p>
          <a:p>
            <a:pPr marL="703262" lvl="1" indent="-342900">
              <a:buFont typeface="+mj-lt"/>
              <a:buAutoNum type="arabicPeriod"/>
            </a:pPr>
            <a:r>
              <a:rPr lang="ja-JP" altLang="en-US" dirty="0"/>
              <a:t>データベース：</a:t>
            </a:r>
            <a:r>
              <a:rPr lang="en-US" altLang="ja-JP" dirty="0"/>
              <a:t>DB</a:t>
            </a:r>
            <a:r>
              <a:rPr lang="ja-JP" altLang="en-US" dirty="0"/>
              <a:t>基盤（</a:t>
            </a:r>
            <a:r>
              <a:rPr lang="en-US" altLang="ja-JP" dirty="0"/>
              <a:t>Oracle Database</a:t>
            </a:r>
            <a:r>
              <a:rPr lang="ja-JP" altLang="en-US" dirty="0"/>
              <a:t>）</a:t>
            </a:r>
            <a:r>
              <a:rPr lang="en-US" altLang="ja-JP" dirty="0"/>
              <a:t> </a:t>
            </a:r>
            <a:r>
              <a:rPr lang="ja-JP" altLang="en-US" dirty="0"/>
              <a:t>⇒ </a:t>
            </a:r>
            <a:r>
              <a:rPr lang="en-US" altLang="ja-JP" dirty="0"/>
              <a:t>Oracle </a:t>
            </a:r>
            <a:r>
              <a:rPr lang="en-US" altLang="ja-JP" dirty="0" err="1"/>
              <a:t>Database@Azure</a:t>
            </a:r>
            <a:r>
              <a:rPr lang="ja-JP" altLang="en-US" dirty="0"/>
              <a:t>（</a:t>
            </a:r>
            <a:r>
              <a:rPr lang="en-US" altLang="ja-JP" dirty="0"/>
              <a:t>ODAA</a:t>
            </a:r>
            <a:r>
              <a:rPr lang="ja-JP" altLang="en-US" dirty="0"/>
              <a:t>）</a:t>
            </a:r>
            <a:endParaRPr lang="en-US" altLang="ja-JP" dirty="0"/>
          </a:p>
          <a:p>
            <a:pPr marL="1063625" lvl="2" indent="-342900">
              <a:buFont typeface="+mj-lt"/>
              <a:buAutoNum type="arabicPeriod"/>
            </a:pPr>
            <a:r>
              <a:rPr lang="ja-JP" altLang="en-US" dirty="0"/>
              <a:t>開発</a:t>
            </a:r>
            <a:r>
              <a:rPr lang="en-US" altLang="ja-JP" dirty="0"/>
              <a:t>/</a:t>
            </a:r>
            <a:r>
              <a:rPr lang="ja-JP" altLang="en-US" dirty="0"/>
              <a:t>検証</a:t>
            </a:r>
            <a:r>
              <a:rPr lang="en-US" altLang="ja-JP" dirty="0"/>
              <a:t>/</a:t>
            </a:r>
            <a:r>
              <a:rPr lang="ja-JP" altLang="en-US" dirty="0"/>
              <a:t>本番環境の構築（</a:t>
            </a:r>
            <a:r>
              <a:rPr lang="en-US" altLang="ja-JP" dirty="0"/>
              <a:t> Oracle Database </a:t>
            </a:r>
            <a:r>
              <a:rPr lang="ja-JP" altLang="en-US" dirty="0"/>
              <a:t>⇒ </a:t>
            </a:r>
            <a:r>
              <a:rPr lang="en-US" altLang="ja-JP" dirty="0"/>
              <a:t>Oracle </a:t>
            </a:r>
            <a:r>
              <a:rPr lang="en-US" altLang="ja-JP" dirty="0" err="1"/>
              <a:t>Database@Azure</a:t>
            </a:r>
            <a:r>
              <a:rPr lang="ja-JP" altLang="en-US" dirty="0"/>
              <a:t>）</a:t>
            </a:r>
            <a:endParaRPr lang="en-US" altLang="ja-JP" dirty="0"/>
          </a:p>
          <a:p>
            <a:pPr marL="1063625" lvl="2" indent="-342900">
              <a:buFont typeface="+mj-lt"/>
              <a:buAutoNum type="arabicPeriod"/>
            </a:pPr>
            <a:r>
              <a:rPr lang="ja-JP" altLang="en-US" dirty="0"/>
              <a:t>データ移行の計画、及び実施サポート</a:t>
            </a:r>
            <a:r>
              <a:rPr lang="en-US" altLang="ja-JP" dirty="0"/>
              <a:t>※</a:t>
            </a:r>
            <a:r>
              <a:rPr lang="ja-JP" altLang="en-US" dirty="0"/>
              <a:t>移行作業は</a:t>
            </a:r>
            <a:r>
              <a:rPr lang="en-US" altLang="ja-JP" dirty="0"/>
              <a:t>DP</a:t>
            </a:r>
            <a:r>
              <a:rPr lang="ja-JP" altLang="en-US" dirty="0"/>
              <a:t>課へ依頼予定</a:t>
            </a:r>
            <a:endParaRPr lang="en-US" altLang="ja-JP" dirty="0"/>
          </a:p>
          <a:p>
            <a:pPr marL="1063625" lvl="2" indent="-342900">
              <a:buFont typeface="+mj-lt"/>
              <a:buAutoNum type="arabicPeriod"/>
            </a:pPr>
            <a:r>
              <a:rPr lang="ja-JP" altLang="en-US" dirty="0"/>
              <a:t>アプリ、及びバッチの接続先変更</a:t>
            </a:r>
            <a:endParaRPr lang="en-US" altLang="ja-JP" dirty="0"/>
          </a:p>
          <a:p>
            <a:pPr marL="703262" lvl="1" indent="-342900">
              <a:buFont typeface="+mj-lt"/>
              <a:buAutoNum type="arabicPeriod"/>
            </a:pPr>
            <a:r>
              <a:rPr lang="ja-JP" altLang="en-US" dirty="0"/>
              <a:t>ジョブ：バッチ基盤（</a:t>
            </a:r>
            <a:r>
              <a:rPr lang="en-US" altLang="ja-JP" dirty="0" err="1"/>
              <a:t>Systemwalker</a:t>
            </a:r>
            <a:r>
              <a:rPr lang="en-US" altLang="ja-JP" dirty="0"/>
              <a:t> Operation Manager</a:t>
            </a:r>
            <a:r>
              <a:rPr lang="ja-JP" altLang="en-US" dirty="0"/>
              <a:t>） ⇒ </a:t>
            </a:r>
            <a:r>
              <a:rPr lang="en-US" altLang="ja-JP" dirty="0"/>
              <a:t>A-AUTO</a:t>
            </a:r>
          </a:p>
          <a:p>
            <a:pPr marL="1063625" lvl="2" indent="-342900">
              <a:buFont typeface="+mj-lt"/>
              <a:buAutoNum type="arabicPeriod"/>
            </a:pPr>
            <a:r>
              <a:rPr lang="ja-JP" altLang="en-US" dirty="0">
                <a:latin typeface="游ゴシック" panose="020B0400000000000000" pitchFamily="50" charset="-128"/>
                <a:ea typeface="游ゴシック" panose="020B0400000000000000" pitchFamily="50" charset="-128"/>
              </a:rPr>
              <a:t>ジョブ移行の計画、及び実施サポート </a:t>
            </a:r>
            <a:r>
              <a:rPr lang="en-US" altLang="ja-JP"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移行作業は</a:t>
            </a:r>
            <a:r>
              <a:rPr lang="en-US" altLang="ja-JP" dirty="0">
                <a:latin typeface="游ゴシック" panose="020B0400000000000000" pitchFamily="50" charset="-128"/>
                <a:ea typeface="游ゴシック" panose="020B0400000000000000" pitchFamily="50" charset="-128"/>
              </a:rPr>
              <a:t>DP</a:t>
            </a:r>
            <a:r>
              <a:rPr lang="ja-JP" altLang="en-US" dirty="0">
                <a:latin typeface="游ゴシック" panose="020B0400000000000000" pitchFamily="50" charset="-128"/>
                <a:ea typeface="游ゴシック" panose="020B0400000000000000" pitchFamily="50" charset="-128"/>
              </a:rPr>
              <a:t>課へ依頼予定</a:t>
            </a:r>
            <a:endParaRPr lang="en-US" altLang="ja-JP" dirty="0">
              <a:latin typeface="游ゴシック" panose="020B0400000000000000" pitchFamily="50" charset="-128"/>
              <a:ea typeface="游ゴシック" panose="020B0400000000000000" pitchFamily="50" charset="-128"/>
            </a:endParaRPr>
          </a:p>
          <a:p>
            <a:pPr marL="1063625" lvl="2" indent="-342900">
              <a:buFont typeface="+mj-lt"/>
              <a:buAutoNum type="arabicPeriod"/>
            </a:pPr>
            <a:r>
              <a:rPr lang="en-US" altLang="ja-JP" dirty="0">
                <a:latin typeface="游ゴシック" panose="020B0400000000000000" pitchFamily="50" charset="-128"/>
                <a:ea typeface="游ゴシック" panose="020B0400000000000000" pitchFamily="50" charset="-128"/>
              </a:rPr>
              <a:t>A-AUTO</a:t>
            </a:r>
            <a:r>
              <a:rPr lang="ja-JP" altLang="en-US" dirty="0">
                <a:latin typeface="游ゴシック" panose="020B0400000000000000" pitchFamily="50" charset="-128"/>
                <a:ea typeface="游ゴシック" panose="020B0400000000000000" pitchFamily="50" charset="-128"/>
              </a:rPr>
              <a:t>が実行するスクリプトの作成（</a:t>
            </a:r>
            <a:r>
              <a:rPr lang="en-US" altLang="ja-JP" dirty="0"/>
              <a:t>Operation Manager</a:t>
            </a:r>
            <a:r>
              <a:rPr lang="ja-JP" altLang="en-US" dirty="0">
                <a:latin typeface="游ゴシック" panose="020B0400000000000000" pitchFamily="50" charset="-128"/>
                <a:ea typeface="游ゴシック" panose="020B0400000000000000" pitchFamily="50" charset="-128"/>
              </a:rPr>
              <a:t>で使用していたスクリプトを流用予定）</a:t>
            </a:r>
            <a:endParaRPr lang="en-US" altLang="ja-JP" dirty="0">
              <a:latin typeface="游ゴシック" panose="020B0400000000000000" pitchFamily="50" charset="-128"/>
              <a:ea typeface="游ゴシック" panose="020B0400000000000000" pitchFamily="50" charset="-128"/>
            </a:endParaRPr>
          </a:p>
          <a:p>
            <a:pPr marL="1063625" lvl="2" indent="-342900">
              <a:buFont typeface="+mj-lt"/>
              <a:buAutoNum type="arabicPeriod"/>
            </a:pPr>
            <a:r>
              <a:rPr lang="en-US" altLang="ja-JP" dirty="0">
                <a:solidFill>
                  <a:srgbClr val="FF0000"/>
                </a:solidFill>
                <a:latin typeface="游ゴシック" panose="020B0400000000000000" pitchFamily="50" charset="-128"/>
                <a:ea typeface="游ゴシック" panose="020B0400000000000000" pitchFamily="50" charset="-128"/>
              </a:rPr>
              <a:t>IDM</a:t>
            </a:r>
            <a:r>
              <a:rPr lang="ja-JP" altLang="en-US" dirty="0">
                <a:solidFill>
                  <a:srgbClr val="FF0000"/>
                </a:solidFill>
                <a:latin typeface="游ゴシック" panose="020B0400000000000000" pitchFamily="50" charset="-128"/>
                <a:ea typeface="游ゴシック" panose="020B0400000000000000" pitchFamily="50" charset="-128"/>
              </a:rPr>
              <a:t>からの組織情報取得バッチの作成</a:t>
            </a:r>
            <a:endParaRPr lang="en-US" altLang="ja-JP" dirty="0">
              <a:solidFill>
                <a:srgbClr val="FF0000"/>
              </a:solidFill>
              <a:latin typeface="游ゴシック" panose="020B0400000000000000" pitchFamily="50" charset="-128"/>
              <a:ea typeface="游ゴシック" panose="020B0400000000000000" pitchFamily="50" charset="-128"/>
            </a:endParaRP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495271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A1406-D5CE-F611-9377-1D713EFD7C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D37FA1-2164-EA86-A432-BB2B3E600775}"/>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４</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お見積り範囲（</a:t>
            </a:r>
            <a:r>
              <a:rPr lang="en-US" altLang="ja-JP" dirty="0">
                <a:latin typeface="游明朝" panose="02020400000000000000" pitchFamily="18" charset="-128"/>
                <a:ea typeface="游明朝" panose="02020400000000000000" pitchFamily="18" charset="-128"/>
              </a:rPr>
              <a:t>MySQL</a:t>
            </a:r>
            <a:r>
              <a:rPr lang="ja-JP" altLang="en-US" dirty="0">
                <a:latin typeface="游明朝" panose="02020400000000000000" pitchFamily="18" charset="-128"/>
                <a:ea typeface="游明朝" panose="02020400000000000000" pitchFamily="18" charset="-128"/>
              </a:rPr>
              <a:t>へ変更する場合）</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1D57865D-85A1-737B-E023-A5885DAC8F9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B5E2C664-FDD7-E09E-D9B6-750C217AA94F}"/>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ja-JP" altLang="en-US" b="1" dirty="0">
                <a:solidFill>
                  <a:srgbClr val="000000"/>
                </a:solidFill>
              </a:rPr>
              <a:t>次期アーキ基盤（</a:t>
            </a:r>
            <a:r>
              <a:rPr lang="en-US" altLang="ja-JP" b="1" dirty="0">
                <a:solidFill>
                  <a:srgbClr val="000000"/>
                </a:solidFill>
              </a:rPr>
              <a:t>MySQL</a:t>
            </a:r>
            <a:r>
              <a:rPr lang="ja-JP" altLang="en-US" b="1" dirty="0">
                <a:solidFill>
                  <a:srgbClr val="000000"/>
                </a:solidFill>
              </a:rPr>
              <a:t>）への移行</a:t>
            </a:r>
            <a:endParaRPr lang="en-US" altLang="ja-JP" b="1" dirty="0">
              <a:solidFill>
                <a:srgbClr val="000000"/>
              </a:solidFill>
              <a:latin typeface="游ゴシック" panose="020B0400000000000000" pitchFamily="50" charset="-128"/>
              <a:ea typeface="游ゴシック" panose="020B0400000000000000" pitchFamily="50" charset="-128"/>
            </a:endParaRPr>
          </a:p>
          <a:p>
            <a:r>
              <a:rPr lang="ja-JP" altLang="en-US" dirty="0">
                <a:solidFill>
                  <a:srgbClr val="000000"/>
                </a:solidFill>
                <a:latin typeface="游ゴシック" panose="020B0400000000000000" pitchFamily="50" charset="-128"/>
                <a:ea typeface="游ゴシック" panose="020B0400000000000000" pitchFamily="50" charset="-128"/>
              </a:rPr>
              <a:t>　</a:t>
            </a:r>
            <a:r>
              <a:rPr lang="ja-JP" altLang="en-US" dirty="0">
                <a:solidFill>
                  <a:srgbClr val="000000"/>
                </a:solidFill>
              </a:rPr>
              <a:t>次期アーキ基盤への移行に伴い、使用するデータベースを</a:t>
            </a:r>
            <a:r>
              <a:rPr lang="en-US" altLang="ja-JP" dirty="0">
                <a:solidFill>
                  <a:srgbClr val="000000"/>
                </a:solidFill>
              </a:rPr>
              <a:t>Oracle</a:t>
            </a:r>
            <a:r>
              <a:rPr lang="ja-JP" altLang="en-US" dirty="0">
                <a:solidFill>
                  <a:srgbClr val="000000"/>
                </a:solidFill>
              </a:rPr>
              <a:t>から</a:t>
            </a:r>
            <a:r>
              <a:rPr lang="en-US" altLang="ja-JP" dirty="0">
                <a:solidFill>
                  <a:srgbClr val="000000"/>
                </a:solidFill>
              </a:rPr>
              <a:t>MySQL</a:t>
            </a:r>
            <a:r>
              <a:rPr lang="ja-JP" altLang="en-US" dirty="0">
                <a:solidFill>
                  <a:srgbClr val="000000"/>
                </a:solidFill>
              </a:rPr>
              <a:t>に変更する</a:t>
            </a:r>
            <a:endParaRPr lang="en-US" altLang="ja-JP" dirty="0">
              <a:solidFill>
                <a:srgbClr val="FF0000"/>
              </a:solidFill>
            </a:endParaRPr>
          </a:p>
          <a:p>
            <a:pPr marL="703262" lvl="1" indent="-342900">
              <a:buFont typeface="+mj-lt"/>
              <a:buAutoNum type="arabicPeriod"/>
            </a:pPr>
            <a:r>
              <a:rPr lang="ja-JP" altLang="en-US" dirty="0">
                <a:solidFill>
                  <a:srgbClr val="000000"/>
                </a:solidFill>
              </a:rPr>
              <a:t>アプリ</a:t>
            </a:r>
            <a:r>
              <a:rPr lang="en-US" altLang="ja-JP" dirty="0">
                <a:solidFill>
                  <a:srgbClr val="000000"/>
                </a:solidFill>
              </a:rPr>
              <a:t>/</a:t>
            </a:r>
            <a:r>
              <a:rPr lang="ja-JP" altLang="en-US" dirty="0">
                <a:solidFill>
                  <a:srgbClr val="000000"/>
                </a:solidFill>
              </a:rPr>
              <a:t>ジョブ</a:t>
            </a:r>
            <a:endParaRPr lang="en-US" altLang="ja-JP" dirty="0">
              <a:solidFill>
                <a:srgbClr val="000000"/>
              </a:solidFill>
            </a:endParaRPr>
          </a:p>
          <a:p>
            <a:pPr marL="1063625" lvl="2" indent="-342900">
              <a:buFont typeface="+mj-lt"/>
              <a:buAutoNum type="arabicPeriod"/>
            </a:pPr>
            <a:r>
              <a:rPr lang="en-US" altLang="ja-JP" dirty="0">
                <a:solidFill>
                  <a:srgbClr val="FF0000"/>
                </a:solidFill>
              </a:rPr>
              <a:t>JDBC</a:t>
            </a:r>
            <a:r>
              <a:rPr lang="ja-JP" altLang="en-US" dirty="0">
                <a:solidFill>
                  <a:srgbClr val="FF0000"/>
                </a:solidFill>
              </a:rPr>
              <a:t>接続ライブラリの変更</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データベース変更に伴うプログラムの修正（データ型マッピングの調査</a:t>
            </a:r>
            <a:r>
              <a:rPr lang="en-US" altLang="ja-JP" dirty="0">
                <a:solidFill>
                  <a:srgbClr val="FF0000"/>
                </a:solidFill>
              </a:rPr>
              <a:t>/</a:t>
            </a:r>
            <a:r>
              <a:rPr lang="ja-JP" altLang="en-US" dirty="0">
                <a:solidFill>
                  <a:srgbClr val="FF0000"/>
                </a:solidFill>
              </a:rPr>
              <a:t>変更）</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データベース変更に伴う</a:t>
            </a:r>
            <a:r>
              <a:rPr lang="en-US" altLang="ja-JP" dirty="0">
                <a:solidFill>
                  <a:srgbClr val="FF0000"/>
                </a:solidFill>
              </a:rPr>
              <a:t>SQL</a:t>
            </a:r>
            <a:r>
              <a:rPr lang="ja-JP" altLang="en-US" dirty="0">
                <a:solidFill>
                  <a:srgbClr val="FF0000"/>
                </a:solidFill>
              </a:rPr>
              <a:t>の修正（データベース方言に関する調査</a:t>
            </a:r>
            <a:r>
              <a:rPr lang="en-US" altLang="ja-JP" dirty="0">
                <a:solidFill>
                  <a:srgbClr val="FF0000"/>
                </a:solidFill>
              </a:rPr>
              <a:t>/</a:t>
            </a:r>
            <a:r>
              <a:rPr lang="ja-JP" altLang="en-US" dirty="0">
                <a:solidFill>
                  <a:srgbClr val="FF0000"/>
                </a:solidFill>
              </a:rPr>
              <a:t>変更）</a:t>
            </a:r>
            <a:endParaRPr lang="en-US" altLang="ja-JP" dirty="0">
              <a:solidFill>
                <a:srgbClr val="FF0000"/>
              </a:solidFill>
            </a:endParaRPr>
          </a:p>
          <a:p>
            <a:pPr marL="703262" lvl="1" indent="-342900">
              <a:buFont typeface="+mj-lt"/>
              <a:buAutoNum type="arabicPeriod"/>
            </a:pPr>
            <a:endParaRPr lang="en-US" altLang="ja-JP" dirty="0">
              <a:solidFill>
                <a:srgbClr val="000000"/>
              </a:solidFill>
            </a:endParaRPr>
          </a:p>
          <a:p>
            <a:pPr marL="703262" lvl="1" indent="-342900">
              <a:buFont typeface="+mj-lt"/>
              <a:buAutoNum type="arabicPeriod"/>
            </a:pPr>
            <a:r>
              <a:rPr lang="ja-JP" altLang="en-US" dirty="0">
                <a:solidFill>
                  <a:srgbClr val="000000"/>
                </a:solidFill>
              </a:rPr>
              <a:t>データベース：</a:t>
            </a:r>
            <a:r>
              <a:rPr lang="en-US" altLang="ja-JP" dirty="0">
                <a:solidFill>
                  <a:srgbClr val="000000"/>
                </a:solidFill>
              </a:rPr>
              <a:t>DB</a:t>
            </a:r>
            <a:r>
              <a:rPr lang="ja-JP" altLang="en-US" dirty="0">
                <a:solidFill>
                  <a:srgbClr val="000000"/>
                </a:solidFill>
              </a:rPr>
              <a:t>基盤（</a:t>
            </a:r>
            <a:r>
              <a:rPr lang="en-US" altLang="ja-JP" dirty="0">
                <a:solidFill>
                  <a:srgbClr val="000000"/>
                </a:solidFill>
              </a:rPr>
              <a:t>Oracle Database</a:t>
            </a:r>
            <a:r>
              <a:rPr lang="ja-JP" altLang="en-US" dirty="0">
                <a:solidFill>
                  <a:srgbClr val="000000"/>
                </a:solidFill>
              </a:rPr>
              <a:t>）</a:t>
            </a:r>
            <a:r>
              <a:rPr lang="en-US" altLang="ja-JP" dirty="0">
                <a:solidFill>
                  <a:srgbClr val="000000"/>
                </a:solidFill>
              </a:rPr>
              <a:t> </a:t>
            </a:r>
            <a:r>
              <a:rPr lang="ja-JP" altLang="en-US" dirty="0">
                <a:solidFill>
                  <a:srgbClr val="000000"/>
                </a:solidFill>
              </a:rPr>
              <a:t>⇒ </a:t>
            </a:r>
            <a:r>
              <a:rPr lang="en-US" altLang="ja-JP" dirty="0">
                <a:solidFill>
                  <a:srgbClr val="FF0000"/>
                </a:solidFill>
              </a:rPr>
              <a:t>Azure Database for MySQL</a:t>
            </a:r>
          </a:p>
          <a:p>
            <a:pPr marL="1063625" lvl="2" indent="-342900">
              <a:buFont typeface="+mj-lt"/>
              <a:buAutoNum type="arabicPeriod"/>
            </a:pPr>
            <a:r>
              <a:rPr lang="ja-JP" altLang="en-US" dirty="0">
                <a:solidFill>
                  <a:srgbClr val="FF0000"/>
                </a:solidFill>
              </a:rPr>
              <a:t>開発</a:t>
            </a:r>
            <a:r>
              <a:rPr lang="en-US" altLang="ja-JP" dirty="0">
                <a:solidFill>
                  <a:srgbClr val="FF0000"/>
                </a:solidFill>
              </a:rPr>
              <a:t>/</a:t>
            </a:r>
            <a:r>
              <a:rPr lang="ja-JP" altLang="en-US" dirty="0">
                <a:solidFill>
                  <a:srgbClr val="FF0000"/>
                </a:solidFill>
              </a:rPr>
              <a:t>検証</a:t>
            </a:r>
            <a:r>
              <a:rPr lang="en-US" altLang="ja-JP" dirty="0">
                <a:solidFill>
                  <a:srgbClr val="FF0000"/>
                </a:solidFill>
              </a:rPr>
              <a:t>/</a:t>
            </a:r>
            <a:r>
              <a:rPr lang="ja-JP" altLang="en-US" dirty="0">
                <a:solidFill>
                  <a:srgbClr val="FF0000"/>
                </a:solidFill>
              </a:rPr>
              <a:t>本番環境の構築（</a:t>
            </a:r>
            <a:r>
              <a:rPr lang="en-US" altLang="ja-JP" dirty="0">
                <a:solidFill>
                  <a:srgbClr val="FF0000"/>
                </a:solidFill>
              </a:rPr>
              <a:t> Oracle Database </a:t>
            </a:r>
            <a:r>
              <a:rPr lang="ja-JP" altLang="en-US" dirty="0">
                <a:solidFill>
                  <a:srgbClr val="FF0000"/>
                </a:solidFill>
              </a:rPr>
              <a:t>⇒ </a:t>
            </a:r>
            <a:r>
              <a:rPr lang="en-US" altLang="ja-JP" dirty="0">
                <a:solidFill>
                  <a:srgbClr val="FF0000"/>
                </a:solidFill>
              </a:rPr>
              <a:t>Azure Database for MySQL </a:t>
            </a:r>
            <a:r>
              <a:rPr lang="ja-JP" altLang="en-US" dirty="0">
                <a:solidFill>
                  <a:srgbClr val="FF0000"/>
                </a:solidFill>
              </a:rPr>
              <a:t>）</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データ移行の計画、及び実施（移行スクリプトの作成）</a:t>
            </a:r>
            <a:endParaRPr lang="en-US" altLang="ja-JP" dirty="0">
              <a:solidFill>
                <a:srgbClr val="FF0000"/>
              </a:solidFill>
            </a:endParaRPr>
          </a:p>
          <a:p>
            <a:pPr marL="1063625" lvl="2" indent="-342900">
              <a:buFont typeface="+mj-lt"/>
              <a:buAutoNum type="arabicPeriod"/>
            </a:pPr>
            <a:r>
              <a:rPr lang="ja-JP" altLang="en-US" dirty="0">
                <a:solidFill>
                  <a:srgbClr val="FF0000"/>
                </a:solidFill>
              </a:rPr>
              <a:t>アプリ、及びバッチの接続先変更</a:t>
            </a:r>
            <a:endParaRPr lang="en-US" altLang="ja-JP" dirty="0">
              <a:solidFill>
                <a:srgbClr val="FF0000"/>
              </a:solidFill>
            </a:endParaRPr>
          </a:p>
        </p:txBody>
      </p:sp>
      <p:sp>
        <p:nvSpPr>
          <p:cNvPr id="4" name="スライド番号プレースホルダー 3">
            <a:extLst>
              <a:ext uri="{FF2B5EF4-FFF2-40B4-BE49-F238E27FC236}">
                <a16:creationId xmlns:a16="http://schemas.microsoft.com/office/drawing/2014/main" id="{6AA5F5E0-0665-33C0-E139-EDFC1CB6931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4</a:t>
            </a:fld>
            <a:endParaRPr kumimoji="1" lang="ja-JP" altLang="en-US" sz="700"/>
          </a:p>
        </p:txBody>
      </p:sp>
      <p:sp>
        <p:nvSpPr>
          <p:cNvPr id="6" name="正方形/長方形 5">
            <a:extLst>
              <a:ext uri="{FF2B5EF4-FFF2-40B4-BE49-F238E27FC236}">
                <a16:creationId xmlns:a16="http://schemas.microsoft.com/office/drawing/2014/main" id="{00410C6B-8323-AAF9-71A9-A5BEEC561DF4}"/>
              </a:ext>
            </a:extLst>
          </p:cNvPr>
          <p:cNvSpPr/>
          <p:nvPr/>
        </p:nvSpPr>
        <p:spPr>
          <a:xfrm>
            <a:off x="3036000" y="1935804"/>
            <a:ext cx="5631345" cy="2441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Oracle </a:t>
            </a:r>
            <a:r>
              <a:rPr lang="en-US" altLang="ja-JP" dirty="0" err="1"/>
              <a:t>Database@Azure</a:t>
            </a:r>
            <a:r>
              <a:rPr lang="ja-JP" altLang="en-US" dirty="0"/>
              <a:t>（</a:t>
            </a:r>
            <a:r>
              <a:rPr lang="en-US" altLang="ja-JP" dirty="0"/>
              <a:t>ODAA</a:t>
            </a:r>
            <a:r>
              <a:rPr lang="ja-JP" altLang="en-US" dirty="0"/>
              <a:t>）</a:t>
            </a:r>
            <a:r>
              <a:rPr kumimoji="1" lang="ja-JP" altLang="en-US" dirty="0"/>
              <a:t>の方針で確定</a:t>
            </a:r>
            <a:endParaRPr lang="en-US" altLang="ja-JP" dirty="0"/>
          </a:p>
        </p:txBody>
      </p:sp>
    </p:spTree>
    <p:extLst>
      <p:ext uri="{BB962C8B-B14F-4D97-AF65-F5344CB8AC3E}">
        <p14:creationId xmlns:p14="http://schemas.microsoft.com/office/powerpoint/2010/main" val="573126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62B35-7BEE-0963-D424-237CBDF57751}"/>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00F98AED-4D50-445B-B4AE-45704983692B}"/>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28" name="正方形/長方形 27">
            <a:extLst>
              <a:ext uri="{FF2B5EF4-FFF2-40B4-BE49-F238E27FC236}">
                <a16:creationId xmlns:a16="http://schemas.microsoft.com/office/drawing/2014/main" id="{53F7685A-7B54-3733-9E8E-ABEA10D20D6E}"/>
              </a:ext>
            </a:extLst>
          </p:cNvPr>
          <p:cNvSpPr/>
          <p:nvPr/>
        </p:nvSpPr>
        <p:spPr>
          <a:xfrm>
            <a:off x="4734689" y="3588646"/>
            <a:ext cx="2144795"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dirty="0">
                <a:solidFill>
                  <a:schemeClr val="tx1"/>
                </a:solidFill>
                <a:latin typeface="+mn-ea"/>
              </a:rPr>
              <a:t>バッチ基盤</a:t>
            </a:r>
            <a:endParaRPr lang="en-US" altLang="ja-JP" sz="1400" b="1" dirty="0">
              <a:solidFill>
                <a:schemeClr val="tx1"/>
              </a:solidFill>
              <a:latin typeface="+mn-ea"/>
            </a:endParaRPr>
          </a:p>
          <a:p>
            <a:pPr algn="ctr"/>
            <a:r>
              <a:rPr lang="en-US" altLang="ja-JP" sz="1400" b="1" dirty="0">
                <a:solidFill>
                  <a:schemeClr val="tx1"/>
                </a:solidFill>
                <a:latin typeface="+mn-ea"/>
              </a:rPr>
              <a:t>(</a:t>
            </a:r>
            <a:r>
              <a:rPr lang="ja-JP" altLang="en-US" sz="1400" b="1" dirty="0">
                <a:solidFill>
                  <a:schemeClr val="tx1"/>
                </a:solidFill>
                <a:latin typeface="+mn-ea"/>
              </a:rPr>
              <a:t>実行サーバ</a:t>
            </a:r>
            <a:r>
              <a:rPr lang="en-US" altLang="ja-JP" sz="1400" b="1" dirty="0">
                <a:solidFill>
                  <a:schemeClr val="tx1"/>
                </a:solidFill>
                <a:latin typeface="+mn-ea"/>
              </a:rPr>
              <a:t>)</a:t>
            </a:r>
            <a:endParaRPr lang="ja-JP" altLang="en-US" sz="1400" b="1" dirty="0">
              <a:solidFill>
                <a:schemeClr val="tx1"/>
              </a:solidFill>
              <a:latin typeface="+mn-ea"/>
            </a:endParaRPr>
          </a:p>
        </p:txBody>
      </p:sp>
      <p:sp>
        <p:nvSpPr>
          <p:cNvPr id="31" name="正方形/長方形 30">
            <a:extLst>
              <a:ext uri="{FF2B5EF4-FFF2-40B4-BE49-F238E27FC236}">
                <a16:creationId xmlns:a16="http://schemas.microsoft.com/office/drawing/2014/main" id="{59B2618C-63A4-5E06-E2BC-1B7088EB2BBC}"/>
              </a:ext>
            </a:extLst>
          </p:cNvPr>
          <p:cNvSpPr/>
          <p:nvPr/>
        </p:nvSpPr>
        <p:spPr>
          <a:xfrm>
            <a:off x="4878440" y="4151090"/>
            <a:ext cx="1866687" cy="1109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32" name="正方形/長方形 31">
            <a:extLst>
              <a:ext uri="{FF2B5EF4-FFF2-40B4-BE49-F238E27FC236}">
                <a16:creationId xmlns:a16="http://schemas.microsoft.com/office/drawing/2014/main" id="{AF359EF5-1B94-C435-E2F7-22C897C021AD}"/>
              </a:ext>
            </a:extLst>
          </p:cNvPr>
          <p:cNvSpPr/>
          <p:nvPr/>
        </p:nvSpPr>
        <p:spPr>
          <a:xfrm>
            <a:off x="734671" y="3588646"/>
            <a:ext cx="2144795"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dirty="0">
                <a:solidFill>
                  <a:schemeClr val="tx1"/>
                </a:solidFill>
                <a:latin typeface="+mn-ea"/>
              </a:rPr>
              <a:t>バッチ基盤</a:t>
            </a:r>
            <a:endParaRPr lang="en-US" altLang="ja-JP" sz="1400" b="1" dirty="0">
              <a:solidFill>
                <a:schemeClr val="tx1"/>
              </a:solidFill>
              <a:latin typeface="+mn-ea"/>
            </a:endParaRPr>
          </a:p>
          <a:p>
            <a:pPr algn="ctr"/>
            <a:r>
              <a:rPr lang="en-US" altLang="ja-JP" sz="1400" b="1" dirty="0">
                <a:solidFill>
                  <a:schemeClr val="tx1"/>
                </a:solidFill>
                <a:latin typeface="+mn-ea"/>
              </a:rPr>
              <a:t>(</a:t>
            </a:r>
            <a:r>
              <a:rPr lang="ja-JP" altLang="en-US" sz="1400" b="1" dirty="0">
                <a:solidFill>
                  <a:schemeClr val="tx1"/>
                </a:solidFill>
                <a:latin typeface="+mn-ea"/>
              </a:rPr>
              <a:t>スケジュールサーバ</a:t>
            </a:r>
            <a:r>
              <a:rPr lang="en-US" altLang="ja-JP" sz="1400" b="1" dirty="0">
                <a:solidFill>
                  <a:schemeClr val="tx1"/>
                </a:solidFill>
                <a:latin typeface="+mn-ea"/>
              </a:rPr>
              <a:t>)</a:t>
            </a:r>
          </a:p>
          <a:p>
            <a:pPr algn="ctr"/>
            <a:r>
              <a:rPr lang="ja-JP" altLang="en-US" sz="900" b="1" dirty="0">
                <a:solidFill>
                  <a:schemeClr val="tx1"/>
                </a:solidFill>
                <a:latin typeface="+mn-ea"/>
              </a:rPr>
              <a:t>（</a:t>
            </a:r>
            <a:r>
              <a:rPr lang="en-US" altLang="ja-JP" sz="900" b="1" dirty="0" err="1">
                <a:solidFill>
                  <a:schemeClr val="tx1"/>
                </a:solidFill>
                <a:latin typeface="+mn-ea"/>
              </a:rPr>
              <a:t>SystemWalker</a:t>
            </a:r>
            <a:r>
              <a:rPr lang="ja-JP" altLang="en-US" sz="900" b="1" dirty="0">
                <a:solidFill>
                  <a:schemeClr val="tx1"/>
                </a:solidFill>
                <a:latin typeface="+mn-ea"/>
              </a:rPr>
              <a:t> </a:t>
            </a:r>
            <a:r>
              <a:rPr lang="en-US" altLang="ja-JP" sz="900" b="1" dirty="0">
                <a:solidFill>
                  <a:schemeClr val="tx1"/>
                </a:solidFill>
                <a:latin typeface="+mn-ea"/>
              </a:rPr>
              <a:t>Operation Manager</a:t>
            </a:r>
            <a:r>
              <a:rPr lang="ja-JP" altLang="en-US" sz="900" b="1" dirty="0">
                <a:solidFill>
                  <a:schemeClr val="tx1"/>
                </a:solidFill>
                <a:latin typeface="+mn-ea"/>
              </a:rPr>
              <a:t>）</a:t>
            </a:r>
          </a:p>
        </p:txBody>
      </p:sp>
      <p:sp>
        <p:nvSpPr>
          <p:cNvPr id="24" name="正方形/長方形 23">
            <a:extLst>
              <a:ext uri="{FF2B5EF4-FFF2-40B4-BE49-F238E27FC236}">
                <a16:creationId xmlns:a16="http://schemas.microsoft.com/office/drawing/2014/main" id="{BA46A2E7-9A3A-CAE5-3A5E-172A8B2B4348}"/>
              </a:ext>
            </a:extLst>
          </p:cNvPr>
          <p:cNvSpPr/>
          <p:nvPr/>
        </p:nvSpPr>
        <p:spPr>
          <a:xfrm>
            <a:off x="4734689" y="1128389"/>
            <a:ext cx="2144795"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dirty="0">
                <a:solidFill>
                  <a:schemeClr val="tx1"/>
                </a:solidFill>
                <a:latin typeface="+mn-ea"/>
              </a:rPr>
              <a:t>AP</a:t>
            </a:r>
            <a:r>
              <a:rPr lang="ja-JP" altLang="en-US" sz="1400" b="1" dirty="0">
                <a:solidFill>
                  <a:schemeClr val="tx1"/>
                </a:solidFill>
                <a:latin typeface="+mn-ea"/>
              </a:rPr>
              <a:t>基盤</a:t>
            </a:r>
            <a:endParaRPr lang="en-US" altLang="ja-JP" sz="1400" b="1" dirty="0">
              <a:solidFill>
                <a:schemeClr val="tx1"/>
              </a:solidFill>
              <a:latin typeface="+mn-ea"/>
            </a:endParaRPr>
          </a:p>
          <a:p>
            <a:pPr algn="ctr"/>
            <a:r>
              <a:rPr lang="ja-JP" altLang="en-US" sz="1400" b="1" dirty="0">
                <a:solidFill>
                  <a:schemeClr val="tx1"/>
                </a:solidFill>
                <a:latin typeface="+mn-ea"/>
              </a:rPr>
              <a:t>（</a:t>
            </a:r>
            <a:r>
              <a:rPr lang="en-US" altLang="ja-JP" sz="1400" b="1" dirty="0">
                <a:solidFill>
                  <a:schemeClr val="tx1"/>
                </a:solidFill>
                <a:latin typeface="+mn-ea"/>
              </a:rPr>
              <a:t>Oracle</a:t>
            </a:r>
            <a:r>
              <a:rPr lang="ja-JP" altLang="en-US" sz="1400" b="1" dirty="0">
                <a:solidFill>
                  <a:schemeClr val="tx1"/>
                </a:solidFill>
                <a:latin typeface="+mn-ea"/>
              </a:rPr>
              <a:t> </a:t>
            </a:r>
            <a:r>
              <a:rPr lang="en-US" altLang="ja-JP" sz="1400" b="1" dirty="0" err="1">
                <a:solidFill>
                  <a:schemeClr val="tx1"/>
                </a:solidFill>
                <a:latin typeface="+mn-ea"/>
              </a:rPr>
              <a:t>Weblogic</a:t>
            </a:r>
            <a:r>
              <a:rPr lang="ja-JP" altLang="en-US" sz="1400" b="1" dirty="0">
                <a:solidFill>
                  <a:schemeClr val="tx1"/>
                </a:solidFill>
                <a:latin typeface="+mn-ea"/>
              </a:rPr>
              <a:t>）</a:t>
            </a:r>
          </a:p>
        </p:txBody>
      </p:sp>
      <p:sp>
        <p:nvSpPr>
          <p:cNvPr id="25" name="正方形/長方形 24">
            <a:extLst>
              <a:ext uri="{FF2B5EF4-FFF2-40B4-BE49-F238E27FC236}">
                <a16:creationId xmlns:a16="http://schemas.microsoft.com/office/drawing/2014/main" id="{1ACAF5D0-8D1A-DBF0-F79D-4F50C7528525}"/>
              </a:ext>
            </a:extLst>
          </p:cNvPr>
          <p:cNvSpPr/>
          <p:nvPr/>
        </p:nvSpPr>
        <p:spPr>
          <a:xfrm>
            <a:off x="4878440" y="1690833"/>
            <a:ext cx="1866687" cy="1109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21" name="正方形/長方形 20">
            <a:extLst>
              <a:ext uri="{FF2B5EF4-FFF2-40B4-BE49-F238E27FC236}">
                <a16:creationId xmlns:a16="http://schemas.microsoft.com/office/drawing/2014/main" id="{09C6D8C6-167E-FA6D-41E7-9A502D686A86}"/>
              </a:ext>
            </a:extLst>
          </p:cNvPr>
          <p:cNvSpPr/>
          <p:nvPr/>
        </p:nvSpPr>
        <p:spPr>
          <a:xfrm>
            <a:off x="7286564" y="766598"/>
            <a:ext cx="4456614" cy="1855994"/>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dirty="0">
                <a:solidFill>
                  <a:schemeClr val="tx1"/>
                </a:solidFill>
                <a:latin typeface="+mn-ea"/>
              </a:rPr>
              <a:t>インターネット</a:t>
            </a:r>
          </a:p>
        </p:txBody>
      </p:sp>
      <p:sp>
        <p:nvSpPr>
          <p:cNvPr id="2" name="タイトル 1">
            <a:extLst>
              <a:ext uri="{FF2B5EF4-FFF2-40B4-BE49-F238E27FC236}">
                <a16:creationId xmlns:a16="http://schemas.microsoft.com/office/drawing/2014/main" id="{46E0446B-576E-3D86-1A57-65764E4723E0}"/>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クラウドアーキ環境構成（</a:t>
            </a:r>
            <a:r>
              <a:rPr lang="en-US" altLang="ja-JP" dirty="0" err="1">
                <a:latin typeface="游明朝" panose="02020400000000000000" pitchFamily="18" charset="-128"/>
                <a:ea typeface="游明朝" panose="02020400000000000000" pitchFamily="18" charset="-128"/>
              </a:rPr>
              <a:t>AsIs</a:t>
            </a:r>
            <a:r>
              <a:rPr lang="ja-JP" altLang="en-US" dirty="0">
                <a:latin typeface="游明朝" panose="02020400000000000000" pitchFamily="18" charset="-128"/>
                <a:ea typeface="游明朝" panose="02020400000000000000" pitchFamily="18" charset="-128"/>
              </a:rPr>
              <a:t>） </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4A345FE7-4D25-DFD2-5DAA-714609A51445}"/>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791442B5-B64B-D5F8-626B-08E8CAA56A69}"/>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
        <p:nvSpPr>
          <p:cNvPr id="17" name="正方形/長方形 16">
            <a:extLst>
              <a:ext uri="{FF2B5EF4-FFF2-40B4-BE49-F238E27FC236}">
                <a16:creationId xmlns:a16="http://schemas.microsoft.com/office/drawing/2014/main" id="{10D791CA-35D2-4DAA-A53D-0D3825335216}"/>
              </a:ext>
            </a:extLst>
          </p:cNvPr>
          <p:cNvSpPr/>
          <p:nvPr/>
        </p:nvSpPr>
        <p:spPr>
          <a:xfrm>
            <a:off x="734671" y="1132151"/>
            <a:ext cx="2144795"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dirty="0">
                <a:solidFill>
                  <a:schemeClr val="tx1"/>
                </a:solidFill>
                <a:latin typeface="+mn-ea"/>
              </a:rPr>
              <a:t>DB</a:t>
            </a:r>
            <a:r>
              <a:rPr lang="ja-JP" altLang="en-US" sz="1400" b="1" dirty="0">
                <a:solidFill>
                  <a:schemeClr val="tx1"/>
                </a:solidFill>
                <a:latin typeface="+mn-ea"/>
              </a:rPr>
              <a:t>基盤</a:t>
            </a:r>
            <a:br>
              <a:rPr lang="en-US" altLang="ja-JP" sz="1400" b="1" dirty="0">
                <a:solidFill>
                  <a:schemeClr val="tx1"/>
                </a:solidFill>
                <a:latin typeface="+mn-ea"/>
              </a:rPr>
            </a:br>
            <a:r>
              <a:rPr lang="ja-JP" altLang="en-US" sz="1400" b="1" dirty="0">
                <a:solidFill>
                  <a:schemeClr val="tx1"/>
                </a:solidFill>
                <a:latin typeface="+mn-ea"/>
              </a:rPr>
              <a:t>（</a:t>
            </a:r>
            <a:r>
              <a:rPr lang="en-US" altLang="ja-JP" sz="1400" b="1" dirty="0">
                <a:solidFill>
                  <a:schemeClr val="tx1"/>
                </a:solidFill>
                <a:latin typeface="+mn-ea"/>
              </a:rPr>
              <a:t>Oracle</a:t>
            </a:r>
            <a:r>
              <a:rPr lang="ja-JP" altLang="en-US" sz="1400" b="1" dirty="0">
                <a:solidFill>
                  <a:schemeClr val="tx1"/>
                </a:solidFill>
                <a:latin typeface="+mn-ea"/>
              </a:rPr>
              <a:t> </a:t>
            </a:r>
            <a:r>
              <a:rPr lang="en-US" altLang="ja-JP" sz="1400" b="1" dirty="0">
                <a:solidFill>
                  <a:schemeClr val="tx1"/>
                </a:solidFill>
                <a:latin typeface="+mn-ea"/>
              </a:rPr>
              <a:t>Database</a:t>
            </a:r>
            <a:r>
              <a:rPr lang="ja-JP" altLang="en-US" sz="1400" b="1" dirty="0">
                <a:solidFill>
                  <a:schemeClr val="tx1"/>
                </a:solidFill>
                <a:latin typeface="+mn-ea"/>
              </a:rPr>
              <a:t>）</a:t>
            </a:r>
            <a:endParaRPr lang="en-US" altLang="ja-JP" sz="1400" b="1" dirty="0">
              <a:solidFill>
                <a:schemeClr val="tx1"/>
              </a:solidFill>
              <a:latin typeface="+mn-ea"/>
            </a:endParaRPr>
          </a:p>
        </p:txBody>
      </p:sp>
      <p:sp>
        <p:nvSpPr>
          <p:cNvPr id="18" name="正方形/長方形 17">
            <a:extLst>
              <a:ext uri="{FF2B5EF4-FFF2-40B4-BE49-F238E27FC236}">
                <a16:creationId xmlns:a16="http://schemas.microsoft.com/office/drawing/2014/main" id="{A7349BCB-900C-452E-9B5B-887F0E2FF0A5}"/>
              </a:ext>
            </a:extLst>
          </p:cNvPr>
          <p:cNvSpPr/>
          <p:nvPr/>
        </p:nvSpPr>
        <p:spPr>
          <a:xfrm>
            <a:off x="878422" y="1694595"/>
            <a:ext cx="1866687" cy="1109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cxnSp>
        <p:nvCxnSpPr>
          <p:cNvPr id="27" name="カギ線コネクタ 219">
            <a:extLst>
              <a:ext uri="{FF2B5EF4-FFF2-40B4-BE49-F238E27FC236}">
                <a16:creationId xmlns:a16="http://schemas.microsoft.com/office/drawing/2014/main" id="{4DC12F96-6611-42E1-A817-F9F0A67DB17D}"/>
              </a:ext>
            </a:extLst>
          </p:cNvPr>
          <p:cNvCxnSpPr>
            <a:cxnSpLocks/>
            <a:stCxn id="44" idx="0"/>
            <a:endCxn id="75" idx="2"/>
          </p:cNvCxnSpPr>
          <p:nvPr/>
        </p:nvCxnSpPr>
        <p:spPr>
          <a:xfrm rot="5400000" flipH="1" flipV="1">
            <a:off x="4607531" y="1633130"/>
            <a:ext cx="471388" cy="205193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36" name="カギ線コネクタ 288">
            <a:extLst>
              <a:ext uri="{FF2B5EF4-FFF2-40B4-BE49-F238E27FC236}">
                <a16:creationId xmlns:a16="http://schemas.microsoft.com/office/drawing/2014/main" id="{6E98C4B2-F4C0-41D4-AC3C-8940A2E5E5FA}"/>
              </a:ext>
            </a:extLst>
          </p:cNvPr>
          <p:cNvCxnSpPr>
            <a:cxnSpLocks/>
            <a:stCxn id="75" idx="1"/>
            <a:endCxn id="73" idx="4"/>
          </p:cNvCxnSpPr>
          <p:nvPr/>
        </p:nvCxnSpPr>
        <p:spPr>
          <a:xfrm rot="10800000" flipV="1">
            <a:off x="2189080" y="2179062"/>
            <a:ext cx="3086159" cy="9067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44" name="正方形/長方形 43">
            <a:extLst>
              <a:ext uri="{FF2B5EF4-FFF2-40B4-BE49-F238E27FC236}">
                <a16:creationId xmlns:a16="http://schemas.microsoft.com/office/drawing/2014/main" id="{C05DA46C-E1F3-4CC4-85A2-9A4C5B88904C}"/>
              </a:ext>
            </a:extLst>
          </p:cNvPr>
          <p:cNvSpPr/>
          <p:nvPr/>
        </p:nvSpPr>
        <p:spPr>
          <a:xfrm>
            <a:off x="2812413" y="2894793"/>
            <a:ext cx="2009685" cy="57019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dirty="0">
                <a:solidFill>
                  <a:schemeClr val="tx1"/>
                </a:solidFill>
                <a:latin typeface="+mn-ea"/>
              </a:rPr>
              <a:t>認証基盤</a:t>
            </a:r>
            <a:endParaRPr lang="en-US" altLang="ja-JP" sz="1400" b="1" dirty="0">
              <a:solidFill>
                <a:schemeClr val="tx1"/>
              </a:solidFill>
              <a:latin typeface="+mn-ea"/>
            </a:endParaRPr>
          </a:p>
          <a:p>
            <a:pPr algn="ctr"/>
            <a:r>
              <a:rPr lang="ja-JP" altLang="en-US" sz="1400" b="1" dirty="0">
                <a:solidFill>
                  <a:schemeClr val="tx1"/>
                </a:solidFill>
                <a:latin typeface="+mn-ea"/>
              </a:rPr>
              <a:t>（</a:t>
            </a:r>
            <a:r>
              <a:rPr lang="en-US" altLang="ja-JP" sz="1400" b="1" dirty="0">
                <a:solidFill>
                  <a:schemeClr val="tx1"/>
                </a:solidFill>
                <a:latin typeface="+mn-ea"/>
              </a:rPr>
              <a:t>Oracle</a:t>
            </a:r>
            <a:r>
              <a:rPr lang="ja-JP" altLang="en-US" sz="1400" b="1" dirty="0">
                <a:solidFill>
                  <a:schemeClr val="tx1"/>
                </a:solidFill>
                <a:latin typeface="+mn-ea"/>
              </a:rPr>
              <a:t> </a:t>
            </a:r>
            <a:r>
              <a:rPr lang="en-US" altLang="ja-JP" sz="1400" b="1" dirty="0" err="1">
                <a:solidFill>
                  <a:schemeClr val="tx1"/>
                </a:solidFill>
                <a:latin typeface="+mn-ea"/>
              </a:rPr>
              <a:t>Weblogic</a:t>
            </a:r>
            <a:r>
              <a:rPr lang="ja-JP" altLang="en-US" sz="1400" b="1" dirty="0">
                <a:solidFill>
                  <a:schemeClr val="tx1"/>
                </a:solidFill>
                <a:latin typeface="+mn-ea"/>
              </a:rPr>
              <a:t>）</a:t>
            </a:r>
          </a:p>
        </p:txBody>
      </p:sp>
      <p:sp>
        <p:nvSpPr>
          <p:cNvPr id="45" name="テキスト ボックス 114">
            <a:extLst>
              <a:ext uri="{FF2B5EF4-FFF2-40B4-BE49-F238E27FC236}">
                <a16:creationId xmlns:a16="http://schemas.microsoft.com/office/drawing/2014/main" id="{837CD691-34BC-43EA-B79D-666191C731F5}"/>
              </a:ext>
            </a:extLst>
          </p:cNvPr>
          <p:cNvSpPr txBox="1"/>
          <p:nvPr/>
        </p:nvSpPr>
        <p:spPr>
          <a:xfrm>
            <a:off x="5100053" y="4556248"/>
            <a:ext cx="1538285"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アプリバッチ​</a:t>
            </a:r>
            <a:endParaRPr kumimoji="1" lang="en-US" altLang="ja-JP" sz="900">
              <a:latin typeface="+mn-ea"/>
            </a:endParaRPr>
          </a:p>
        </p:txBody>
      </p:sp>
      <p:sp>
        <p:nvSpPr>
          <p:cNvPr id="73" name="フローチャート : 磁気ディスク 199">
            <a:extLst>
              <a:ext uri="{FF2B5EF4-FFF2-40B4-BE49-F238E27FC236}">
                <a16:creationId xmlns:a16="http://schemas.microsoft.com/office/drawing/2014/main" id="{5161C49B-0E10-491B-B4B3-FF68B56159AD}"/>
              </a:ext>
            </a:extLst>
          </p:cNvPr>
          <p:cNvSpPr/>
          <p:nvPr/>
        </p:nvSpPr>
        <p:spPr>
          <a:xfrm>
            <a:off x="1425056" y="1934720"/>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dirty="0">
                <a:solidFill>
                  <a:sysClr val="windowText" lastClr="000000"/>
                </a:solidFill>
                <a:latin typeface="+mn-ea"/>
              </a:rPr>
              <a:t>データベース</a:t>
            </a:r>
          </a:p>
        </p:txBody>
      </p:sp>
      <p:sp>
        <p:nvSpPr>
          <p:cNvPr id="75" name="Rectangle 92">
            <a:extLst>
              <a:ext uri="{FF2B5EF4-FFF2-40B4-BE49-F238E27FC236}">
                <a16:creationId xmlns:a16="http://schemas.microsoft.com/office/drawing/2014/main" id="{21C78C10-5A68-443A-A3D8-DF99621209CF}"/>
              </a:ext>
            </a:extLst>
          </p:cNvPr>
          <p:cNvSpPr>
            <a:spLocks noChangeArrowheads="1"/>
          </p:cNvSpPr>
          <p:nvPr/>
        </p:nvSpPr>
        <p:spPr bwMode="auto">
          <a:xfrm>
            <a:off x="5275238" y="1934720"/>
            <a:ext cx="1187914" cy="488685"/>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effectLst/>
                <a:latin typeface="+mn-ea"/>
              </a:rPr>
              <a:t>海外企業情報</a:t>
            </a:r>
            <a:endParaRPr lang="en-US" altLang="ja-JP" sz="1000" dirty="0">
              <a:effectLst/>
              <a:latin typeface="+mn-ea"/>
            </a:endParaRPr>
          </a:p>
          <a:p>
            <a:pPr algn="ctr"/>
            <a:r>
              <a:rPr lang="ja-JP" altLang="en-US" sz="1000" dirty="0">
                <a:effectLst/>
                <a:latin typeface="+mn-ea"/>
              </a:rPr>
              <a:t>システム</a:t>
            </a:r>
            <a:endParaRPr lang="ja-JP" altLang="ja-JP" sz="1000" dirty="0">
              <a:effectLst/>
              <a:latin typeface="+mn-ea"/>
            </a:endParaRPr>
          </a:p>
        </p:txBody>
      </p:sp>
      <p:pic>
        <p:nvPicPr>
          <p:cNvPr id="1026" name="Picture 2" descr="Informa D&amp;B">
            <a:extLst>
              <a:ext uri="{FF2B5EF4-FFF2-40B4-BE49-F238E27FC236}">
                <a16:creationId xmlns:a16="http://schemas.microsoft.com/office/drawing/2014/main" id="{36DB10C1-79DB-9D8B-8B7F-0F960CFFF3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1994" y="1267533"/>
            <a:ext cx="1165754" cy="1165754"/>
          </a:xfrm>
          <a:prstGeom prst="rect">
            <a:avLst/>
          </a:prstGeom>
          <a:noFill/>
          <a:extLst>
            <a:ext uri="{909E8E84-426E-40DD-AFC4-6F175D3DCCD1}">
              <a14:hiddenFill xmlns:a14="http://schemas.microsoft.com/office/drawing/2010/main">
                <a:solidFill>
                  <a:srgbClr val="FFFFFF"/>
                </a:solidFill>
              </a14:hiddenFill>
            </a:ext>
          </a:extLst>
        </p:spPr>
      </p:pic>
      <p:sp>
        <p:nvSpPr>
          <p:cNvPr id="38" name="正方形/長方形 37">
            <a:extLst>
              <a:ext uri="{FF2B5EF4-FFF2-40B4-BE49-F238E27FC236}">
                <a16:creationId xmlns:a16="http://schemas.microsoft.com/office/drawing/2014/main" id="{6755A397-8051-2C07-6457-C40193CDBCFC}"/>
              </a:ext>
            </a:extLst>
          </p:cNvPr>
          <p:cNvSpPr/>
          <p:nvPr/>
        </p:nvSpPr>
        <p:spPr>
          <a:xfrm>
            <a:off x="878422" y="4354288"/>
            <a:ext cx="1866687" cy="1109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40" name="正方形/長方形 39">
            <a:extLst>
              <a:ext uri="{FF2B5EF4-FFF2-40B4-BE49-F238E27FC236}">
                <a16:creationId xmlns:a16="http://schemas.microsoft.com/office/drawing/2014/main" id="{53ECC80A-A8B7-41A4-A025-F0FCAD15F16C}"/>
              </a:ext>
            </a:extLst>
          </p:cNvPr>
          <p:cNvSpPr/>
          <p:nvPr/>
        </p:nvSpPr>
        <p:spPr>
          <a:xfrm>
            <a:off x="953035" y="4481890"/>
            <a:ext cx="1679329" cy="80945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latin typeface="+mn-ea"/>
              </a:rPr>
              <a:t>ジョブネット</a:t>
            </a:r>
          </a:p>
        </p:txBody>
      </p:sp>
      <p:sp>
        <p:nvSpPr>
          <p:cNvPr id="43" name="テキスト ボックス 114">
            <a:extLst>
              <a:ext uri="{FF2B5EF4-FFF2-40B4-BE49-F238E27FC236}">
                <a16:creationId xmlns:a16="http://schemas.microsoft.com/office/drawing/2014/main" id="{B5B2BBDA-BE37-3105-CDB5-2CFD17C1A91A}"/>
              </a:ext>
            </a:extLst>
          </p:cNvPr>
          <p:cNvSpPr txBox="1"/>
          <p:nvPr/>
        </p:nvSpPr>
        <p:spPr>
          <a:xfrm>
            <a:off x="1033348" y="4737763"/>
            <a:ext cx="1538285"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dirty="0">
                <a:latin typeface="+mn-ea"/>
              </a:rPr>
              <a:t>企業情報初期化</a:t>
            </a:r>
            <a:endParaRPr kumimoji="1" lang="en-US" altLang="ja-JP" sz="900" dirty="0">
              <a:latin typeface="+mn-ea"/>
            </a:endParaRPr>
          </a:p>
        </p:txBody>
      </p:sp>
      <p:cxnSp>
        <p:nvCxnSpPr>
          <p:cNvPr id="49" name="カギ線コネクタ 321">
            <a:extLst>
              <a:ext uri="{FF2B5EF4-FFF2-40B4-BE49-F238E27FC236}">
                <a16:creationId xmlns:a16="http://schemas.microsoft.com/office/drawing/2014/main" id="{67CE7314-01D9-41F7-9FCA-782987FB958F}"/>
              </a:ext>
            </a:extLst>
          </p:cNvPr>
          <p:cNvCxnSpPr>
            <a:cxnSpLocks/>
            <a:stCxn id="43" idx="3"/>
            <a:endCxn id="45" idx="1"/>
          </p:cNvCxnSpPr>
          <p:nvPr/>
        </p:nvCxnSpPr>
        <p:spPr>
          <a:xfrm flipV="1">
            <a:off x="2571633" y="4705654"/>
            <a:ext cx="2528420" cy="181515"/>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55" name="カギ線コネクタ 288">
            <a:extLst>
              <a:ext uri="{FF2B5EF4-FFF2-40B4-BE49-F238E27FC236}">
                <a16:creationId xmlns:a16="http://schemas.microsoft.com/office/drawing/2014/main" id="{03336775-EC57-781D-9211-60535683ACA9}"/>
              </a:ext>
            </a:extLst>
          </p:cNvPr>
          <p:cNvCxnSpPr>
            <a:cxnSpLocks/>
            <a:stCxn id="45" idx="0"/>
            <a:endCxn id="73" idx="3"/>
          </p:cNvCxnSpPr>
          <p:nvPr/>
        </p:nvCxnSpPr>
        <p:spPr>
          <a:xfrm rot="16200000" flipV="1">
            <a:off x="2862384" y="1549436"/>
            <a:ext cx="1951496" cy="406212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80" name="カギ線コネクタ 321">
            <a:extLst>
              <a:ext uri="{FF2B5EF4-FFF2-40B4-BE49-F238E27FC236}">
                <a16:creationId xmlns:a16="http://schemas.microsoft.com/office/drawing/2014/main" id="{1ACBA543-E303-BB43-0A66-3AF42D825789}"/>
              </a:ext>
            </a:extLst>
          </p:cNvPr>
          <p:cNvCxnSpPr>
            <a:cxnSpLocks/>
            <a:stCxn id="45" idx="3"/>
            <a:endCxn id="1026" idx="1"/>
          </p:cNvCxnSpPr>
          <p:nvPr/>
        </p:nvCxnSpPr>
        <p:spPr>
          <a:xfrm flipV="1">
            <a:off x="6638338" y="1850410"/>
            <a:ext cx="2293656" cy="285524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84" name="カギ線コネクタ 321">
            <a:extLst>
              <a:ext uri="{FF2B5EF4-FFF2-40B4-BE49-F238E27FC236}">
                <a16:creationId xmlns:a16="http://schemas.microsoft.com/office/drawing/2014/main" id="{A69889A5-6CA2-B57B-C839-3F1EE274DAC7}"/>
              </a:ext>
            </a:extLst>
          </p:cNvPr>
          <p:cNvCxnSpPr>
            <a:cxnSpLocks/>
            <a:stCxn id="75" idx="3"/>
            <a:endCxn id="1026" idx="1"/>
          </p:cNvCxnSpPr>
          <p:nvPr/>
        </p:nvCxnSpPr>
        <p:spPr>
          <a:xfrm flipV="1">
            <a:off x="6463152" y="1850410"/>
            <a:ext cx="2468842" cy="32865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77137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10B81-291A-7E42-FD6B-BAC06FE80182}"/>
            </a:ext>
          </a:extLst>
        </p:cNvPr>
        <p:cNvGrpSpPr/>
        <p:nvPr/>
      </p:nvGrpSpPr>
      <p:grpSpPr>
        <a:xfrm>
          <a:off x="0" y="0"/>
          <a:ext cx="0" cy="0"/>
          <a:chOff x="0" y="0"/>
          <a:chExt cx="0" cy="0"/>
        </a:xfrm>
      </p:grpSpPr>
      <p:sp>
        <p:nvSpPr>
          <p:cNvPr id="8" name="正方形/長方形 7">
            <a:extLst>
              <a:ext uri="{FF2B5EF4-FFF2-40B4-BE49-F238E27FC236}">
                <a16:creationId xmlns:a16="http://schemas.microsoft.com/office/drawing/2014/main" id="{F1A798B5-19D7-BE32-33DA-B68409818F8F}"/>
              </a:ext>
            </a:extLst>
          </p:cNvPr>
          <p:cNvSpPr/>
          <p:nvPr/>
        </p:nvSpPr>
        <p:spPr>
          <a:xfrm>
            <a:off x="6935825" y="2789478"/>
            <a:ext cx="4807353" cy="3652494"/>
          </a:xfrm>
          <a:prstGeom prst="rect">
            <a:avLst/>
          </a:prstGeom>
          <a:ln/>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dirty="0">
              <a:solidFill>
                <a:schemeClr val="tx1"/>
              </a:solidFill>
              <a:latin typeface="+mn-ea"/>
            </a:endParaRPr>
          </a:p>
        </p:txBody>
      </p:sp>
      <p:sp>
        <p:nvSpPr>
          <p:cNvPr id="10" name="正方形/長方形 9">
            <a:extLst>
              <a:ext uri="{FF2B5EF4-FFF2-40B4-BE49-F238E27FC236}">
                <a16:creationId xmlns:a16="http://schemas.microsoft.com/office/drawing/2014/main" id="{18A45A07-0904-D69F-1AF3-F49F057EE260}"/>
              </a:ext>
            </a:extLst>
          </p:cNvPr>
          <p:cNvSpPr/>
          <p:nvPr/>
        </p:nvSpPr>
        <p:spPr>
          <a:xfrm>
            <a:off x="576000" y="766598"/>
            <a:ext cx="6539754" cy="5675373"/>
          </a:xfrm>
          <a:prstGeom prst="rect">
            <a:avLst/>
          </a:prstGeom>
          <a:ln/>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dirty="0">
                <a:solidFill>
                  <a:schemeClr val="tx1"/>
                </a:solidFill>
                <a:latin typeface="+mn-ea"/>
              </a:rPr>
              <a:t>Azure</a:t>
            </a:r>
            <a:endParaRPr lang="ja-JP" altLang="en-US" sz="1600" b="1" dirty="0">
              <a:solidFill>
                <a:schemeClr val="tx1"/>
              </a:solidFill>
              <a:latin typeface="+mn-ea"/>
            </a:endParaRPr>
          </a:p>
        </p:txBody>
      </p:sp>
      <p:sp>
        <p:nvSpPr>
          <p:cNvPr id="28" name="正方形/長方形 27">
            <a:extLst>
              <a:ext uri="{FF2B5EF4-FFF2-40B4-BE49-F238E27FC236}">
                <a16:creationId xmlns:a16="http://schemas.microsoft.com/office/drawing/2014/main" id="{2B023BB7-5C7E-8260-5362-10D62DAF636F}"/>
              </a:ext>
            </a:extLst>
          </p:cNvPr>
          <p:cNvSpPr/>
          <p:nvPr/>
        </p:nvSpPr>
        <p:spPr>
          <a:xfrm>
            <a:off x="4734689" y="3588646"/>
            <a:ext cx="2144795"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dirty="0">
                <a:solidFill>
                  <a:schemeClr val="tx1"/>
                </a:solidFill>
                <a:latin typeface="+mn-ea"/>
              </a:rPr>
              <a:t>バッチ基盤</a:t>
            </a:r>
            <a:endParaRPr lang="en-US" altLang="ja-JP" sz="1400" b="1" dirty="0">
              <a:solidFill>
                <a:schemeClr val="tx1"/>
              </a:solidFill>
              <a:latin typeface="+mn-ea"/>
            </a:endParaRPr>
          </a:p>
          <a:p>
            <a:pPr algn="ctr"/>
            <a:r>
              <a:rPr lang="en-US" altLang="ja-JP" sz="1400" b="1" dirty="0">
                <a:solidFill>
                  <a:schemeClr val="tx1"/>
                </a:solidFill>
                <a:latin typeface="+mn-ea"/>
              </a:rPr>
              <a:t>(</a:t>
            </a:r>
            <a:r>
              <a:rPr lang="ja-JP" altLang="en-US" sz="1400" b="1" dirty="0">
                <a:solidFill>
                  <a:schemeClr val="tx1"/>
                </a:solidFill>
                <a:latin typeface="+mn-ea"/>
              </a:rPr>
              <a:t>実行サーバ</a:t>
            </a:r>
            <a:r>
              <a:rPr lang="en-US" altLang="ja-JP" sz="1400" b="1" dirty="0">
                <a:solidFill>
                  <a:schemeClr val="tx1"/>
                </a:solidFill>
                <a:latin typeface="+mn-ea"/>
              </a:rPr>
              <a:t>)</a:t>
            </a:r>
            <a:endParaRPr lang="ja-JP" altLang="en-US" sz="1400" b="1" dirty="0">
              <a:solidFill>
                <a:schemeClr val="tx1"/>
              </a:solidFill>
              <a:latin typeface="+mn-ea"/>
            </a:endParaRPr>
          </a:p>
        </p:txBody>
      </p:sp>
      <p:sp>
        <p:nvSpPr>
          <p:cNvPr id="31" name="正方形/長方形 30">
            <a:extLst>
              <a:ext uri="{FF2B5EF4-FFF2-40B4-BE49-F238E27FC236}">
                <a16:creationId xmlns:a16="http://schemas.microsoft.com/office/drawing/2014/main" id="{54A980DD-9305-C638-2738-1737EBE5899E}"/>
              </a:ext>
            </a:extLst>
          </p:cNvPr>
          <p:cNvSpPr/>
          <p:nvPr/>
        </p:nvSpPr>
        <p:spPr>
          <a:xfrm>
            <a:off x="4878440" y="4151090"/>
            <a:ext cx="1866687" cy="131232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32" name="正方形/長方形 31">
            <a:extLst>
              <a:ext uri="{FF2B5EF4-FFF2-40B4-BE49-F238E27FC236}">
                <a16:creationId xmlns:a16="http://schemas.microsoft.com/office/drawing/2014/main" id="{EB6D3525-5870-0E93-CA63-86B936EE0B4D}"/>
              </a:ext>
            </a:extLst>
          </p:cNvPr>
          <p:cNvSpPr/>
          <p:nvPr/>
        </p:nvSpPr>
        <p:spPr>
          <a:xfrm>
            <a:off x="734671" y="3588646"/>
            <a:ext cx="2144795"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dirty="0">
                <a:solidFill>
                  <a:schemeClr val="tx1"/>
                </a:solidFill>
                <a:latin typeface="+mn-ea"/>
              </a:rPr>
              <a:t>バッチ基盤</a:t>
            </a:r>
            <a:endParaRPr lang="en-US" altLang="ja-JP" sz="1400" b="1" dirty="0">
              <a:solidFill>
                <a:schemeClr val="tx1"/>
              </a:solidFill>
              <a:latin typeface="+mn-ea"/>
            </a:endParaRPr>
          </a:p>
          <a:p>
            <a:pPr algn="ctr"/>
            <a:r>
              <a:rPr lang="en-US" altLang="ja-JP" sz="1400" b="1" dirty="0">
                <a:solidFill>
                  <a:schemeClr val="tx1"/>
                </a:solidFill>
                <a:latin typeface="+mn-ea"/>
              </a:rPr>
              <a:t>(</a:t>
            </a:r>
            <a:r>
              <a:rPr lang="ja-JP" altLang="en-US" sz="1400" b="1" dirty="0">
                <a:solidFill>
                  <a:schemeClr val="tx1"/>
                </a:solidFill>
                <a:latin typeface="+mn-ea"/>
              </a:rPr>
              <a:t>スケジュールサーバ</a:t>
            </a:r>
            <a:r>
              <a:rPr lang="en-US" altLang="ja-JP" sz="1400" b="1" dirty="0">
                <a:solidFill>
                  <a:schemeClr val="tx1"/>
                </a:solidFill>
                <a:latin typeface="+mn-ea"/>
              </a:rPr>
              <a:t>)</a:t>
            </a:r>
          </a:p>
          <a:p>
            <a:pPr algn="ctr"/>
            <a:r>
              <a:rPr lang="ja-JP" altLang="en-US" sz="1200" b="1" dirty="0">
                <a:solidFill>
                  <a:schemeClr val="tx1"/>
                </a:solidFill>
                <a:latin typeface="+mn-ea"/>
              </a:rPr>
              <a:t>（</a:t>
            </a:r>
            <a:r>
              <a:rPr lang="ja-JP" altLang="en-US" sz="1200" b="1" dirty="0">
                <a:solidFill>
                  <a:srgbClr val="FF0000"/>
                </a:solidFill>
                <a:latin typeface="+mn-ea"/>
              </a:rPr>
              <a:t>ユニリタ </a:t>
            </a:r>
            <a:r>
              <a:rPr lang="en-US" altLang="ja-JP" sz="1200" b="1" dirty="0">
                <a:solidFill>
                  <a:srgbClr val="FF0000"/>
                </a:solidFill>
                <a:latin typeface="+mn-ea"/>
              </a:rPr>
              <a:t>A-AUTO</a:t>
            </a:r>
            <a:r>
              <a:rPr lang="ja-JP" altLang="en-US" sz="900" b="1" dirty="0">
                <a:solidFill>
                  <a:schemeClr val="tx1"/>
                </a:solidFill>
                <a:latin typeface="+mn-ea"/>
              </a:rPr>
              <a:t>）</a:t>
            </a:r>
          </a:p>
        </p:txBody>
      </p:sp>
      <p:sp>
        <p:nvSpPr>
          <p:cNvPr id="24" name="正方形/長方形 23">
            <a:extLst>
              <a:ext uri="{FF2B5EF4-FFF2-40B4-BE49-F238E27FC236}">
                <a16:creationId xmlns:a16="http://schemas.microsoft.com/office/drawing/2014/main" id="{FC6E7895-D17A-0F28-E173-D01A474643D8}"/>
              </a:ext>
            </a:extLst>
          </p:cNvPr>
          <p:cNvSpPr/>
          <p:nvPr/>
        </p:nvSpPr>
        <p:spPr>
          <a:xfrm>
            <a:off x="4734689" y="1128389"/>
            <a:ext cx="2144795"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dirty="0">
                <a:solidFill>
                  <a:schemeClr val="tx1"/>
                </a:solidFill>
                <a:latin typeface="+mn-ea"/>
              </a:rPr>
              <a:t>AP</a:t>
            </a:r>
            <a:r>
              <a:rPr lang="ja-JP" altLang="en-US" sz="1400" b="1" dirty="0">
                <a:solidFill>
                  <a:schemeClr val="tx1"/>
                </a:solidFill>
                <a:latin typeface="+mn-ea"/>
              </a:rPr>
              <a:t>基盤</a:t>
            </a:r>
            <a:endParaRPr lang="en-US" altLang="ja-JP" sz="1400" b="1" dirty="0">
              <a:solidFill>
                <a:schemeClr val="tx1"/>
              </a:solidFill>
              <a:latin typeface="+mn-ea"/>
            </a:endParaRPr>
          </a:p>
          <a:p>
            <a:pPr algn="ctr"/>
            <a:r>
              <a:rPr lang="ja-JP" altLang="en-US" sz="1400" b="1" dirty="0">
                <a:solidFill>
                  <a:schemeClr val="tx1"/>
                </a:solidFill>
                <a:latin typeface="+mn-ea"/>
              </a:rPr>
              <a:t>（</a:t>
            </a:r>
            <a:r>
              <a:rPr lang="en-US" altLang="ja-JP" sz="1400" b="1" dirty="0">
                <a:solidFill>
                  <a:srgbClr val="FF0000"/>
                </a:solidFill>
                <a:latin typeface="+mn-ea"/>
              </a:rPr>
              <a:t>Azure</a:t>
            </a:r>
            <a:r>
              <a:rPr lang="ja-JP" altLang="en-US" sz="1400" b="1" dirty="0">
                <a:solidFill>
                  <a:srgbClr val="FF0000"/>
                </a:solidFill>
                <a:latin typeface="+mn-ea"/>
              </a:rPr>
              <a:t> </a:t>
            </a:r>
            <a:r>
              <a:rPr lang="en-US" altLang="ja-JP" sz="1400" b="1" dirty="0">
                <a:solidFill>
                  <a:srgbClr val="FF0000"/>
                </a:solidFill>
                <a:latin typeface="+mn-ea"/>
              </a:rPr>
              <a:t>App</a:t>
            </a:r>
            <a:r>
              <a:rPr lang="ja-JP" altLang="en-US" sz="1400" b="1" dirty="0">
                <a:solidFill>
                  <a:srgbClr val="FF0000"/>
                </a:solidFill>
                <a:latin typeface="+mn-ea"/>
              </a:rPr>
              <a:t> </a:t>
            </a:r>
            <a:r>
              <a:rPr lang="en-US" altLang="ja-JP" sz="1400" b="1" dirty="0">
                <a:solidFill>
                  <a:srgbClr val="FF0000"/>
                </a:solidFill>
                <a:latin typeface="+mn-ea"/>
              </a:rPr>
              <a:t>Service</a:t>
            </a:r>
            <a:r>
              <a:rPr lang="ja-JP" altLang="en-US" sz="1400" b="1" dirty="0">
                <a:solidFill>
                  <a:schemeClr val="tx1"/>
                </a:solidFill>
                <a:latin typeface="+mn-ea"/>
              </a:rPr>
              <a:t>）</a:t>
            </a:r>
          </a:p>
        </p:txBody>
      </p:sp>
      <p:sp>
        <p:nvSpPr>
          <p:cNvPr id="25" name="正方形/長方形 24">
            <a:extLst>
              <a:ext uri="{FF2B5EF4-FFF2-40B4-BE49-F238E27FC236}">
                <a16:creationId xmlns:a16="http://schemas.microsoft.com/office/drawing/2014/main" id="{B4653117-AA00-456B-4C3B-E968F40A05E6}"/>
              </a:ext>
            </a:extLst>
          </p:cNvPr>
          <p:cNvSpPr/>
          <p:nvPr/>
        </p:nvSpPr>
        <p:spPr>
          <a:xfrm>
            <a:off x="4878440" y="1875558"/>
            <a:ext cx="1866687" cy="1109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21" name="正方形/長方形 20">
            <a:extLst>
              <a:ext uri="{FF2B5EF4-FFF2-40B4-BE49-F238E27FC236}">
                <a16:creationId xmlns:a16="http://schemas.microsoft.com/office/drawing/2014/main" id="{D8BD1BA4-F4B6-40BA-7863-1B97F05B0F1A}"/>
              </a:ext>
            </a:extLst>
          </p:cNvPr>
          <p:cNvSpPr/>
          <p:nvPr/>
        </p:nvSpPr>
        <p:spPr>
          <a:xfrm>
            <a:off x="7286564" y="766598"/>
            <a:ext cx="4456614" cy="1855994"/>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dirty="0">
                <a:solidFill>
                  <a:schemeClr val="tx1"/>
                </a:solidFill>
                <a:latin typeface="+mn-ea"/>
              </a:rPr>
              <a:t>インターネット</a:t>
            </a:r>
          </a:p>
        </p:txBody>
      </p:sp>
      <p:sp>
        <p:nvSpPr>
          <p:cNvPr id="2" name="タイトル 1">
            <a:extLst>
              <a:ext uri="{FF2B5EF4-FFF2-40B4-BE49-F238E27FC236}">
                <a16:creationId xmlns:a16="http://schemas.microsoft.com/office/drawing/2014/main" id="{96541C4B-E98A-9379-61C2-768CA3CC64D0}"/>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６</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クラウドアーキ環境構成（</a:t>
            </a:r>
            <a:r>
              <a:rPr lang="en-US" altLang="ja-JP" dirty="0" err="1">
                <a:latin typeface="游明朝" panose="02020400000000000000" pitchFamily="18" charset="-128"/>
                <a:ea typeface="游明朝" panose="02020400000000000000" pitchFamily="18" charset="-128"/>
              </a:rPr>
              <a:t>ToBe</a:t>
            </a:r>
            <a:r>
              <a:rPr lang="ja-JP" altLang="en-US" dirty="0">
                <a:latin typeface="游明朝" panose="02020400000000000000" pitchFamily="18" charset="-128"/>
                <a:ea typeface="游明朝" panose="02020400000000000000" pitchFamily="18" charset="-128"/>
              </a:rPr>
              <a:t>） </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0E8B14BD-DD9C-1D35-D186-91757D949DE4}"/>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CC752387-1593-E4EA-AF2D-71526503399D}"/>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sp>
        <p:nvSpPr>
          <p:cNvPr id="17" name="正方形/長方形 16">
            <a:extLst>
              <a:ext uri="{FF2B5EF4-FFF2-40B4-BE49-F238E27FC236}">
                <a16:creationId xmlns:a16="http://schemas.microsoft.com/office/drawing/2014/main" id="{0E4A0939-3728-AB5B-AD13-1E9BF08A9C02}"/>
              </a:ext>
            </a:extLst>
          </p:cNvPr>
          <p:cNvSpPr/>
          <p:nvPr/>
        </p:nvSpPr>
        <p:spPr>
          <a:xfrm>
            <a:off x="734671" y="1132151"/>
            <a:ext cx="2144795"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400" b="1" dirty="0">
                <a:solidFill>
                  <a:schemeClr val="tx1"/>
                </a:solidFill>
                <a:latin typeface="+mn-ea"/>
              </a:rPr>
              <a:t>DB</a:t>
            </a:r>
            <a:r>
              <a:rPr lang="ja-JP" altLang="en-US" sz="1400" b="1" dirty="0">
                <a:solidFill>
                  <a:schemeClr val="tx1"/>
                </a:solidFill>
                <a:latin typeface="+mn-ea"/>
              </a:rPr>
              <a:t>基盤</a:t>
            </a:r>
            <a:br>
              <a:rPr lang="en-US" altLang="ja-JP" sz="1400" b="1" dirty="0">
                <a:solidFill>
                  <a:schemeClr val="tx1"/>
                </a:solidFill>
                <a:latin typeface="+mn-ea"/>
              </a:rPr>
            </a:br>
            <a:r>
              <a:rPr lang="ja-JP" altLang="en-US" sz="1400" b="1" dirty="0">
                <a:solidFill>
                  <a:schemeClr val="tx1"/>
                </a:solidFill>
                <a:latin typeface="+mn-ea"/>
              </a:rPr>
              <a:t>（</a:t>
            </a:r>
            <a:r>
              <a:rPr lang="en-US" altLang="ja-JP" sz="1400" b="1" dirty="0">
                <a:solidFill>
                  <a:srgbClr val="FF0000"/>
                </a:solidFill>
                <a:latin typeface="+mn-ea"/>
              </a:rPr>
              <a:t>Oracle Database @Azure(ODAA</a:t>
            </a:r>
            <a:r>
              <a:rPr lang="en-US" altLang="ja-JP" sz="1400" b="1" dirty="0">
                <a:solidFill>
                  <a:schemeClr val="tx1"/>
                </a:solidFill>
                <a:latin typeface="+mn-ea"/>
              </a:rPr>
              <a:t>)</a:t>
            </a:r>
            <a:r>
              <a:rPr lang="ja-JP" altLang="en-US" sz="1400" b="1" dirty="0">
                <a:solidFill>
                  <a:schemeClr val="tx1"/>
                </a:solidFill>
                <a:latin typeface="+mn-ea"/>
              </a:rPr>
              <a:t>）</a:t>
            </a:r>
            <a:endParaRPr lang="en-US" altLang="ja-JP" sz="1400" b="1" dirty="0">
              <a:solidFill>
                <a:schemeClr val="tx1"/>
              </a:solidFill>
              <a:latin typeface="+mn-ea"/>
            </a:endParaRPr>
          </a:p>
        </p:txBody>
      </p:sp>
      <p:sp>
        <p:nvSpPr>
          <p:cNvPr id="18" name="正方形/長方形 17">
            <a:extLst>
              <a:ext uri="{FF2B5EF4-FFF2-40B4-BE49-F238E27FC236}">
                <a16:creationId xmlns:a16="http://schemas.microsoft.com/office/drawing/2014/main" id="{2E68451F-11C6-1B0A-1673-A947E01E01B6}"/>
              </a:ext>
            </a:extLst>
          </p:cNvPr>
          <p:cNvSpPr/>
          <p:nvPr/>
        </p:nvSpPr>
        <p:spPr>
          <a:xfrm>
            <a:off x="878422" y="1879320"/>
            <a:ext cx="1866687" cy="1109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cxnSp>
        <p:nvCxnSpPr>
          <p:cNvPr id="27" name="カギ線コネクタ 219">
            <a:extLst>
              <a:ext uri="{FF2B5EF4-FFF2-40B4-BE49-F238E27FC236}">
                <a16:creationId xmlns:a16="http://schemas.microsoft.com/office/drawing/2014/main" id="{707D9F75-F15F-DF13-A0F7-8E93D72C28A8}"/>
              </a:ext>
            </a:extLst>
          </p:cNvPr>
          <p:cNvCxnSpPr>
            <a:cxnSpLocks/>
            <a:endCxn id="75" idx="2"/>
          </p:cNvCxnSpPr>
          <p:nvPr/>
        </p:nvCxnSpPr>
        <p:spPr>
          <a:xfrm rot="5400000" flipH="1" flipV="1">
            <a:off x="4693932" y="1741353"/>
            <a:ext cx="308485" cy="2042041"/>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36" name="カギ線コネクタ 288">
            <a:extLst>
              <a:ext uri="{FF2B5EF4-FFF2-40B4-BE49-F238E27FC236}">
                <a16:creationId xmlns:a16="http://schemas.microsoft.com/office/drawing/2014/main" id="{B257EA4F-0E54-BD07-027A-B0C7410C4857}"/>
              </a:ext>
            </a:extLst>
          </p:cNvPr>
          <p:cNvCxnSpPr>
            <a:cxnSpLocks/>
            <a:stCxn id="75" idx="1"/>
            <a:endCxn id="73" idx="4"/>
          </p:cNvCxnSpPr>
          <p:nvPr/>
        </p:nvCxnSpPr>
        <p:spPr>
          <a:xfrm rot="10800000" flipV="1">
            <a:off x="2189080" y="2363787"/>
            <a:ext cx="3086159" cy="9067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45" name="テキスト ボックス 114">
            <a:extLst>
              <a:ext uri="{FF2B5EF4-FFF2-40B4-BE49-F238E27FC236}">
                <a16:creationId xmlns:a16="http://schemas.microsoft.com/office/drawing/2014/main" id="{F1C555EF-39B3-9C19-7E6E-B122ABC40F40}"/>
              </a:ext>
            </a:extLst>
          </p:cNvPr>
          <p:cNvSpPr txBox="1"/>
          <p:nvPr/>
        </p:nvSpPr>
        <p:spPr>
          <a:xfrm>
            <a:off x="5100053" y="4350573"/>
            <a:ext cx="1538285"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アプリバッチ​</a:t>
            </a:r>
            <a:endParaRPr kumimoji="1" lang="en-US" altLang="ja-JP" sz="900">
              <a:latin typeface="+mn-ea"/>
            </a:endParaRPr>
          </a:p>
        </p:txBody>
      </p:sp>
      <p:sp>
        <p:nvSpPr>
          <p:cNvPr id="73" name="フローチャート : 磁気ディスク 199">
            <a:extLst>
              <a:ext uri="{FF2B5EF4-FFF2-40B4-BE49-F238E27FC236}">
                <a16:creationId xmlns:a16="http://schemas.microsoft.com/office/drawing/2014/main" id="{0B7F4DBF-C2F4-0E3D-A19A-DBF57BFD160A}"/>
              </a:ext>
            </a:extLst>
          </p:cNvPr>
          <p:cNvSpPr/>
          <p:nvPr/>
        </p:nvSpPr>
        <p:spPr>
          <a:xfrm>
            <a:off x="1425056" y="2119445"/>
            <a:ext cx="764023" cy="670032"/>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dirty="0">
                <a:solidFill>
                  <a:sysClr val="windowText" lastClr="000000"/>
                </a:solidFill>
                <a:latin typeface="+mn-ea"/>
              </a:rPr>
              <a:t>データベース</a:t>
            </a:r>
          </a:p>
        </p:txBody>
      </p:sp>
      <p:sp>
        <p:nvSpPr>
          <p:cNvPr id="75" name="Rectangle 92">
            <a:extLst>
              <a:ext uri="{FF2B5EF4-FFF2-40B4-BE49-F238E27FC236}">
                <a16:creationId xmlns:a16="http://schemas.microsoft.com/office/drawing/2014/main" id="{A3940161-C100-3B4F-3599-21B24D576C4F}"/>
              </a:ext>
            </a:extLst>
          </p:cNvPr>
          <p:cNvSpPr>
            <a:spLocks noChangeArrowheads="1"/>
          </p:cNvSpPr>
          <p:nvPr/>
        </p:nvSpPr>
        <p:spPr bwMode="auto">
          <a:xfrm>
            <a:off x="5275238" y="2119445"/>
            <a:ext cx="1187914" cy="488685"/>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000" dirty="0">
                <a:effectLst/>
                <a:latin typeface="+mn-ea"/>
              </a:rPr>
              <a:t>海外企業情報</a:t>
            </a:r>
            <a:endParaRPr lang="en-US" altLang="ja-JP" sz="1000" dirty="0">
              <a:effectLst/>
              <a:latin typeface="+mn-ea"/>
            </a:endParaRPr>
          </a:p>
          <a:p>
            <a:pPr algn="ctr"/>
            <a:r>
              <a:rPr lang="ja-JP" altLang="en-US" sz="1000" dirty="0">
                <a:effectLst/>
                <a:latin typeface="+mn-ea"/>
              </a:rPr>
              <a:t>システム</a:t>
            </a:r>
            <a:endParaRPr lang="ja-JP" altLang="ja-JP" sz="1000" dirty="0">
              <a:effectLst/>
              <a:latin typeface="+mn-ea"/>
            </a:endParaRPr>
          </a:p>
        </p:txBody>
      </p:sp>
      <p:pic>
        <p:nvPicPr>
          <p:cNvPr id="1026" name="Picture 2" descr="Informa D&amp;B">
            <a:extLst>
              <a:ext uri="{FF2B5EF4-FFF2-40B4-BE49-F238E27FC236}">
                <a16:creationId xmlns:a16="http://schemas.microsoft.com/office/drawing/2014/main" id="{D9028F58-E91D-D949-2048-4A2C17C80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1994" y="1267533"/>
            <a:ext cx="1165754" cy="1165754"/>
          </a:xfrm>
          <a:prstGeom prst="rect">
            <a:avLst/>
          </a:prstGeom>
          <a:noFill/>
          <a:extLst>
            <a:ext uri="{909E8E84-426E-40DD-AFC4-6F175D3DCCD1}">
              <a14:hiddenFill xmlns:a14="http://schemas.microsoft.com/office/drawing/2010/main">
                <a:solidFill>
                  <a:srgbClr val="FFFFFF"/>
                </a:solidFill>
              </a14:hiddenFill>
            </a:ext>
          </a:extLst>
        </p:spPr>
      </p:pic>
      <p:sp>
        <p:nvSpPr>
          <p:cNvPr id="38" name="正方形/長方形 37">
            <a:extLst>
              <a:ext uri="{FF2B5EF4-FFF2-40B4-BE49-F238E27FC236}">
                <a16:creationId xmlns:a16="http://schemas.microsoft.com/office/drawing/2014/main" id="{AFDE6129-84EC-7EAB-18CE-A7444603ED95}"/>
              </a:ext>
            </a:extLst>
          </p:cNvPr>
          <p:cNvSpPr/>
          <p:nvPr/>
        </p:nvSpPr>
        <p:spPr>
          <a:xfrm>
            <a:off x="878422" y="4354288"/>
            <a:ext cx="1866687" cy="124641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40" name="正方形/長方形 39">
            <a:extLst>
              <a:ext uri="{FF2B5EF4-FFF2-40B4-BE49-F238E27FC236}">
                <a16:creationId xmlns:a16="http://schemas.microsoft.com/office/drawing/2014/main" id="{FDDFABE7-608B-A21F-6DA7-9F495F1BF44B}"/>
              </a:ext>
            </a:extLst>
          </p:cNvPr>
          <p:cNvSpPr/>
          <p:nvPr/>
        </p:nvSpPr>
        <p:spPr>
          <a:xfrm>
            <a:off x="953035" y="4481890"/>
            <a:ext cx="1679329" cy="981527"/>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dirty="0">
                <a:solidFill>
                  <a:sysClr val="windowText" lastClr="000000"/>
                </a:solidFill>
                <a:latin typeface="+mn-ea"/>
              </a:rPr>
              <a:t>ジョブネット</a:t>
            </a:r>
            <a:r>
              <a:rPr lang="en-US" altLang="ja-JP" sz="900" b="1" dirty="0">
                <a:solidFill>
                  <a:srgbClr val="FF0000"/>
                </a:solidFill>
                <a:latin typeface="+mn-ea"/>
              </a:rPr>
              <a:t>(DP</a:t>
            </a:r>
            <a:r>
              <a:rPr lang="ja-JP" altLang="en-US" sz="900" b="1" dirty="0">
                <a:solidFill>
                  <a:srgbClr val="FF0000"/>
                </a:solidFill>
                <a:latin typeface="+mn-ea"/>
              </a:rPr>
              <a:t>課担当</a:t>
            </a:r>
            <a:r>
              <a:rPr lang="en-US" altLang="ja-JP" sz="900" b="1" dirty="0">
                <a:solidFill>
                  <a:srgbClr val="FF0000"/>
                </a:solidFill>
                <a:latin typeface="+mn-ea"/>
              </a:rPr>
              <a:t>)</a:t>
            </a:r>
            <a:endParaRPr lang="ja-JP" altLang="en-US" sz="900" b="1" dirty="0">
              <a:solidFill>
                <a:srgbClr val="FF0000"/>
              </a:solidFill>
              <a:latin typeface="+mn-ea"/>
            </a:endParaRPr>
          </a:p>
        </p:txBody>
      </p:sp>
      <p:sp>
        <p:nvSpPr>
          <p:cNvPr id="43" name="テキスト ボックス 114">
            <a:extLst>
              <a:ext uri="{FF2B5EF4-FFF2-40B4-BE49-F238E27FC236}">
                <a16:creationId xmlns:a16="http://schemas.microsoft.com/office/drawing/2014/main" id="{F3257B1B-3B3B-6188-F82C-C962C2F84444}"/>
              </a:ext>
            </a:extLst>
          </p:cNvPr>
          <p:cNvSpPr txBox="1"/>
          <p:nvPr/>
        </p:nvSpPr>
        <p:spPr>
          <a:xfrm>
            <a:off x="1033348" y="4737763"/>
            <a:ext cx="1538285"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dirty="0">
                <a:latin typeface="+mn-ea"/>
              </a:rPr>
              <a:t>企業情報初期化</a:t>
            </a:r>
            <a:endParaRPr kumimoji="1" lang="en-US" altLang="ja-JP" sz="900" dirty="0">
              <a:latin typeface="+mn-ea"/>
            </a:endParaRPr>
          </a:p>
        </p:txBody>
      </p:sp>
      <p:cxnSp>
        <p:nvCxnSpPr>
          <p:cNvPr id="49" name="カギ線コネクタ 321">
            <a:extLst>
              <a:ext uri="{FF2B5EF4-FFF2-40B4-BE49-F238E27FC236}">
                <a16:creationId xmlns:a16="http://schemas.microsoft.com/office/drawing/2014/main" id="{F2A300BE-D48E-52A6-1224-76666ED617C3}"/>
              </a:ext>
            </a:extLst>
          </p:cNvPr>
          <p:cNvCxnSpPr>
            <a:cxnSpLocks/>
            <a:stCxn id="40" idx="3"/>
            <a:endCxn id="41" idx="1"/>
          </p:cNvCxnSpPr>
          <p:nvPr/>
        </p:nvCxnSpPr>
        <p:spPr>
          <a:xfrm>
            <a:off x="2632364" y="4972654"/>
            <a:ext cx="2467689" cy="22449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55" name="カギ線コネクタ 288">
            <a:extLst>
              <a:ext uri="{FF2B5EF4-FFF2-40B4-BE49-F238E27FC236}">
                <a16:creationId xmlns:a16="http://schemas.microsoft.com/office/drawing/2014/main" id="{57832F86-4090-A19B-6557-259EF499BB04}"/>
              </a:ext>
            </a:extLst>
          </p:cNvPr>
          <p:cNvCxnSpPr>
            <a:cxnSpLocks/>
            <a:stCxn id="45" idx="0"/>
            <a:endCxn id="73" idx="3"/>
          </p:cNvCxnSpPr>
          <p:nvPr/>
        </p:nvCxnSpPr>
        <p:spPr>
          <a:xfrm rot="16200000" flipV="1">
            <a:off x="3057584" y="1538961"/>
            <a:ext cx="1561096" cy="406212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80" name="カギ線コネクタ 321">
            <a:extLst>
              <a:ext uri="{FF2B5EF4-FFF2-40B4-BE49-F238E27FC236}">
                <a16:creationId xmlns:a16="http://schemas.microsoft.com/office/drawing/2014/main" id="{F5449BA5-F5E9-BE01-5F4E-F17026F58888}"/>
              </a:ext>
            </a:extLst>
          </p:cNvPr>
          <p:cNvCxnSpPr>
            <a:cxnSpLocks/>
            <a:stCxn id="45" idx="3"/>
            <a:endCxn id="9" idx="1"/>
          </p:cNvCxnSpPr>
          <p:nvPr/>
        </p:nvCxnSpPr>
        <p:spPr>
          <a:xfrm>
            <a:off x="6638338" y="4499979"/>
            <a:ext cx="723478" cy="16045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84" name="カギ線コネクタ 321">
            <a:extLst>
              <a:ext uri="{FF2B5EF4-FFF2-40B4-BE49-F238E27FC236}">
                <a16:creationId xmlns:a16="http://schemas.microsoft.com/office/drawing/2014/main" id="{9AC30006-16FC-2732-3E38-FB52FD1B7B7D}"/>
              </a:ext>
            </a:extLst>
          </p:cNvPr>
          <p:cNvCxnSpPr>
            <a:cxnSpLocks/>
            <a:stCxn id="75" idx="3"/>
            <a:endCxn id="9" idx="1"/>
          </p:cNvCxnSpPr>
          <p:nvPr/>
        </p:nvCxnSpPr>
        <p:spPr>
          <a:xfrm>
            <a:off x="6463152" y="2363788"/>
            <a:ext cx="898664" cy="2296648"/>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7" name="正方形/長方形 6">
            <a:extLst>
              <a:ext uri="{FF2B5EF4-FFF2-40B4-BE49-F238E27FC236}">
                <a16:creationId xmlns:a16="http://schemas.microsoft.com/office/drawing/2014/main" id="{72400477-C72C-ABF5-92E3-9D068F4D32F8}"/>
              </a:ext>
            </a:extLst>
          </p:cNvPr>
          <p:cNvSpPr/>
          <p:nvPr/>
        </p:nvSpPr>
        <p:spPr>
          <a:xfrm>
            <a:off x="2812413" y="2894793"/>
            <a:ext cx="2009685" cy="57019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dirty="0">
                <a:solidFill>
                  <a:schemeClr val="tx1"/>
                </a:solidFill>
                <a:latin typeface="+mn-ea"/>
              </a:rPr>
              <a:t>認証基盤</a:t>
            </a:r>
            <a:endParaRPr lang="en-US" altLang="ja-JP" sz="1400" b="1" dirty="0">
              <a:solidFill>
                <a:schemeClr val="tx1"/>
              </a:solidFill>
              <a:latin typeface="+mn-ea"/>
            </a:endParaRPr>
          </a:p>
          <a:p>
            <a:pPr algn="ctr"/>
            <a:r>
              <a:rPr lang="ja-JP" altLang="en-US" sz="1400" b="1" dirty="0">
                <a:solidFill>
                  <a:schemeClr val="tx1"/>
                </a:solidFill>
                <a:latin typeface="+mn-ea"/>
              </a:rPr>
              <a:t>（</a:t>
            </a:r>
            <a:r>
              <a:rPr lang="en-US" altLang="ja-JP" sz="1400" b="1" dirty="0">
                <a:solidFill>
                  <a:srgbClr val="FF0000"/>
                </a:solidFill>
                <a:latin typeface="+mn-ea"/>
              </a:rPr>
              <a:t>Azure</a:t>
            </a:r>
            <a:r>
              <a:rPr lang="ja-JP" altLang="en-US" sz="1400" b="1" dirty="0">
                <a:solidFill>
                  <a:srgbClr val="FF0000"/>
                </a:solidFill>
                <a:latin typeface="+mn-ea"/>
              </a:rPr>
              <a:t> </a:t>
            </a:r>
            <a:r>
              <a:rPr lang="en-US" altLang="ja-JP" sz="1400" b="1" dirty="0">
                <a:solidFill>
                  <a:srgbClr val="FF0000"/>
                </a:solidFill>
                <a:latin typeface="+mn-ea"/>
              </a:rPr>
              <a:t>Entra ID</a:t>
            </a:r>
            <a:r>
              <a:rPr lang="ja-JP" altLang="en-US" sz="1400" b="1" dirty="0">
                <a:solidFill>
                  <a:schemeClr val="tx1"/>
                </a:solidFill>
                <a:latin typeface="+mn-ea"/>
              </a:rPr>
              <a:t>）</a:t>
            </a:r>
          </a:p>
        </p:txBody>
      </p:sp>
      <p:sp>
        <p:nvSpPr>
          <p:cNvPr id="9" name="正方形/長方形 8">
            <a:extLst>
              <a:ext uri="{FF2B5EF4-FFF2-40B4-BE49-F238E27FC236}">
                <a16:creationId xmlns:a16="http://schemas.microsoft.com/office/drawing/2014/main" id="{B1B9AEE3-A192-BB76-1802-0EB7CD9AE45B}"/>
              </a:ext>
            </a:extLst>
          </p:cNvPr>
          <p:cNvSpPr/>
          <p:nvPr/>
        </p:nvSpPr>
        <p:spPr>
          <a:xfrm>
            <a:off x="7361816" y="3599697"/>
            <a:ext cx="2144795" cy="2121478"/>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dirty="0">
                <a:solidFill>
                  <a:schemeClr val="tx1"/>
                </a:solidFill>
                <a:latin typeface="+mn-ea"/>
              </a:rPr>
              <a:t>外部</a:t>
            </a:r>
            <a:r>
              <a:rPr lang="en-US" altLang="ja-JP" sz="1400" b="1" dirty="0">
                <a:solidFill>
                  <a:schemeClr val="tx1"/>
                </a:solidFill>
                <a:latin typeface="+mn-ea"/>
              </a:rPr>
              <a:t>API</a:t>
            </a:r>
            <a:r>
              <a:rPr lang="ja-JP" altLang="en-US" sz="1400" b="1" dirty="0">
                <a:solidFill>
                  <a:schemeClr val="tx1"/>
                </a:solidFill>
                <a:latin typeface="+mn-ea"/>
              </a:rPr>
              <a:t>管理</a:t>
            </a:r>
            <a:endParaRPr lang="en-US" altLang="ja-JP" sz="1400" b="1" dirty="0">
              <a:solidFill>
                <a:schemeClr val="tx1"/>
              </a:solidFill>
              <a:latin typeface="+mn-ea"/>
            </a:endParaRPr>
          </a:p>
          <a:p>
            <a:pPr algn="ctr"/>
            <a:r>
              <a:rPr lang="ja-JP" altLang="en-US" sz="1400" b="1" dirty="0">
                <a:solidFill>
                  <a:schemeClr val="tx1"/>
                </a:solidFill>
                <a:latin typeface="+mn-ea"/>
              </a:rPr>
              <a:t>（</a:t>
            </a:r>
            <a:r>
              <a:rPr lang="en-US" altLang="ja-JP" sz="1400" b="1" dirty="0">
                <a:solidFill>
                  <a:srgbClr val="FF0000"/>
                </a:solidFill>
                <a:latin typeface="+mn-ea"/>
              </a:rPr>
              <a:t>Azure API Management</a:t>
            </a:r>
            <a:r>
              <a:rPr lang="ja-JP" altLang="en-US" sz="1400" b="1" dirty="0">
                <a:solidFill>
                  <a:schemeClr val="tx1"/>
                </a:solidFill>
                <a:latin typeface="+mn-ea"/>
              </a:rPr>
              <a:t>）</a:t>
            </a:r>
          </a:p>
        </p:txBody>
      </p:sp>
      <p:sp>
        <p:nvSpPr>
          <p:cNvPr id="11" name="テキスト ボックス 114">
            <a:extLst>
              <a:ext uri="{FF2B5EF4-FFF2-40B4-BE49-F238E27FC236}">
                <a16:creationId xmlns:a16="http://schemas.microsoft.com/office/drawing/2014/main" id="{E0499DCB-5BB9-145C-F868-2233A995015A}"/>
              </a:ext>
            </a:extLst>
          </p:cNvPr>
          <p:cNvSpPr txBox="1"/>
          <p:nvPr/>
        </p:nvSpPr>
        <p:spPr>
          <a:xfrm>
            <a:off x="7546722" y="4424699"/>
            <a:ext cx="1538285" cy="46765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endParaRPr kumimoji="1" lang="en-US" altLang="ja-JP" sz="900" dirty="0">
              <a:latin typeface="+mn-ea"/>
            </a:endParaRPr>
          </a:p>
        </p:txBody>
      </p:sp>
      <p:sp>
        <p:nvSpPr>
          <p:cNvPr id="12" name="テキスト ボックス 114">
            <a:extLst>
              <a:ext uri="{FF2B5EF4-FFF2-40B4-BE49-F238E27FC236}">
                <a16:creationId xmlns:a16="http://schemas.microsoft.com/office/drawing/2014/main" id="{EFB716A6-B7EA-39E3-E4D4-EDEA48EBCA19}"/>
              </a:ext>
            </a:extLst>
          </p:cNvPr>
          <p:cNvSpPr txBox="1"/>
          <p:nvPr/>
        </p:nvSpPr>
        <p:spPr>
          <a:xfrm>
            <a:off x="7699122" y="4577099"/>
            <a:ext cx="1538285" cy="46765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endParaRPr kumimoji="1" lang="en-US" altLang="ja-JP" sz="900" dirty="0">
              <a:latin typeface="+mn-ea"/>
            </a:endParaRPr>
          </a:p>
        </p:txBody>
      </p:sp>
      <p:sp>
        <p:nvSpPr>
          <p:cNvPr id="13" name="テキスト ボックス 114">
            <a:extLst>
              <a:ext uri="{FF2B5EF4-FFF2-40B4-BE49-F238E27FC236}">
                <a16:creationId xmlns:a16="http://schemas.microsoft.com/office/drawing/2014/main" id="{E621846B-89ED-05AC-6525-EDB8C7F79DB5}"/>
              </a:ext>
            </a:extLst>
          </p:cNvPr>
          <p:cNvSpPr txBox="1"/>
          <p:nvPr/>
        </p:nvSpPr>
        <p:spPr>
          <a:xfrm>
            <a:off x="7851522" y="4729499"/>
            <a:ext cx="1538285" cy="46765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dirty="0">
                <a:latin typeface="+mn-ea"/>
              </a:rPr>
              <a:t>各種</a:t>
            </a:r>
            <a:r>
              <a:rPr kumimoji="1" lang="en-US" altLang="ja-JP" sz="900" dirty="0">
                <a:latin typeface="+mn-ea"/>
              </a:rPr>
              <a:t>API</a:t>
            </a:r>
          </a:p>
          <a:p>
            <a:pPr algn="ctr"/>
            <a:r>
              <a:rPr kumimoji="1" lang="en-US" altLang="ja-JP" sz="900" b="1" dirty="0">
                <a:solidFill>
                  <a:srgbClr val="FF0000"/>
                </a:solidFill>
                <a:latin typeface="+mn-ea"/>
              </a:rPr>
              <a:t>(DP</a:t>
            </a:r>
            <a:r>
              <a:rPr kumimoji="1" lang="ja-JP" altLang="en-US" sz="900" b="1" dirty="0">
                <a:solidFill>
                  <a:srgbClr val="FF0000"/>
                </a:solidFill>
                <a:latin typeface="+mn-ea"/>
              </a:rPr>
              <a:t>課担当</a:t>
            </a:r>
            <a:r>
              <a:rPr kumimoji="1" lang="en-US" altLang="ja-JP" sz="900" b="1" dirty="0">
                <a:solidFill>
                  <a:srgbClr val="FF0000"/>
                </a:solidFill>
                <a:latin typeface="+mn-ea"/>
              </a:rPr>
              <a:t>)</a:t>
            </a:r>
          </a:p>
        </p:txBody>
      </p:sp>
      <p:cxnSp>
        <p:nvCxnSpPr>
          <p:cNvPr id="20" name="カギ線コネクタ 321">
            <a:extLst>
              <a:ext uri="{FF2B5EF4-FFF2-40B4-BE49-F238E27FC236}">
                <a16:creationId xmlns:a16="http://schemas.microsoft.com/office/drawing/2014/main" id="{29DF0AF8-5238-6FCB-7F56-8DE8A134236B}"/>
              </a:ext>
            </a:extLst>
          </p:cNvPr>
          <p:cNvCxnSpPr>
            <a:cxnSpLocks/>
            <a:stCxn id="11" idx="0"/>
            <a:endCxn id="1026" idx="3"/>
          </p:cNvCxnSpPr>
          <p:nvPr/>
        </p:nvCxnSpPr>
        <p:spPr>
          <a:xfrm rot="5400000" flipH="1" flipV="1">
            <a:off x="7919662" y="2246614"/>
            <a:ext cx="2574289" cy="1781883"/>
          </a:xfrm>
          <a:prstGeom prst="bentConnector4">
            <a:avLst>
              <a:gd name="adj1" fmla="val 38679"/>
              <a:gd name="adj2" fmla="val 112829"/>
            </a:avLst>
          </a:prstGeom>
          <a:ln>
            <a:tailEnd type="arrow"/>
          </a:ln>
        </p:spPr>
        <p:style>
          <a:lnRef idx="1">
            <a:schemeClr val="dk1"/>
          </a:lnRef>
          <a:fillRef idx="0">
            <a:schemeClr val="dk1"/>
          </a:fillRef>
          <a:effectRef idx="0">
            <a:schemeClr val="dk1"/>
          </a:effectRef>
          <a:fontRef idx="minor">
            <a:schemeClr val="tx1"/>
          </a:fontRef>
        </p:style>
      </p:cxnSp>
      <p:sp>
        <p:nvSpPr>
          <p:cNvPr id="41" name="テキスト ボックス 114">
            <a:extLst>
              <a:ext uri="{FF2B5EF4-FFF2-40B4-BE49-F238E27FC236}">
                <a16:creationId xmlns:a16="http://schemas.microsoft.com/office/drawing/2014/main" id="{9ABF6950-C1C0-D047-8F12-DA4505180383}"/>
              </a:ext>
            </a:extLst>
          </p:cNvPr>
          <p:cNvSpPr txBox="1"/>
          <p:nvPr/>
        </p:nvSpPr>
        <p:spPr>
          <a:xfrm>
            <a:off x="5100053" y="5008244"/>
            <a:ext cx="1538285" cy="377814"/>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dirty="0">
                <a:latin typeface="+mn-ea"/>
              </a:rPr>
              <a:t>起動スクリプト</a:t>
            </a:r>
            <a:endParaRPr kumimoji="1" lang="en-US" altLang="ja-JP" sz="900" dirty="0">
              <a:latin typeface="+mn-ea"/>
            </a:endParaRPr>
          </a:p>
          <a:p>
            <a:pPr algn="ctr"/>
            <a:r>
              <a:rPr kumimoji="1" lang="en-US" altLang="ja-JP" sz="900" b="1" dirty="0">
                <a:solidFill>
                  <a:srgbClr val="FF0000"/>
                </a:solidFill>
                <a:latin typeface="+mn-ea"/>
              </a:rPr>
              <a:t>(DP</a:t>
            </a:r>
            <a:r>
              <a:rPr kumimoji="1" lang="ja-JP" altLang="en-US" sz="900" b="1" dirty="0">
                <a:solidFill>
                  <a:srgbClr val="FF0000"/>
                </a:solidFill>
                <a:latin typeface="+mn-ea"/>
              </a:rPr>
              <a:t>課担当</a:t>
            </a:r>
            <a:r>
              <a:rPr kumimoji="1" lang="en-US" altLang="ja-JP" sz="900" b="1" dirty="0">
                <a:solidFill>
                  <a:srgbClr val="FF0000"/>
                </a:solidFill>
                <a:latin typeface="+mn-ea"/>
              </a:rPr>
              <a:t>)</a:t>
            </a:r>
          </a:p>
        </p:txBody>
      </p:sp>
      <p:cxnSp>
        <p:nvCxnSpPr>
          <p:cNvPr id="46" name="カギ線コネクタ 321">
            <a:extLst>
              <a:ext uri="{FF2B5EF4-FFF2-40B4-BE49-F238E27FC236}">
                <a16:creationId xmlns:a16="http://schemas.microsoft.com/office/drawing/2014/main" id="{BB923373-57CD-F7BC-122B-406B9E867875}"/>
              </a:ext>
            </a:extLst>
          </p:cNvPr>
          <p:cNvCxnSpPr>
            <a:cxnSpLocks/>
            <a:stCxn id="41" idx="0"/>
            <a:endCxn id="45" idx="2"/>
          </p:cNvCxnSpPr>
          <p:nvPr/>
        </p:nvCxnSpPr>
        <p:spPr>
          <a:xfrm rot="5400000" flipH="1" flipV="1">
            <a:off x="5689767" y="4828815"/>
            <a:ext cx="358859" cy="12700"/>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59" name="テキスト ボックス 114">
            <a:extLst>
              <a:ext uri="{FF2B5EF4-FFF2-40B4-BE49-F238E27FC236}">
                <a16:creationId xmlns:a16="http://schemas.microsoft.com/office/drawing/2014/main" id="{EF4A6E80-EBB6-5F4B-94D6-C70BED447AB0}"/>
              </a:ext>
            </a:extLst>
          </p:cNvPr>
          <p:cNvSpPr txBox="1"/>
          <p:nvPr/>
        </p:nvSpPr>
        <p:spPr>
          <a:xfrm>
            <a:off x="1033348" y="5109653"/>
            <a:ext cx="1538285" cy="298812"/>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lIns="91440" tIns="45720" rIns="91440" bIns="4572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dirty="0">
                <a:latin typeface="+mn-ea"/>
              </a:rPr>
              <a:t>IDM</a:t>
            </a:r>
            <a:r>
              <a:rPr kumimoji="1" lang="ja-JP" altLang="en-US" sz="900" dirty="0">
                <a:latin typeface="+mn-ea"/>
              </a:rPr>
              <a:t>取込</a:t>
            </a:r>
            <a:r>
              <a:rPr kumimoji="1" lang="en-US" altLang="ja-JP" sz="900" dirty="0">
                <a:latin typeface="+mn-ea"/>
              </a:rPr>
              <a:t>(</a:t>
            </a:r>
            <a:r>
              <a:rPr kumimoji="1" lang="ja-JP" altLang="en-US" sz="900" dirty="0">
                <a:latin typeface="+mn-ea"/>
              </a:rPr>
              <a:t>組織情報</a:t>
            </a:r>
            <a:r>
              <a:rPr kumimoji="1" lang="en-US" altLang="ja-JP" sz="900" dirty="0">
                <a:latin typeface="+mn-ea"/>
              </a:rPr>
              <a:t>)</a:t>
            </a:r>
          </a:p>
        </p:txBody>
      </p:sp>
      <p:sp>
        <p:nvSpPr>
          <p:cNvPr id="65" name="正方形/長方形 64">
            <a:extLst>
              <a:ext uri="{FF2B5EF4-FFF2-40B4-BE49-F238E27FC236}">
                <a16:creationId xmlns:a16="http://schemas.microsoft.com/office/drawing/2014/main" id="{16AFAFAA-5F44-E962-EDAE-986FC66EDD26}"/>
              </a:ext>
            </a:extLst>
          </p:cNvPr>
          <p:cNvSpPr/>
          <p:nvPr/>
        </p:nvSpPr>
        <p:spPr>
          <a:xfrm>
            <a:off x="10080925" y="4887169"/>
            <a:ext cx="1441122"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400" b="1" dirty="0">
                <a:solidFill>
                  <a:schemeClr val="tx1"/>
                </a:solidFill>
                <a:latin typeface="+mn-ea"/>
              </a:rPr>
              <a:t>連携基盤</a:t>
            </a:r>
            <a:endParaRPr lang="en-US" altLang="ja-JP" sz="1400" b="1" dirty="0">
              <a:solidFill>
                <a:schemeClr val="tx1"/>
              </a:solidFill>
              <a:latin typeface="+mn-ea"/>
            </a:endParaRPr>
          </a:p>
          <a:p>
            <a:pPr algn="ctr"/>
            <a:r>
              <a:rPr lang="ja-JP" altLang="en-US" sz="1400" b="1" dirty="0">
                <a:solidFill>
                  <a:srgbClr val="FF0000"/>
                </a:solidFill>
                <a:latin typeface="+mn-ea"/>
              </a:rPr>
              <a:t>（</a:t>
            </a:r>
            <a:r>
              <a:rPr lang="en-US" altLang="ja-JP" sz="1400" b="1" dirty="0">
                <a:solidFill>
                  <a:srgbClr val="FF0000"/>
                </a:solidFill>
                <a:latin typeface="+mn-ea"/>
              </a:rPr>
              <a:t>Azure</a:t>
            </a:r>
            <a:r>
              <a:rPr lang="ja-JP" altLang="en-US" sz="1400" b="1" dirty="0">
                <a:solidFill>
                  <a:srgbClr val="FF0000"/>
                </a:solidFill>
                <a:latin typeface="+mn-ea"/>
              </a:rPr>
              <a:t> </a:t>
            </a:r>
            <a:r>
              <a:rPr lang="en-US" altLang="ja-JP" sz="1400" b="1" dirty="0">
                <a:solidFill>
                  <a:srgbClr val="FF0000"/>
                </a:solidFill>
                <a:latin typeface="+mn-ea"/>
              </a:rPr>
              <a:t>Net</a:t>
            </a:r>
            <a:r>
              <a:rPr lang="ja-JP" altLang="en-US" sz="1400" b="1" dirty="0">
                <a:solidFill>
                  <a:srgbClr val="FF0000"/>
                </a:solidFill>
                <a:latin typeface="+mn-ea"/>
              </a:rPr>
              <a:t> </a:t>
            </a:r>
            <a:endParaRPr lang="en-US" altLang="ja-JP" sz="1400" b="1" dirty="0">
              <a:solidFill>
                <a:srgbClr val="FF0000"/>
              </a:solidFill>
              <a:latin typeface="+mn-ea"/>
            </a:endParaRPr>
          </a:p>
          <a:p>
            <a:pPr algn="ctr"/>
            <a:r>
              <a:rPr lang="en-US" altLang="ja-JP" sz="1400" b="1" dirty="0">
                <a:solidFill>
                  <a:srgbClr val="FF0000"/>
                </a:solidFill>
                <a:latin typeface="+mn-ea"/>
              </a:rPr>
              <a:t>App</a:t>
            </a:r>
            <a:r>
              <a:rPr lang="ja-JP" altLang="en-US" sz="1400" b="1" dirty="0">
                <a:solidFill>
                  <a:srgbClr val="FF0000"/>
                </a:solidFill>
                <a:latin typeface="+mn-ea"/>
              </a:rPr>
              <a:t> </a:t>
            </a:r>
            <a:r>
              <a:rPr lang="en-US" altLang="ja-JP" sz="1400" b="1" dirty="0">
                <a:solidFill>
                  <a:srgbClr val="FF0000"/>
                </a:solidFill>
                <a:latin typeface="+mn-ea"/>
              </a:rPr>
              <a:t>Files</a:t>
            </a:r>
            <a:r>
              <a:rPr lang="ja-JP" altLang="en-US" sz="1400" b="1" dirty="0">
                <a:solidFill>
                  <a:srgbClr val="FF0000"/>
                </a:solidFill>
                <a:latin typeface="+mn-ea"/>
              </a:rPr>
              <a:t>）</a:t>
            </a:r>
          </a:p>
        </p:txBody>
      </p:sp>
      <p:sp>
        <p:nvSpPr>
          <p:cNvPr id="66" name="Rectangle 92">
            <a:extLst>
              <a:ext uri="{FF2B5EF4-FFF2-40B4-BE49-F238E27FC236}">
                <a16:creationId xmlns:a16="http://schemas.microsoft.com/office/drawing/2014/main" id="{6CA2E6FF-9B2E-24D2-46F9-70B173F75AD2}"/>
              </a:ext>
            </a:extLst>
          </p:cNvPr>
          <p:cNvSpPr>
            <a:spLocks noChangeArrowheads="1"/>
          </p:cNvSpPr>
          <p:nvPr/>
        </p:nvSpPr>
        <p:spPr bwMode="auto">
          <a:xfrm>
            <a:off x="10097748" y="3599697"/>
            <a:ext cx="1359581" cy="75087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400" b="1" dirty="0">
                <a:solidFill>
                  <a:srgbClr val="000000"/>
                </a:solidFill>
                <a:latin typeface="+mn-ea"/>
              </a:rPr>
              <a:t>IDM</a:t>
            </a:r>
          </a:p>
          <a:p>
            <a:pPr algn="ctr" rtl="0">
              <a:defRPr sz="1000"/>
            </a:pPr>
            <a:r>
              <a:rPr lang="en-US" altLang="ja-JP" sz="1400" b="1" i="0" u="none" strike="noStrike" baseline="0" dirty="0">
                <a:solidFill>
                  <a:srgbClr val="FF0000"/>
                </a:solidFill>
                <a:latin typeface="+mn-ea"/>
              </a:rPr>
              <a:t>※DP</a:t>
            </a:r>
            <a:r>
              <a:rPr lang="ja-JP" altLang="en-US" sz="1400" b="1" i="0" u="none" strike="noStrike" baseline="0" dirty="0">
                <a:solidFill>
                  <a:srgbClr val="FF0000"/>
                </a:solidFill>
                <a:latin typeface="+mn-ea"/>
              </a:rPr>
              <a:t>課担当</a:t>
            </a:r>
          </a:p>
          <a:p>
            <a:pPr algn="ctr" rtl="0">
              <a:defRPr sz="1000"/>
            </a:pPr>
            <a:endParaRPr lang="ja-JP" altLang="en-US" sz="1400" b="1" i="0" u="none" strike="noStrike" baseline="0" dirty="0">
              <a:solidFill>
                <a:srgbClr val="000000"/>
              </a:solidFill>
              <a:latin typeface="+mn-ea"/>
            </a:endParaRPr>
          </a:p>
        </p:txBody>
      </p:sp>
      <p:cxnSp>
        <p:nvCxnSpPr>
          <p:cNvPr id="67" name="カギ線コネクタ 321">
            <a:extLst>
              <a:ext uri="{FF2B5EF4-FFF2-40B4-BE49-F238E27FC236}">
                <a16:creationId xmlns:a16="http://schemas.microsoft.com/office/drawing/2014/main" id="{3DB36120-4BB0-27E4-9675-02F5C4AE9199}"/>
              </a:ext>
            </a:extLst>
          </p:cNvPr>
          <p:cNvCxnSpPr>
            <a:cxnSpLocks/>
            <a:stCxn id="65" idx="2"/>
            <a:endCxn id="59" idx="2"/>
          </p:cNvCxnSpPr>
          <p:nvPr/>
        </p:nvCxnSpPr>
        <p:spPr>
          <a:xfrm rot="5400000" flipH="1">
            <a:off x="6128764" y="1082193"/>
            <a:ext cx="346449" cy="8998995"/>
          </a:xfrm>
          <a:prstGeom prst="bentConnector3">
            <a:avLst>
              <a:gd name="adj1" fmla="val -65984"/>
            </a:avLst>
          </a:prstGeom>
          <a:ln>
            <a:tailEnd type="arrow"/>
          </a:ln>
        </p:spPr>
        <p:style>
          <a:lnRef idx="1">
            <a:schemeClr val="dk1"/>
          </a:lnRef>
          <a:fillRef idx="0">
            <a:schemeClr val="dk1"/>
          </a:fillRef>
          <a:effectRef idx="0">
            <a:schemeClr val="dk1"/>
          </a:effectRef>
          <a:fontRef idx="minor">
            <a:schemeClr val="tx1"/>
          </a:fontRef>
        </p:style>
      </p:cxnSp>
      <p:cxnSp>
        <p:nvCxnSpPr>
          <p:cNvPr id="70" name="カギ線コネクタ 321">
            <a:extLst>
              <a:ext uri="{FF2B5EF4-FFF2-40B4-BE49-F238E27FC236}">
                <a16:creationId xmlns:a16="http://schemas.microsoft.com/office/drawing/2014/main" id="{E15EF884-2B0B-5077-67F8-462FC90955B5}"/>
              </a:ext>
            </a:extLst>
          </p:cNvPr>
          <p:cNvCxnSpPr>
            <a:cxnSpLocks/>
            <a:stCxn id="66" idx="2"/>
            <a:endCxn id="65" idx="0"/>
          </p:cNvCxnSpPr>
          <p:nvPr/>
        </p:nvCxnSpPr>
        <p:spPr>
          <a:xfrm rot="16200000" flipH="1">
            <a:off x="10521214" y="4606897"/>
            <a:ext cx="536596" cy="2394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55002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dirty="0">
                <a:latin typeface="游明朝"/>
                <a:ea typeface="游明朝"/>
              </a:rPr>
              <a:t>７</a:t>
            </a:r>
            <a:r>
              <a:rPr kumimoji="1" lang="en-US" altLang="ja-JP" dirty="0">
                <a:latin typeface="游明朝"/>
                <a:ea typeface="游明朝"/>
              </a:rPr>
              <a:t>. </a:t>
            </a:r>
            <a:r>
              <a:rPr kumimoji="1" lang="ja-JP" altLang="en-US" dirty="0">
                <a:latin typeface="游明朝"/>
                <a:ea typeface="游明朝"/>
              </a:rPr>
              <a:t>想定している</a:t>
            </a:r>
            <a:r>
              <a:rPr lang="ja-JP" altLang="en-US" dirty="0">
                <a:latin typeface="游明朝"/>
                <a:ea typeface="游明朝"/>
              </a:rPr>
              <a:t>作業内容と成果物</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538978356"/>
              </p:ext>
            </p:extLst>
          </p:nvPr>
        </p:nvGraphicFramePr>
        <p:xfrm>
          <a:off x="606000" y="936000"/>
          <a:ext cx="11158390" cy="4204033"/>
        </p:xfrm>
        <a:graphic>
          <a:graphicData uri="http://schemas.openxmlformats.org/drawingml/2006/table">
            <a:tbl>
              <a:tblPr firstRow="1" bandRow="1">
                <a:tableStyleId>{69012ECD-51FC-41F1-AA8D-1B2483CD663E}</a:tableStyleId>
              </a:tblPr>
              <a:tblGrid>
                <a:gridCol w="483498">
                  <a:extLst>
                    <a:ext uri="{9D8B030D-6E8A-4147-A177-3AD203B41FA5}">
                      <a16:colId xmlns:a16="http://schemas.microsoft.com/office/drawing/2014/main" val="820809534"/>
                    </a:ext>
                  </a:extLst>
                </a:gridCol>
                <a:gridCol w="1536970">
                  <a:extLst>
                    <a:ext uri="{9D8B030D-6E8A-4147-A177-3AD203B41FA5}">
                      <a16:colId xmlns:a16="http://schemas.microsoft.com/office/drawing/2014/main" val="2667349602"/>
                    </a:ext>
                  </a:extLst>
                </a:gridCol>
                <a:gridCol w="5768502">
                  <a:extLst>
                    <a:ext uri="{9D8B030D-6E8A-4147-A177-3AD203B41FA5}">
                      <a16:colId xmlns:a16="http://schemas.microsoft.com/office/drawing/2014/main" val="2117318705"/>
                    </a:ext>
                  </a:extLst>
                </a:gridCol>
                <a:gridCol w="3369420">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dirty="0">
                          <a:solidFill>
                            <a:srgbClr val="FFFFFF"/>
                          </a:solidFill>
                          <a:latin typeface="游ゴシック"/>
                          <a:ea typeface="游ゴシック"/>
                        </a:rPr>
                        <a:t>主な成果物</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dirty="0">
                          <a:solidFill>
                            <a:schemeClr val="dk1"/>
                          </a:solidFill>
                          <a:latin typeface="游ゴシック"/>
                          <a:ea typeface="游ゴシック"/>
                          <a:cs typeface="+mn-cs"/>
                        </a:rPr>
                        <a:t>1</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panose="020B0400000000000000" pitchFamily="50" charset="-128"/>
                          <a:ea typeface="游ゴシック" panose="020B0400000000000000" pitchFamily="50" charset="-128"/>
                        </a:rPr>
                        <a:t>設計</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改修範囲の確定及び移行計画を作成します。</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また、</a:t>
                      </a:r>
                      <a:r>
                        <a:rPr kumimoji="1" lang="en-US" altLang="ja-JP" sz="1400" dirty="0">
                          <a:solidFill>
                            <a:schemeClr val="tx1"/>
                          </a:solidFill>
                          <a:latin typeface="游ゴシック"/>
                          <a:ea typeface="游ゴシック"/>
                        </a:rPr>
                        <a:t>LMIS</a:t>
                      </a:r>
                      <a:r>
                        <a:rPr kumimoji="1" lang="ja-JP" altLang="en-US" sz="1400" dirty="0">
                          <a:solidFill>
                            <a:schemeClr val="tx1"/>
                          </a:solidFill>
                          <a:latin typeface="游ゴシック"/>
                          <a:ea typeface="游ゴシック"/>
                        </a:rPr>
                        <a:t>業務として下記対応を実施します。</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・構築依頼書の作成</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a:t>
                      </a:r>
                      <a:r>
                        <a:rPr kumimoji="1" lang="en-US" altLang="ja-JP" sz="1400" dirty="0">
                          <a:solidFill>
                            <a:schemeClr val="tx1"/>
                          </a:solidFill>
                          <a:latin typeface="游ゴシック"/>
                          <a:ea typeface="游ゴシック"/>
                        </a:rPr>
                        <a:t>LMIS</a:t>
                      </a:r>
                      <a:r>
                        <a:rPr kumimoji="1" lang="ja-JP" altLang="en-US" sz="1400" dirty="0">
                          <a:solidFill>
                            <a:schemeClr val="tx1"/>
                          </a:solidFill>
                          <a:latin typeface="游ゴシック"/>
                          <a:ea typeface="游ゴシック"/>
                        </a:rPr>
                        <a:t>申請</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・貴社 </a:t>
                      </a:r>
                      <a:r>
                        <a:rPr kumimoji="1" lang="en-US" altLang="ja-JP" sz="1400" dirty="0">
                          <a:solidFill>
                            <a:schemeClr val="tx1"/>
                          </a:solidFill>
                          <a:latin typeface="游ゴシック"/>
                          <a:ea typeface="游ゴシック"/>
                        </a:rPr>
                        <a:t>DP</a:t>
                      </a:r>
                      <a:r>
                        <a:rPr kumimoji="1" lang="ja-JP" altLang="en-US" sz="1400" dirty="0">
                          <a:solidFill>
                            <a:schemeClr val="tx1"/>
                          </a:solidFill>
                          <a:latin typeface="游ゴシック"/>
                          <a:ea typeface="游ゴシック"/>
                        </a:rPr>
                        <a:t>課様との調整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dirty="0">
                          <a:solidFill>
                            <a:schemeClr val="tx1"/>
                          </a:solidFill>
                          <a:latin typeface="游ゴシック"/>
                          <a:ea typeface="游ゴシック"/>
                        </a:rPr>
                        <a:t>移行計画書</a:t>
                      </a:r>
                      <a:r>
                        <a:rPr kumimoji="1" lang="ja-JP" altLang="en-US" sz="1400" dirty="0">
                          <a:solidFill>
                            <a:schemeClr val="tx1"/>
                          </a:solidFill>
                          <a:latin typeface="游ゴシック"/>
                          <a:ea typeface="游ゴシック"/>
                        </a:rPr>
                        <a:t>、設計書</a:t>
                      </a:r>
                      <a:r>
                        <a:rPr kumimoji="1" lang="en-US" altLang="ja-JP" sz="1400" dirty="0">
                          <a:solidFill>
                            <a:schemeClr val="tx1"/>
                          </a:solidFill>
                          <a:latin typeface="游ゴシック"/>
                          <a:ea typeface="游ゴシック"/>
                        </a:rPr>
                        <a:t>※</a:t>
                      </a:r>
                    </a:p>
                    <a:p>
                      <a:pPr marL="0" indent="0">
                        <a:buFont typeface="Arial" pitchFamily="34" charset="0"/>
                        <a:buNone/>
                      </a:pPr>
                      <a:r>
                        <a:rPr kumimoji="1" lang="en-US" altLang="ja-JP" sz="1400" dirty="0">
                          <a:solidFill>
                            <a:schemeClr val="tx1"/>
                          </a:solidFill>
                          <a:latin typeface="游ゴシック"/>
                          <a:ea typeface="游ゴシック"/>
                        </a:rPr>
                        <a:t>※</a:t>
                      </a:r>
                      <a:r>
                        <a:rPr kumimoji="1" lang="ja-JP" altLang="en-US" sz="1400" dirty="0">
                          <a:solidFill>
                            <a:schemeClr val="tx1"/>
                          </a:solidFill>
                          <a:latin typeface="游ゴシック"/>
                          <a:ea typeface="游ゴシック"/>
                        </a:rPr>
                        <a:t>既存ドキュメントを修正したものになります。</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dirty="0">
                          <a:solidFill>
                            <a:schemeClr val="dk1"/>
                          </a:solidFill>
                          <a:latin typeface="游ゴシック"/>
                          <a:ea typeface="游ゴシック"/>
                          <a:cs typeface="+mn-cs"/>
                        </a:rPr>
                        <a:t>2</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dirty="0">
                          <a:solidFill>
                            <a:schemeClr val="tx1"/>
                          </a:solidFill>
                          <a:latin typeface="游ゴシック"/>
                          <a:ea typeface="游ゴシック"/>
                        </a:rPr>
                        <a:t>開発</a:t>
                      </a: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単体テスト</a:t>
                      </a:r>
                      <a:endParaRPr lang="ja-JP" sz="1400" b="0" i="0" u="none" strike="noStrike" noProof="0" dirty="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修正箇所のコーディング、及び環境構築（検証</a:t>
                      </a: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本番）を実施します。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環境構築やデータ移行は貴社にてご対応お願い致します。</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3</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結合テスト</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データ移行後の環境にて確認（</a:t>
                      </a:r>
                      <a:r>
                        <a:rPr lang="en-US" altLang="ja-JP" sz="1400" u="none" strike="noStrike" kern="1200" cap="none" normalizeH="0" baseline="0" dirty="0">
                          <a:ln>
                            <a:noFill/>
                          </a:ln>
                          <a:solidFill>
                            <a:schemeClr val="tx1"/>
                          </a:solidFill>
                          <a:effectLst/>
                          <a:latin typeface="游ゴシック"/>
                          <a:ea typeface="游ゴシック"/>
                        </a:rPr>
                        <a:t>DB</a:t>
                      </a:r>
                      <a:r>
                        <a:rPr lang="ja-JP" altLang="en-US" sz="1400" u="none" strike="noStrike" kern="1200" cap="none" normalizeH="0" baseline="0" dirty="0">
                          <a:ln>
                            <a:noFill/>
                          </a:ln>
                          <a:solidFill>
                            <a:schemeClr val="tx1"/>
                          </a:solidFill>
                          <a:effectLst/>
                          <a:latin typeface="游ゴシック"/>
                          <a:ea typeface="游ゴシック"/>
                        </a:rPr>
                        <a:t>テーブル数など）を実施します。</a:t>
                      </a:r>
                      <a:endParaRPr lang="en-US" altLang="ja-JP" sz="1400" u="none" strike="noStrike" kern="1200" cap="none" normalizeH="0" baseline="0" dirty="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4</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rPr>
                        <a:t>新本番環境にてアプリ、及びジョブの</a:t>
                      </a:r>
                      <a:r>
                        <a:rPr lang="ja-JP" altLang="en-US" sz="1400" dirty="0">
                          <a:solidFill>
                            <a:srgbClr val="000000"/>
                          </a:solidFill>
                        </a:rPr>
                        <a:t>動作確認を実施します。</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システム</a:t>
                      </a:r>
                      <a:r>
                        <a:rPr kumimoji="0" lang="ja-JP" altLang="en-US" sz="1400" u="none" strike="noStrike" kern="1200" cap="none" normalizeH="0" baseline="0" dirty="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5</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受入テスト支援</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rPr>
                        <a:t>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問題管理表</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6</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dirty="0">
                          <a:solidFill>
                            <a:schemeClr val="tx1"/>
                          </a:solidFill>
                          <a:latin typeface="游ゴシック"/>
                          <a:ea typeface="游ゴシック"/>
                        </a:rPr>
                        <a:t>バッチ基盤上の</a:t>
                      </a:r>
                      <a:r>
                        <a:rPr kumimoji="0" lang="en-US" altLang="ja-JP" sz="1400" dirty="0">
                          <a:solidFill>
                            <a:schemeClr val="tx1"/>
                          </a:solidFill>
                          <a:latin typeface="游ゴシック"/>
                          <a:ea typeface="游ゴシック"/>
                        </a:rPr>
                        <a:t>JOB</a:t>
                      </a:r>
                      <a:r>
                        <a:rPr kumimoji="0" lang="ja-JP" altLang="en-US" sz="1400" dirty="0">
                          <a:solidFill>
                            <a:schemeClr val="tx1"/>
                          </a:solidFill>
                          <a:latin typeface="游ゴシック"/>
                          <a:ea typeface="游ゴシック"/>
                        </a:rPr>
                        <a:t>を現新で切り替えます。</a:t>
                      </a:r>
                      <a:endParaRPr kumimoji="0" lang="en-US" altLang="ja-JP" sz="1400" dirty="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dirty="0">
                          <a:solidFill>
                            <a:schemeClr val="tx1"/>
                          </a:solidFill>
                          <a:latin typeface="游ゴシック"/>
                          <a:ea typeface="游ゴシック"/>
                        </a:rPr>
                        <a:t>※</a:t>
                      </a:r>
                      <a:r>
                        <a:rPr kumimoji="0" lang="ja-JP" altLang="en-US" sz="1400" dirty="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移行手順書</a:t>
                      </a:r>
                      <a:endParaRPr kumimoji="0"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bl>
          </a:graphicData>
        </a:graphic>
      </p:graphicFrame>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dirty="0">
                <a:latin typeface="游明朝"/>
                <a:ea typeface="游明朝"/>
              </a:rPr>
              <a:t>８</a:t>
            </a:r>
            <a:r>
              <a:rPr kumimoji="1" lang="en-US" altLang="ja-JP" dirty="0">
                <a:latin typeface="游明朝"/>
                <a:ea typeface="游明朝"/>
              </a:rPr>
              <a:t>. </a:t>
            </a:r>
            <a:r>
              <a:rPr lang="ja-JP" altLang="en-US" dirty="0">
                <a:latin typeface="游明朝"/>
                <a:ea typeface="游明朝"/>
              </a:rPr>
              <a:t>機能数とテスト範囲</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11427586"/>
              </p:ext>
            </p:extLst>
          </p:nvPr>
        </p:nvGraphicFramePr>
        <p:xfrm>
          <a:off x="606000" y="936000"/>
          <a:ext cx="11158389" cy="3027459"/>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028700">
                  <a:extLst>
                    <a:ext uri="{9D8B030D-6E8A-4147-A177-3AD203B41FA5}">
                      <a16:colId xmlns:a16="http://schemas.microsoft.com/office/drawing/2014/main" val="944581160"/>
                    </a:ext>
                  </a:extLst>
                </a:gridCol>
                <a:gridCol w="5298622">
                  <a:extLst>
                    <a:ext uri="{9D8B030D-6E8A-4147-A177-3AD203B41FA5}">
                      <a16:colId xmlns:a16="http://schemas.microsoft.com/office/drawing/2014/main" val="2117318705"/>
                    </a:ext>
                  </a:extLst>
                </a:gridCol>
                <a:gridCol w="3518460">
                  <a:extLst>
                    <a:ext uri="{9D8B030D-6E8A-4147-A177-3AD203B41FA5}">
                      <a16:colId xmlns:a16="http://schemas.microsoft.com/office/drawing/2014/main" val="852570537"/>
                    </a:ext>
                  </a:extLst>
                </a:gridCol>
              </a:tblGrid>
              <a:tr h="419424">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250218">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chemeClr val="tx1"/>
                          </a:solidFill>
                          <a:latin typeface="游ゴシック"/>
                          <a:ea typeface="游ゴシック"/>
                        </a:rPr>
                        <a:t>6</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dirty="0">
                          <a:solidFill>
                            <a:schemeClr val="tx1"/>
                          </a:solidFill>
                          <a:latin typeface="游ゴシック"/>
                          <a:ea typeface="游ゴシック"/>
                        </a:rPr>
                        <a:t>D&amp;B Direct+</a:t>
                      </a:r>
                      <a:r>
                        <a:rPr kumimoji="1" lang="ja-JP" altLang="en-US" sz="1400" dirty="0">
                          <a:solidFill>
                            <a:schemeClr val="tx1"/>
                          </a:solidFill>
                          <a:latin typeface="游ゴシック"/>
                          <a:ea typeface="游ゴシック"/>
                        </a:rPr>
                        <a:t>の全画面を確認し、初期画面の描画や</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正常系の動作に問題がないことを確認します。</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・データベースの参照・登録</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・画面遷移</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・ボタン押下　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・全機能の確認（ボタン等）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1357817">
                <a:tc>
                  <a:txBody>
                    <a:bodyPr/>
                    <a:lstStyle/>
                    <a:p>
                      <a:pPr algn="ctr"/>
                      <a:r>
                        <a:rPr kumimoji="1" lang="en-US" altLang="ja-JP" sz="1400" kern="1200" dirty="0">
                          <a:solidFill>
                            <a:schemeClr val="dk1"/>
                          </a:solidFill>
                          <a:latin typeface="游ゴシック"/>
                          <a:ea typeface="游ゴシック"/>
                          <a:cs typeface="+mn-cs"/>
                        </a:rPr>
                        <a:t>2</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3</a:t>
                      </a:r>
                      <a:endParaRPr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全</a:t>
                      </a:r>
                      <a:r>
                        <a:rPr lang="en-US" altLang="ja-JP" sz="1400" dirty="0">
                          <a:solidFill>
                            <a:schemeClr val="tx1"/>
                          </a:solidFill>
                          <a:latin typeface="游ゴシック"/>
                          <a:ea typeface="游ゴシック"/>
                        </a:rPr>
                        <a:t>JOB</a:t>
                      </a:r>
                      <a:r>
                        <a:rPr lang="ja-JP" altLang="en-US" sz="1400" dirty="0">
                          <a:solidFill>
                            <a:schemeClr val="tx1"/>
                          </a:solidFill>
                          <a:latin typeface="游ゴシック"/>
                          <a:ea typeface="游ゴシック"/>
                        </a:rPr>
                        <a:t>の実行確認を実施します。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基本的には手動での実行を想定しています。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・正常系のテスト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・異常系のテスト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・定期起動の確認</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a:ea typeface="游明朝"/>
              </a:rPr>
              <a:t>９</a:t>
            </a:r>
            <a:r>
              <a:rPr lang="en-US" altLang="ja-JP" dirty="0">
                <a:latin typeface="游明朝"/>
                <a:ea typeface="游明朝"/>
              </a:rPr>
              <a:t>. </a:t>
            </a:r>
            <a:r>
              <a:rPr lang="ja-JP" altLang="en-US" dirty="0">
                <a:latin typeface="游明朝"/>
                <a:ea typeface="游明朝"/>
              </a:rPr>
              <a:t>体制</a:t>
            </a:r>
            <a:endParaRPr kumimoji="1" lang="ja-JP" altLang="en-US" dirty="0">
              <a:latin typeface="游明朝"/>
              <a:ea typeface="游明朝"/>
            </a:endParaRPr>
          </a:p>
        </p:txBody>
      </p:sp>
      <p:sp>
        <p:nvSpPr>
          <p:cNvPr id="4" name="フッター プレースホルダー 3"/>
          <p:cNvSpPr>
            <a:spLocks noGrp="1"/>
          </p:cNvSpPr>
          <p:nvPr>
            <p:ph type="ftr" sz="quarter" idx="10"/>
          </p:nvPr>
        </p:nvSpPr>
        <p:spPr>
          <a:xfrm>
            <a:off x="3036000" y="6552000"/>
            <a:ext cx="6120000" cy="216000"/>
          </a:xfrm>
        </p:spPr>
        <p:txBody>
          <a:bodyPr/>
          <a:lstStyle/>
          <a:p>
            <a:r>
              <a:rPr lang="en-US" altLang="ja-JP"/>
              <a:t>Copyright © 2025 SystemEXE,Inc All Rights Reserved.</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3" idx="3"/>
          </p:cNvCxnSpPr>
          <p:nvPr/>
        </p:nvCxnSpPr>
        <p:spPr>
          <a:xfrm>
            <a:off x="2586001" y="2259479"/>
            <a:ext cx="2318" cy="1622687"/>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dirty="0">
                  <a:solidFill>
                    <a:prstClr val="black"/>
                  </a:solidFill>
                  <a:latin typeface="游ゴシック"/>
                  <a:ea typeface="游ゴシック"/>
                </a:rPr>
                <a:t>吉田</a:t>
              </a:r>
              <a:r>
                <a:rPr kumimoji="1" lang="ja-JP" sz="1600" kern="0" dirty="0">
                  <a:solidFill>
                    <a:prstClr val="black"/>
                  </a:solidFill>
                  <a:latin typeface="游ゴシック"/>
                  <a:ea typeface="游ゴシック"/>
                </a:rPr>
                <a:t> </a:t>
              </a:r>
              <a:r>
                <a:rPr kumimoji="1" lang="ja-JP" altLang="en-US" sz="1600" kern="0" dirty="0">
                  <a:solidFill>
                    <a:prstClr val="black"/>
                  </a:solidFill>
                  <a:latin typeface="游ゴシック"/>
                  <a:ea typeface="游ゴシック"/>
                </a:rPr>
                <a:t>朋久</a:t>
              </a:r>
              <a:r>
                <a:rPr kumimoji="1" lang="ja-JP" altLang="en-US" sz="1600" b="0" i="0" u="none" strike="noStrike" kern="0" cap="none" spc="0" normalizeH="0" baseline="0" noProof="0" dirty="0">
                  <a:ln>
                    <a:noFill/>
                  </a:ln>
                  <a:solidFill>
                    <a:prstClr val="black"/>
                  </a:solidFill>
                  <a:effectLst/>
                  <a:uLnTx/>
                  <a:uFillTx/>
                  <a:latin typeface="游ゴシック"/>
                  <a:ea typeface="游ゴシック"/>
                </a:rPr>
                <a:t>様</a:t>
              </a:r>
              <a:endParaRPr lang="en-US" dirty="0">
                <a:solidFill>
                  <a:prstClr val="black"/>
                </a:solidFill>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90000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山本</a:t>
              </a:r>
              <a:r>
                <a:rPr kumimoji="0" lang="ja-JP" altLang="en-US" sz="1600" b="0" i="0" u="none" strike="noStrike" kern="0" cap="none" spc="0" normalizeH="0" baseline="0" noProof="0" dirty="0">
                  <a:ln>
                    <a:noFill/>
                  </a:ln>
                  <a:solidFill>
                    <a:prstClr val="black"/>
                  </a:solidFill>
                  <a:effectLst/>
                  <a:uLnTx/>
                  <a:uFillTx/>
                  <a:latin typeface="+mn-ea"/>
                </a:rPr>
                <a:t> 晃弘様</a:t>
              </a:r>
              <a:endParaRPr kumimoji="0" lang="en-US" altLang="ja-JP" sz="1600" b="0" i="0" u="none" strike="noStrike" kern="0" cap="none" spc="0" normalizeH="0" baseline="0" noProof="0" dirty="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金子 竜也様</a:t>
              </a:r>
              <a:endParaRPr kumimoji="0" lang="en-US" altLang="ja-JP" sz="1600" b="0" i="0" u="none" strike="noStrike" kern="0" cap="none" spc="0" normalizeH="0" baseline="0" noProof="0" dirty="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448764" y="3882166"/>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448764" y="4170166"/>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sp>
        <p:nvSpPr>
          <p:cNvPr id="9" name="スライド番号プレースホルダー 8"/>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9</a:t>
            </a:fld>
            <a:endParaRPr kumimoji="1" lang="ja-JP" altLang="en-US" sz="700"/>
          </a:p>
        </p:txBody>
      </p:sp>
      <p:grpSp>
        <p:nvGrpSpPr>
          <p:cNvPr id="5" name="グループ化 4">
            <a:extLst>
              <a:ext uri="{FF2B5EF4-FFF2-40B4-BE49-F238E27FC236}">
                <a16:creationId xmlns:a16="http://schemas.microsoft.com/office/drawing/2014/main" id="{EE2E3150-6ACF-7CB6-4DDD-9BE64200EB8C}"/>
              </a:ext>
            </a:extLst>
          </p:cNvPr>
          <p:cNvGrpSpPr/>
          <p:nvPr/>
        </p:nvGrpSpPr>
        <p:grpSpPr>
          <a:xfrm>
            <a:off x="5448941" y="1404012"/>
            <a:ext cx="2736000" cy="720000"/>
            <a:chOff x="6852000" y="1800000"/>
            <a:chExt cx="2736000" cy="720000"/>
          </a:xfrm>
        </p:grpSpPr>
        <p:sp>
          <p:nvSpPr>
            <p:cNvPr id="6" name="片側の 2 つの角を丸めた四角形 8">
              <a:extLst>
                <a:ext uri="{FF2B5EF4-FFF2-40B4-BE49-F238E27FC236}">
                  <a16:creationId xmlns:a16="http://schemas.microsoft.com/office/drawing/2014/main" id="{2561BF20-71D3-A881-A8B3-608654C168F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E11B061B-E430-98FC-EC2C-DDD5576488AF}"/>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川名 翔太</a:t>
              </a:r>
              <a:endParaRPr kumimoji="0" lang="ja-JP" altLang="en-US" sz="1600" b="0" i="0" u="none" strike="noStrike" kern="0" cap="none" spc="0" normalizeH="0" baseline="0" noProof="0" dirty="0">
                <a:ln>
                  <a:noFill/>
                </a:ln>
                <a:solidFill>
                  <a:prstClr val="black"/>
                </a:solidFill>
                <a:effectLst/>
                <a:uLnTx/>
                <a:uFillTx/>
                <a:latin typeface="+mn-ea"/>
              </a:endParaRPr>
            </a:p>
          </p:txBody>
        </p:sp>
      </p:grpSp>
      <p:cxnSp>
        <p:nvCxnSpPr>
          <p:cNvPr id="12" name="直線コネクタ 11">
            <a:extLst>
              <a:ext uri="{FF2B5EF4-FFF2-40B4-BE49-F238E27FC236}">
                <a16:creationId xmlns:a16="http://schemas.microsoft.com/office/drawing/2014/main" id="{E8CB1D8F-AA13-4826-8923-16851E504D84}"/>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13" name="グループ化 12">
            <a:extLst>
              <a:ext uri="{FF2B5EF4-FFF2-40B4-BE49-F238E27FC236}">
                <a16:creationId xmlns:a16="http://schemas.microsoft.com/office/drawing/2014/main" id="{F6911C65-186B-6AC0-DDDD-E69F7F7DF96E}"/>
              </a:ext>
            </a:extLst>
          </p:cNvPr>
          <p:cNvGrpSpPr/>
          <p:nvPr/>
        </p:nvGrpSpPr>
        <p:grpSpPr>
          <a:xfrm>
            <a:off x="5437423" y="4684387"/>
            <a:ext cx="2736000" cy="1118343"/>
            <a:chOff x="6852000" y="5532583"/>
            <a:chExt cx="2736000" cy="555891"/>
          </a:xfrm>
        </p:grpSpPr>
        <p:sp>
          <p:nvSpPr>
            <p:cNvPr id="14" name="片側の 2 つの角を丸めた四角形 21">
              <a:extLst>
                <a:ext uri="{FF2B5EF4-FFF2-40B4-BE49-F238E27FC236}">
                  <a16:creationId xmlns:a16="http://schemas.microsoft.com/office/drawing/2014/main" id="{DB6C7046-FAAB-215B-8C6D-E8B0772FB554}"/>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20" name="正方形/長方形 19">
              <a:extLst>
                <a:ext uri="{FF2B5EF4-FFF2-40B4-BE49-F238E27FC236}">
                  <a16:creationId xmlns:a16="http://schemas.microsoft.com/office/drawing/2014/main" id="{A221841D-DBE2-150B-1D11-DA688BFC1AE2}"/>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en-US" altLang="ja-JP" sz="1600" dirty="0">
                  <a:solidFill>
                    <a:srgbClr val="333333"/>
                  </a:solidFill>
                  <a:latin typeface="游ゴシック"/>
                  <a:ea typeface="游ゴシック"/>
                </a:rPr>
                <a:t>TBD1</a:t>
              </a:r>
              <a:r>
                <a:rPr lang="ja-JP" altLang="en-US" sz="1600" dirty="0">
                  <a:solidFill>
                    <a:srgbClr val="333333"/>
                  </a:solidFill>
                  <a:latin typeface="游ゴシック"/>
                  <a:ea typeface="游ゴシック"/>
                </a:rPr>
                <a:t>名</a:t>
              </a:r>
              <a:endParaRPr lang="ja-JP" altLang="en-US" sz="1600" b="0" i="0" dirty="0">
                <a:solidFill>
                  <a:srgbClr val="333333"/>
                </a:solidFill>
                <a:effectLst/>
                <a:latin typeface="游ゴシック"/>
                <a:ea typeface="游ゴシック"/>
              </a:endParaRPr>
            </a:p>
          </p:txBody>
        </p:sp>
      </p:grpSp>
      <p:cxnSp>
        <p:nvCxnSpPr>
          <p:cNvPr id="25" name="直線コネクタ 24">
            <a:extLst>
              <a:ext uri="{FF2B5EF4-FFF2-40B4-BE49-F238E27FC236}">
                <a16:creationId xmlns:a16="http://schemas.microsoft.com/office/drawing/2014/main" id="{A16D3BE5-7BD7-D262-672A-CF4C5FA53A30}"/>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38" name="グループ化 37">
            <a:extLst>
              <a:ext uri="{FF2B5EF4-FFF2-40B4-BE49-F238E27FC236}">
                <a16:creationId xmlns:a16="http://schemas.microsoft.com/office/drawing/2014/main" id="{C3F8AD94-D721-A9BA-614D-FB29EAAD5DE6}"/>
              </a:ext>
            </a:extLst>
          </p:cNvPr>
          <p:cNvGrpSpPr/>
          <p:nvPr/>
        </p:nvGrpSpPr>
        <p:grpSpPr>
          <a:xfrm>
            <a:off x="5448941" y="3311319"/>
            <a:ext cx="2736000" cy="711533"/>
            <a:chOff x="6852000" y="2538555"/>
            <a:chExt cx="2736000" cy="711533"/>
          </a:xfrm>
        </p:grpSpPr>
        <p:sp>
          <p:nvSpPr>
            <p:cNvPr id="39" name="片側の 2 つの角を丸めた四角形 8">
              <a:extLst>
                <a:ext uri="{FF2B5EF4-FFF2-40B4-BE49-F238E27FC236}">
                  <a16:creationId xmlns:a16="http://schemas.microsoft.com/office/drawing/2014/main" id="{8FF1C8A5-0170-1D51-8292-3C9D791ECB65}"/>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95EB6CD8-C68D-04BA-5641-3A773E84EB0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游ゴシック"/>
                  <a:ea typeface="游ゴシック"/>
                </a:rPr>
                <a:t>桝井 雄太</a:t>
              </a:r>
            </a:p>
          </p:txBody>
        </p:sp>
      </p:grpSp>
      <p:grpSp>
        <p:nvGrpSpPr>
          <p:cNvPr id="41" name="グループ化 40">
            <a:extLst>
              <a:ext uri="{FF2B5EF4-FFF2-40B4-BE49-F238E27FC236}">
                <a16:creationId xmlns:a16="http://schemas.microsoft.com/office/drawing/2014/main" id="{66137411-7E45-B994-6A1A-BDEFBCBA0975}"/>
              </a:ext>
            </a:extLst>
          </p:cNvPr>
          <p:cNvGrpSpPr/>
          <p:nvPr/>
        </p:nvGrpSpPr>
        <p:grpSpPr>
          <a:xfrm>
            <a:off x="8319332" y="2497316"/>
            <a:ext cx="2736000" cy="728930"/>
            <a:chOff x="8524839" y="4231002"/>
            <a:chExt cx="2736000" cy="728930"/>
          </a:xfrm>
        </p:grpSpPr>
        <p:sp>
          <p:nvSpPr>
            <p:cNvPr id="43" name="片側の 2 つの角を丸めた四角形 29">
              <a:extLst>
                <a:ext uri="{FF2B5EF4-FFF2-40B4-BE49-F238E27FC236}">
                  <a16:creationId xmlns:a16="http://schemas.microsoft.com/office/drawing/2014/main" id="{AFD8279B-0F53-3F86-811D-2160236910E4}"/>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47" name="正方形/長方形 46">
              <a:extLst>
                <a:ext uri="{FF2B5EF4-FFF2-40B4-BE49-F238E27FC236}">
                  <a16:creationId xmlns:a16="http://schemas.microsoft.com/office/drawing/2014/main" id="{A8B6557D-1136-7119-B63F-256D7F03A9FE}"/>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spTree>
    <p:extLst>
      <p:ext uri="{BB962C8B-B14F-4D97-AF65-F5344CB8AC3E}">
        <p14:creationId xmlns:p14="http://schemas.microsoft.com/office/powerpoint/2010/main" val="1851614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dirty="0">
                <a:latin typeface="游明朝"/>
                <a:ea typeface="游明朝"/>
              </a:rPr>
              <a:t>１０</a:t>
            </a:r>
            <a:r>
              <a:rPr kumimoji="1" lang="en-US" altLang="ja-JP" dirty="0">
                <a:latin typeface="游明朝"/>
                <a:ea typeface="游明朝"/>
              </a:rPr>
              <a:t>. </a:t>
            </a:r>
            <a:r>
              <a:rPr kumimoji="1" lang="ja-JP" altLang="en-US" dirty="0">
                <a:latin typeface="游明朝"/>
                <a:ea typeface="游明朝"/>
              </a:rPr>
              <a:t>スケジュール（データベース変更なしの場合）</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3372038897"/>
              </p:ext>
            </p:extLst>
          </p:nvPr>
        </p:nvGraphicFramePr>
        <p:xfrm>
          <a:off x="227794" y="936000"/>
          <a:ext cx="11713410" cy="3595601"/>
        </p:xfrm>
        <a:graphic>
          <a:graphicData uri="http://schemas.openxmlformats.org/drawingml/2006/table">
            <a:tbl>
              <a:tblPr firstRow="1">
                <a:tableStyleId>{69012ECD-51FC-41F1-AA8D-1B2483CD663E}</a:tableStyleId>
              </a:tblPr>
              <a:tblGrid>
                <a:gridCol w="1116000">
                  <a:extLst>
                    <a:ext uri="{9D8B030D-6E8A-4147-A177-3AD203B41FA5}">
                      <a16:colId xmlns:a16="http://schemas.microsoft.com/office/drawing/2014/main" val="20001"/>
                    </a:ext>
                  </a:extLst>
                </a:gridCol>
                <a:gridCol w="370136">
                  <a:extLst>
                    <a:ext uri="{9D8B030D-6E8A-4147-A177-3AD203B41FA5}">
                      <a16:colId xmlns:a16="http://schemas.microsoft.com/office/drawing/2014/main" val="1301509302"/>
                    </a:ext>
                  </a:extLst>
                </a:gridCol>
                <a:gridCol w="370137">
                  <a:extLst>
                    <a:ext uri="{9D8B030D-6E8A-4147-A177-3AD203B41FA5}">
                      <a16:colId xmlns:a16="http://schemas.microsoft.com/office/drawing/2014/main" val="550165785"/>
                    </a:ext>
                  </a:extLst>
                </a:gridCol>
                <a:gridCol w="370137">
                  <a:extLst>
                    <a:ext uri="{9D8B030D-6E8A-4147-A177-3AD203B41FA5}">
                      <a16:colId xmlns:a16="http://schemas.microsoft.com/office/drawing/2014/main" val="837049934"/>
                    </a:ext>
                  </a:extLst>
                </a:gridCol>
                <a:gridCol w="370136">
                  <a:extLst>
                    <a:ext uri="{9D8B030D-6E8A-4147-A177-3AD203B41FA5}">
                      <a16:colId xmlns:a16="http://schemas.microsoft.com/office/drawing/2014/main" val="3960128746"/>
                    </a:ext>
                  </a:extLst>
                </a:gridCol>
                <a:gridCol w="425308">
                  <a:extLst>
                    <a:ext uri="{9D8B030D-6E8A-4147-A177-3AD203B41FA5}">
                      <a16:colId xmlns:a16="http://schemas.microsoft.com/office/drawing/2014/main" val="2064698816"/>
                    </a:ext>
                  </a:extLst>
                </a:gridCol>
                <a:gridCol w="425308">
                  <a:extLst>
                    <a:ext uri="{9D8B030D-6E8A-4147-A177-3AD203B41FA5}">
                      <a16:colId xmlns:a16="http://schemas.microsoft.com/office/drawing/2014/main" val="2276232463"/>
                    </a:ext>
                  </a:extLst>
                </a:gridCol>
                <a:gridCol w="425308">
                  <a:extLst>
                    <a:ext uri="{9D8B030D-6E8A-4147-A177-3AD203B41FA5}">
                      <a16:colId xmlns:a16="http://schemas.microsoft.com/office/drawing/2014/main" val="3241112246"/>
                    </a:ext>
                  </a:extLst>
                </a:gridCol>
                <a:gridCol w="425308">
                  <a:extLst>
                    <a:ext uri="{9D8B030D-6E8A-4147-A177-3AD203B41FA5}">
                      <a16:colId xmlns:a16="http://schemas.microsoft.com/office/drawing/2014/main" val="4226075490"/>
                    </a:ext>
                  </a:extLst>
                </a:gridCol>
                <a:gridCol w="463477">
                  <a:extLst>
                    <a:ext uri="{9D8B030D-6E8A-4147-A177-3AD203B41FA5}">
                      <a16:colId xmlns:a16="http://schemas.microsoft.com/office/drawing/2014/main" val="1049139473"/>
                    </a:ext>
                  </a:extLst>
                </a:gridCol>
                <a:gridCol w="463477">
                  <a:extLst>
                    <a:ext uri="{9D8B030D-6E8A-4147-A177-3AD203B41FA5}">
                      <a16:colId xmlns:a16="http://schemas.microsoft.com/office/drawing/2014/main" val="464519472"/>
                    </a:ext>
                  </a:extLst>
                </a:gridCol>
                <a:gridCol w="463477">
                  <a:extLst>
                    <a:ext uri="{9D8B030D-6E8A-4147-A177-3AD203B41FA5}">
                      <a16:colId xmlns:a16="http://schemas.microsoft.com/office/drawing/2014/main" val="3229516852"/>
                    </a:ext>
                  </a:extLst>
                </a:gridCol>
                <a:gridCol w="463477">
                  <a:extLst>
                    <a:ext uri="{9D8B030D-6E8A-4147-A177-3AD203B41FA5}">
                      <a16:colId xmlns:a16="http://schemas.microsoft.com/office/drawing/2014/main" val="258112074"/>
                    </a:ext>
                  </a:extLst>
                </a:gridCol>
                <a:gridCol w="463477">
                  <a:extLst>
                    <a:ext uri="{9D8B030D-6E8A-4147-A177-3AD203B41FA5}">
                      <a16:colId xmlns:a16="http://schemas.microsoft.com/office/drawing/2014/main" val="4135098238"/>
                    </a:ext>
                  </a:extLst>
                </a:gridCol>
                <a:gridCol w="463477">
                  <a:extLst>
                    <a:ext uri="{9D8B030D-6E8A-4147-A177-3AD203B41FA5}">
                      <a16:colId xmlns:a16="http://schemas.microsoft.com/office/drawing/2014/main" val="3582154317"/>
                    </a:ext>
                  </a:extLst>
                </a:gridCol>
                <a:gridCol w="463477">
                  <a:extLst>
                    <a:ext uri="{9D8B030D-6E8A-4147-A177-3AD203B41FA5}">
                      <a16:colId xmlns:a16="http://schemas.microsoft.com/office/drawing/2014/main" val="4143813820"/>
                    </a:ext>
                  </a:extLst>
                </a:gridCol>
                <a:gridCol w="463477">
                  <a:extLst>
                    <a:ext uri="{9D8B030D-6E8A-4147-A177-3AD203B41FA5}">
                      <a16:colId xmlns:a16="http://schemas.microsoft.com/office/drawing/2014/main" val="2253600915"/>
                    </a:ext>
                  </a:extLst>
                </a:gridCol>
                <a:gridCol w="463477">
                  <a:extLst>
                    <a:ext uri="{9D8B030D-6E8A-4147-A177-3AD203B41FA5}">
                      <a16:colId xmlns:a16="http://schemas.microsoft.com/office/drawing/2014/main" val="79865519"/>
                    </a:ext>
                  </a:extLst>
                </a:gridCol>
                <a:gridCol w="463477">
                  <a:extLst>
                    <a:ext uri="{9D8B030D-6E8A-4147-A177-3AD203B41FA5}">
                      <a16:colId xmlns:a16="http://schemas.microsoft.com/office/drawing/2014/main" val="2550571943"/>
                    </a:ext>
                  </a:extLst>
                </a:gridCol>
                <a:gridCol w="463477">
                  <a:extLst>
                    <a:ext uri="{9D8B030D-6E8A-4147-A177-3AD203B41FA5}">
                      <a16:colId xmlns:a16="http://schemas.microsoft.com/office/drawing/2014/main" val="745440613"/>
                    </a:ext>
                  </a:extLst>
                </a:gridCol>
                <a:gridCol w="463477">
                  <a:extLst>
                    <a:ext uri="{9D8B030D-6E8A-4147-A177-3AD203B41FA5}">
                      <a16:colId xmlns:a16="http://schemas.microsoft.com/office/drawing/2014/main" val="3281636045"/>
                    </a:ext>
                  </a:extLst>
                </a:gridCol>
                <a:gridCol w="463477">
                  <a:extLst>
                    <a:ext uri="{9D8B030D-6E8A-4147-A177-3AD203B41FA5}">
                      <a16:colId xmlns:a16="http://schemas.microsoft.com/office/drawing/2014/main" val="3879731344"/>
                    </a:ext>
                  </a:extLst>
                </a:gridCol>
                <a:gridCol w="463477">
                  <a:extLst>
                    <a:ext uri="{9D8B030D-6E8A-4147-A177-3AD203B41FA5}">
                      <a16:colId xmlns:a16="http://schemas.microsoft.com/office/drawing/2014/main" val="4055909529"/>
                    </a:ext>
                  </a:extLst>
                </a:gridCol>
                <a:gridCol w="463477">
                  <a:extLst>
                    <a:ext uri="{9D8B030D-6E8A-4147-A177-3AD203B41FA5}">
                      <a16:colId xmlns:a16="http://schemas.microsoft.com/office/drawing/2014/main" val="2519128301"/>
                    </a:ext>
                  </a:extLst>
                </a:gridCol>
                <a:gridCol w="463477">
                  <a:extLst>
                    <a:ext uri="{9D8B030D-6E8A-4147-A177-3AD203B41FA5}">
                      <a16:colId xmlns:a16="http://schemas.microsoft.com/office/drawing/2014/main" val="4013324900"/>
                    </a:ext>
                  </a:extLst>
                </a:gridCol>
              </a:tblGrid>
              <a:tr h="384510">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12">
                  <a:txBody>
                    <a:bodyPr/>
                    <a:lstStyle/>
                    <a:p>
                      <a:pPr algn="ctr"/>
                      <a:r>
                        <a:rPr kumimoji="1" lang="en-US" altLang="ja-JP" dirty="0"/>
                        <a:t>2025</a:t>
                      </a:r>
                      <a:r>
                        <a:rPr kumimoji="1" lang="ja-JP" altLang="en-US" dirty="0"/>
                        <a:t>年</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a:r>
                        <a:rPr kumimoji="1" lang="en-US" altLang="ja-JP" dirty="0"/>
                        <a:t>2026</a:t>
                      </a:r>
                      <a:r>
                        <a:rPr kumimoji="1" lang="ja-JP" altLang="en-US" dirty="0"/>
                        <a:t>年</a:t>
                      </a:r>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extLst>
                  <a:ext uri="{0D108BD9-81ED-4DB2-BD59-A6C34878D82A}">
                    <a16:rowId xmlns:a16="http://schemas.microsoft.com/office/drawing/2014/main" val="10000"/>
                  </a:ext>
                </a:extLst>
              </a:tr>
              <a:tr h="524285">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gridSpan="4">
                  <a:txBody>
                    <a:bodyPr/>
                    <a:lstStyle/>
                    <a:p>
                      <a:pPr algn="ctr"/>
                      <a:r>
                        <a:rPr kumimoji="1" lang="en-US" altLang="ja-JP" sz="1400" b="0" dirty="0">
                          <a:solidFill>
                            <a:srgbClr val="FFFFFF"/>
                          </a:solidFill>
                          <a:latin typeface="游ゴシック"/>
                          <a:ea typeface="游ゴシック"/>
                        </a:rPr>
                        <a:t>10</a:t>
                      </a:r>
                      <a:r>
                        <a:rPr kumimoji="1" lang="ja-JP" altLang="en-US" sz="1400" b="0" dirty="0">
                          <a:solidFill>
                            <a:srgbClr val="FFFFFF"/>
                          </a:solidFill>
                          <a:latin typeface="游ゴシック"/>
                          <a:ea typeface="游ゴシック"/>
                        </a:rPr>
                        <a:t>月</a:t>
                      </a:r>
                      <a:endParaRPr kumimoji="1" lang="en-US" altLang="ja-JP" sz="1400" b="0" dirty="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11</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12</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cs typeface="Meiryo UI" pitchFamily="50" charset="-128"/>
                        </a:rPr>
                        <a:t>1</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2</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3</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95602">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95602">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46641"/>
                  </a:ext>
                </a:extLst>
              </a:tr>
              <a:tr h="895602">
                <a:tc>
                  <a:txBody>
                    <a:bodyPr/>
                    <a:lstStyle/>
                    <a:p>
                      <a:pPr algn="l"/>
                      <a:r>
                        <a:rPr kumimoji="1" lang="ja-JP" altLang="en-US" sz="1200" b="0" dirty="0">
                          <a:latin typeface="游ゴシック" panose="020B0400000000000000" pitchFamily="50" charset="-128"/>
                          <a:ea typeface="+mn-ea"/>
                          <a:cs typeface="Meiryo UI" pitchFamily="50" charset="-128"/>
                        </a:rPr>
                        <a:t>開発</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553004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553004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553004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545535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20" name="正方形/長方形 19">
            <a:extLst>
              <a:ext uri="{FF2B5EF4-FFF2-40B4-BE49-F238E27FC236}">
                <a16:creationId xmlns:a16="http://schemas.microsoft.com/office/drawing/2014/main" id="{F552483D-B47E-4672-AAB8-B1378D36B674}"/>
              </a:ext>
            </a:extLst>
          </p:cNvPr>
          <p:cNvSpPr/>
          <p:nvPr/>
        </p:nvSpPr>
        <p:spPr>
          <a:xfrm>
            <a:off x="2821903" y="3942494"/>
            <a:ext cx="1681537"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D288673B-1B1E-4C6E-BA69-E5F1FEDB27ED}"/>
              </a:ext>
            </a:extLst>
          </p:cNvPr>
          <p:cNvSpPr/>
          <p:nvPr/>
        </p:nvSpPr>
        <p:spPr>
          <a:xfrm>
            <a:off x="5922806" y="3940205"/>
            <a:ext cx="1353479"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システムテスト</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BF31360D-FAB3-4C87-B7AB-B502DDFDA9EC}"/>
              </a:ext>
            </a:extLst>
          </p:cNvPr>
          <p:cNvSpPr/>
          <p:nvPr/>
        </p:nvSpPr>
        <p:spPr>
          <a:xfrm>
            <a:off x="1347698" y="3940205"/>
            <a:ext cx="1463596"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8239310" y="3939518"/>
            <a:ext cx="468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移行</a:t>
            </a:r>
            <a:endParaRPr lang="en-US" altLang="ja-JP" sz="1100" dirty="0">
              <a:solidFill>
                <a:schemeClr val="tx1"/>
              </a:solidFill>
              <a:latin typeface="游ゴシック"/>
              <a:ea typeface="游ゴシック"/>
            </a:endParaRPr>
          </a:p>
        </p:txBody>
      </p:sp>
      <p:sp>
        <p:nvSpPr>
          <p:cNvPr id="4" name="正方形/長方形 3">
            <a:extLst>
              <a:ext uri="{FF2B5EF4-FFF2-40B4-BE49-F238E27FC236}">
                <a16:creationId xmlns:a16="http://schemas.microsoft.com/office/drawing/2014/main" id="{A1B67386-AD83-3967-5D45-C866A13904CF}"/>
              </a:ext>
            </a:extLst>
          </p:cNvPr>
          <p:cNvSpPr/>
          <p:nvPr/>
        </p:nvSpPr>
        <p:spPr>
          <a:xfrm>
            <a:off x="7282842" y="3939518"/>
            <a:ext cx="936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受入テスト</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8307419" y="2199576"/>
            <a:ext cx="1123122"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★本番切替</a:t>
            </a:r>
          </a:p>
        </p:txBody>
      </p:sp>
      <p:sp>
        <p:nvSpPr>
          <p:cNvPr id="6" name="Slide Number Placeholder 5">
            <a:extLst>
              <a:ext uri="{FF2B5EF4-FFF2-40B4-BE49-F238E27FC236}">
                <a16:creationId xmlns:a16="http://schemas.microsoft.com/office/drawing/2014/main" id="{FCB654B0-232F-0B8C-AD6C-A67A98497A4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10</a:t>
            </a:fld>
            <a:endParaRPr lang="en-US"/>
          </a:p>
        </p:txBody>
      </p:sp>
      <p:sp>
        <p:nvSpPr>
          <p:cNvPr id="3" name="Footer Placeholder 2">
            <a:extLst>
              <a:ext uri="{FF2B5EF4-FFF2-40B4-BE49-F238E27FC236}">
                <a16:creationId xmlns:a16="http://schemas.microsoft.com/office/drawing/2014/main" id="{80B194A0-C198-FAC1-050B-9EA648E549AA}"/>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7" name="正方形/長方形 6">
            <a:extLst>
              <a:ext uri="{FF2B5EF4-FFF2-40B4-BE49-F238E27FC236}">
                <a16:creationId xmlns:a16="http://schemas.microsoft.com/office/drawing/2014/main" id="{8969BC41-4F95-468B-E1B4-4B9034915CB9}"/>
              </a:ext>
            </a:extLst>
          </p:cNvPr>
          <p:cNvSpPr/>
          <p:nvPr/>
        </p:nvSpPr>
        <p:spPr>
          <a:xfrm>
            <a:off x="4524848" y="3941349"/>
            <a:ext cx="138957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結合テスト</a:t>
            </a:r>
          </a:p>
        </p:txBody>
      </p:sp>
      <p:sp>
        <p:nvSpPr>
          <p:cNvPr id="8" name="正方形/長方形 7">
            <a:extLst>
              <a:ext uri="{FF2B5EF4-FFF2-40B4-BE49-F238E27FC236}">
                <a16:creationId xmlns:a16="http://schemas.microsoft.com/office/drawing/2014/main" id="{9508B268-9D3E-E5C9-9EEE-0E5443FDAF01}"/>
              </a:ext>
            </a:extLst>
          </p:cNvPr>
          <p:cNvSpPr/>
          <p:nvPr/>
        </p:nvSpPr>
        <p:spPr>
          <a:xfrm>
            <a:off x="1347699" y="3026294"/>
            <a:ext cx="720000"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構築依頼</a:t>
            </a:r>
          </a:p>
        </p:txBody>
      </p:sp>
      <p:sp>
        <p:nvSpPr>
          <p:cNvPr id="9" name="ホームベース 30">
            <a:extLst>
              <a:ext uri="{FF2B5EF4-FFF2-40B4-BE49-F238E27FC236}">
                <a16:creationId xmlns:a16="http://schemas.microsoft.com/office/drawing/2014/main" id="{96EB1D0F-0723-7545-46A5-B8284B713DA6}"/>
              </a:ext>
            </a:extLst>
          </p:cNvPr>
          <p:cNvSpPr/>
          <p:nvPr/>
        </p:nvSpPr>
        <p:spPr>
          <a:xfrm>
            <a:off x="2091440" y="3026294"/>
            <a:ext cx="2412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環境構築</a:t>
            </a:r>
          </a:p>
        </p:txBody>
      </p:sp>
      <p:sp>
        <p:nvSpPr>
          <p:cNvPr id="15" name="テキスト ボックス 14">
            <a:extLst>
              <a:ext uri="{FF2B5EF4-FFF2-40B4-BE49-F238E27FC236}">
                <a16:creationId xmlns:a16="http://schemas.microsoft.com/office/drawing/2014/main" id="{B34FFB96-E484-9F37-F5DF-229E630E5232}"/>
              </a:ext>
            </a:extLst>
          </p:cNvPr>
          <p:cNvSpPr txBox="1"/>
          <p:nvPr/>
        </p:nvSpPr>
        <p:spPr>
          <a:xfrm>
            <a:off x="4172989" y="2199576"/>
            <a:ext cx="1313408"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★環境構築完了</a:t>
            </a:r>
          </a:p>
        </p:txBody>
      </p:sp>
      <p:sp>
        <p:nvSpPr>
          <p:cNvPr id="17" name="テキスト ボックス 16">
            <a:extLst>
              <a:ext uri="{FF2B5EF4-FFF2-40B4-BE49-F238E27FC236}">
                <a16:creationId xmlns:a16="http://schemas.microsoft.com/office/drawing/2014/main" id="{1C314633-FA3C-CD45-A467-F0DAAB07E6A7}"/>
              </a:ext>
            </a:extLst>
          </p:cNvPr>
          <p:cNvSpPr txBox="1"/>
          <p:nvPr/>
        </p:nvSpPr>
        <p:spPr>
          <a:xfrm>
            <a:off x="10623207" y="2199576"/>
            <a:ext cx="1313408" cy="261610"/>
          </a:xfrm>
          <a:prstGeom prst="rect">
            <a:avLst/>
          </a:prstGeom>
          <a:noFill/>
        </p:spPr>
        <p:txBody>
          <a:bodyPr wrap="square" rtlCol="0">
            <a:spAutoFit/>
          </a:bodyPr>
          <a:lstStyle/>
          <a:p>
            <a:r>
              <a:rPr kumimoji="1" lang="en-US" altLang="ja-JP" sz="1100" dirty="0">
                <a:latin typeface="游ゴシック" panose="020B0400000000000000" pitchFamily="50" charset="-128"/>
                <a:ea typeface="游ゴシック" panose="020B0400000000000000" pitchFamily="50" charset="-128"/>
              </a:rPr>
              <a:t>Azure</a:t>
            </a:r>
            <a:r>
              <a:rPr kumimoji="1" lang="ja-JP" altLang="en-US" sz="1100" dirty="0">
                <a:latin typeface="游ゴシック" panose="020B0400000000000000" pitchFamily="50" charset="-128"/>
                <a:ea typeface="游ゴシック" panose="020B0400000000000000" pitchFamily="50" charset="-128"/>
              </a:rPr>
              <a:t>移行期限★</a:t>
            </a:r>
          </a:p>
        </p:txBody>
      </p:sp>
    </p:spTree>
    <p:extLst>
      <p:ext uri="{BB962C8B-B14F-4D97-AF65-F5344CB8AC3E}">
        <p14:creationId xmlns:p14="http://schemas.microsoft.com/office/powerpoint/2010/main" val="3261265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AF7A0-9774-DC1C-6931-9CF0C0201D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6C6E2AD-3A1A-8D99-B503-AB494699D567}"/>
              </a:ext>
            </a:extLst>
          </p:cNvPr>
          <p:cNvSpPr>
            <a:spLocks noGrp="1"/>
          </p:cNvSpPr>
          <p:nvPr>
            <p:ph type="title"/>
          </p:nvPr>
        </p:nvSpPr>
        <p:spPr/>
        <p:txBody>
          <a:bodyPr/>
          <a:lstStyle/>
          <a:p>
            <a:r>
              <a:rPr lang="ja-JP" altLang="en-US" dirty="0">
                <a:latin typeface="游明朝"/>
                <a:ea typeface="游明朝"/>
              </a:rPr>
              <a:t>１１</a:t>
            </a:r>
            <a:r>
              <a:rPr kumimoji="1" lang="en-US" altLang="ja-JP" dirty="0">
                <a:latin typeface="游明朝"/>
                <a:ea typeface="游明朝"/>
              </a:rPr>
              <a:t>. </a:t>
            </a:r>
            <a:r>
              <a:rPr kumimoji="1" lang="ja-JP" altLang="en-US" dirty="0">
                <a:latin typeface="游明朝"/>
                <a:ea typeface="游明朝"/>
              </a:rPr>
              <a:t>スケジュール（データベースを</a:t>
            </a:r>
            <a:r>
              <a:rPr kumimoji="1" lang="en-US" altLang="ja-JP" dirty="0">
                <a:latin typeface="游明朝"/>
                <a:ea typeface="游明朝"/>
              </a:rPr>
              <a:t>MySQL</a:t>
            </a:r>
            <a:r>
              <a:rPr kumimoji="1" lang="ja-JP" altLang="en-US" dirty="0">
                <a:latin typeface="游明朝"/>
                <a:ea typeface="游明朝"/>
              </a:rPr>
              <a:t>に変更する場合）</a:t>
            </a:r>
          </a:p>
        </p:txBody>
      </p:sp>
      <p:graphicFrame>
        <p:nvGraphicFramePr>
          <p:cNvPr id="10" name="表 9">
            <a:extLst>
              <a:ext uri="{FF2B5EF4-FFF2-40B4-BE49-F238E27FC236}">
                <a16:creationId xmlns:a16="http://schemas.microsoft.com/office/drawing/2014/main" id="{8218B084-3274-7C4C-1010-FD23C7573B6F}"/>
              </a:ext>
            </a:extLst>
          </p:cNvPr>
          <p:cNvGraphicFramePr>
            <a:graphicFrameLocks noGrp="1"/>
          </p:cNvGraphicFramePr>
          <p:nvPr>
            <p:extLst>
              <p:ext uri="{D42A27DB-BD31-4B8C-83A1-F6EECF244321}">
                <p14:modId xmlns:p14="http://schemas.microsoft.com/office/powerpoint/2010/main" val="57453311"/>
              </p:ext>
            </p:extLst>
          </p:nvPr>
        </p:nvGraphicFramePr>
        <p:xfrm>
          <a:off x="227794" y="936000"/>
          <a:ext cx="11713410" cy="3595601"/>
        </p:xfrm>
        <a:graphic>
          <a:graphicData uri="http://schemas.openxmlformats.org/drawingml/2006/table">
            <a:tbl>
              <a:tblPr firstRow="1">
                <a:tableStyleId>{69012ECD-51FC-41F1-AA8D-1B2483CD663E}</a:tableStyleId>
              </a:tblPr>
              <a:tblGrid>
                <a:gridCol w="1116000">
                  <a:extLst>
                    <a:ext uri="{9D8B030D-6E8A-4147-A177-3AD203B41FA5}">
                      <a16:colId xmlns:a16="http://schemas.microsoft.com/office/drawing/2014/main" val="20001"/>
                    </a:ext>
                  </a:extLst>
                </a:gridCol>
                <a:gridCol w="370136">
                  <a:extLst>
                    <a:ext uri="{9D8B030D-6E8A-4147-A177-3AD203B41FA5}">
                      <a16:colId xmlns:a16="http://schemas.microsoft.com/office/drawing/2014/main" val="1301509302"/>
                    </a:ext>
                  </a:extLst>
                </a:gridCol>
                <a:gridCol w="370137">
                  <a:extLst>
                    <a:ext uri="{9D8B030D-6E8A-4147-A177-3AD203B41FA5}">
                      <a16:colId xmlns:a16="http://schemas.microsoft.com/office/drawing/2014/main" val="550165785"/>
                    </a:ext>
                  </a:extLst>
                </a:gridCol>
                <a:gridCol w="370137">
                  <a:extLst>
                    <a:ext uri="{9D8B030D-6E8A-4147-A177-3AD203B41FA5}">
                      <a16:colId xmlns:a16="http://schemas.microsoft.com/office/drawing/2014/main" val="837049934"/>
                    </a:ext>
                  </a:extLst>
                </a:gridCol>
                <a:gridCol w="370136">
                  <a:extLst>
                    <a:ext uri="{9D8B030D-6E8A-4147-A177-3AD203B41FA5}">
                      <a16:colId xmlns:a16="http://schemas.microsoft.com/office/drawing/2014/main" val="3960128746"/>
                    </a:ext>
                  </a:extLst>
                </a:gridCol>
                <a:gridCol w="425308">
                  <a:extLst>
                    <a:ext uri="{9D8B030D-6E8A-4147-A177-3AD203B41FA5}">
                      <a16:colId xmlns:a16="http://schemas.microsoft.com/office/drawing/2014/main" val="2064698816"/>
                    </a:ext>
                  </a:extLst>
                </a:gridCol>
                <a:gridCol w="425308">
                  <a:extLst>
                    <a:ext uri="{9D8B030D-6E8A-4147-A177-3AD203B41FA5}">
                      <a16:colId xmlns:a16="http://schemas.microsoft.com/office/drawing/2014/main" val="2276232463"/>
                    </a:ext>
                  </a:extLst>
                </a:gridCol>
                <a:gridCol w="425308">
                  <a:extLst>
                    <a:ext uri="{9D8B030D-6E8A-4147-A177-3AD203B41FA5}">
                      <a16:colId xmlns:a16="http://schemas.microsoft.com/office/drawing/2014/main" val="3241112246"/>
                    </a:ext>
                  </a:extLst>
                </a:gridCol>
                <a:gridCol w="425308">
                  <a:extLst>
                    <a:ext uri="{9D8B030D-6E8A-4147-A177-3AD203B41FA5}">
                      <a16:colId xmlns:a16="http://schemas.microsoft.com/office/drawing/2014/main" val="4226075490"/>
                    </a:ext>
                  </a:extLst>
                </a:gridCol>
                <a:gridCol w="463477">
                  <a:extLst>
                    <a:ext uri="{9D8B030D-6E8A-4147-A177-3AD203B41FA5}">
                      <a16:colId xmlns:a16="http://schemas.microsoft.com/office/drawing/2014/main" val="1049139473"/>
                    </a:ext>
                  </a:extLst>
                </a:gridCol>
                <a:gridCol w="463477">
                  <a:extLst>
                    <a:ext uri="{9D8B030D-6E8A-4147-A177-3AD203B41FA5}">
                      <a16:colId xmlns:a16="http://schemas.microsoft.com/office/drawing/2014/main" val="464519472"/>
                    </a:ext>
                  </a:extLst>
                </a:gridCol>
                <a:gridCol w="463477">
                  <a:extLst>
                    <a:ext uri="{9D8B030D-6E8A-4147-A177-3AD203B41FA5}">
                      <a16:colId xmlns:a16="http://schemas.microsoft.com/office/drawing/2014/main" val="3229516852"/>
                    </a:ext>
                  </a:extLst>
                </a:gridCol>
                <a:gridCol w="463477">
                  <a:extLst>
                    <a:ext uri="{9D8B030D-6E8A-4147-A177-3AD203B41FA5}">
                      <a16:colId xmlns:a16="http://schemas.microsoft.com/office/drawing/2014/main" val="258112074"/>
                    </a:ext>
                  </a:extLst>
                </a:gridCol>
                <a:gridCol w="463477">
                  <a:extLst>
                    <a:ext uri="{9D8B030D-6E8A-4147-A177-3AD203B41FA5}">
                      <a16:colId xmlns:a16="http://schemas.microsoft.com/office/drawing/2014/main" val="4135098238"/>
                    </a:ext>
                  </a:extLst>
                </a:gridCol>
                <a:gridCol w="463477">
                  <a:extLst>
                    <a:ext uri="{9D8B030D-6E8A-4147-A177-3AD203B41FA5}">
                      <a16:colId xmlns:a16="http://schemas.microsoft.com/office/drawing/2014/main" val="3582154317"/>
                    </a:ext>
                  </a:extLst>
                </a:gridCol>
                <a:gridCol w="463477">
                  <a:extLst>
                    <a:ext uri="{9D8B030D-6E8A-4147-A177-3AD203B41FA5}">
                      <a16:colId xmlns:a16="http://schemas.microsoft.com/office/drawing/2014/main" val="4143813820"/>
                    </a:ext>
                  </a:extLst>
                </a:gridCol>
                <a:gridCol w="463477">
                  <a:extLst>
                    <a:ext uri="{9D8B030D-6E8A-4147-A177-3AD203B41FA5}">
                      <a16:colId xmlns:a16="http://schemas.microsoft.com/office/drawing/2014/main" val="2253600915"/>
                    </a:ext>
                  </a:extLst>
                </a:gridCol>
                <a:gridCol w="463477">
                  <a:extLst>
                    <a:ext uri="{9D8B030D-6E8A-4147-A177-3AD203B41FA5}">
                      <a16:colId xmlns:a16="http://schemas.microsoft.com/office/drawing/2014/main" val="79865519"/>
                    </a:ext>
                  </a:extLst>
                </a:gridCol>
                <a:gridCol w="463477">
                  <a:extLst>
                    <a:ext uri="{9D8B030D-6E8A-4147-A177-3AD203B41FA5}">
                      <a16:colId xmlns:a16="http://schemas.microsoft.com/office/drawing/2014/main" val="2550571943"/>
                    </a:ext>
                  </a:extLst>
                </a:gridCol>
                <a:gridCol w="463477">
                  <a:extLst>
                    <a:ext uri="{9D8B030D-6E8A-4147-A177-3AD203B41FA5}">
                      <a16:colId xmlns:a16="http://schemas.microsoft.com/office/drawing/2014/main" val="745440613"/>
                    </a:ext>
                  </a:extLst>
                </a:gridCol>
                <a:gridCol w="463477">
                  <a:extLst>
                    <a:ext uri="{9D8B030D-6E8A-4147-A177-3AD203B41FA5}">
                      <a16:colId xmlns:a16="http://schemas.microsoft.com/office/drawing/2014/main" val="3281636045"/>
                    </a:ext>
                  </a:extLst>
                </a:gridCol>
                <a:gridCol w="463477">
                  <a:extLst>
                    <a:ext uri="{9D8B030D-6E8A-4147-A177-3AD203B41FA5}">
                      <a16:colId xmlns:a16="http://schemas.microsoft.com/office/drawing/2014/main" val="3879731344"/>
                    </a:ext>
                  </a:extLst>
                </a:gridCol>
                <a:gridCol w="463477">
                  <a:extLst>
                    <a:ext uri="{9D8B030D-6E8A-4147-A177-3AD203B41FA5}">
                      <a16:colId xmlns:a16="http://schemas.microsoft.com/office/drawing/2014/main" val="4055909529"/>
                    </a:ext>
                  </a:extLst>
                </a:gridCol>
                <a:gridCol w="463477">
                  <a:extLst>
                    <a:ext uri="{9D8B030D-6E8A-4147-A177-3AD203B41FA5}">
                      <a16:colId xmlns:a16="http://schemas.microsoft.com/office/drawing/2014/main" val="2519128301"/>
                    </a:ext>
                  </a:extLst>
                </a:gridCol>
                <a:gridCol w="463477">
                  <a:extLst>
                    <a:ext uri="{9D8B030D-6E8A-4147-A177-3AD203B41FA5}">
                      <a16:colId xmlns:a16="http://schemas.microsoft.com/office/drawing/2014/main" val="4013324900"/>
                    </a:ext>
                  </a:extLst>
                </a:gridCol>
              </a:tblGrid>
              <a:tr h="384510">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12">
                  <a:txBody>
                    <a:bodyPr/>
                    <a:lstStyle/>
                    <a:p>
                      <a:pPr algn="ctr"/>
                      <a:r>
                        <a:rPr kumimoji="1" lang="en-US" altLang="ja-JP" dirty="0"/>
                        <a:t>2025</a:t>
                      </a:r>
                      <a:r>
                        <a:rPr kumimoji="1" lang="ja-JP" altLang="en-US" dirty="0"/>
                        <a:t>年</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a:r>
                        <a:rPr kumimoji="1" lang="en-US" altLang="ja-JP" dirty="0"/>
                        <a:t>2026</a:t>
                      </a:r>
                      <a:r>
                        <a:rPr kumimoji="1" lang="ja-JP" altLang="en-US" dirty="0"/>
                        <a:t>年</a:t>
                      </a:r>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extLst>
                  <a:ext uri="{0D108BD9-81ED-4DB2-BD59-A6C34878D82A}">
                    <a16:rowId xmlns:a16="http://schemas.microsoft.com/office/drawing/2014/main" val="10000"/>
                  </a:ext>
                </a:extLst>
              </a:tr>
              <a:tr h="524285">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gridSpan="4">
                  <a:txBody>
                    <a:bodyPr/>
                    <a:lstStyle/>
                    <a:p>
                      <a:pPr algn="ctr"/>
                      <a:r>
                        <a:rPr kumimoji="1" lang="en-US" altLang="ja-JP" sz="1400" b="0" dirty="0">
                          <a:solidFill>
                            <a:srgbClr val="FFFFFF"/>
                          </a:solidFill>
                          <a:latin typeface="游ゴシック"/>
                          <a:ea typeface="游ゴシック"/>
                        </a:rPr>
                        <a:t>10</a:t>
                      </a:r>
                      <a:r>
                        <a:rPr kumimoji="1" lang="ja-JP" altLang="en-US" sz="1400" b="0" dirty="0">
                          <a:solidFill>
                            <a:srgbClr val="FFFFFF"/>
                          </a:solidFill>
                          <a:latin typeface="游ゴシック"/>
                          <a:ea typeface="游ゴシック"/>
                        </a:rPr>
                        <a:t>月</a:t>
                      </a:r>
                      <a:endParaRPr kumimoji="1" lang="en-US" altLang="ja-JP" sz="1400" b="0" dirty="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11</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12</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cs typeface="Meiryo UI" pitchFamily="50" charset="-128"/>
                        </a:rPr>
                        <a:t>1</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2</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3</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95602">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95602">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46641"/>
                  </a:ext>
                </a:extLst>
              </a:tr>
              <a:tr h="895602">
                <a:tc>
                  <a:txBody>
                    <a:bodyPr/>
                    <a:lstStyle/>
                    <a:p>
                      <a:pPr algn="l"/>
                      <a:r>
                        <a:rPr kumimoji="1" lang="ja-JP" altLang="en-US" sz="1200" b="0" dirty="0">
                          <a:latin typeface="游ゴシック" panose="020B0400000000000000" pitchFamily="50" charset="-128"/>
                          <a:ea typeface="+mn-ea"/>
                          <a:cs typeface="Meiryo UI" pitchFamily="50" charset="-128"/>
                        </a:rPr>
                        <a:t>開発</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EE0F38EF-69C0-CE27-384C-C32D4FD7E696}"/>
              </a:ext>
            </a:extLst>
          </p:cNvPr>
          <p:cNvSpPr/>
          <p:nvPr/>
        </p:nvSpPr>
        <p:spPr>
          <a:xfrm>
            <a:off x="8071307" y="553004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6925A61D-8967-B355-0ED9-C9CE8560F04E}"/>
              </a:ext>
            </a:extLst>
          </p:cNvPr>
          <p:cNvSpPr/>
          <p:nvPr/>
        </p:nvSpPr>
        <p:spPr>
          <a:xfrm>
            <a:off x="9363207" y="553004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FAFEA19E-C487-476D-3A72-D73E566BED3F}"/>
              </a:ext>
            </a:extLst>
          </p:cNvPr>
          <p:cNvSpPr/>
          <p:nvPr/>
        </p:nvSpPr>
        <p:spPr>
          <a:xfrm>
            <a:off x="10655106" y="553004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7EB4649F-EFE5-E075-8506-08C152CC3073}"/>
              </a:ext>
            </a:extLst>
          </p:cNvPr>
          <p:cNvSpPr/>
          <p:nvPr/>
        </p:nvSpPr>
        <p:spPr>
          <a:xfrm>
            <a:off x="7996270" y="545535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20" name="正方形/長方形 19">
            <a:extLst>
              <a:ext uri="{FF2B5EF4-FFF2-40B4-BE49-F238E27FC236}">
                <a16:creationId xmlns:a16="http://schemas.microsoft.com/office/drawing/2014/main" id="{FCF08BC5-955B-B35E-FB29-98761921C5E1}"/>
              </a:ext>
            </a:extLst>
          </p:cNvPr>
          <p:cNvSpPr/>
          <p:nvPr/>
        </p:nvSpPr>
        <p:spPr>
          <a:xfrm>
            <a:off x="2452258" y="3953006"/>
            <a:ext cx="345600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BFED2E1C-F72A-98D8-344E-F7F41A2235D8}"/>
              </a:ext>
            </a:extLst>
          </p:cNvPr>
          <p:cNvSpPr/>
          <p:nvPr/>
        </p:nvSpPr>
        <p:spPr>
          <a:xfrm>
            <a:off x="7771082" y="3950717"/>
            <a:ext cx="1584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システムテスト</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F289BA28-33A0-D91A-C14A-7AB1294A9AF5}"/>
              </a:ext>
            </a:extLst>
          </p:cNvPr>
          <p:cNvSpPr/>
          <p:nvPr/>
        </p:nvSpPr>
        <p:spPr>
          <a:xfrm>
            <a:off x="1347697" y="3950717"/>
            <a:ext cx="1080000"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4" name="正方形/長方形 23">
            <a:extLst>
              <a:ext uri="{FF2B5EF4-FFF2-40B4-BE49-F238E27FC236}">
                <a16:creationId xmlns:a16="http://schemas.microsoft.com/office/drawing/2014/main" id="{9B5AF116-1E1D-5534-00CB-7F3E102F099C}"/>
              </a:ext>
            </a:extLst>
          </p:cNvPr>
          <p:cNvSpPr/>
          <p:nvPr/>
        </p:nvSpPr>
        <p:spPr>
          <a:xfrm>
            <a:off x="10311320" y="3950030"/>
            <a:ext cx="468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移行</a:t>
            </a:r>
            <a:endParaRPr lang="en-US" altLang="ja-JP" sz="1100" dirty="0">
              <a:solidFill>
                <a:schemeClr val="tx1"/>
              </a:solidFill>
              <a:latin typeface="游ゴシック"/>
              <a:ea typeface="游ゴシック"/>
            </a:endParaRPr>
          </a:p>
        </p:txBody>
      </p:sp>
      <p:sp>
        <p:nvSpPr>
          <p:cNvPr id="4" name="正方形/長方形 3">
            <a:extLst>
              <a:ext uri="{FF2B5EF4-FFF2-40B4-BE49-F238E27FC236}">
                <a16:creationId xmlns:a16="http://schemas.microsoft.com/office/drawing/2014/main" id="{15CECB5B-C57A-04E2-925F-FA5F819B306F}"/>
              </a:ext>
            </a:extLst>
          </p:cNvPr>
          <p:cNvSpPr/>
          <p:nvPr/>
        </p:nvSpPr>
        <p:spPr>
          <a:xfrm>
            <a:off x="9364577" y="3950030"/>
            <a:ext cx="936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受入テスト</a:t>
            </a:r>
          </a:p>
        </p:txBody>
      </p:sp>
      <p:sp>
        <p:nvSpPr>
          <p:cNvPr id="16" name="テキスト ボックス 15">
            <a:extLst>
              <a:ext uri="{FF2B5EF4-FFF2-40B4-BE49-F238E27FC236}">
                <a16:creationId xmlns:a16="http://schemas.microsoft.com/office/drawing/2014/main" id="{37342520-1C89-6947-3C04-F4082AFDF707}"/>
              </a:ext>
            </a:extLst>
          </p:cNvPr>
          <p:cNvSpPr txBox="1"/>
          <p:nvPr/>
        </p:nvSpPr>
        <p:spPr>
          <a:xfrm>
            <a:off x="10476701" y="2015528"/>
            <a:ext cx="1123122"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★本番切替</a:t>
            </a:r>
          </a:p>
        </p:txBody>
      </p:sp>
      <p:sp>
        <p:nvSpPr>
          <p:cNvPr id="6" name="Slide Number Placeholder 5">
            <a:extLst>
              <a:ext uri="{FF2B5EF4-FFF2-40B4-BE49-F238E27FC236}">
                <a16:creationId xmlns:a16="http://schemas.microsoft.com/office/drawing/2014/main" id="{20121B72-66CF-8388-7C16-1E5E36768EC4}"/>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11</a:t>
            </a:fld>
            <a:endParaRPr lang="en-US"/>
          </a:p>
        </p:txBody>
      </p:sp>
      <p:sp>
        <p:nvSpPr>
          <p:cNvPr id="3" name="Footer Placeholder 2">
            <a:extLst>
              <a:ext uri="{FF2B5EF4-FFF2-40B4-BE49-F238E27FC236}">
                <a16:creationId xmlns:a16="http://schemas.microsoft.com/office/drawing/2014/main" id="{385D1710-3AE6-1586-1E68-983717A10FA5}"/>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7" name="正方形/長方形 6">
            <a:extLst>
              <a:ext uri="{FF2B5EF4-FFF2-40B4-BE49-F238E27FC236}">
                <a16:creationId xmlns:a16="http://schemas.microsoft.com/office/drawing/2014/main" id="{C28CCBBB-1097-461E-9D31-D471C24C995C}"/>
              </a:ext>
            </a:extLst>
          </p:cNvPr>
          <p:cNvSpPr/>
          <p:nvPr/>
        </p:nvSpPr>
        <p:spPr>
          <a:xfrm>
            <a:off x="5925645" y="3951861"/>
            <a:ext cx="183600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結合テスト</a:t>
            </a:r>
          </a:p>
        </p:txBody>
      </p:sp>
      <p:sp>
        <p:nvSpPr>
          <p:cNvPr id="8" name="正方形/長方形 7">
            <a:extLst>
              <a:ext uri="{FF2B5EF4-FFF2-40B4-BE49-F238E27FC236}">
                <a16:creationId xmlns:a16="http://schemas.microsoft.com/office/drawing/2014/main" id="{716D3BCC-F260-907A-0B23-EC97944BB58A}"/>
              </a:ext>
            </a:extLst>
          </p:cNvPr>
          <p:cNvSpPr/>
          <p:nvPr/>
        </p:nvSpPr>
        <p:spPr>
          <a:xfrm>
            <a:off x="1347699" y="3036806"/>
            <a:ext cx="720000"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構築依頼</a:t>
            </a:r>
          </a:p>
        </p:txBody>
      </p:sp>
      <p:sp>
        <p:nvSpPr>
          <p:cNvPr id="9" name="ホームベース 30">
            <a:extLst>
              <a:ext uri="{FF2B5EF4-FFF2-40B4-BE49-F238E27FC236}">
                <a16:creationId xmlns:a16="http://schemas.microsoft.com/office/drawing/2014/main" id="{39C83D1C-5355-8542-FC20-86180C5C1F2F}"/>
              </a:ext>
            </a:extLst>
          </p:cNvPr>
          <p:cNvSpPr/>
          <p:nvPr/>
        </p:nvSpPr>
        <p:spPr>
          <a:xfrm>
            <a:off x="2091440" y="3036806"/>
            <a:ext cx="2412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環境構築</a:t>
            </a:r>
          </a:p>
        </p:txBody>
      </p:sp>
      <p:sp>
        <p:nvSpPr>
          <p:cNvPr id="15" name="テキスト ボックス 14">
            <a:extLst>
              <a:ext uri="{FF2B5EF4-FFF2-40B4-BE49-F238E27FC236}">
                <a16:creationId xmlns:a16="http://schemas.microsoft.com/office/drawing/2014/main" id="{2B017589-4C67-65F9-0D3C-DD1D4EC56A77}"/>
              </a:ext>
            </a:extLst>
          </p:cNvPr>
          <p:cNvSpPr txBox="1"/>
          <p:nvPr/>
        </p:nvSpPr>
        <p:spPr>
          <a:xfrm>
            <a:off x="4172989" y="2210088"/>
            <a:ext cx="1313408"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★環境構築完了</a:t>
            </a:r>
          </a:p>
        </p:txBody>
      </p:sp>
      <p:sp>
        <p:nvSpPr>
          <p:cNvPr id="17" name="テキスト ボックス 16">
            <a:extLst>
              <a:ext uri="{FF2B5EF4-FFF2-40B4-BE49-F238E27FC236}">
                <a16:creationId xmlns:a16="http://schemas.microsoft.com/office/drawing/2014/main" id="{02764D18-1A82-4BB2-9B15-C027C489FD9F}"/>
              </a:ext>
            </a:extLst>
          </p:cNvPr>
          <p:cNvSpPr txBox="1"/>
          <p:nvPr/>
        </p:nvSpPr>
        <p:spPr>
          <a:xfrm>
            <a:off x="10623207" y="2404648"/>
            <a:ext cx="1313408" cy="261610"/>
          </a:xfrm>
          <a:prstGeom prst="rect">
            <a:avLst/>
          </a:prstGeom>
          <a:noFill/>
        </p:spPr>
        <p:txBody>
          <a:bodyPr wrap="square" rtlCol="0">
            <a:spAutoFit/>
          </a:bodyPr>
          <a:lstStyle/>
          <a:p>
            <a:r>
              <a:rPr kumimoji="1" lang="en-US" altLang="ja-JP" sz="1100" dirty="0">
                <a:latin typeface="游ゴシック" panose="020B0400000000000000" pitchFamily="50" charset="-128"/>
                <a:ea typeface="游ゴシック" panose="020B0400000000000000" pitchFamily="50" charset="-128"/>
              </a:rPr>
              <a:t>Azure</a:t>
            </a:r>
            <a:r>
              <a:rPr kumimoji="1" lang="ja-JP" altLang="en-US" sz="1100" dirty="0">
                <a:latin typeface="游ゴシック" panose="020B0400000000000000" pitchFamily="50" charset="-128"/>
                <a:ea typeface="游ゴシック" panose="020B0400000000000000" pitchFamily="50" charset="-128"/>
              </a:rPr>
              <a:t>移行期限★</a:t>
            </a:r>
          </a:p>
        </p:txBody>
      </p:sp>
      <p:sp>
        <p:nvSpPr>
          <p:cNvPr id="5" name="正方形/長方形 4">
            <a:extLst>
              <a:ext uri="{FF2B5EF4-FFF2-40B4-BE49-F238E27FC236}">
                <a16:creationId xmlns:a16="http://schemas.microsoft.com/office/drawing/2014/main" id="{E0F209B1-9411-D4AD-ACB7-2A1A4656F588}"/>
              </a:ext>
            </a:extLst>
          </p:cNvPr>
          <p:cNvSpPr/>
          <p:nvPr/>
        </p:nvSpPr>
        <p:spPr>
          <a:xfrm>
            <a:off x="3036000" y="1935804"/>
            <a:ext cx="5631345" cy="2441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Oracle </a:t>
            </a:r>
            <a:r>
              <a:rPr lang="en-US" altLang="ja-JP" dirty="0" err="1"/>
              <a:t>Database@Azure</a:t>
            </a:r>
            <a:r>
              <a:rPr lang="ja-JP" altLang="en-US" dirty="0"/>
              <a:t>（</a:t>
            </a:r>
            <a:r>
              <a:rPr lang="en-US" altLang="ja-JP" dirty="0"/>
              <a:t>ODAA</a:t>
            </a:r>
            <a:r>
              <a:rPr lang="ja-JP" altLang="en-US" dirty="0"/>
              <a:t>）</a:t>
            </a:r>
            <a:r>
              <a:rPr kumimoji="1" lang="ja-JP" altLang="en-US" dirty="0"/>
              <a:t>の方針で確定</a:t>
            </a:r>
            <a:endParaRPr lang="en-US" altLang="ja-JP" dirty="0"/>
          </a:p>
        </p:txBody>
      </p:sp>
    </p:spTree>
    <p:extLst>
      <p:ext uri="{BB962C8B-B14F-4D97-AF65-F5344CB8AC3E}">
        <p14:creationId xmlns:p14="http://schemas.microsoft.com/office/powerpoint/2010/main" val="3059969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a:ea typeface="游明朝"/>
              </a:rPr>
              <a:t>１２</a:t>
            </a:r>
            <a:r>
              <a:rPr lang="en-US" altLang="ja-JP" dirty="0">
                <a:latin typeface="游明朝"/>
                <a:ea typeface="游明朝"/>
              </a:rPr>
              <a:t>. </a:t>
            </a:r>
            <a:r>
              <a:rPr lang="ja-JP" altLang="en-US" dirty="0">
                <a:latin typeface="游明朝"/>
                <a:ea typeface="游明朝"/>
              </a:rPr>
              <a:t>お見積もり</a:t>
            </a:r>
            <a:r>
              <a:rPr lang="ja-JP" altLang="en-US" sz="2000" dirty="0">
                <a:latin typeface="游明朝"/>
                <a:ea typeface="游明朝"/>
              </a:rPr>
              <a:t>（データベース変更なしの場合）</a:t>
            </a:r>
            <a:endParaRPr kumimoji="1" lang="ja-JP" altLang="en-US" sz="2000" dirty="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865761368"/>
              </p:ext>
            </p:extLst>
          </p:nvPr>
        </p:nvGraphicFramePr>
        <p:xfrm>
          <a:off x="606000" y="936000"/>
          <a:ext cx="10980001" cy="2916000"/>
        </p:xfrm>
        <a:graphic>
          <a:graphicData uri="http://schemas.openxmlformats.org/drawingml/2006/table">
            <a:tbl>
              <a:tblPr firstRow="1" bandRow="1">
                <a:tableStyleId>{2D5ABB26-0587-4C30-8999-92F81FD0307C}</a:tableStyleId>
              </a:tblPr>
              <a:tblGrid>
                <a:gridCol w="470572">
                  <a:extLst>
                    <a:ext uri="{9D8B030D-6E8A-4147-A177-3AD203B41FA5}">
                      <a16:colId xmlns:a16="http://schemas.microsoft.com/office/drawing/2014/main" val="233225342"/>
                    </a:ext>
                  </a:extLst>
                </a:gridCol>
                <a:gridCol w="1209430">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1.35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1,350,000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単体テスト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2,25</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1.25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grid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1.16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1,624,000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50912188"/>
                  </a:ext>
                </a:extLst>
              </a:tr>
              <a:tr h="324000">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7,524,000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71768-BC8D-A723-B931-8DBDE8E44D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097B71-60F0-A031-E4D2-3066F6DF9F48}"/>
              </a:ext>
            </a:extLst>
          </p:cNvPr>
          <p:cNvSpPr>
            <a:spLocks noGrp="1"/>
          </p:cNvSpPr>
          <p:nvPr>
            <p:ph type="title"/>
          </p:nvPr>
        </p:nvSpPr>
        <p:spPr/>
        <p:txBody>
          <a:bodyPr/>
          <a:lstStyle/>
          <a:p>
            <a:r>
              <a:rPr lang="ja-JP" altLang="en-US" dirty="0">
                <a:latin typeface="游明朝"/>
                <a:ea typeface="游明朝"/>
              </a:rPr>
              <a:t>１３</a:t>
            </a:r>
            <a:r>
              <a:rPr lang="en-US" altLang="ja-JP" dirty="0">
                <a:latin typeface="游明朝"/>
                <a:ea typeface="游明朝"/>
              </a:rPr>
              <a:t>. </a:t>
            </a:r>
            <a:r>
              <a:rPr lang="ja-JP" altLang="en-US" dirty="0">
                <a:latin typeface="游明朝"/>
                <a:ea typeface="游明朝"/>
              </a:rPr>
              <a:t>お見積もり（データベースを</a:t>
            </a:r>
            <a:r>
              <a:rPr lang="en-US" altLang="ja-JP" dirty="0">
                <a:latin typeface="游明朝"/>
                <a:ea typeface="游明朝"/>
              </a:rPr>
              <a:t>MySQL</a:t>
            </a:r>
            <a:r>
              <a:rPr lang="ja-JP" altLang="en-US" dirty="0">
                <a:latin typeface="游明朝"/>
                <a:ea typeface="游明朝"/>
              </a:rPr>
              <a:t>に変更する場合）</a:t>
            </a:r>
            <a:endParaRPr kumimoji="1" lang="ja-JP" altLang="en-US" sz="2000" dirty="0">
              <a:latin typeface="游明朝"/>
              <a:ea typeface="游明朝"/>
            </a:endParaRPr>
          </a:p>
        </p:txBody>
      </p:sp>
      <p:sp>
        <p:nvSpPr>
          <p:cNvPr id="3" name="フッター プレースホルダー 2">
            <a:extLst>
              <a:ext uri="{FF2B5EF4-FFF2-40B4-BE49-F238E27FC236}">
                <a16:creationId xmlns:a16="http://schemas.microsoft.com/office/drawing/2014/main" id="{A1F93005-5D95-2EE8-CB2B-B06FBF851396}"/>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34671E4-3A05-2B67-975A-34D2A26310A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a:p>
        </p:txBody>
      </p:sp>
      <p:sp>
        <p:nvSpPr>
          <p:cNvPr id="8" name="テキスト ボックス 7">
            <a:extLst>
              <a:ext uri="{FF2B5EF4-FFF2-40B4-BE49-F238E27FC236}">
                <a16:creationId xmlns:a16="http://schemas.microsoft.com/office/drawing/2014/main" id="{2C2F5554-A45D-D3BF-7146-E91B5A396D86}"/>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C94B5F74-D759-23B8-F36C-AEF7190A2F9D}"/>
              </a:ext>
            </a:extLst>
          </p:cNvPr>
          <p:cNvGraphicFramePr>
            <a:graphicFrameLocks noGrp="1"/>
          </p:cNvGraphicFramePr>
          <p:nvPr>
            <p:extLst>
              <p:ext uri="{D42A27DB-BD31-4B8C-83A1-F6EECF244321}">
                <p14:modId xmlns:p14="http://schemas.microsoft.com/office/powerpoint/2010/main" val="1589049835"/>
              </p:ext>
            </p:extLst>
          </p:nvPr>
        </p:nvGraphicFramePr>
        <p:xfrm>
          <a:off x="606000" y="936000"/>
          <a:ext cx="10980001" cy="2916000"/>
        </p:xfrm>
        <a:graphic>
          <a:graphicData uri="http://schemas.openxmlformats.org/drawingml/2006/table">
            <a:tbl>
              <a:tblPr firstRow="1" bandRow="1">
                <a:tableStyleId>{2D5ABB26-0587-4C30-8999-92F81FD0307C}</a:tableStyleId>
              </a:tblPr>
              <a:tblGrid>
                <a:gridCol w="470572">
                  <a:extLst>
                    <a:ext uri="{9D8B030D-6E8A-4147-A177-3AD203B41FA5}">
                      <a16:colId xmlns:a16="http://schemas.microsoft.com/office/drawing/2014/main" val="233225342"/>
                    </a:ext>
                  </a:extLst>
                </a:gridCol>
                <a:gridCol w="1209430">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単体テスト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2,60</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1.13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1,130,000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grid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2,044,000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50912188"/>
                  </a:ext>
                </a:extLst>
              </a:tr>
              <a:tr h="324000">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8.94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9,524,000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5" name="正方形/長方形 4">
            <a:extLst>
              <a:ext uri="{FF2B5EF4-FFF2-40B4-BE49-F238E27FC236}">
                <a16:creationId xmlns:a16="http://schemas.microsoft.com/office/drawing/2014/main" id="{1EF32CB7-5304-2B87-BF05-0133AA241485}"/>
              </a:ext>
            </a:extLst>
          </p:cNvPr>
          <p:cNvSpPr/>
          <p:nvPr/>
        </p:nvSpPr>
        <p:spPr>
          <a:xfrm>
            <a:off x="3036000" y="1935804"/>
            <a:ext cx="5631345" cy="2441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Oracle </a:t>
            </a:r>
            <a:r>
              <a:rPr lang="en-US" altLang="ja-JP" dirty="0" err="1"/>
              <a:t>Database@Azure</a:t>
            </a:r>
            <a:r>
              <a:rPr lang="ja-JP" altLang="en-US" dirty="0"/>
              <a:t>（</a:t>
            </a:r>
            <a:r>
              <a:rPr lang="en-US" altLang="ja-JP" dirty="0"/>
              <a:t>ODAA</a:t>
            </a:r>
            <a:r>
              <a:rPr lang="ja-JP" altLang="en-US" dirty="0"/>
              <a:t>）</a:t>
            </a:r>
            <a:r>
              <a:rPr kumimoji="1" lang="ja-JP" altLang="en-US" dirty="0"/>
              <a:t>の方針で確定</a:t>
            </a:r>
            <a:endParaRPr lang="en-US" altLang="ja-JP" dirty="0"/>
          </a:p>
        </p:txBody>
      </p:sp>
    </p:spTree>
    <p:extLst>
      <p:ext uri="{BB962C8B-B14F-4D97-AF65-F5344CB8AC3E}">
        <p14:creationId xmlns:p14="http://schemas.microsoft.com/office/powerpoint/2010/main" val="4227299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dirty="0">
                <a:latin typeface="游明朝"/>
                <a:ea typeface="游明朝"/>
              </a:rPr>
              <a:t>１４</a:t>
            </a:r>
            <a:r>
              <a:rPr lang="en-US" altLang="ja-JP" dirty="0">
                <a:latin typeface="游明朝"/>
                <a:ea typeface="游明朝"/>
              </a:rPr>
              <a:t>.</a:t>
            </a:r>
            <a:r>
              <a:rPr lang="ja-JP" altLang="en-US" dirty="0">
                <a:latin typeface="游明朝"/>
                <a:ea typeface="游明朝"/>
              </a:rPr>
              <a:t> お見積もり前提条件</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kumimoji="1" lang="ja-JP" altLang="en-US" b="0" u="none" dirty="0"/>
              <a:t>本資料記載の金額は全て税抜となります。</a:t>
            </a:r>
            <a:endParaRPr kumimoji="1" lang="en-US" altLang="ja-JP" b="0" u="none" dirty="0"/>
          </a:p>
          <a:p>
            <a:r>
              <a:rPr lang="ja-JP" altLang="en-US" b="0" u="none" dirty="0"/>
              <a:t>お見積もりは概算お見積もりのため、改めて正式にお見積もりさせていただきます。</a:t>
            </a:r>
            <a:endParaRPr kumimoji="1" lang="en-US" altLang="ja-JP" b="0" u="none" dirty="0"/>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r>
              <a:rPr lang="ja-JP" altLang="en-US" b="0" u="none" dirty="0">
                <a:latin typeface="游ゴシック"/>
                <a:ea typeface="游ゴシック"/>
              </a:rPr>
              <a:t>本稼働後の問合せ対応は保守作業内で対応させていただきます。</a:t>
            </a:r>
            <a:endParaRPr lang="en-US" altLang="ja-JP" b="0" u="none" dirty="0">
              <a:latin typeface="游ゴシック"/>
              <a:ea typeface="游ゴシック"/>
            </a:endParaRPr>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kumimoji="1" lang="ja-JP" altLang="en-US" b="0" u="none" dirty="0"/>
              <a:t>インフラ環境の</a:t>
            </a:r>
            <a:r>
              <a:rPr lang="ja-JP" altLang="en-US" b="0" u="none" dirty="0"/>
              <a:t>調達・</a:t>
            </a:r>
            <a:r>
              <a:rPr kumimoji="1" lang="ja-JP" altLang="en-US" b="0" u="none" dirty="0"/>
              <a:t>構築は含まれておりません。</a:t>
            </a:r>
            <a:endParaRPr lang="en-US" altLang="ja-JP" b="0" u="none" dirty="0">
              <a:latin typeface="游ゴシック"/>
              <a:ea typeface="游ゴシック"/>
            </a:endParaRPr>
          </a:p>
          <a:p>
            <a:r>
              <a:rPr lang="ja-JP" b="0" u="none" dirty="0">
                <a:latin typeface="游ゴシック"/>
                <a:ea typeface="游ゴシック"/>
                <a:cs typeface="+mn-ea"/>
              </a:rPr>
              <a:t>Azureのサーバ等は、案件開始時点で必要数分を</a:t>
            </a:r>
            <a:r>
              <a:rPr lang="ja-JP" altLang="en-US" b="0" u="none" dirty="0">
                <a:latin typeface="游ゴシック"/>
                <a:ea typeface="游ゴシック"/>
                <a:cs typeface="+mn-ea"/>
              </a:rPr>
              <a:t>貴社にて</a:t>
            </a:r>
            <a:r>
              <a:rPr lang="ja-JP" b="0" u="none" dirty="0">
                <a:latin typeface="游ゴシック"/>
                <a:ea typeface="游ゴシック"/>
                <a:cs typeface="+mn-ea"/>
              </a:rPr>
              <a:t>ご用意をお願いいたします</a:t>
            </a:r>
            <a:r>
              <a:rPr lang="ja-JP" altLang="en-US" b="0" u="none" dirty="0">
                <a:latin typeface="游ゴシック"/>
                <a:ea typeface="游ゴシック"/>
                <a:cs typeface="+mn-ea"/>
              </a:rPr>
              <a:t>。</a:t>
            </a:r>
            <a:endParaRPr lang="en-US" altLang="ja-JP" b="0" u="none" dirty="0">
              <a:latin typeface="游ゴシック"/>
              <a:ea typeface="游ゴシック"/>
            </a:endParaRPr>
          </a:p>
          <a:p>
            <a:r>
              <a:rPr lang="ja-JP" altLang="en-US" b="0" u="none" dirty="0">
                <a:latin typeface="游ゴシック"/>
                <a:ea typeface="游ゴシック"/>
                <a:cs typeface="+mn-ea"/>
              </a:rPr>
              <a:t>業務変更によるプログラム改修は想定していません。</a:t>
            </a:r>
            <a:endParaRPr lang="en-US" altLang="ja-JP" b="0" u="none" dirty="0">
              <a:latin typeface="游ゴシック"/>
              <a:ea typeface="游ゴシック"/>
              <a:cs typeface="+mn-ea"/>
            </a:endParaRPr>
          </a:p>
          <a:p>
            <a:r>
              <a:rPr lang="ja-JP" altLang="en-US" b="0" u="none" dirty="0">
                <a:latin typeface="游ゴシック"/>
                <a:ea typeface="游ゴシック"/>
              </a:rPr>
              <a:t>動作確認でプログラム修正などが発生した場合は、</a:t>
            </a:r>
            <a:r>
              <a:rPr lang="en-US" altLang="ja-JP" b="0" u="none" dirty="0">
                <a:latin typeface="游ゴシック"/>
                <a:ea typeface="游ゴシック"/>
              </a:rPr>
              <a:t>DI</a:t>
            </a:r>
            <a:r>
              <a:rPr lang="ja-JP" altLang="en-US" b="0" u="none" dirty="0">
                <a:latin typeface="游ゴシック"/>
                <a:ea typeface="游ゴシック"/>
              </a:rPr>
              <a:t>部様へご相談の上、保守工数を使用して対応させていただきます。</a:t>
            </a:r>
            <a:endParaRPr lang="en-US" altLang="ja-JP" b="0" u="none" dirty="0">
              <a:latin typeface="游ゴシック"/>
              <a:ea typeface="游ゴシック"/>
            </a:endParaRPr>
          </a:p>
          <a:p>
            <a:r>
              <a:rPr lang="ja-JP" altLang="en-US" b="0" u="none" dirty="0">
                <a:latin typeface="游ゴシック"/>
                <a:ea typeface="游ゴシック"/>
              </a:rPr>
              <a:t>新本番環境での動作確認時に検証用と本番用どちらの</a:t>
            </a:r>
            <a:r>
              <a:rPr lang="en-US" altLang="ja-JP" b="0" u="none" dirty="0">
                <a:latin typeface="游ゴシック"/>
                <a:ea typeface="游ゴシック"/>
              </a:rPr>
              <a:t>API</a:t>
            </a:r>
            <a:r>
              <a:rPr lang="ja-JP" altLang="en-US" b="0" u="none" dirty="0">
                <a:latin typeface="游ゴシック"/>
                <a:ea typeface="游ゴシック"/>
              </a:rPr>
              <a:t>を使用するかは改めて相談させていただきたく存じます。</a:t>
            </a:r>
          </a:p>
          <a:p>
            <a:r>
              <a:rPr kumimoji="1" lang="ja-JP" altLang="en-US" b="0" u="none" dirty="0"/>
              <a:t>上記に記載のない諸条件につきましては、別途ご相談の上、決定させていただきます。</a:t>
            </a:r>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14</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9"/>
          </p:nvPr>
        </p:nvSpPr>
        <p:spPr>
          <a:xfrm>
            <a:off x="3036000" y="6552000"/>
            <a:ext cx="6120000" cy="216000"/>
          </a:xfrm>
        </p:spPr>
        <p:txBody>
          <a:bodyPr/>
          <a:lstStyle/>
          <a:p>
            <a:r>
              <a:rPr lang="en-US"/>
              <a:t>Copyright © 2025 SystemEXE,Inc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dirty="0">
                <a:latin typeface="游ゴシック"/>
                <a:ea typeface="游ゴシック"/>
              </a:rPr>
              <a:t>担当：川名翔太、髙浦祐朗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dirty="0">
                <a:latin typeface="游ゴシック"/>
                <a:ea typeface="游ゴシック"/>
              </a:rPr>
              <a:t>Mail</a:t>
            </a:r>
            <a:r>
              <a:rPr kumimoji="1" lang="ja-JP" altLang="en-US" dirty="0">
                <a:latin typeface="游ゴシック"/>
                <a:ea typeface="游ゴシック"/>
              </a:rPr>
              <a:t>：</a:t>
            </a:r>
            <a:r>
              <a:rPr lang="en-US" altLang="ja-JP" dirty="0"/>
              <a:t>syouta.kawana@system-exe.jp</a:t>
            </a:r>
            <a:endParaRPr kumimoji="1" lang="en-US" altLang="ja-JP" dirty="0">
              <a:latin typeface="游ゴシック"/>
              <a:ea typeface="游ゴシック"/>
            </a:endParaRPr>
          </a:p>
          <a:p>
            <a:r>
              <a:rPr lang="ja-JP" altLang="en-US" dirty="0">
                <a:latin typeface="游ゴシック"/>
                <a:ea typeface="游ゴシック"/>
              </a:rPr>
              <a:t>　　　</a:t>
            </a:r>
            <a:r>
              <a:rPr kumimoji="1" lang="en-US" altLang="ja-JP" dirty="0">
                <a:latin typeface="游ゴシック"/>
                <a:ea typeface="游ゴシック"/>
              </a:rPr>
              <a:t>masaaki.takaura@system-exe.jp</a:t>
            </a:r>
            <a:endParaRPr kumimoji="1" lang="ja-JP" altLang="en-US" dirty="0">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20"/>
          </p:nvPr>
        </p:nvSpPr>
        <p:spPr>
          <a:xfrm>
            <a:off x="10752000" y="6552000"/>
            <a:ext cx="1440000" cy="216000"/>
          </a:xfrm>
        </p:spPr>
        <p:txBody>
          <a:bodyPr/>
          <a:lstStyle/>
          <a:p>
            <a:fld id="{26CA5134-5AAC-D342-B763-43605FECB385}" type="slidenum">
              <a:rPr kumimoji="1" lang="ja-JP" altLang="en-US" smtClean="0"/>
              <a:pPr/>
              <a:t>15</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55014A-E785-4017-A446-EC6BC81B76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4C728C5-B22A-42B4-8163-E4A5D49941FF}">
  <ds:schemaRefs>
    <ds:schemaRef ds:uri="http://schemas.microsoft.com/office/infopath/2007/PartnerControls"/>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purl.org/dc/dcmitype/"/>
    <ds:schemaRef ds:uri="http://www.w3.org/XML/1998/namespace"/>
    <ds:schemaRef ds:uri="2fd442da-66a9-4fa6-ba31-eb0d54ad1381"/>
  </ds:schemaRefs>
</ds:datastoreItem>
</file>

<file path=customXml/itemProps3.xml><?xml version="1.0" encoding="utf-8"?>
<ds:datastoreItem xmlns:ds="http://schemas.openxmlformats.org/officeDocument/2006/customXml" ds:itemID="{AE332BF2-0A3C-4B34-A48C-16084CC4E11C}">
  <ds:schemaRefs>
    <ds:schemaRef ds:uri="http://schemas.microsoft.com/sharepoint/v3/contenttype/forms"/>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778</TotalTime>
  <Words>2113</Words>
  <Application>Microsoft Office PowerPoint</Application>
  <PresentationFormat>ワイド画面</PresentationFormat>
  <Paragraphs>391</Paragraphs>
  <Slides>16</Slides>
  <Notes>4</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16</vt:i4>
      </vt:variant>
    </vt:vector>
  </HeadingPairs>
  <TitlesOfParts>
    <vt:vector size="24" baseType="lpstr">
      <vt:lpstr>Yu Gothic</vt:lpstr>
      <vt:lpstr>Yu Gothic</vt:lpstr>
      <vt:lpstr>Yu Gothic Medium</vt:lpstr>
      <vt:lpstr>游明朝</vt:lpstr>
      <vt:lpstr>Arial</vt:lpstr>
      <vt:lpstr>Calibri</vt:lpstr>
      <vt:lpstr>Wingdings</vt:lpstr>
      <vt:lpstr>Office テーマ</vt:lpstr>
      <vt:lpstr>概算お見積もり(第1.3版）</vt:lpstr>
      <vt:lpstr>１. プロジェクトの背景と目的</vt:lpstr>
      <vt:lpstr>２. お見積り方針</vt:lpstr>
      <vt:lpstr>３. お見積り範囲</vt:lpstr>
      <vt:lpstr>４. お見積り範囲（MySQLへ変更する場合）</vt:lpstr>
      <vt:lpstr>５.クラウドアーキ環境構成（AsIs） </vt:lpstr>
      <vt:lpstr>６.クラウドアーキ環境構成（ToBe） </vt:lpstr>
      <vt:lpstr>７. 想定している作業内容と成果物</vt:lpstr>
      <vt:lpstr>８. 機能数とテスト範囲</vt:lpstr>
      <vt:lpstr>９. 体制</vt:lpstr>
      <vt:lpstr>１０. スケジュール（データベース変更なしの場合）</vt:lpstr>
      <vt:lpstr>１１. スケジュール（データベースをMySQLに変更する場合）</vt:lpstr>
      <vt:lpstr>１２. お見積もり（データベース変更なしの場合）</vt:lpstr>
      <vt:lpstr>１３. お見積もり（データベースをMySQLに変更する場合）</vt:lpstr>
      <vt:lpstr>１４.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川名翔太</cp:lastModifiedBy>
  <cp:revision>77</cp:revision>
  <dcterms:created xsi:type="dcterms:W3CDTF">2021-02-05T06:36:21Z</dcterms:created>
  <dcterms:modified xsi:type="dcterms:W3CDTF">2025-09-12T14:29:20Z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