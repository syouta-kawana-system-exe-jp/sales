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Claude Code は利用可能か？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AIコーディング支援ツールのセキュリティ確認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t>開発効率向上のため、AIコーディングツール「Claude Code」の利用を検討しています。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77295" cy="5486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F360C"/>
                </a:solidFill>
                <a:latin typeface="Meiryo UI"/>
              </a:defRPr>
            </a:pPr>
            <a:r>
              <a:t>システムEXEは Anthropic API版 を契約済み → コードは学習に使用されません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5394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Meiryo UI"/>
              </a:defRPr>
            </a:pPr>
            <a:r>
              <a:t>Claude Code とは</a:t>
            </a:r>
          </a:p>
          <a:p>
            <a:pPr>
              <a:spcBef>
                <a:spcPts val="6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Anthropic社が開発したエージェント型AIコーディング支援ツール。コードの実装、バグ修正、リファクタリングなどを効率化。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60320"/>
            <a:ext cx="5394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Meiryo UI"/>
              </a:defRPr>
            </a:pPr>
            <a:r>
              <a:t>Anthropic社について</a:t>
            </a:r>
          </a:p>
          <a:p>
            <a:pPr>
              <a:spcBef>
                <a:spcPts val="6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AIの安全性研究を専門とする米国企業。Google、Amazonが出資。セキュリティと信頼性を最優先に設計。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  <a:latin typeface="Meiryo UI"/>
              </a:defRPr>
            </a:pPr>
            <a:r>
              <a:t>🔒 セキュリティ機能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すべての操作に明示的な許可が必要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OSレベルのサンドボックスで隔離実行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危険なコマンドは自動でブロック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作業ディレクトリ外へのアクセス制限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  <a:latin typeface="Meiryo UI"/>
              </a:defRPr>
            </a:pPr>
            <a:r>
              <a:t>🛡️ API版のデータ保護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コード・プロンプトは学習に使用されない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通信はTLS暗号化で保護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30日でデータ自動削除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ゼロ保持オプションも選択可能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3192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  <a:latin typeface="Meiryo UI"/>
              </a:defRPr>
            </a:pPr>
            <a:r>
              <a:t>✅ 第三者認証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SOC 2 Type 2 認証取得済み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ISO 27001 認証取得済み</a:t>
            </a:r>
          </a:p>
          <a:p>
            <a:pPr>
              <a:spcBef>
                <a:spcPts val="400"/>
              </a:spcBef>
              <a:defRPr sz="1100" b="0">
                <a:solidFill>
                  <a:srgbClr val="444444"/>
                </a:solidFill>
                <a:latin typeface="Meiryo UI"/>
              </a:defRPr>
            </a:pPr>
            <a:r>
              <a:t>✓ エンタープライズ企業で採用実績多数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277295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eiryo UI"/>
              </a:defRPr>
            </a:pPr>
            <a:r>
              <a:t>API版契約により、エンタープライズグレードのセキュリティが確保されています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セキュリティ・データ保護の詳細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想定される懸念事項への回答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Meiryo UI"/>
              </a:defRPr>
            </a:pPr>
            <a:r>
              <a:t>Q. ソースコードが外部に漏洩しないか？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7729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A. API版ではコードやプロンプトはAIの学習に一切使用されません。通信はTLS暗号化され、30日後に自動削除されます。（システムEXEはAPI版契約済み）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Meiryo UI"/>
              </a:defRPr>
            </a:pPr>
            <a:r>
              <a:t>Q. 意図しない操作が実行されないか？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27729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A. ファイル編集・コマンド実行など全ての操作は、実行前に明示的な許可が必要です。OSレベルのサンドボックスにより、許可された範囲外へのアクセスは技術的に不可能です。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Meiryo UI"/>
              </a:defRPr>
            </a:pPr>
            <a:r>
              <a:t>Q. セキュリティ基準は信頼できるか？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729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A. SOC 2 Type 2、ISO 27001認証を取得済みです。第三者機関による監査を受けており、エンタープライズ企業での採用実績も多数あります。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eiryo UI"/>
              </a:defRPr>
            </a:pPr>
            <a:r>
              <a:t>利用時の運用ルール（案）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0">
                <a:solidFill>
                  <a:srgbClr val="1A365D"/>
                </a:solidFill>
                <a:latin typeface="Meiryo UI"/>
              </a:defRPr>
            </a:pPr>
            <a:r>
              <a:t>• システムEXE契約のAPI版を使用（データ学習への不使用が保証済み）</a:t>
            </a:r>
          </a:p>
          <a:p>
            <a:pPr>
              <a:spcBef>
                <a:spcPts val="400"/>
              </a:spcBef>
              <a:defRPr sz="1200" b="0">
                <a:solidFill>
                  <a:srgbClr val="1A365D"/>
                </a:solidFill>
                <a:latin typeface="Meiryo UI"/>
              </a:defRPr>
            </a:pPr>
            <a:r>
              <a:t>• 機密性の高いコード（認証情報、APIキー等）は送信しない運用ルールを遵守</a:t>
            </a:r>
          </a:p>
          <a:p>
            <a:pPr>
              <a:spcBef>
                <a:spcPts val="400"/>
              </a:spcBef>
              <a:defRPr sz="1200" b="0">
                <a:solidFill>
                  <a:srgbClr val="1A365D"/>
                </a:solidFill>
                <a:latin typeface="Meiryo UI"/>
              </a:defRPr>
            </a:pPr>
            <a:r>
              <a:t>• 利用状況を定期的に報告し、透明性を確保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